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5"/>
    <p:sldMasterId id="2147483698" r:id="rId6"/>
    <p:sldMasterId id="2147483699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</p:sldIdLst>
  <p:sldSz cy="5143500" cx="9144000"/>
  <p:notesSz cx="6858000" cy="9144000"/>
  <p:embeddedFontLst>
    <p:embeddedFont>
      <p:font typeface="Paytone One"/>
      <p:regular r:id="rId32"/>
    </p:embeddedFont>
    <p:embeddedFont>
      <p:font typeface="Bayon"/>
      <p:regular r:id="rId33"/>
    </p:embeddedFont>
    <p:embeddedFont>
      <p:font typeface="Didact Gothic"/>
      <p:regular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94A8C07-7B01-4CAA-9A12-F00427BBC5F2}">
  <a:tblStyle styleId="{B94A8C07-7B01-4CAA-9A12-F00427BBC5F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BD1F24AC-C064-4BB5-A474-50F83B3225D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font" Target="fonts/Bayon-regular.fntdata"/><Relationship Id="rId10" Type="http://schemas.openxmlformats.org/officeDocument/2006/relationships/slide" Target="slides/slide2.xml"/><Relationship Id="rId32" Type="http://schemas.openxmlformats.org/officeDocument/2006/relationships/font" Target="fonts/PaytoneOne-regular.fntdata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34" Type="http://schemas.openxmlformats.org/officeDocument/2006/relationships/font" Target="fonts/DidactGothic-regular.fntdata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g36dc262c382_2_127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0" name="Google Shape;1400;g36dc262c382_2_1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g36dc262c382_2_17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3" name="Google Shape;1583;g36dc262c382_2_17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3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g36dc357cf5e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5" name="Google Shape;1625;g36dc357cf5e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7" name="Shape 1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8" name="Google Shape;1848;g36dc357cf5e_2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9" name="Google Shape;1849;g36dc357cf5e_2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8" name="Shape 1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" name="Google Shape;1969;g36dc262c382_2_1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0" name="Google Shape;1970;g36dc262c382_2_1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6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" name="Google Shape;2007;g3856b6947d1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8" name="Google Shape;2008;g3856b6947d1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2" name="Shape 2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3" name="Google Shape;2083;g36dc357cf5e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4" name="Google Shape;2084;g36dc357cf5e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1" name="Shape 2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2" name="Google Shape;2142;g36dc357cf5e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3" name="Google Shape;2143;g36dc357cf5e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3" name="Shape 2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" name="Google Shape;2304;g3856ca40bfc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5" name="Google Shape;2305;g3856ca40bf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7" name="Shape 2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" name="Google Shape;2488;g36dc357cf5e_4_5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9" name="Google Shape;2489;g36dc357cf5e_4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6" name="Shape 2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7" name="Google Shape;2697;g3856ca40bfc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8" name="Google Shape;2698;g3856ca40bfc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7" name="Shape 2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8" name="Google Shape;2718;g3856ca40bfc_1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9" name="Google Shape;2719;g3856ca40bfc_1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9" name="Shape 2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0" name="Google Shape;2740;g3856b6947d1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1" name="Google Shape;2741;g3856b6947d1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2" name="Shape 2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3" name="Google Shape;2953;g3856b6947d1_0_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4" name="Google Shape;2954;g3856b6947d1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1" name="Shape 2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2" name="Google Shape;2962;g3856ca40bfc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3" name="Google Shape;2963;g3856ca40bfc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9" name="Shape 2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" name="Google Shape;2970;g36ecdcbde51_0_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1" name="Google Shape;2971;g36ecdcbde51_0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9" name="Shape 3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0" name="Google Shape;3180;g3856ca40bfc_0_10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1" name="Google Shape;3181;g3856ca40bfc_0_10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7" name="Shape 3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8" name="Google Shape;3388;g3856ca40bfc_0_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9" name="Google Shape;3389;g3856ca40bfc_0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5" name="Shape 3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6" name="Google Shape;3596;g3856ca40bfc_0_7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7" name="Google Shape;3597;g3856ca40bfc_0_7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5" name="Shape 3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6" name="Google Shape;3656;g3856ca40bfc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7" name="Google Shape;3657;g3856ca40bfc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4" name="Shape 3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5" name="Google Shape;3855;g3856ca40bfc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6" name="Google Shape;3856;g3856ca40bfc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3" name="Shape 4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4" name="Google Shape;4054;g3856ca40bfc_0_7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5" name="Google Shape;4055;g3856ca40bfc_0_7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2" name="Shape 4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3" name="Google Shape;4063;g36dc262c382_2_10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4" name="Google Shape;4064;g36dc262c382_2_10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s://www.flaticon.com/?utm_source=slidesgo_template&amp;utm_medium=referral-link&amp;utm_campaign=sg_credits&amp;utm_content=flaticon" TargetMode="External"/><Relationship Id="rId4" Type="http://schemas.openxmlformats.org/officeDocument/2006/relationships/hyperlink" Target="https://www.freepik.com/?utm_source=slidesgo_template&amp;utm_medium=referral-link&amp;utm_campaign=sg_credits&amp;utm_content=freepik" TargetMode="Externa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747625" y="3600095"/>
            <a:ext cx="41310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/>
          <p:nvPr/>
        </p:nvSpPr>
        <p:spPr>
          <a:xfrm rot="-4038587">
            <a:off x="313680" y="-188572"/>
            <a:ext cx="563839" cy="563839"/>
          </a:xfrm>
          <a:prstGeom prst="chord">
            <a:avLst>
              <a:gd fmla="val 2700000" name="adj1"/>
              <a:gd fmla="val 16200000" name="adj2"/>
            </a:avLst>
          </a:prstGeom>
          <a:solidFill>
            <a:srgbClr val="5CC9BF"/>
          </a:solidFill>
          <a:ln cap="flat" cmpd="sng" w="9525">
            <a:solidFill>
              <a:srgbClr val="5CC9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" name="Google Shape;57;p14"/>
          <p:cNvGrpSpPr/>
          <p:nvPr/>
        </p:nvGrpSpPr>
        <p:grpSpPr>
          <a:xfrm rot="5400000">
            <a:off x="721240" y="3531074"/>
            <a:ext cx="874517" cy="2109900"/>
            <a:chOff x="5905453" y="2567961"/>
            <a:chExt cx="874517" cy="2109900"/>
          </a:xfrm>
        </p:grpSpPr>
        <p:sp>
          <p:nvSpPr>
            <p:cNvPr id="58" name="Google Shape;58;p14"/>
            <p:cNvSpPr/>
            <p:nvPr/>
          </p:nvSpPr>
          <p:spPr>
            <a:xfrm rot="5400000">
              <a:off x="6697757" y="256796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14"/>
            <p:cNvSpPr/>
            <p:nvPr/>
          </p:nvSpPr>
          <p:spPr>
            <a:xfrm rot="5400000">
              <a:off x="6697770" y="290591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14"/>
            <p:cNvSpPr/>
            <p:nvPr/>
          </p:nvSpPr>
          <p:spPr>
            <a:xfrm rot="5400000">
              <a:off x="6301612" y="290591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4"/>
            <p:cNvSpPr/>
            <p:nvPr/>
          </p:nvSpPr>
          <p:spPr>
            <a:xfrm rot="5400000">
              <a:off x="6697770" y="324386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4"/>
            <p:cNvSpPr/>
            <p:nvPr/>
          </p:nvSpPr>
          <p:spPr>
            <a:xfrm rot="5400000">
              <a:off x="6301612" y="324386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14"/>
            <p:cNvSpPr/>
            <p:nvPr/>
          </p:nvSpPr>
          <p:spPr>
            <a:xfrm rot="5400000">
              <a:off x="5905453" y="324386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4"/>
            <p:cNvSpPr/>
            <p:nvPr/>
          </p:nvSpPr>
          <p:spPr>
            <a:xfrm rot="5400000">
              <a:off x="6697770" y="358181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4"/>
            <p:cNvSpPr/>
            <p:nvPr/>
          </p:nvSpPr>
          <p:spPr>
            <a:xfrm rot="5400000">
              <a:off x="6301612" y="358181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4"/>
            <p:cNvSpPr/>
            <p:nvPr/>
          </p:nvSpPr>
          <p:spPr>
            <a:xfrm rot="5400000">
              <a:off x="5905453" y="358181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4"/>
            <p:cNvSpPr/>
            <p:nvPr/>
          </p:nvSpPr>
          <p:spPr>
            <a:xfrm rot="5400000">
              <a:off x="6697770" y="391976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4"/>
            <p:cNvSpPr/>
            <p:nvPr/>
          </p:nvSpPr>
          <p:spPr>
            <a:xfrm rot="5400000">
              <a:off x="6301612" y="391976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4"/>
            <p:cNvSpPr/>
            <p:nvPr/>
          </p:nvSpPr>
          <p:spPr>
            <a:xfrm rot="5400000">
              <a:off x="5905453" y="391976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4"/>
            <p:cNvSpPr/>
            <p:nvPr/>
          </p:nvSpPr>
          <p:spPr>
            <a:xfrm rot="5400000">
              <a:off x="6697770" y="425771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4"/>
            <p:cNvSpPr/>
            <p:nvPr/>
          </p:nvSpPr>
          <p:spPr>
            <a:xfrm rot="5400000">
              <a:off x="6301612" y="425771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4"/>
            <p:cNvSpPr/>
            <p:nvPr/>
          </p:nvSpPr>
          <p:spPr>
            <a:xfrm rot="5400000">
              <a:off x="5905453" y="425771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4"/>
            <p:cNvSpPr/>
            <p:nvPr/>
          </p:nvSpPr>
          <p:spPr>
            <a:xfrm rot="5400000">
              <a:off x="6697770" y="459566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4"/>
            <p:cNvSpPr/>
            <p:nvPr/>
          </p:nvSpPr>
          <p:spPr>
            <a:xfrm rot="5400000">
              <a:off x="6301612" y="459566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4"/>
            <p:cNvSpPr/>
            <p:nvPr/>
          </p:nvSpPr>
          <p:spPr>
            <a:xfrm rot="5400000">
              <a:off x="5905453" y="459566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76;p14"/>
          <p:cNvGrpSpPr/>
          <p:nvPr/>
        </p:nvGrpSpPr>
        <p:grpSpPr>
          <a:xfrm rot="5400000">
            <a:off x="7925598" y="3716763"/>
            <a:ext cx="2109928" cy="159325"/>
            <a:chOff x="1655550" y="403250"/>
            <a:chExt cx="1593000" cy="120300"/>
          </a:xfrm>
        </p:grpSpPr>
        <p:cxnSp>
          <p:nvCxnSpPr>
            <p:cNvPr id="77" name="Google Shape;77;p14"/>
            <p:cNvCxnSpPr/>
            <p:nvPr/>
          </p:nvCxnSpPr>
          <p:spPr>
            <a:xfrm flipH="1" rot="10800000">
              <a:off x="1655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" name="Google Shape;78;p14"/>
            <p:cNvCxnSpPr/>
            <p:nvPr/>
          </p:nvCxnSpPr>
          <p:spPr>
            <a:xfrm flipH="1" rot="10800000">
              <a:off x="1761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" name="Google Shape;79;p14"/>
            <p:cNvCxnSpPr/>
            <p:nvPr/>
          </p:nvCxnSpPr>
          <p:spPr>
            <a:xfrm flipH="1" rot="10800000">
              <a:off x="1867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0" name="Google Shape;80;p14"/>
            <p:cNvCxnSpPr/>
            <p:nvPr/>
          </p:nvCxnSpPr>
          <p:spPr>
            <a:xfrm flipH="1" rot="10800000">
              <a:off x="1974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1" name="Google Shape;81;p14"/>
            <p:cNvCxnSpPr/>
            <p:nvPr/>
          </p:nvCxnSpPr>
          <p:spPr>
            <a:xfrm flipH="1" rot="10800000">
              <a:off x="2080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" name="Google Shape;82;p14"/>
            <p:cNvCxnSpPr/>
            <p:nvPr/>
          </p:nvCxnSpPr>
          <p:spPr>
            <a:xfrm flipH="1" rot="10800000">
              <a:off x="2186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3" name="Google Shape;83;p14"/>
            <p:cNvCxnSpPr/>
            <p:nvPr/>
          </p:nvCxnSpPr>
          <p:spPr>
            <a:xfrm flipH="1" rot="10800000">
              <a:off x="2292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" name="Google Shape;84;p14"/>
            <p:cNvCxnSpPr/>
            <p:nvPr/>
          </p:nvCxnSpPr>
          <p:spPr>
            <a:xfrm flipH="1" rot="10800000">
              <a:off x="2398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" name="Google Shape;85;p14"/>
            <p:cNvCxnSpPr/>
            <p:nvPr/>
          </p:nvCxnSpPr>
          <p:spPr>
            <a:xfrm flipH="1" rot="10800000">
              <a:off x="2505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" name="Google Shape;86;p14"/>
            <p:cNvCxnSpPr/>
            <p:nvPr/>
          </p:nvCxnSpPr>
          <p:spPr>
            <a:xfrm flipH="1" rot="10800000">
              <a:off x="2611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7" name="Google Shape;87;p14"/>
            <p:cNvCxnSpPr/>
            <p:nvPr/>
          </p:nvCxnSpPr>
          <p:spPr>
            <a:xfrm flipH="1" rot="10800000">
              <a:off x="2717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8" name="Google Shape;88;p14"/>
            <p:cNvCxnSpPr/>
            <p:nvPr/>
          </p:nvCxnSpPr>
          <p:spPr>
            <a:xfrm flipH="1" rot="10800000">
              <a:off x="2823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" name="Google Shape;89;p14"/>
            <p:cNvCxnSpPr/>
            <p:nvPr/>
          </p:nvCxnSpPr>
          <p:spPr>
            <a:xfrm flipH="1" rot="10800000">
              <a:off x="2929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0" name="Google Shape;90;p14"/>
            <p:cNvCxnSpPr/>
            <p:nvPr/>
          </p:nvCxnSpPr>
          <p:spPr>
            <a:xfrm flipH="1" rot="10800000">
              <a:off x="3036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1" name="Google Shape;91;p14"/>
            <p:cNvCxnSpPr/>
            <p:nvPr/>
          </p:nvCxnSpPr>
          <p:spPr>
            <a:xfrm flipH="1" rot="10800000">
              <a:off x="3142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92" name="Google Shape;92;p14"/>
          <p:cNvGrpSpPr/>
          <p:nvPr/>
        </p:nvGrpSpPr>
        <p:grpSpPr>
          <a:xfrm>
            <a:off x="6650949" y="89241"/>
            <a:ext cx="2447850" cy="874516"/>
            <a:chOff x="3365149" y="3537516"/>
            <a:chExt cx="2447850" cy="874516"/>
          </a:xfrm>
        </p:grpSpPr>
        <p:sp>
          <p:nvSpPr>
            <p:cNvPr id="93" name="Google Shape;93;p14"/>
            <p:cNvSpPr/>
            <p:nvPr/>
          </p:nvSpPr>
          <p:spPr>
            <a:xfrm flipH="1" rot="10800000">
              <a:off x="4041049" y="4329820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4"/>
            <p:cNvSpPr/>
            <p:nvPr/>
          </p:nvSpPr>
          <p:spPr>
            <a:xfrm flipH="1" rot="10800000">
              <a:off x="4378999" y="4329832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4"/>
            <p:cNvSpPr/>
            <p:nvPr/>
          </p:nvSpPr>
          <p:spPr>
            <a:xfrm flipH="1" rot="10800000">
              <a:off x="4378999" y="3933674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4"/>
            <p:cNvSpPr/>
            <p:nvPr/>
          </p:nvSpPr>
          <p:spPr>
            <a:xfrm flipH="1" rot="10800000">
              <a:off x="4716949" y="4329832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4"/>
            <p:cNvSpPr/>
            <p:nvPr/>
          </p:nvSpPr>
          <p:spPr>
            <a:xfrm flipH="1" rot="10800000">
              <a:off x="4716949" y="3933674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4"/>
            <p:cNvSpPr/>
            <p:nvPr/>
          </p:nvSpPr>
          <p:spPr>
            <a:xfrm flipH="1" rot="10800000">
              <a:off x="4716949" y="3537516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4"/>
            <p:cNvSpPr/>
            <p:nvPr/>
          </p:nvSpPr>
          <p:spPr>
            <a:xfrm flipH="1" rot="10800000">
              <a:off x="5054899" y="4329832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4"/>
            <p:cNvSpPr/>
            <p:nvPr/>
          </p:nvSpPr>
          <p:spPr>
            <a:xfrm flipH="1" rot="10800000">
              <a:off x="5054899" y="3933674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4"/>
            <p:cNvSpPr/>
            <p:nvPr/>
          </p:nvSpPr>
          <p:spPr>
            <a:xfrm flipH="1" rot="10800000">
              <a:off x="5054899" y="3537516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4"/>
            <p:cNvSpPr/>
            <p:nvPr/>
          </p:nvSpPr>
          <p:spPr>
            <a:xfrm flipH="1" rot="10800000">
              <a:off x="5392849" y="4329832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4"/>
            <p:cNvSpPr/>
            <p:nvPr/>
          </p:nvSpPr>
          <p:spPr>
            <a:xfrm flipH="1" rot="10800000">
              <a:off x="5392849" y="3933674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4"/>
            <p:cNvSpPr/>
            <p:nvPr/>
          </p:nvSpPr>
          <p:spPr>
            <a:xfrm flipH="1" rot="10800000">
              <a:off x="5392849" y="3537516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4"/>
            <p:cNvSpPr/>
            <p:nvPr/>
          </p:nvSpPr>
          <p:spPr>
            <a:xfrm flipH="1" rot="10800000">
              <a:off x="5730799" y="4329832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4"/>
            <p:cNvSpPr/>
            <p:nvPr/>
          </p:nvSpPr>
          <p:spPr>
            <a:xfrm flipH="1" rot="10800000">
              <a:off x="5730799" y="3933674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4"/>
            <p:cNvSpPr/>
            <p:nvPr/>
          </p:nvSpPr>
          <p:spPr>
            <a:xfrm flipH="1" rot="10800000">
              <a:off x="5730799" y="3537516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4"/>
            <p:cNvSpPr/>
            <p:nvPr/>
          </p:nvSpPr>
          <p:spPr>
            <a:xfrm flipH="1" rot="10800000">
              <a:off x="4378999" y="3537516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4"/>
            <p:cNvSpPr/>
            <p:nvPr/>
          </p:nvSpPr>
          <p:spPr>
            <a:xfrm flipH="1" rot="10800000">
              <a:off x="4041049" y="3537516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4"/>
            <p:cNvSpPr/>
            <p:nvPr/>
          </p:nvSpPr>
          <p:spPr>
            <a:xfrm flipH="1" rot="10800000">
              <a:off x="4041049" y="3933666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4"/>
            <p:cNvSpPr/>
            <p:nvPr/>
          </p:nvSpPr>
          <p:spPr>
            <a:xfrm flipH="1" rot="10800000">
              <a:off x="3703099" y="4329820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4"/>
            <p:cNvSpPr/>
            <p:nvPr/>
          </p:nvSpPr>
          <p:spPr>
            <a:xfrm flipH="1" rot="10800000">
              <a:off x="3703099" y="3933666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4"/>
            <p:cNvSpPr/>
            <p:nvPr/>
          </p:nvSpPr>
          <p:spPr>
            <a:xfrm flipH="1" rot="10800000">
              <a:off x="3365149" y="4329820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" name="Google Shape;114;p14"/>
          <p:cNvSpPr/>
          <p:nvPr/>
        </p:nvSpPr>
        <p:spPr>
          <a:xfrm rot="6757333">
            <a:off x="8289139" y="4751183"/>
            <a:ext cx="563885" cy="563885"/>
          </a:xfrm>
          <a:prstGeom prst="chord">
            <a:avLst>
              <a:gd fmla="val 2700000" name="adj1"/>
              <a:gd fmla="val 16200000" name="adj2"/>
            </a:avLst>
          </a:prstGeom>
          <a:solidFill>
            <a:srgbClr val="5CC9BF"/>
          </a:solidFill>
          <a:ln cap="flat" cmpd="sng" w="9525">
            <a:solidFill>
              <a:srgbClr val="5CC9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" name="Google Shape;115;p14"/>
          <p:cNvGrpSpPr/>
          <p:nvPr/>
        </p:nvGrpSpPr>
        <p:grpSpPr>
          <a:xfrm rot="5400000">
            <a:off x="-871753" y="1215638"/>
            <a:ext cx="2109929" cy="159325"/>
            <a:chOff x="1655550" y="403250"/>
            <a:chExt cx="1593000" cy="120300"/>
          </a:xfrm>
        </p:grpSpPr>
        <p:cxnSp>
          <p:nvCxnSpPr>
            <p:cNvPr id="116" name="Google Shape;116;p14"/>
            <p:cNvCxnSpPr/>
            <p:nvPr/>
          </p:nvCxnSpPr>
          <p:spPr>
            <a:xfrm flipH="1" rot="10800000">
              <a:off x="1655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" name="Google Shape;117;p14"/>
            <p:cNvCxnSpPr/>
            <p:nvPr/>
          </p:nvCxnSpPr>
          <p:spPr>
            <a:xfrm flipH="1" rot="10800000">
              <a:off x="1761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" name="Google Shape;118;p14"/>
            <p:cNvCxnSpPr/>
            <p:nvPr/>
          </p:nvCxnSpPr>
          <p:spPr>
            <a:xfrm flipH="1" rot="10800000">
              <a:off x="1867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9" name="Google Shape;119;p14"/>
            <p:cNvCxnSpPr/>
            <p:nvPr/>
          </p:nvCxnSpPr>
          <p:spPr>
            <a:xfrm flipH="1" rot="10800000">
              <a:off x="1974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0" name="Google Shape;120;p14"/>
            <p:cNvCxnSpPr/>
            <p:nvPr/>
          </p:nvCxnSpPr>
          <p:spPr>
            <a:xfrm flipH="1" rot="10800000">
              <a:off x="2080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" name="Google Shape;121;p14"/>
            <p:cNvCxnSpPr/>
            <p:nvPr/>
          </p:nvCxnSpPr>
          <p:spPr>
            <a:xfrm flipH="1" rot="10800000">
              <a:off x="2186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2" name="Google Shape;122;p14"/>
            <p:cNvCxnSpPr/>
            <p:nvPr/>
          </p:nvCxnSpPr>
          <p:spPr>
            <a:xfrm flipH="1" rot="10800000">
              <a:off x="2292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3" name="Google Shape;123;p14"/>
            <p:cNvCxnSpPr/>
            <p:nvPr/>
          </p:nvCxnSpPr>
          <p:spPr>
            <a:xfrm flipH="1" rot="10800000">
              <a:off x="2398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4" name="Google Shape;124;p14"/>
            <p:cNvCxnSpPr/>
            <p:nvPr/>
          </p:nvCxnSpPr>
          <p:spPr>
            <a:xfrm flipH="1" rot="10800000">
              <a:off x="2505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" name="Google Shape;125;p14"/>
            <p:cNvCxnSpPr/>
            <p:nvPr/>
          </p:nvCxnSpPr>
          <p:spPr>
            <a:xfrm flipH="1" rot="10800000">
              <a:off x="2611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6" name="Google Shape;126;p14"/>
            <p:cNvCxnSpPr/>
            <p:nvPr/>
          </p:nvCxnSpPr>
          <p:spPr>
            <a:xfrm flipH="1" rot="10800000">
              <a:off x="2717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7" name="Google Shape;127;p14"/>
            <p:cNvCxnSpPr/>
            <p:nvPr/>
          </p:nvCxnSpPr>
          <p:spPr>
            <a:xfrm flipH="1" rot="10800000">
              <a:off x="2823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8" name="Google Shape;128;p14"/>
            <p:cNvCxnSpPr/>
            <p:nvPr/>
          </p:nvCxnSpPr>
          <p:spPr>
            <a:xfrm flipH="1" rot="10800000">
              <a:off x="2929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" name="Google Shape;129;p14"/>
            <p:cNvCxnSpPr/>
            <p:nvPr/>
          </p:nvCxnSpPr>
          <p:spPr>
            <a:xfrm flipH="1" rot="10800000">
              <a:off x="3036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" name="Google Shape;130;p14"/>
            <p:cNvCxnSpPr/>
            <p:nvPr/>
          </p:nvCxnSpPr>
          <p:spPr>
            <a:xfrm flipH="1" rot="10800000">
              <a:off x="3142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1" name="Google Shape;131;p14"/>
          <p:cNvSpPr txBox="1"/>
          <p:nvPr>
            <p:ph type="ctrTitle"/>
          </p:nvPr>
        </p:nvSpPr>
        <p:spPr>
          <a:xfrm>
            <a:off x="729290" y="870650"/>
            <a:ext cx="4673100" cy="13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4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2" name="Google Shape;132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oogle Shape;134;p15"/>
          <p:cNvGrpSpPr/>
          <p:nvPr/>
        </p:nvGrpSpPr>
        <p:grpSpPr>
          <a:xfrm>
            <a:off x="119318" y="283631"/>
            <a:ext cx="908010" cy="102844"/>
            <a:chOff x="1655550" y="403250"/>
            <a:chExt cx="1062000" cy="120300"/>
          </a:xfrm>
        </p:grpSpPr>
        <p:cxnSp>
          <p:nvCxnSpPr>
            <p:cNvPr id="135" name="Google Shape;135;p15"/>
            <p:cNvCxnSpPr/>
            <p:nvPr/>
          </p:nvCxnSpPr>
          <p:spPr>
            <a:xfrm flipH="1" rot="10800000">
              <a:off x="1655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6" name="Google Shape;136;p15"/>
            <p:cNvCxnSpPr/>
            <p:nvPr/>
          </p:nvCxnSpPr>
          <p:spPr>
            <a:xfrm flipH="1" rot="10800000">
              <a:off x="1761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7" name="Google Shape;137;p15"/>
            <p:cNvCxnSpPr/>
            <p:nvPr/>
          </p:nvCxnSpPr>
          <p:spPr>
            <a:xfrm flipH="1" rot="10800000">
              <a:off x="1867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8" name="Google Shape;138;p15"/>
            <p:cNvCxnSpPr/>
            <p:nvPr/>
          </p:nvCxnSpPr>
          <p:spPr>
            <a:xfrm flipH="1" rot="10800000">
              <a:off x="1974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9" name="Google Shape;139;p15"/>
            <p:cNvCxnSpPr/>
            <p:nvPr/>
          </p:nvCxnSpPr>
          <p:spPr>
            <a:xfrm flipH="1" rot="10800000">
              <a:off x="2080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0" name="Google Shape;140;p15"/>
            <p:cNvCxnSpPr/>
            <p:nvPr/>
          </p:nvCxnSpPr>
          <p:spPr>
            <a:xfrm flipH="1" rot="10800000">
              <a:off x="2186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" name="Google Shape;141;p15"/>
            <p:cNvCxnSpPr/>
            <p:nvPr/>
          </p:nvCxnSpPr>
          <p:spPr>
            <a:xfrm flipH="1" rot="10800000">
              <a:off x="2292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" name="Google Shape;142;p15"/>
            <p:cNvCxnSpPr/>
            <p:nvPr/>
          </p:nvCxnSpPr>
          <p:spPr>
            <a:xfrm flipH="1" rot="10800000">
              <a:off x="2398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3" name="Google Shape;143;p15"/>
            <p:cNvCxnSpPr/>
            <p:nvPr/>
          </p:nvCxnSpPr>
          <p:spPr>
            <a:xfrm flipH="1" rot="10800000">
              <a:off x="2505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4" name="Google Shape;144;p15"/>
            <p:cNvCxnSpPr/>
            <p:nvPr/>
          </p:nvCxnSpPr>
          <p:spPr>
            <a:xfrm flipH="1" rot="10800000">
              <a:off x="2611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45" name="Google Shape;145;p15"/>
          <p:cNvSpPr/>
          <p:nvPr/>
        </p:nvSpPr>
        <p:spPr>
          <a:xfrm>
            <a:off x="119325" y="526500"/>
            <a:ext cx="291600" cy="291600"/>
          </a:xfrm>
          <a:prstGeom prst="ellipse">
            <a:avLst/>
          </a:prstGeom>
          <a:solidFill>
            <a:srgbClr val="5CC9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8624434" y="-452"/>
            <a:ext cx="1053900" cy="1053900"/>
          </a:xfrm>
          <a:prstGeom prst="pie">
            <a:avLst>
              <a:gd fmla="val 5400373" name="adj1"/>
              <a:gd fmla="val 16289686" name="adj2"/>
            </a:avLst>
          </a:prstGeom>
          <a:solidFill>
            <a:srgbClr val="7745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8624434" y="-36177"/>
            <a:ext cx="1053900" cy="1053900"/>
          </a:xfrm>
          <a:prstGeom prst="pie">
            <a:avLst>
              <a:gd fmla="val 5400373" name="adj1"/>
              <a:gd fmla="val 16289686" name="adj2"/>
            </a:avLst>
          </a:prstGeom>
          <a:solidFill>
            <a:srgbClr val="7745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8" name="Google Shape;148;p15"/>
          <p:cNvGrpSpPr/>
          <p:nvPr/>
        </p:nvGrpSpPr>
        <p:grpSpPr>
          <a:xfrm>
            <a:off x="8057493" y="283631"/>
            <a:ext cx="908010" cy="102844"/>
            <a:chOff x="1655550" y="403250"/>
            <a:chExt cx="1062000" cy="120300"/>
          </a:xfrm>
        </p:grpSpPr>
        <p:cxnSp>
          <p:nvCxnSpPr>
            <p:cNvPr id="149" name="Google Shape;149;p15"/>
            <p:cNvCxnSpPr/>
            <p:nvPr/>
          </p:nvCxnSpPr>
          <p:spPr>
            <a:xfrm flipH="1" rot="10800000">
              <a:off x="1655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0" name="Google Shape;150;p15"/>
            <p:cNvCxnSpPr/>
            <p:nvPr/>
          </p:nvCxnSpPr>
          <p:spPr>
            <a:xfrm flipH="1" rot="10800000">
              <a:off x="1761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1" name="Google Shape;151;p15"/>
            <p:cNvCxnSpPr/>
            <p:nvPr/>
          </p:nvCxnSpPr>
          <p:spPr>
            <a:xfrm flipH="1" rot="10800000">
              <a:off x="1867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2" name="Google Shape;152;p15"/>
            <p:cNvCxnSpPr/>
            <p:nvPr/>
          </p:nvCxnSpPr>
          <p:spPr>
            <a:xfrm flipH="1" rot="10800000">
              <a:off x="1974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3" name="Google Shape;153;p15"/>
            <p:cNvCxnSpPr/>
            <p:nvPr/>
          </p:nvCxnSpPr>
          <p:spPr>
            <a:xfrm flipH="1" rot="10800000">
              <a:off x="2080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4" name="Google Shape;154;p15"/>
            <p:cNvCxnSpPr/>
            <p:nvPr/>
          </p:nvCxnSpPr>
          <p:spPr>
            <a:xfrm flipH="1" rot="10800000">
              <a:off x="2186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5" name="Google Shape;155;p15"/>
            <p:cNvCxnSpPr/>
            <p:nvPr/>
          </p:nvCxnSpPr>
          <p:spPr>
            <a:xfrm flipH="1" rot="10800000">
              <a:off x="2292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" name="Google Shape;156;p15"/>
            <p:cNvCxnSpPr/>
            <p:nvPr/>
          </p:nvCxnSpPr>
          <p:spPr>
            <a:xfrm flipH="1" rot="10800000">
              <a:off x="2398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7" name="Google Shape;157;p15"/>
            <p:cNvCxnSpPr/>
            <p:nvPr/>
          </p:nvCxnSpPr>
          <p:spPr>
            <a:xfrm flipH="1" rot="10800000">
              <a:off x="2505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8" name="Google Shape;158;p15"/>
            <p:cNvCxnSpPr/>
            <p:nvPr/>
          </p:nvCxnSpPr>
          <p:spPr>
            <a:xfrm flipH="1" rot="10800000">
              <a:off x="2611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59" name="Google Shape;159;p15"/>
          <p:cNvSpPr/>
          <p:nvPr/>
        </p:nvSpPr>
        <p:spPr>
          <a:xfrm>
            <a:off x="119325" y="818100"/>
            <a:ext cx="291600" cy="291600"/>
          </a:xfrm>
          <a:prstGeom prst="ellipse">
            <a:avLst/>
          </a:prstGeom>
          <a:solidFill>
            <a:srgbClr val="7745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0" name="Google Shape;160;p15"/>
          <p:cNvGrpSpPr/>
          <p:nvPr/>
        </p:nvGrpSpPr>
        <p:grpSpPr>
          <a:xfrm>
            <a:off x="8218491" y="2956899"/>
            <a:ext cx="874517" cy="2109900"/>
            <a:chOff x="5905453" y="2567961"/>
            <a:chExt cx="874517" cy="2109900"/>
          </a:xfrm>
        </p:grpSpPr>
        <p:sp>
          <p:nvSpPr>
            <p:cNvPr id="161" name="Google Shape;161;p15"/>
            <p:cNvSpPr/>
            <p:nvPr/>
          </p:nvSpPr>
          <p:spPr>
            <a:xfrm rot="5400000">
              <a:off x="6697757" y="256796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5"/>
            <p:cNvSpPr/>
            <p:nvPr/>
          </p:nvSpPr>
          <p:spPr>
            <a:xfrm rot="5400000">
              <a:off x="6697770" y="290591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5"/>
            <p:cNvSpPr/>
            <p:nvPr/>
          </p:nvSpPr>
          <p:spPr>
            <a:xfrm rot="5400000">
              <a:off x="6301612" y="290591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5"/>
            <p:cNvSpPr/>
            <p:nvPr/>
          </p:nvSpPr>
          <p:spPr>
            <a:xfrm rot="5400000">
              <a:off x="6697770" y="324386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5"/>
            <p:cNvSpPr/>
            <p:nvPr/>
          </p:nvSpPr>
          <p:spPr>
            <a:xfrm rot="5400000">
              <a:off x="6301612" y="324386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5"/>
            <p:cNvSpPr/>
            <p:nvPr/>
          </p:nvSpPr>
          <p:spPr>
            <a:xfrm rot="5400000">
              <a:off x="5905453" y="324386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15"/>
            <p:cNvSpPr/>
            <p:nvPr/>
          </p:nvSpPr>
          <p:spPr>
            <a:xfrm rot="5400000">
              <a:off x="6697770" y="358181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5"/>
            <p:cNvSpPr/>
            <p:nvPr/>
          </p:nvSpPr>
          <p:spPr>
            <a:xfrm rot="5400000">
              <a:off x="6301612" y="358181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5"/>
            <p:cNvSpPr/>
            <p:nvPr/>
          </p:nvSpPr>
          <p:spPr>
            <a:xfrm rot="5400000">
              <a:off x="5905453" y="358181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5"/>
            <p:cNvSpPr/>
            <p:nvPr/>
          </p:nvSpPr>
          <p:spPr>
            <a:xfrm rot="5400000">
              <a:off x="6697770" y="391976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5"/>
            <p:cNvSpPr/>
            <p:nvPr/>
          </p:nvSpPr>
          <p:spPr>
            <a:xfrm rot="5400000">
              <a:off x="6301612" y="391976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5"/>
            <p:cNvSpPr/>
            <p:nvPr/>
          </p:nvSpPr>
          <p:spPr>
            <a:xfrm rot="5400000">
              <a:off x="5905453" y="391976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15"/>
            <p:cNvSpPr/>
            <p:nvPr/>
          </p:nvSpPr>
          <p:spPr>
            <a:xfrm rot="5400000">
              <a:off x="6697770" y="425771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5"/>
            <p:cNvSpPr/>
            <p:nvPr/>
          </p:nvSpPr>
          <p:spPr>
            <a:xfrm rot="5400000">
              <a:off x="6301612" y="425771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5"/>
            <p:cNvSpPr/>
            <p:nvPr/>
          </p:nvSpPr>
          <p:spPr>
            <a:xfrm rot="5400000">
              <a:off x="5905453" y="425771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5"/>
            <p:cNvSpPr/>
            <p:nvPr/>
          </p:nvSpPr>
          <p:spPr>
            <a:xfrm rot="5400000">
              <a:off x="6697770" y="459566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5"/>
            <p:cNvSpPr/>
            <p:nvPr/>
          </p:nvSpPr>
          <p:spPr>
            <a:xfrm rot="5400000">
              <a:off x="6301612" y="459566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5"/>
            <p:cNvSpPr/>
            <p:nvPr/>
          </p:nvSpPr>
          <p:spPr>
            <a:xfrm rot="5400000">
              <a:off x="5905453" y="459566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9" name="Google Shape;179;p15"/>
          <p:cNvSpPr/>
          <p:nvPr/>
        </p:nvSpPr>
        <p:spPr>
          <a:xfrm>
            <a:off x="-4" y="4522729"/>
            <a:ext cx="1308900" cy="1308900"/>
          </a:xfrm>
          <a:prstGeom prst="blockArc">
            <a:avLst>
              <a:gd fmla="val 10695394" name="adj1"/>
              <a:gd fmla="val 12634" name="adj2"/>
              <a:gd fmla="val 22377" name="adj3"/>
            </a:avLst>
          </a:prstGeom>
          <a:solidFill>
            <a:srgbClr val="77457D"/>
          </a:solidFill>
          <a:ln cap="flat" cmpd="sng" w="9525">
            <a:solidFill>
              <a:srgbClr val="7745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5"/>
          <p:cNvSpPr txBox="1"/>
          <p:nvPr>
            <p:ph type="title"/>
          </p:nvPr>
        </p:nvSpPr>
        <p:spPr>
          <a:xfrm>
            <a:off x="729300" y="445025"/>
            <a:ext cx="7685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81" name="Google Shape;181;p15"/>
          <p:cNvSpPr txBox="1"/>
          <p:nvPr>
            <p:ph idx="1" type="body"/>
          </p:nvPr>
        </p:nvSpPr>
        <p:spPr>
          <a:xfrm>
            <a:off x="729300" y="2418975"/>
            <a:ext cx="4937700" cy="21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2" name="Google Shape;182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6"/>
          <p:cNvSpPr/>
          <p:nvPr/>
        </p:nvSpPr>
        <p:spPr>
          <a:xfrm rot="5400000">
            <a:off x="44283" y="-75701"/>
            <a:ext cx="461700" cy="5985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5CC9BF"/>
          </a:solidFill>
          <a:ln cap="flat" cmpd="sng" w="9525">
            <a:solidFill>
              <a:srgbClr val="5CC9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5" name="Google Shape;185;p16"/>
          <p:cNvGrpSpPr/>
          <p:nvPr/>
        </p:nvGrpSpPr>
        <p:grpSpPr>
          <a:xfrm rot="-5400000">
            <a:off x="8290593" y="4300042"/>
            <a:ext cx="1362015" cy="102844"/>
            <a:chOff x="1655550" y="403250"/>
            <a:chExt cx="1593000" cy="120300"/>
          </a:xfrm>
        </p:grpSpPr>
        <p:cxnSp>
          <p:nvCxnSpPr>
            <p:cNvPr id="186" name="Google Shape;186;p16"/>
            <p:cNvCxnSpPr/>
            <p:nvPr/>
          </p:nvCxnSpPr>
          <p:spPr>
            <a:xfrm flipH="1" rot="10800000">
              <a:off x="1655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C4634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7" name="Google Shape;187;p16"/>
            <p:cNvCxnSpPr/>
            <p:nvPr/>
          </p:nvCxnSpPr>
          <p:spPr>
            <a:xfrm flipH="1" rot="10800000">
              <a:off x="1761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C4634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8" name="Google Shape;188;p16"/>
            <p:cNvCxnSpPr/>
            <p:nvPr/>
          </p:nvCxnSpPr>
          <p:spPr>
            <a:xfrm flipH="1" rot="10800000">
              <a:off x="1867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C4634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9" name="Google Shape;189;p16"/>
            <p:cNvCxnSpPr/>
            <p:nvPr/>
          </p:nvCxnSpPr>
          <p:spPr>
            <a:xfrm flipH="1" rot="10800000">
              <a:off x="1974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C4634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0" name="Google Shape;190;p16"/>
            <p:cNvCxnSpPr/>
            <p:nvPr/>
          </p:nvCxnSpPr>
          <p:spPr>
            <a:xfrm flipH="1" rot="10800000">
              <a:off x="2080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C4634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1" name="Google Shape;191;p16"/>
            <p:cNvCxnSpPr/>
            <p:nvPr/>
          </p:nvCxnSpPr>
          <p:spPr>
            <a:xfrm flipH="1" rot="10800000">
              <a:off x="2186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C4634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2" name="Google Shape;192;p16"/>
            <p:cNvCxnSpPr/>
            <p:nvPr/>
          </p:nvCxnSpPr>
          <p:spPr>
            <a:xfrm flipH="1" rot="10800000">
              <a:off x="2292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C4634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3" name="Google Shape;193;p16"/>
            <p:cNvCxnSpPr/>
            <p:nvPr/>
          </p:nvCxnSpPr>
          <p:spPr>
            <a:xfrm flipH="1" rot="10800000">
              <a:off x="2398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C4634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4" name="Google Shape;194;p16"/>
            <p:cNvCxnSpPr/>
            <p:nvPr/>
          </p:nvCxnSpPr>
          <p:spPr>
            <a:xfrm flipH="1" rot="10800000">
              <a:off x="2505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C4634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5" name="Google Shape;195;p16"/>
            <p:cNvCxnSpPr/>
            <p:nvPr/>
          </p:nvCxnSpPr>
          <p:spPr>
            <a:xfrm flipH="1" rot="10800000">
              <a:off x="2611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C4634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6" name="Google Shape;196;p16"/>
            <p:cNvCxnSpPr/>
            <p:nvPr/>
          </p:nvCxnSpPr>
          <p:spPr>
            <a:xfrm flipH="1" rot="10800000">
              <a:off x="2717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C4634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7" name="Google Shape;197;p16"/>
            <p:cNvCxnSpPr/>
            <p:nvPr/>
          </p:nvCxnSpPr>
          <p:spPr>
            <a:xfrm flipH="1" rot="10800000">
              <a:off x="2823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C4634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8" name="Google Shape;198;p16"/>
            <p:cNvCxnSpPr/>
            <p:nvPr/>
          </p:nvCxnSpPr>
          <p:spPr>
            <a:xfrm flipH="1" rot="10800000">
              <a:off x="2929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C4634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9" name="Google Shape;199;p16"/>
            <p:cNvCxnSpPr/>
            <p:nvPr/>
          </p:nvCxnSpPr>
          <p:spPr>
            <a:xfrm flipH="1" rot="10800000">
              <a:off x="3036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C4634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0" name="Google Shape;200;p16"/>
            <p:cNvCxnSpPr/>
            <p:nvPr/>
          </p:nvCxnSpPr>
          <p:spPr>
            <a:xfrm flipH="1" rot="10800000">
              <a:off x="3142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C4634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01" name="Google Shape;201;p16"/>
          <p:cNvGrpSpPr/>
          <p:nvPr/>
        </p:nvGrpSpPr>
        <p:grpSpPr>
          <a:xfrm>
            <a:off x="8347949" y="43641"/>
            <a:ext cx="758100" cy="874516"/>
            <a:chOff x="6189574" y="2639541"/>
            <a:chExt cx="758100" cy="874516"/>
          </a:xfrm>
        </p:grpSpPr>
        <p:sp>
          <p:nvSpPr>
            <p:cNvPr id="202" name="Google Shape;202;p16"/>
            <p:cNvSpPr/>
            <p:nvPr/>
          </p:nvSpPr>
          <p:spPr>
            <a:xfrm flipH="1" rot="10800000">
              <a:off x="6189574" y="3431857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16"/>
            <p:cNvSpPr/>
            <p:nvPr/>
          </p:nvSpPr>
          <p:spPr>
            <a:xfrm flipH="1" rot="10800000">
              <a:off x="6189574" y="3035699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6"/>
            <p:cNvSpPr/>
            <p:nvPr/>
          </p:nvSpPr>
          <p:spPr>
            <a:xfrm flipH="1" rot="10800000">
              <a:off x="6189574" y="263954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16"/>
            <p:cNvSpPr/>
            <p:nvPr/>
          </p:nvSpPr>
          <p:spPr>
            <a:xfrm flipH="1" rot="10800000">
              <a:off x="6527524" y="3431857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16"/>
            <p:cNvSpPr/>
            <p:nvPr/>
          </p:nvSpPr>
          <p:spPr>
            <a:xfrm flipH="1" rot="10800000">
              <a:off x="6527524" y="3035699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16"/>
            <p:cNvSpPr/>
            <p:nvPr/>
          </p:nvSpPr>
          <p:spPr>
            <a:xfrm flipH="1" rot="10800000">
              <a:off x="6527524" y="263954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16"/>
            <p:cNvSpPr/>
            <p:nvPr/>
          </p:nvSpPr>
          <p:spPr>
            <a:xfrm flipH="1" rot="10800000">
              <a:off x="6865474" y="3431857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6"/>
            <p:cNvSpPr/>
            <p:nvPr/>
          </p:nvSpPr>
          <p:spPr>
            <a:xfrm flipH="1" rot="10800000">
              <a:off x="6865474" y="3035699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6"/>
            <p:cNvSpPr/>
            <p:nvPr/>
          </p:nvSpPr>
          <p:spPr>
            <a:xfrm flipH="1" rot="10800000">
              <a:off x="6865474" y="263954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1" name="Google Shape;211;p16"/>
          <p:cNvGrpSpPr/>
          <p:nvPr/>
        </p:nvGrpSpPr>
        <p:grpSpPr>
          <a:xfrm>
            <a:off x="8557600" y="4234311"/>
            <a:ext cx="234300" cy="721100"/>
            <a:chOff x="8557600" y="4077900"/>
            <a:chExt cx="234300" cy="721100"/>
          </a:xfrm>
        </p:grpSpPr>
        <p:sp>
          <p:nvSpPr>
            <p:cNvPr id="212" name="Google Shape;212;p16"/>
            <p:cNvSpPr/>
            <p:nvPr/>
          </p:nvSpPr>
          <p:spPr>
            <a:xfrm>
              <a:off x="8557600" y="4564700"/>
              <a:ext cx="234300" cy="234300"/>
            </a:xfrm>
            <a:prstGeom prst="ellipse">
              <a:avLst/>
            </a:pr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6"/>
            <p:cNvSpPr/>
            <p:nvPr/>
          </p:nvSpPr>
          <p:spPr>
            <a:xfrm>
              <a:off x="8557600" y="4321300"/>
              <a:ext cx="234300" cy="234300"/>
            </a:xfrm>
            <a:prstGeom prst="ellipse">
              <a:avLst/>
            </a:prstGeom>
            <a:solidFill>
              <a:srgbClr val="C46345"/>
            </a:solidFill>
            <a:ln cap="flat" cmpd="sng" w="9525">
              <a:solidFill>
                <a:srgbClr val="C4634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6"/>
            <p:cNvSpPr/>
            <p:nvPr/>
          </p:nvSpPr>
          <p:spPr>
            <a:xfrm>
              <a:off x="8557600" y="4077900"/>
              <a:ext cx="234300" cy="234300"/>
            </a:xfrm>
            <a:prstGeom prst="ellipse">
              <a:avLst/>
            </a:prstGeom>
            <a:solidFill>
              <a:srgbClr val="5CC9BF"/>
            </a:solidFill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5" name="Google Shape;215;p16"/>
          <p:cNvGrpSpPr/>
          <p:nvPr/>
        </p:nvGrpSpPr>
        <p:grpSpPr>
          <a:xfrm>
            <a:off x="54974" y="4575891"/>
            <a:ext cx="1771950" cy="478366"/>
            <a:chOff x="227499" y="4406441"/>
            <a:chExt cx="1771950" cy="478366"/>
          </a:xfrm>
        </p:grpSpPr>
        <p:sp>
          <p:nvSpPr>
            <p:cNvPr id="216" name="Google Shape;216;p16"/>
            <p:cNvSpPr/>
            <p:nvPr/>
          </p:nvSpPr>
          <p:spPr>
            <a:xfrm flipH="1" rot="10800000">
              <a:off x="903399" y="4802595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6"/>
            <p:cNvSpPr/>
            <p:nvPr/>
          </p:nvSpPr>
          <p:spPr>
            <a:xfrm flipH="1" rot="10800000">
              <a:off x="1241349" y="4802607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16"/>
            <p:cNvSpPr/>
            <p:nvPr/>
          </p:nvSpPr>
          <p:spPr>
            <a:xfrm flipH="1" rot="10800000">
              <a:off x="1241349" y="4406449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6"/>
            <p:cNvSpPr/>
            <p:nvPr/>
          </p:nvSpPr>
          <p:spPr>
            <a:xfrm flipH="1" rot="10800000">
              <a:off x="1579299" y="4802607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16"/>
            <p:cNvSpPr/>
            <p:nvPr/>
          </p:nvSpPr>
          <p:spPr>
            <a:xfrm flipH="1" rot="10800000">
              <a:off x="1579299" y="4406449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16"/>
            <p:cNvSpPr/>
            <p:nvPr/>
          </p:nvSpPr>
          <p:spPr>
            <a:xfrm flipH="1" rot="10800000">
              <a:off x="1917249" y="4802607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16"/>
            <p:cNvSpPr/>
            <p:nvPr/>
          </p:nvSpPr>
          <p:spPr>
            <a:xfrm flipH="1" rot="10800000">
              <a:off x="903399" y="440644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6"/>
            <p:cNvSpPr/>
            <p:nvPr/>
          </p:nvSpPr>
          <p:spPr>
            <a:xfrm flipH="1" rot="10800000">
              <a:off x="565449" y="4802595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6"/>
            <p:cNvSpPr/>
            <p:nvPr/>
          </p:nvSpPr>
          <p:spPr>
            <a:xfrm flipH="1" rot="10800000">
              <a:off x="565449" y="440644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6"/>
            <p:cNvSpPr/>
            <p:nvPr/>
          </p:nvSpPr>
          <p:spPr>
            <a:xfrm flipH="1" rot="10800000">
              <a:off x="227499" y="4802595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16"/>
            <p:cNvSpPr/>
            <p:nvPr/>
          </p:nvSpPr>
          <p:spPr>
            <a:xfrm flipH="1" rot="10800000">
              <a:off x="227499" y="440644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7" name="Google Shape;227;p16"/>
          <p:cNvGrpSpPr/>
          <p:nvPr/>
        </p:nvGrpSpPr>
        <p:grpSpPr>
          <a:xfrm rot="-5400000">
            <a:off x="-405882" y="935206"/>
            <a:ext cx="1362015" cy="102844"/>
            <a:chOff x="1655550" y="403250"/>
            <a:chExt cx="1593000" cy="120300"/>
          </a:xfrm>
        </p:grpSpPr>
        <p:cxnSp>
          <p:nvCxnSpPr>
            <p:cNvPr id="228" name="Google Shape;228;p16"/>
            <p:cNvCxnSpPr/>
            <p:nvPr/>
          </p:nvCxnSpPr>
          <p:spPr>
            <a:xfrm flipH="1" rot="10800000">
              <a:off x="1655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9" name="Google Shape;229;p16"/>
            <p:cNvCxnSpPr/>
            <p:nvPr/>
          </p:nvCxnSpPr>
          <p:spPr>
            <a:xfrm flipH="1" rot="10800000">
              <a:off x="1761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0" name="Google Shape;230;p16"/>
            <p:cNvCxnSpPr/>
            <p:nvPr/>
          </p:nvCxnSpPr>
          <p:spPr>
            <a:xfrm flipH="1" rot="10800000">
              <a:off x="1867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1" name="Google Shape;231;p16"/>
            <p:cNvCxnSpPr/>
            <p:nvPr/>
          </p:nvCxnSpPr>
          <p:spPr>
            <a:xfrm flipH="1" rot="10800000">
              <a:off x="1974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2" name="Google Shape;232;p16"/>
            <p:cNvCxnSpPr/>
            <p:nvPr/>
          </p:nvCxnSpPr>
          <p:spPr>
            <a:xfrm flipH="1" rot="10800000">
              <a:off x="2080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3" name="Google Shape;233;p16"/>
            <p:cNvCxnSpPr/>
            <p:nvPr/>
          </p:nvCxnSpPr>
          <p:spPr>
            <a:xfrm flipH="1" rot="10800000">
              <a:off x="2186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4" name="Google Shape;234;p16"/>
            <p:cNvCxnSpPr/>
            <p:nvPr/>
          </p:nvCxnSpPr>
          <p:spPr>
            <a:xfrm flipH="1" rot="10800000">
              <a:off x="2292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5" name="Google Shape;235;p16"/>
            <p:cNvCxnSpPr/>
            <p:nvPr/>
          </p:nvCxnSpPr>
          <p:spPr>
            <a:xfrm flipH="1" rot="10800000">
              <a:off x="2398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6" name="Google Shape;236;p16"/>
            <p:cNvCxnSpPr/>
            <p:nvPr/>
          </p:nvCxnSpPr>
          <p:spPr>
            <a:xfrm flipH="1" rot="10800000">
              <a:off x="2505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7" name="Google Shape;237;p16"/>
            <p:cNvCxnSpPr/>
            <p:nvPr/>
          </p:nvCxnSpPr>
          <p:spPr>
            <a:xfrm flipH="1" rot="10800000">
              <a:off x="2611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8" name="Google Shape;238;p16"/>
            <p:cNvCxnSpPr/>
            <p:nvPr/>
          </p:nvCxnSpPr>
          <p:spPr>
            <a:xfrm flipH="1" rot="10800000">
              <a:off x="2717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9" name="Google Shape;239;p16"/>
            <p:cNvCxnSpPr/>
            <p:nvPr/>
          </p:nvCxnSpPr>
          <p:spPr>
            <a:xfrm flipH="1" rot="10800000">
              <a:off x="2823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0" name="Google Shape;240;p16"/>
            <p:cNvCxnSpPr/>
            <p:nvPr/>
          </p:nvCxnSpPr>
          <p:spPr>
            <a:xfrm flipH="1" rot="10800000">
              <a:off x="2929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1" name="Google Shape;241;p16"/>
            <p:cNvCxnSpPr/>
            <p:nvPr/>
          </p:nvCxnSpPr>
          <p:spPr>
            <a:xfrm flipH="1" rot="10800000">
              <a:off x="3036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2" name="Google Shape;242;p16"/>
            <p:cNvCxnSpPr/>
            <p:nvPr/>
          </p:nvCxnSpPr>
          <p:spPr>
            <a:xfrm flipH="1" rot="10800000">
              <a:off x="3142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43" name="Google Shape;243;p16"/>
          <p:cNvSpPr txBox="1"/>
          <p:nvPr>
            <p:ph type="title"/>
          </p:nvPr>
        </p:nvSpPr>
        <p:spPr>
          <a:xfrm>
            <a:off x="729300" y="445025"/>
            <a:ext cx="7685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44" name="Google Shape;244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7"/>
          <p:cNvSpPr/>
          <p:nvPr/>
        </p:nvSpPr>
        <p:spPr>
          <a:xfrm>
            <a:off x="-8760" y="4531377"/>
            <a:ext cx="461700" cy="6273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7"/>
          <p:cNvSpPr/>
          <p:nvPr/>
        </p:nvSpPr>
        <p:spPr>
          <a:xfrm>
            <a:off x="452940" y="4531377"/>
            <a:ext cx="461700" cy="6273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7"/>
          <p:cNvSpPr txBox="1"/>
          <p:nvPr>
            <p:ph type="title"/>
          </p:nvPr>
        </p:nvSpPr>
        <p:spPr>
          <a:xfrm>
            <a:off x="3564650" y="1465825"/>
            <a:ext cx="4755000" cy="28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10000">
                <a:solidFill>
                  <a:schemeClr val="accent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249" name="Google Shape;249;p17"/>
          <p:cNvGrpSpPr/>
          <p:nvPr/>
        </p:nvGrpSpPr>
        <p:grpSpPr>
          <a:xfrm>
            <a:off x="92549" y="89241"/>
            <a:ext cx="2785800" cy="874516"/>
            <a:chOff x="3403499" y="2255441"/>
            <a:chExt cx="2785800" cy="874516"/>
          </a:xfrm>
        </p:grpSpPr>
        <p:sp>
          <p:nvSpPr>
            <p:cNvPr id="250" name="Google Shape;250;p17"/>
            <p:cNvSpPr/>
            <p:nvPr/>
          </p:nvSpPr>
          <p:spPr>
            <a:xfrm flipH="1" rot="10800000">
              <a:off x="4079399" y="3047745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17"/>
            <p:cNvSpPr/>
            <p:nvPr/>
          </p:nvSpPr>
          <p:spPr>
            <a:xfrm flipH="1" rot="10800000">
              <a:off x="441734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17"/>
            <p:cNvSpPr/>
            <p:nvPr/>
          </p:nvSpPr>
          <p:spPr>
            <a:xfrm flipH="1" rot="10800000">
              <a:off x="4417349" y="2651599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17"/>
            <p:cNvSpPr/>
            <p:nvPr/>
          </p:nvSpPr>
          <p:spPr>
            <a:xfrm flipH="1" rot="10800000">
              <a:off x="475529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17"/>
            <p:cNvSpPr/>
            <p:nvPr/>
          </p:nvSpPr>
          <p:spPr>
            <a:xfrm flipH="1" rot="10800000">
              <a:off x="4755299" y="2651599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17"/>
            <p:cNvSpPr/>
            <p:nvPr/>
          </p:nvSpPr>
          <p:spPr>
            <a:xfrm flipH="1" rot="10800000">
              <a:off x="4755299" y="225544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17"/>
            <p:cNvSpPr/>
            <p:nvPr/>
          </p:nvSpPr>
          <p:spPr>
            <a:xfrm flipH="1" rot="10800000">
              <a:off x="509324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7"/>
            <p:cNvSpPr/>
            <p:nvPr/>
          </p:nvSpPr>
          <p:spPr>
            <a:xfrm flipH="1" rot="10800000">
              <a:off x="5093249" y="2651599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17"/>
            <p:cNvSpPr/>
            <p:nvPr/>
          </p:nvSpPr>
          <p:spPr>
            <a:xfrm flipH="1" rot="10800000">
              <a:off x="5093249" y="225544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7"/>
            <p:cNvSpPr/>
            <p:nvPr/>
          </p:nvSpPr>
          <p:spPr>
            <a:xfrm flipH="1" rot="10800000">
              <a:off x="543119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17"/>
            <p:cNvSpPr/>
            <p:nvPr/>
          </p:nvSpPr>
          <p:spPr>
            <a:xfrm flipH="1" rot="10800000">
              <a:off x="5431199" y="2651599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17"/>
            <p:cNvSpPr/>
            <p:nvPr/>
          </p:nvSpPr>
          <p:spPr>
            <a:xfrm flipH="1" rot="10800000">
              <a:off x="5431199" y="225544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7"/>
            <p:cNvSpPr/>
            <p:nvPr/>
          </p:nvSpPr>
          <p:spPr>
            <a:xfrm flipH="1" rot="10800000">
              <a:off x="576914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17"/>
            <p:cNvSpPr/>
            <p:nvPr/>
          </p:nvSpPr>
          <p:spPr>
            <a:xfrm flipH="1" rot="10800000">
              <a:off x="5769149" y="2651599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17"/>
            <p:cNvSpPr/>
            <p:nvPr/>
          </p:nvSpPr>
          <p:spPr>
            <a:xfrm flipH="1" rot="10800000">
              <a:off x="5769149" y="225544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17"/>
            <p:cNvSpPr/>
            <p:nvPr/>
          </p:nvSpPr>
          <p:spPr>
            <a:xfrm flipH="1" rot="10800000">
              <a:off x="610709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17"/>
            <p:cNvSpPr/>
            <p:nvPr/>
          </p:nvSpPr>
          <p:spPr>
            <a:xfrm flipH="1" rot="10800000">
              <a:off x="6107099" y="2651599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17"/>
            <p:cNvSpPr/>
            <p:nvPr/>
          </p:nvSpPr>
          <p:spPr>
            <a:xfrm flipH="1" rot="10800000">
              <a:off x="6107099" y="225544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17"/>
            <p:cNvSpPr/>
            <p:nvPr/>
          </p:nvSpPr>
          <p:spPr>
            <a:xfrm flipH="1" rot="10800000">
              <a:off x="4417349" y="225544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17"/>
            <p:cNvSpPr/>
            <p:nvPr/>
          </p:nvSpPr>
          <p:spPr>
            <a:xfrm flipH="1" rot="10800000">
              <a:off x="4079399" y="225544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17"/>
            <p:cNvSpPr/>
            <p:nvPr/>
          </p:nvSpPr>
          <p:spPr>
            <a:xfrm flipH="1" rot="10800000">
              <a:off x="4079399" y="265159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17"/>
            <p:cNvSpPr/>
            <p:nvPr/>
          </p:nvSpPr>
          <p:spPr>
            <a:xfrm flipH="1" rot="10800000">
              <a:off x="3741449" y="3047745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17"/>
            <p:cNvSpPr/>
            <p:nvPr/>
          </p:nvSpPr>
          <p:spPr>
            <a:xfrm flipH="1" rot="10800000">
              <a:off x="3741449" y="225544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17"/>
            <p:cNvSpPr/>
            <p:nvPr/>
          </p:nvSpPr>
          <p:spPr>
            <a:xfrm flipH="1" rot="10800000">
              <a:off x="3741449" y="265159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17"/>
            <p:cNvSpPr/>
            <p:nvPr/>
          </p:nvSpPr>
          <p:spPr>
            <a:xfrm flipH="1" rot="10800000">
              <a:off x="3403499" y="3047745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17"/>
            <p:cNvSpPr/>
            <p:nvPr/>
          </p:nvSpPr>
          <p:spPr>
            <a:xfrm flipH="1" rot="10800000">
              <a:off x="3403499" y="225544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17"/>
            <p:cNvSpPr/>
            <p:nvPr/>
          </p:nvSpPr>
          <p:spPr>
            <a:xfrm flipH="1" rot="10800000">
              <a:off x="3403499" y="265159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7" name="Google Shape;277;p17"/>
          <p:cNvSpPr/>
          <p:nvPr/>
        </p:nvSpPr>
        <p:spPr>
          <a:xfrm rot="-5400000">
            <a:off x="8414226" y="45416"/>
            <a:ext cx="722400" cy="7809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8" name="Google Shape;278;p17"/>
          <p:cNvGrpSpPr/>
          <p:nvPr/>
        </p:nvGrpSpPr>
        <p:grpSpPr>
          <a:xfrm>
            <a:off x="6384551" y="300827"/>
            <a:ext cx="2610449" cy="197100"/>
            <a:chOff x="1655550" y="403250"/>
            <a:chExt cx="1593000" cy="120300"/>
          </a:xfrm>
        </p:grpSpPr>
        <p:cxnSp>
          <p:nvCxnSpPr>
            <p:cNvPr id="279" name="Google Shape;279;p17"/>
            <p:cNvCxnSpPr/>
            <p:nvPr/>
          </p:nvCxnSpPr>
          <p:spPr>
            <a:xfrm flipH="1" rot="10800000">
              <a:off x="1655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0" name="Google Shape;280;p17"/>
            <p:cNvCxnSpPr/>
            <p:nvPr/>
          </p:nvCxnSpPr>
          <p:spPr>
            <a:xfrm flipH="1" rot="10800000">
              <a:off x="1761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1" name="Google Shape;281;p17"/>
            <p:cNvCxnSpPr/>
            <p:nvPr/>
          </p:nvCxnSpPr>
          <p:spPr>
            <a:xfrm flipH="1" rot="10800000">
              <a:off x="1867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2" name="Google Shape;282;p17"/>
            <p:cNvCxnSpPr/>
            <p:nvPr/>
          </p:nvCxnSpPr>
          <p:spPr>
            <a:xfrm flipH="1" rot="10800000">
              <a:off x="1974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3" name="Google Shape;283;p17"/>
            <p:cNvCxnSpPr/>
            <p:nvPr/>
          </p:nvCxnSpPr>
          <p:spPr>
            <a:xfrm flipH="1" rot="10800000">
              <a:off x="2080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4" name="Google Shape;284;p17"/>
            <p:cNvCxnSpPr/>
            <p:nvPr/>
          </p:nvCxnSpPr>
          <p:spPr>
            <a:xfrm flipH="1" rot="10800000">
              <a:off x="2186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5" name="Google Shape;285;p17"/>
            <p:cNvCxnSpPr/>
            <p:nvPr/>
          </p:nvCxnSpPr>
          <p:spPr>
            <a:xfrm flipH="1" rot="10800000">
              <a:off x="2292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6" name="Google Shape;286;p17"/>
            <p:cNvCxnSpPr/>
            <p:nvPr/>
          </p:nvCxnSpPr>
          <p:spPr>
            <a:xfrm flipH="1" rot="10800000">
              <a:off x="2398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7" name="Google Shape;287;p17"/>
            <p:cNvCxnSpPr/>
            <p:nvPr/>
          </p:nvCxnSpPr>
          <p:spPr>
            <a:xfrm flipH="1" rot="10800000">
              <a:off x="2505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8" name="Google Shape;288;p17"/>
            <p:cNvCxnSpPr/>
            <p:nvPr/>
          </p:nvCxnSpPr>
          <p:spPr>
            <a:xfrm flipH="1" rot="10800000">
              <a:off x="2611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9" name="Google Shape;289;p17"/>
            <p:cNvCxnSpPr/>
            <p:nvPr/>
          </p:nvCxnSpPr>
          <p:spPr>
            <a:xfrm flipH="1" rot="10800000">
              <a:off x="2717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0" name="Google Shape;290;p17"/>
            <p:cNvCxnSpPr/>
            <p:nvPr/>
          </p:nvCxnSpPr>
          <p:spPr>
            <a:xfrm flipH="1" rot="10800000">
              <a:off x="2823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1" name="Google Shape;291;p17"/>
            <p:cNvCxnSpPr/>
            <p:nvPr/>
          </p:nvCxnSpPr>
          <p:spPr>
            <a:xfrm flipH="1" rot="10800000">
              <a:off x="2929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2" name="Google Shape;292;p17"/>
            <p:cNvCxnSpPr/>
            <p:nvPr/>
          </p:nvCxnSpPr>
          <p:spPr>
            <a:xfrm flipH="1" rot="10800000">
              <a:off x="3036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3" name="Google Shape;293;p17"/>
            <p:cNvCxnSpPr/>
            <p:nvPr/>
          </p:nvCxnSpPr>
          <p:spPr>
            <a:xfrm flipH="1" rot="10800000">
              <a:off x="3142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94" name="Google Shape;294;p17"/>
          <p:cNvGrpSpPr/>
          <p:nvPr/>
        </p:nvGrpSpPr>
        <p:grpSpPr>
          <a:xfrm flipH="1" rot="-5400000">
            <a:off x="7576816" y="3562049"/>
            <a:ext cx="874517" cy="2109900"/>
            <a:chOff x="5905453" y="2567961"/>
            <a:chExt cx="874517" cy="2109900"/>
          </a:xfrm>
        </p:grpSpPr>
        <p:sp>
          <p:nvSpPr>
            <p:cNvPr id="295" name="Google Shape;295;p17"/>
            <p:cNvSpPr/>
            <p:nvPr/>
          </p:nvSpPr>
          <p:spPr>
            <a:xfrm rot="5400000">
              <a:off x="6697757" y="256796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17"/>
            <p:cNvSpPr/>
            <p:nvPr/>
          </p:nvSpPr>
          <p:spPr>
            <a:xfrm rot="5400000">
              <a:off x="6697770" y="290591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17"/>
            <p:cNvSpPr/>
            <p:nvPr/>
          </p:nvSpPr>
          <p:spPr>
            <a:xfrm rot="5400000">
              <a:off x="6301612" y="290591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17"/>
            <p:cNvSpPr/>
            <p:nvPr/>
          </p:nvSpPr>
          <p:spPr>
            <a:xfrm rot="5400000">
              <a:off x="6697770" y="324386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17"/>
            <p:cNvSpPr/>
            <p:nvPr/>
          </p:nvSpPr>
          <p:spPr>
            <a:xfrm rot="5400000">
              <a:off x="6301612" y="324386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17"/>
            <p:cNvSpPr/>
            <p:nvPr/>
          </p:nvSpPr>
          <p:spPr>
            <a:xfrm rot="5400000">
              <a:off x="5905453" y="324386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17"/>
            <p:cNvSpPr/>
            <p:nvPr/>
          </p:nvSpPr>
          <p:spPr>
            <a:xfrm rot="5400000">
              <a:off x="6697770" y="358181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17"/>
            <p:cNvSpPr/>
            <p:nvPr/>
          </p:nvSpPr>
          <p:spPr>
            <a:xfrm rot="5400000">
              <a:off x="6301612" y="358181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17"/>
            <p:cNvSpPr/>
            <p:nvPr/>
          </p:nvSpPr>
          <p:spPr>
            <a:xfrm rot="5400000">
              <a:off x="5905453" y="358181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17"/>
            <p:cNvSpPr/>
            <p:nvPr/>
          </p:nvSpPr>
          <p:spPr>
            <a:xfrm rot="5400000">
              <a:off x="6697770" y="391976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17"/>
            <p:cNvSpPr/>
            <p:nvPr/>
          </p:nvSpPr>
          <p:spPr>
            <a:xfrm rot="5400000">
              <a:off x="6301612" y="391976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17"/>
            <p:cNvSpPr/>
            <p:nvPr/>
          </p:nvSpPr>
          <p:spPr>
            <a:xfrm rot="5400000">
              <a:off x="5905453" y="391976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17"/>
            <p:cNvSpPr/>
            <p:nvPr/>
          </p:nvSpPr>
          <p:spPr>
            <a:xfrm rot="5400000">
              <a:off x="6697770" y="425771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17"/>
            <p:cNvSpPr/>
            <p:nvPr/>
          </p:nvSpPr>
          <p:spPr>
            <a:xfrm rot="5400000">
              <a:off x="6301612" y="425771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17"/>
            <p:cNvSpPr/>
            <p:nvPr/>
          </p:nvSpPr>
          <p:spPr>
            <a:xfrm rot="5400000">
              <a:off x="5905453" y="425771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17"/>
            <p:cNvSpPr/>
            <p:nvPr/>
          </p:nvSpPr>
          <p:spPr>
            <a:xfrm rot="5400000">
              <a:off x="6697770" y="459566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17"/>
            <p:cNvSpPr/>
            <p:nvPr/>
          </p:nvSpPr>
          <p:spPr>
            <a:xfrm rot="5400000">
              <a:off x="6301612" y="459566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17"/>
            <p:cNvSpPr/>
            <p:nvPr/>
          </p:nvSpPr>
          <p:spPr>
            <a:xfrm rot="5400000">
              <a:off x="5905453" y="459566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3" name="Google Shape;313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8"/>
          <p:cNvSpPr/>
          <p:nvPr/>
        </p:nvSpPr>
        <p:spPr>
          <a:xfrm rot="10800000">
            <a:off x="0" y="-16708"/>
            <a:ext cx="722400" cy="11010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5CC9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8"/>
          <p:cNvSpPr/>
          <p:nvPr/>
        </p:nvSpPr>
        <p:spPr>
          <a:xfrm>
            <a:off x="8573175" y="4505075"/>
            <a:ext cx="1352700" cy="1352700"/>
          </a:xfrm>
          <a:prstGeom prst="pie">
            <a:avLst>
              <a:gd fmla="val 10716660" name="adj1"/>
              <a:gd fmla="val 16200000" name="adj2"/>
            </a:avLst>
          </a:prstGeom>
          <a:solidFill>
            <a:srgbClr val="7745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8"/>
          <p:cNvSpPr/>
          <p:nvPr/>
        </p:nvSpPr>
        <p:spPr>
          <a:xfrm>
            <a:off x="8290338" y="4471788"/>
            <a:ext cx="267300" cy="267300"/>
          </a:xfrm>
          <a:prstGeom prst="ellipse">
            <a:avLst/>
          </a:prstGeom>
          <a:solidFill>
            <a:srgbClr val="5CC9BF"/>
          </a:solidFill>
          <a:ln cap="flat" cmpd="sng" w="9525">
            <a:solidFill>
              <a:srgbClr val="5CC9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8" name="Google Shape;318;p18"/>
          <p:cNvGrpSpPr/>
          <p:nvPr/>
        </p:nvGrpSpPr>
        <p:grpSpPr>
          <a:xfrm flipH="1" rot="-5400000">
            <a:off x="7572566" y="-528450"/>
            <a:ext cx="874517" cy="2109900"/>
            <a:chOff x="5905453" y="2567961"/>
            <a:chExt cx="874517" cy="2109900"/>
          </a:xfrm>
        </p:grpSpPr>
        <p:sp>
          <p:nvSpPr>
            <p:cNvPr id="319" name="Google Shape;319;p18"/>
            <p:cNvSpPr/>
            <p:nvPr/>
          </p:nvSpPr>
          <p:spPr>
            <a:xfrm rot="5400000">
              <a:off x="6697757" y="256796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18"/>
            <p:cNvSpPr/>
            <p:nvPr/>
          </p:nvSpPr>
          <p:spPr>
            <a:xfrm rot="5400000">
              <a:off x="6697770" y="290591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18"/>
            <p:cNvSpPr/>
            <p:nvPr/>
          </p:nvSpPr>
          <p:spPr>
            <a:xfrm rot="5400000">
              <a:off x="6301612" y="290591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18"/>
            <p:cNvSpPr/>
            <p:nvPr/>
          </p:nvSpPr>
          <p:spPr>
            <a:xfrm rot="5400000">
              <a:off x="6697770" y="324386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18"/>
            <p:cNvSpPr/>
            <p:nvPr/>
          </p:nvSpPr>
          <p:spPr>
            <a:xfrm rot="5400000">
              <a:off x="6301612" y="324386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18"/>
            <p:cNvSpPr/>
            <p:nvPr/>
          </p:nvSpPr>
          <p:spPr>
            <a:xfrm rot="5400000">
              <a:off x="5905453" y="324386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18"/>
            <p:cNvSpPr/>
            <p:nvPr/>
          </p:nvSpPr>
          <p:spPr>
            <a:xfrm rot="5400000">
              <a:off x="6697770" y="358181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18"/>
            <p:cNvSpPr/>
            <p:nvPr/>
          </p:nvSpPr>
          <p:spPr>
            <a:xfrm rot="5400000">
              <a:off x="6301612" y="358181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18"/>
            <p:cNvSpPr/>
            <p:nvPr/>
          </p:nvSpPr>
          <p:spPr>
            <a:xfrm rot="5400000">
              <a:off x="5905453" y="358181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18"/>
            <p:cNvSpPr/>
            <p:nvPr/>
          </p:nvSpPr>
          <p:spPr>
            <a:xfrm rot="5400000">
              <a:off x="6697770" y="391976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18"/>
            <p:cNvSpPr/>
            <p:nvPr/>
          </p:nvSpPr>
          <p:spPr>
            <a:xfrm rot="5400000">
              <a:off x="6301612" y="391976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18"/>
            <p:cNvSpPr/>
            <p:nvPr/>
          </p:nvSpPr>
          <p:spPr>
            <a:xfrm rot="5400000">
              <a:off x="5905453" y="391976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18"/>
            <p:cNvSpPr/>
            <p:nvPr/>
          </p:nvSpPr>
          <p:spPr>
            <a:xfrm rot="5400000">
              <a:off x="6697770" y="425771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18"/>
            <p:cNvSpPr/>
            <p:nvPr/>
          </p:nvSpPr>
          <p:spPr>
            <a:xfrm rot="5400000">
              <a:off x="6301612" y="425771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18"/>
            <p:cNvSpPr/>
            <p:nvPr/>
          </p:nvSpPr>
          <p:spPr>
            <a:xfrm rot="5400000">
              <a:off x="5905453" y="425771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18"/>
            <p:cNvSpPr/>
            <p:nvPr/>
          </p:nvSpPr>
          <p:spPr>
            <a:xfrm rot="5400000">
              <a:off x="6697770" y="459566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18"/>
            <p:cNvSpPr/>
            <p:nvPr/>
          </p:nvSpPr>
          <p:spPr>
            <a:xfrm rot="5400000">
              <a:off x="6301612" y="459566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18"/>
            <p:cNvSpPr/>
            <p:nvPr/>
          </p:nvSpPr>
          <p:spPr>
            <a:xfrm rot="5400000">
              <a:off x="5905453" y="459566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7" name="Google Shape;337;p18"/>
          <p:cNvGrpSpPr/>
          <p:nvPr/>
        </p:nvGrpSpPr>
        <p:grpSpPr>
          <a:xfrm rot="-5400000">
            <a:off x="-512016" y="4304960"/>
            <a:ext cx="1362015" cy="102844"/>
            <a:chOff x="1655550" y="403250"/>
            <a:chExt cx="1593000" cy="120300"/>
          </a:xfrm>
        </p:grpSpPr>
        <p:cxnSp>
          <p:nvCxnSpPr>
            <p:cNvPr id="338" name="Google Shape;338;p18"/>
            <p:cNvCxnSpPr/>
            <p:nvPr/>
          </p:nvCxnSpPr>
          <p:spPr>
            <a:xfrm flipH="1" rot="10800000">
              <a:off x="1655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C4634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9" name="Google Shape;339;p18"/>
            <p:cNvCxnSpPr/>
            <p:nvPr/>
          </p:nvCxnSpPr>
          <p:spPr>
            <a:xfrm flipH="1" rot="10800000">
              <a:off x="1761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C4634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0" name="Google Shape;340;p18"/>
            <p:cNvCxnSpPr/>
            <p:nvPr/>
          </p:nvCxnSpPr>
          <p:spPr>
            <a:xfrm flipH="1" rot="10800000">
              <a:off x="1867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C4634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1" name="Google Shape;341;p18"/>
            <p:cNvCxnSpPr/>
            <p:nvPr/>
          </p:nvCxnSpPr>
          <p:spPr>
            <a:xfrm flipH="1" rot="10800000">
              <a:off x="1974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C4634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2" name="Google Shape;342;p18"/>
            <p:cNvCxnSpPr/>
            <p:nvPr/>
          </p:nvCxnSpPr>
          <p:spPr>
            <a:xfrm flipH="1" rot="10800000">
              <a:off x="2080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C4634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3" name="Google Shape;343;p18"/>
            <p:cNvCxnSpPr/>
            <p:nvPr/>
          </p:nvCxnSpPr>
          <p:spPr>
            <a:xfrm flipH="1" rot="10800000">
              <a:off x="2186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C4634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4" name="Google Shape;344;p18"/>
            <p:cNvCxnSpPr/>
            <p:nvPr/>
          </p:nvCxnSpPr>
          <p:spPr>
            <a:xfrm flipH="1" rot="10800000">
              <a:off x="2292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C4634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5" name="Google Shape;345;p18"/>
            <p:cNvCxnSpPr/>
            <p:nvPr/>
          </p:nvCxnSpPr>
          <p:spPr>
            <a:xfrm flipH="1" rot="10800000">
              <a:off x="2398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C4634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6" name="Google Shape;346;p18"/>
            <p:cNvCxnSpPr/>
            <p:nvPr/>
          </p:nvCxnSpPr>
          <p:spPr>
            <a:xfrm flipH="1" rot="10800000">
              <a:off x="2505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C4634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7" name="Google Shape;347;p18"/>
            <p:cNvCxnSpPr/>
            <p:nvPr/>
          </p:nvCxnSpPr>
          <p:spPr>
            <a:xfrm flipH="1" rot="10800000">
              <a:off x="2611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C4634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8" name="Google Shape;348;p18"/>
            <p:cNvCxnSpPr/>
            <p:nvPr/>
          </p:nvCxnSpPr>
          <p:spPr>
            <a:xfrm flipH="1" rot="10800000">
              <a:off x="2717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C4634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9" name="Google Shape;349;p18"/>
            <p:cNvCxnSpPr/>
            <p:nvPr/>
          </p:nvCxnSpPr>
          <p:spPr>
            <a:xfrm flipH="1" rot="10800000">
              <a:off x="2823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C4634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0" name="Google Shape;350;p18"/>
            <p:cNvCxnSpPr/>
            <p:nvPr/>
          </p:nvCxnSpPr>
          <p:spPr>
            <a:xfrm flipH="1" rot="10800000">
              <a:off x="2929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C4634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1" name="Google Shape;351;p18"/>
            <p:cNvCxnSpPr/>
            <p:nvPr/>
          </p:nvCxnSpPr>
          <p:spPr>
            <a:xfrm flipH="1" rot="10800000">
              <a:off x="3036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C4634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2" name="Google Shape;352;p18"/>
            <p:cNvCxnSpPr/>
            <p:nvPr/>
          </p:nvCxnSpPr>
          <p:spPr>
            <a:xfrm flipH="1" rot="10800000">
              <a:off x="3142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C4634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53" name="Google Shape;353;p18"/>
          <p:cNvGrpSpPr/>
          <p:nvPr/>
        </p:nvGrpSpPr>
        <p:grpSpPr>
          <a:xfrm>
            <a:off x="317426" y="4222745"/>
            <a:ext cx="267300" cy="814650"/>
            <a:chOff x="317426" y="4222745"/>
            <a:chExt cx="267300" cy="814650"/>
          </a:xfrm>
        </p:grpSpPr>
        <p:sp>
          <p:nvSpPr>
            <p:cNvPr id="354" name="Google Shape;354;p18"/>
            <p:cNvSpPr/>
            <p:nvPr/>
          </p:nvSpPr>
          <p:spPr>
            <a:xfrm rot="-5400000">
              <a:off x="317426" y="4770095"/>
              <a:ext cx="267300" cy="267300"/>
            </a:xfrm>
            <a:prstGeom prst="ellipse">
              <a:avLst/>
            </a:prstGeom>
            <a:solidFill>
              <a:srgbClr val="5CC9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18"/>
            <p:cNvSpPr/>
            <p:nvPr/>
          </p:nvSpPr>
          <p:spPr>
            <a:xfrm rot="-5400000">
              <a:off x="317426" y="4496420"/>
              <a:ext cx="267300" cy="267300"/>
            </a:xfrm>
            <a:prstGeom prst="ellipse">
              <a:avLst/>
            </a:pr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18"/>
            <p:cNvSpPr/>
            <p:nvPr/>
          </p:nvSpPr>
          <p:spPr>
            <a:xfrm rot="-5400000">
              <a:off x="317426" y="4222745"/>
              <a:ext cx="267300" cy="267300"/>
            </a:xfrm>
            <a:prstGeom prst="ellipse">
              <a:avLst/>
            </a:prstGeom>
            <a:solidFill>
              <a:srgbClr val="C46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7" name="Google Shape;357;p18"/>
          <p:cNvSpPr/>
          <p:nvPr/>
        </p:nvSpPr>
        <p:spPr>
          <a:xfrm flipH="1" rot="10800000">
            <a:off x="-4" y="-662696"/>
            <a:ext cx="1308900" cy="1308900"/>
          </a:xfrm>
          <a:prstGeom prst="blockArc">
            <a:avLst>
              <a:gd fmla="val 10695394" name="adj1"/>
              <a:gd fmla="val 12634" name="adj2"/>
              <a:gd fmla="val 22377" name="adj3"/>
            </a:avLst>
          </a:prstGeom>
          <a:solidFill>
            <a:srgbClr val="77457D"/>
          </a:solidFill>
          <a:ln cap="flat" cmpd="sng" w="9525">
            <a:solidFill>
              <a:srgbClr val="7745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8"/>
          <p:cNvSpPr txBox="1"/>
          <p:nvPr>
            <p:ph type="title"/>
          </p:nvPr>
        </p:nvSpPr>
        <p:spPr>
          <a:xfrm>
            <a:off x="3720875" y="1618400"/>
            <a:ext cx="4516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59" name="Google Shape;359;p18"/>
          <p:cNvSpPr txBox="1"/>
          <p:nvPr>
            <p:ph idx="1" type="body"/>
          </p:nvPr>
        </p:nvSpPr>
        <p:spPr>
          <a:xfrm>
            <a:off x="3977688" y="2297753"/>
            <a:ext cx="4260000" cy="12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naheim"/>
              <a:buChar char="●"/>
              <a:defRPr sz="1600">
                <a:latin typeface="Didact Gothic"/>
                <a:ea typeface="Didact Gothic"/>
                <a:cs typeface="Didact Gothic"/>
                <a:sym typeface="Didact Gothic"/>
              </a:defRPr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9pPr>
          </a:lstStyle>
          <a:p/>
        </p:txBody>
      </p:sp>
      <p:sp>
        <p:nvSpPr>
          <p:cNvPr id="360" name="Google Shape;360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">
  <p:cSld name="CUSTOM_17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63" name="Google Shape;363;p19"/>
          <p:cNvSpPr txBox="1"/>
          <p:nvPr>
            <p:ph idx="1" type="subTitle"/>
          </p:nvPr>
        </p:nvSpPr>
        <p:spPr>
          <a:xfrm>
            <a:off x="1482900" y="3749100"/>
            <a:ext cx="2139600" cy="7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64" name="Google Shape;364;p19"/>
          <p:cNvSpPr txBox="1"/>
          <p:nvPr>
            <p:ph idx="2" type="subTitle"/>
          </p:nvPr>
        </p:nvSpPr>
        <p:spPr>
          <a:xfrm>
            <a:off x="4612575" y="3221775"/>
            <a:ext cx="23379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ytone One"/>
              <a:buNone/>
              <a:defRPr sz="1800"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19"/>
          <p:cNvSpPr txBox="1"/>
          <p:nvPr>
            <p:ph idx="3" type="subTitle"/>
          </p:nvPr>
        </p:nvSpPr>
        <p:spPr>
          <a:xfrm>
            <a:off x="4612575" y="3749100"/>
            <a:ext cx="2137500" cy="7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66" name="Google Shape;366;p19"/>
          <p:cNvSpPr txBox="1"/>
          <p:nvPr>
            <p:ph idx="4" type="subTitle"/>
          </p:nvPr>
        </p:nvSpPr>
        <p:spPr>
          <a:xfrm>
            <a:off x="1482900" y="1429575"/>
            <a:ext cx="23379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ytone One"/>
              <a:buNone/>
              <a:defRPr sz="1800"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7" name="Google Shape;367;p19"/>
          <p:cNvSpPr txBox="1"/>
          <p:nvPr>
            <p:ph idx="5" type="subTitle"/>
          </p:nvPr>
        </p:nvSpPr>
        <p:spPr>
          <a:xfrm>
            <a:off x="4612575" y="1956525"/>
            <a:ext cx="2139600" cy="7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68" name="Google Shape;368;p19"/>
          <p:cNvSpPr txBox="1"/>
          <p:nvPr>
            <p:ph idx="6" type="subTitle"/>
          </p:nvPr>
        </p:nvSpPr>
        <p:spPr>
          <a:xfrm>
            <a:off x="1482900" y="3221775"/>
            <a:ext cx="23379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ytone One"/>
              <a:buNone/>
              <a:defRPr sz="1800"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19"/>
          <p:cNvSpPr txBox="1"/>
          <p:nvPr>
            <p:ph idx="7" type="subTitle"/>
          </p:nvPr>
        </p:nvSpPr>
        <p:spPr>
          <a:xfrm>
            <a:off x="4612575" y="1429575"/>
            <a:ext cx="23409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ytone One"/>
              <a:buNone/>
              <a:defRPr sz="1800"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0" name="Google Shape;370;p19"/>
          <p:cNvSpPr txBox="1"/>
          <p:nvPr>
            <p:ph idx="8" type="subTitle"/>
          </p:nvPr>
        </p:nvSpPr>
        <p:spPr>
          <a:xfrm>
            <a:off x="1482900" y="1956525"/>
            <a:ext cx="2137500" cy="7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71" name="Google Shape;371;p19"/>
          <p:cNvSpPr/>
          <p:nvPr/>
        </p:nvSpPr>
        <p:spPr>
          <a:xfrm rot="5400000">
            <a:off x="44900" y="-253475"/>
            <a:ext cx="487500" cy="6213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2" name="Google Shape;372;p19"/>
          <p:cNvGrpSpPr/>
          <p:nvPr/>
        </p:nvGrpSpPr>
        <p:grpSpPr>
          <a:xfrm>
            <a:off x="38993" y="342169"/>
            <a:ext cx="1362015" cy="102844"/>
            <a:chOff x="1655550" y="403250"/>
            <a:chExt cx="1593000" cy="120300"/>
          </a:xfrm>
        </p:grpSpPr>
        <p:cxnSp>
          <p:nvCxnSpPr>
            <p:cNvPr id="373" name="Google Shape;373;p19"/>
            <p:cNvCxnSpPr/>
            <p:nvPr/>
          </p:nvCxnSpPr>
          <p:spPr>
            <a:xfrm flipH="1" rot="10800000">
              <a:off x="1655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4" name="Google Shape;374;p19"/>
            <p:cNvCxnSpPr/>
            <p:nvPr/>
          </p:nvCxnSpPr>
          <p:spPr>
            <a:xfrm flipH="1" rot="10800000">
              <a:off x="1761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5" name="Google Shape;375;p19"/>
            <p:cNvCxnSpPr/>
            <p:nvPr/>
          </p:nvCxnSpPr>
          <p:spPr>
            <a:xfrm flipH="1" rot="10800000">
              <a:off x="1867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6" name="Google Shape;376;p19"/>
            <p:cNvCxnSpPr/>
            <p:nvPr/>
          </p:nvCxnSpPr>
          <p:spPr>
            <a:xfrm flipH="1" rot="10800000">
              <a:off x="1974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7" name="Google Shape;377;p19"/>
            <p:cNvCxnSpPr/>
            <p:nvPr/>
          </p:nvCxnSpPr>
          <p:spPr>
            <a:xfrm flipH="1" rot="10800000">
              <a:off x="2080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8" name="Google Shape;378;p19"/>
            <p:cNvCxnSpPr/>
            <p:nvPr/>
          </p:nvCxnSpPr>
          <p:spPr>
            <a:xfrm flipH="1" rot="10800000">
              <a:off x="2186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9" name="Google Shape;379;p19"/>
            <p:cNvCxnSpPr/>
            <p:nvPr/>
          </p:nvCxnSpPr>
          <p:spPr>
            <a:xfrm flipH="1" rot="10800000">
              <a:off x="2292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0" name="Google Shape;380;p19"/>
            <p:cNvCxnSpPr/>
            <p:nvPr/>
          </p:nvCxnSpPr>
          <p:spPr>
            <a:xfrm flipH="1" rot="10800000">
              <a:off x="2398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1" name="Google Shape;381;p19"/>
            <p:cNvCxnSpPr/>
            <p:nvPr/>
          </p:nvCxnSpPr>
          <p:spPr>
            <a:xfrm flipH="1" rot="10800000">
              <a:off x="2505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2" name="Google Shape;382;p19"/>
            <p:cNvCxnSpPr/>
            <p:nvPr/>
          </p:nvCxnSpPr>
          <p:spPr>
            <a:xfrm flipH="1" rot="10800000">
              <a:off x="2611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3" name="Google Shape;383;p19"/>
            <p:cNvCxnSpPr/>
            <p:nvPr/>
          </p:nvCxnSpPr>
          <p:spPr>
            <a:xfrm flipH="1" rot="10800000">
              <a:off x="2717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4" name="Google Shape;384;p19"/>
            <p:cNvCxnSpPr/>
            <p:nvPr/>
          </p:nvCxnSpPr>
          <p:spPr>
            <a:xfrm flipH="1" rot="10800000">
              <a:off x="2823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5" name="Google Shape;385;p19"/>
            <p:cNvCxnSpPr/>
            <p:nvPr/>
          </p:nvCxnSpPr>
          <p:spPr>
            <a:xfrm flipH="1" rot="10800000">
              <a:off x="2929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6" name="Google Shape;386;p19"/>
            <p:cNvCxnSpPr/>
            <p:nvPr/>
          </p:nvCxnSpPr>
          <p:spPr>
            <a:xfrm flipH="1" rot="10800000">
              <a:off x="3036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7" name="Google Shape;387;p19"/>
            <p:cNvCxnSpPr/>
            <p:nvPr/>
          </p:nvCxnSpPr>
          <p:spPr>
            <a:xfrm flipH="1" rot="10800000">
              <a:off x="3142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88" name="Google Shape;388;p19"/>
          <p:cNvGrpSpPr/>
          <p:nvPr/>
        </p:nvGrpSpPr>
        <p:grpSpPr>
          <a:xfrm rot="5400000">
            <a:off x="-728274" y="3783738"/>
            <a:ext cx="2109900" cy="478366"/>
            <a:chOff x="3365149" y="3933666"/>
            <a:chExt cx="2109900" cy="478366"/>
          </a:xfrm>
        </p:grpSpPr>
        <p:sp>
          <p:nvSpPr>
            <p:cNvPr id="389" name="Google Shape;389;p19"/>
            <p:cNvSpPr/>
            <p:nvPr/>
          </p:nvSpPr>
          <p:spPr>
            <a:xfrm flipH="1" rot="10800000">
              <a:off x="4041049" y="4329820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19"/>
            <p:cNvSpPr/>
            <p:nvPr/>
          </p:nvSpPr>
          <p:spPr>
            <a:xfrm flipH="1" rot="10800000">
              <a:off x="4378999" y="4329832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19"/>
            <p:cNvSpPr/>
            <p:nvPr/>
          </p:nvSpPr>
          <p:spPr>
            <a:xfrm flipH="1" rot="10800000">
              <a:off x="4378999" y="3933674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19"/>
            <p:cNvSpPr/>
            <p:nvPr/>
          </p:nvSpPr>
          <p:spPr>
            <a:xfrm flipH="1" rot="10800000">
              <a:off x="4716949" y="4329832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19"/>
            <p:cNvSpPr/>
            <p:nvPr/>
          </p:nvSpPr>
          <p:spPr>
            <a:xfrm flipH="1" rot="10800000">
              <a:off x="4716949" y="3933674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19"/>
            <p:cNvSpPr/>
            <p:nvPr/>
          </p:nvSpPr>
          <p:spPr>
            <a:xfrm flipH="1" rot="10800000">
              <a:off x="5054899" y="4329832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19"/>
            <p:cNvSpPr/>
            <p:nvPr/>
          </p:nvSpPr>
          <p:spPr>
            <a:xfrm flipH="1" rot="10800000">
              <a:off x="5054899" y="3933674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19"/>
            <p:cNvSpPr/>
            <p:nvPr/>
          </p:nvSpPr>
          <p:spPr>
            <a:xfrm flipH="1" rot="10800000">
              <a:off x="5392849" y="4329832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19"/>
            <p:cNvSpPr/>
            <p:nvPr/>
          </p:nvSpPr>
          <p:spPr>
            <a:xfrm flipH="1" rot="10800000">
              <a:off x="5392849" y="3933674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19"/>
            <p:cNvSpPr/>
            <p:nvPr/>
          </p:nvSpPr>
          <p:spPr>
            <a:xfrm flipH="1" rot="10800000">
              <a:off x="4041049" y="3933666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19"/>
            <p:cNvSpPr/>
            <p:nvPr/>
          </p:nvSpPr>
          <p:spPr>
            <a:xfrm flipH="1" rot="10800000">
              <a:off x="3703099" y="4329820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19"/>
            <p:cNvSpPr/>
            <p:nvPr/>
          </p:nvSpPr>
          <p:spPr>
            <a:xfrm flipH="1" rot="10800000">
              <a:off x="3703099" y="3933666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19"/>
            <p:cNvSpPr/>
            <p:nvPr/>
          </p:nvSpPr>
          <p:spPr>
            <a:xfrm flipH="1" rot="10800000">
              <a:off x="3365149" y="4329820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2" name="Google Shape;402;p19"/>
          <p:cNvSpPr/>
          <p:nvPr/>
        </p:nvSpPr>
        <p:spPr>
          <a:xfrm>
            <a:off x="8638434" y="0"/>
            <a:ext cx="1014900" cy="1014900"/>
          </a:xfrm>
          <a:prstGeom prst="pie">
            <a:avLst>
              <a:gd fmla="val 5393849" name="adj1"/>
              <a:gd fmla="val 162000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3" name="Google Shape;403;p19"/>
          <p:cNvGrpSpPr/>
          <p:nvPr/>
        </p:nvGrpSpPr>
        <p:grpSpPr>
          <a:xfrm>
            <a:off x="7641350" y="89239"/>
            <a:ext cx="1434000" cy="874516"/>
            <a:chOff x="4041049" y="3537516"/>
            <a:chExt cx="1434000" cy="874516"/>
          </a:xfrm>
        </p:grpSpPr>
        <p:sp>
          <p:nvSpPr>
            <p:cNvPr id="404" name="Google Shape;404;p19"/>
            <p:cNvSpPr/>
            <p:nvPr/>
          </p:nvSpPr>
          <p:spPr>
            <a:xfrm flipH="1" rot="10800000">
              <a:off x="4041049" y="4329820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19"/>
            <p:cNvSpPr/>
            <p:nvPr/>
          </p:nvSpPr>
          <p:spPr>
            <a:xfrm flipH="1" rot="10800000">
              <a:off x="4378999" y="4329832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19"/>
            <p:cNvSpPr/>
            <p:nvPr/>
          </p:nvSpPr>
          <p:spPr>
            <a:xfrm flipH="1" rot="10800000">
              <a:off x="4378999" y="3933674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19"/>
            <p:cNvSpPr/>
            <p:nvPr/>
          </p:nvSpPr>
          <p:spPr>
            <a:xfrm flipH="1" rot="10800000">
              <a:off x="4716949" y="4329832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19"/>
            <p:cNvSpPr/>
            <p:nvPr/>
          </p:nvSpPr>
          <p:spPr>
            <a:xfrm flipH="1" rot="10800000">
              <a:off x="4716949" y="3933674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19"/>
            <p:cNvSpPr/>
            <p:nvPr/>
          </p:nvSpPr>
          <p:spPr>
            <a:xfrm flipH="1" rot="10800000">
              <a:off x="4716949" y="3537516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19"/>
            <p:cNvSpPr/>
            <p:nvPr/>
          </p:nvSpPr>
          <p:spPr>
            <a:xfrm flipH="1" rot="10800000">
              <a:off x="5054899" y="4329832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19"/>
            <p:cNvSpPr/>
            <p:nvPr/>
          </p:nvSpPr>
          <p:spPr>
            <a:xfrm flipH="1" rot="10800000">
              <a:off x="5054899" y="3933674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19"/>
            <p:cNvSpPr/>
            <p:nvPr/>
          </p:nvSpPr>
          <p:spPr>
            <a:xfrm flipH="1" rot="10800000">
              <a:off x="5054899" y="3537516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19"/>
            <p:cNvSpPr/>
            <p:nvPr/>
          </p:nvSpPr>
          <p:spPr>
            <a:xfrm flipH="1" rot="10800000">
              <a:off x="5392849" y="4329832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19"/>
            <p:cNvSpPr/>
            <p:nvPr/>
          </p:nvSpPr>
          <p:spPr>
            <a:xfrm flipH="1" rot="10800000">
              <a:off x="5392849" y="3933674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19"/>
            <p:cNvSpPr/>
            <p:nvPr/>
          </p:nvSpPr>
          <p:spPr>
            <a:xfrm flipH="1" rot="10800000">
              <a:off x="5392849" y="3537516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6" name="Google Shape;416;p19"/>
          <p:cNvGrpSpPr/>
          <p:nvPr/>
        </p:nvGrpSpPr>
        <p:grpSpPr>
          <a:xfrm>
            <a:off x="6827719" y="4805330"/>
            <a:ext cx="2195473" cy="165773"/>
            <a:chOff x="1655550" y="403250"/>
            <a:chExt cx="1593000" cy="120300"/>
          </a:xfrm>
        </p:grpSpPr>
        <p:cxnSp>
          <p:nvCxnSpPr>
            <p:cNvPr id="417" name="Google Shape;417;p19"/>
            <p:cNvCxnSpPr/>
            <p:nvPr/>
          </p:nvCxnSpPr>
          <p:spPr>
            <a:xfrm flipH="1" rot="10800000">
              <a:off x="1655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8" name="Google Shape;418;p19"/>
            <p:cNvCxnSpPr/>
            <p:nvPr/>
          </p:nvCxnSpPr>
          <p:spPr>
            <a:xfrm flipH="1" rot="10800000">
              <a:off x="1761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9" name="Google Shape;419;p19"/>
            <p:cNvCxnSpPr/>
            <p:nvPr/>
          </p:nvCxnSpPr>
          <p:spPr>
            <a:xfrm flipH="1" rot="10800000">
              <a:off x="1867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0" name="Google Shape;420;p19"/>
            <p:cNvCxnSpPr/>
            <p:nvPr/>
          </p:nvCxnSpPr>
          <p:spPr>
            <a:xfrm flipH="1" rot="10800000">
              <a:off x="1974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1" name="Google Shape;421;p19"/>
            <p:cNvCxnSpPr/>
            <p:nvPr/>
          </p:nvCxnSpPr>
          <p:spPr>
            <a:xfrm flipH="1" rot="10800000">
              <a:off x="2080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2" name="Google Shape;422;p19"/>
            <p:cNvCxnSpPr/>
            <p:nvPr/>
          </p:nvCxnSpPr>
          <p:spPr>
            <a:xfrm flipH="1" rot="10800000">
              <a:off x="2186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3" name="Google Shape;423;p19"/>
            <p:cNvCxnSpPr/>
            <p:nvPr/>
          </p:nvCxnSpPr>
          <p:spPr>
            <a:xfrm flipH="1" rot="10800000">
              <a:off x="2292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4" name="Google Shape;424;p19"/>
            <p:cNvCxnSpPr/>
            <p:nvPr/>
          </p:nvCxnSpPr>
          <p:spPr>
            <a:xfrm flipH="1" rot="10800000">
              <a:off x="2398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5" name="Google Shape;425;p19"/>
            <p:cNvCxnSpPr/>
            <p:nvPr/>
          </p:nvCxnSpPr>
          <p:spPr>
            <a:xfrm flipH="1" rot="10800000">
              <a:off x="2505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6" name="Google Shape;426;p19"/>
            <p:cNvCxnSpPr/>
            <p:nvPr/>
          </p:nvCxnSpPr>
          <p:spPr>
            <a:xfrm flipH="1" rot="10800000">
              <a:off x="2611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7" name="Google Shape;427;p19"/>
            <p:cNvCxnSpPr/>
            <p:nvPr/>
          </p:nvCxnSpPr>
          <p:spPr>
            <a:xfrm flipH="1" rot="10800000">
              <a:off x="2717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8" name="Google Shape;428;p19"/>
            <p:cNvCxnSpPr/>
            <p:nvPr/>
          </p:nvCxnSpPr>
          <p:spPr>
            <a:xfrm flipH="1" rot="10800000">
              <a:off x="2823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9" name="Google Shape;429;p19"/>
            <p:cNvCxnSpPr/>
            <p:nvPr/>
          </p:nvCxnSpPr>
          <p:spPr>
            <a:xfrm flipH="1" rot="10800000">
              <a:off x="2929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0" name="Google Shape;430;p19"/>
            <p:cNvCxnSpPr/>
            <p:nvPr/>
          </p:nvCxnSpPr>
          <p:spPr>
            <a:xfrm flipH="1" rot="10800000">
              <a:off x="3036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1" name="Google Shape;431;p19"/>
            <p:cNvCxnSpPr/>
            <p:nvPr/>
          </p:nvCxnSpPr>
          <p:spPr>
            <a:xfrm flipH="1" rot="10800000">
              <a:off x="3142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32" name="Google Shape;432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4" name="Google Shape;434;p20"/>
          <p:cNvGrpSpPr/>
          <p:nvPr/>
        </p:nvGrpSpPr>
        <p:grpSpPr>
          <a:xfrm>
            <a:off x="6980099" y="67158"/>
            <a:ext cx="2109900" cy="874516"/>
            <a:chOff x="3365149" y="3537516"/>
            <a:chExt cx="2109900" cy="874516"/>
          </a:xfrm>
        </p:grpSpPr>
        <p:sp>
          <p:nvSpPr>
            <p:cNvPr id="435" name="Google Shape;435;p20"/>
            <p:cNvSpPr/>
            <p:nvPr/>
          </p:nvSpPr>
          <p:spPr>
            <a:xfrm flipH="1" rot="10800000">
              <a:off x="4041049" y="4329820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20"/>
            <p:cNvSpPr/>
            <p:nvPr/>
          </p:nvSpPr>
          <p:spPr>
            <a:xfrm flipH="1" rot="10800000">
              <a:off x="4378999" y="4329832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20"/>
            <p:cNvSpPr/>
            <p:nvPr/>
          </p:nvSpPr>
          <p:spPr>
            <a:xfrm flipH="1" rot="10800000">
              <a:off x="4378999" y="3933674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20"/>
            <p:cNvSpPr/>
            <p:nvPr/>
          </p:nvSpPr>
          <p:spPr>
            <a:xfrm flipH="1" rot="10800000">
              <a:off x="4716949" y="4329832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20"/>
            <p:cNvSpPr/>
            <p:nvPr/>
          </p:nvSpPr>
          <p:spPr>
            <a:xfrm flipH="1" rot="10800000">
              <a:off x="4716949" y="3933674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20"/>
            <p:cNvSpPr/>
            <p:nvPr/>
          </p:nvSpPr>
          <p:spPr>
            <a:xfrm flipH="1" rot="10800000">
              <a:off x="4716949" y="3537516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20"/>
            <p:cNvSpPr/>
            <p:nvPr/>
          </p:nvSpPr>
          <p:spPr>
            <a:xfrm flipH="1" rot="10800000">
              <a:off x="5054899" y="4329832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20"/>
            <p:cNvSpPr/>
            <p:nvPr/>
          </p:nvSpPr>
          <p:spPr>
            <a:xfrm flipH="1" rot="10800000">
              <a:off x="5054899" y="3933674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20"/>
            <p:cNvSpPr/>
            <p:nvPr/>
          </p:nvSpPr>
          <p:spPr>
            <a:xfrm flipH="1" rot="10800000">
              <a:off x="5054899" y="3537516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20"/>
            <p:cNvSpPr/>
            <p:nvPr/>
          </p:nvSpPr>
          <p:spPr>
            <a:xfrm flipH="1" rot="10800000">
              <a:off x="5392849" y="4329832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20"/>
            <p:cNvSpPr/>
            <p:nvPr/>
          </p:nvSpPr>
          <p:spPr>
            <a:xfrm flipH="1" rot="10800000">
              <a:off x="5392849" y="3933674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20"/>
            <p:cNvSpPr/>
            <p:nvPr/>
          </p:nvSpPr>
          <p:spPr>
            <a:xfrm flipH="1" rot="10800000">
              <a:off x="5392849" y="3537516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20"/>
            <p:cNvSpPr/>
            <p:nvPr/>
          </p:nvSpPr>
          <p:spPr>
            <a:xfrm flipH="1" rot="10800000">
              <a:off x="4378999" y="3537516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20"/>
            <p:cNvSpPr/>
            <p:nvPr/>
          </p:nvSpPr>
          <p:spPr>
            <a:xfrm flipH="1" rot="10800000">
              <a:off x="4041049" y="3537516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20"/>
            <p:cNvSpPr/>
            <p:nvPr/>
          </p:nvSpPr>
          <p:spPr>
            <a:xfrm flipH="1" rot="10800000">
              <a:off x="4041049" y="3933666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20"/>
            <p:cNvSpPr/>
            <p:nvPr/>
          </p:nvSpPr>
          <p:spPr>
            <a:xfrm flipH="1" rot="10800000">
              <a:off x="3703099" y="4329820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20"/>
            <p:cNvSpPr/>
            <p:nvPr/>
          </p:nvSpPr>
          <p:spPr>
            <a:xfrm flipH="1" rot="10800000">
              <a:off x="3703099" y="3933666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20"/>
            <p:cNvSpPr/>
            <p:nvPr/>
          </p:nvSpPr>
          <p:spPr>
            <a:xfrm flipH="1" rot="10800000">
              <a:off x="3365149" y="4329820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3" name="Google Shape;453;p20"/>
          <p:cNvSpPr/>
          <p:nvPr/>
        </p:nvSpPr>
        <p:spPr>
          <a:xfrm rot="-5400000">
            <a:off x="8423875" y="3636588"/>
            <a:ext cx="1506900" cy="1506900"/>
          </a:xfrm>
          <a:prstGeom prst="blockArc">
            <a:avLst>
              <a:gd fmla="val 10800000" name="adj1"/>
              <a:gd fmla="val 32116" name="adj2"/>
              <a:gd fmla="val 18389" name="adj3"/>
            </a:avLst>
          </a:prstGeom>
          <a:solidFill>
            <a:srgbClr val="7745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0"/>
          <p:cNvSpPr/>
          <p:nvPr/>
        </p:nvSpPr>
        <p:spPr>
          <a:xfrm>
            <a:off x="415850" y="0"/>
            <a:ext cx="558000" cy="558000"/>
          </a:xfrm>
          <a:prstGeom prst="ellipse">
            <a:avLst/>
          </a:prstGeom>
          <a:solidFill>
            <a:srgbClr val="5CC9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20"/>
          <p:cNvSpPr/>
          <p:nvPr/>
        </p:nvSpPr>
        <p:spPr>
          <a:xfrm rot="5400000">
            <a:off x="93016" y="345290"/>
            <a:ext cx="535500" cy="7461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7745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20"/>
          <p:cNvSpPr/>
          <p:nvPr/>
        </p:nvSpPr>
        <p:spPr>
          <a:xfrm rot="5400000">
            <a:off x="265300" y="50400"/>
            <a:ext cx="392700" cy="9522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rgbClr val="C463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7" name="Google Shape;457;p20"/>
          <p:cNvGrpSpPr/>
          <p:nvPr/>
        </p:nvGrpSpPr>
        <p:grpSpPr>
          <a:xfrm>
            <a:off x="7622668" y="4901244"/>
            <a:ext cx="1362015" cy="102844"/>
            <a:chOff x="1655550" y="403250"/>
            <a:chExt cx="1593000" cy="120300"/>
          </a:xfrm>
        </p:grpSpPr>
        <p:cxnSp>
          <p:nvCxnSpPr>
            <p:cNvPr id="458" name="Google Shape;458;p20"/>
            <p:cNvCxnSpPr/>
            <p:nvPr/>
          </p:nvCxnSpPr>
          <p:spPr>
            <a:xfrm flipH="1" rot="10800000">
              <a:off x="1655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9" name="Google Shape;459;p20"/>
            <p:cNvCxnSpPr/>
            <p:nvPr/>
          </p:nvCxnSpPr>
          <p:spPr>
            <a:xfrm flipH="1" rot="10800000">
              <a:off x="1761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0" name="Google Shape;460;p20"/>
            <p:cNvCxnSpPr/>
            <p:nvPr/>
          </p:nvCxnSpPr>
          <p:spPr>
            <a:xfrm flipH="1" rot="10800000">
              <a:off x="1867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1" name="Google Shape;461;p20"/>
            <p:cNvCxnSpPr/>
            <p:nvPr/>
          </p:nvCxnSpPr>
          <p:spPr>
            <a:xfrm flipH="1" rot="10800000">
              <a:off x="1974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2" name="Google Shape;462;p20"/>
            <p:cNvCxnSpPr/>
            <p:nvPr/>
          </p:nvCxnSpPr>
          <p:spPr>
            <a:xfrm flipH="1" rot="10800000">
              <a:off x="2080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3" name="Google Shape;463;p20"/>
            <p:cNvCxnSpPr/>
            <p:nvPr/>
          </p:nvCxnSpPr>
          <p:spPr>
            <a:xfrm flipH="1" rot="10800000">
              <a:off x="2186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4" name="Google Shape;464;p20"/>
            <p:cNvCxnSpPr/>
            <p:nvPr/>
          </p:nvCxnSpPr>
          <p:spPr>
            <a:xfrm flipH="1" rot="10800000">
              <a:off x="2292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5" name="Google Shape;465;p20"/>
            <p:cNvCxnSpPr/>
            <p:nvPr/>
          </p:nvCxnSpPr>
          <p:spPr>
            <a:xfrm flipH="1" rot="10800000">
              <a:off x="2398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6" name="Google Shape;466;p20"/>
            <p:cNvCxnSpPr/>
            <p:nvPr/>
          </p:nvCxnSpPr>
          <p:spPr>
            <a:xfrm flipH="1" rot="10800000">
              <a:off x="2505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7" name="Google Shape;467;p20"/>
            <p:cNvCxnSpPr/>
            <p:nvPr/>
          </p:nvCxnSpPr>
          <p:spPr>
            <a:xfrm flipH="1" rot="10800000">
              <a:off x="2611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8" name="Google Shape;468;p20"/>
            <p:cNvCxnSpPr/>
            <p:nvPr/>
          </p:nvCxnSpPr>
          <p:spPr>
            <a:xfrm flipH="1" rot="10800000">
              <a:off x="2717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9" name="Google Shape;469;p20"/>
            <p:cNvCxnSpPr/>
            <p:nvPr/>
          </p:nvCxnSpPr>
          <p:spPr>
            <a:xfrm flipH="1" rot="10800000">
              <a:off x="2823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0" name="Google Shape;470;p20"/>
            <p:cNvCxnSpPr/>
            <p:nvPr/>
          </p:nvCxnSpPr>
          <p:spPr>
            <a:xfrm flipH="1" rot="10800000">
              <a:off x="2929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1" name="Google Shape;471;p20"/>
            <p:cNvCxnSpPr/>
            <p:nvPr/>
          </p:nvCxnSpPr>
          <p:spPr>
            <a:xfrm flipH="1" rot="10800000">
              <a:off x="3036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2" name="Google Shape;472;p20"/>
            <p:cNvCxnSpPr/>
            <p:nvPr/>
          </p:nvCxnSpPr>
          <p:spPr>
            <a:xfrm flipH="1" rot="10800000">
              <a:off x="3142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73" name="Google Shape;473;p20"/>
          <p:cNvGrpSpPr/>
          <p:nvPr/>
        </p:nvGrpSpPr>
        <p:grpSpPr>
          <a:xfrm flipH="1">
            <a:off x="31674" y="4238091"/>
            <a:ext cx="2109900" cy="874516"/>
            <a:chOff x="3365149" y="3537516"/>
            <a:chExt cx="2109900" cy="874516"/>
          </a:xfrm>
        </p:grpSpPr>
        <p:sp>
          <p:nvSpPr>
            <p:cNvPr id="474" name="Google Shape;474;p20"/>
            <p:cNvSpPr/>
            <p:nvPr/>
          </p:nvSpPr>
          <p:spPr>
            <a:xfrm flipH="1" rot="10800000">
              <a:off x="4041049" y="4329820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20"/>
            <p:cNvSpPr/>
            <p:nvPr/>
          </p:nvSpPr>
          <p:spPr>
            <a:xfrm flipH="1" rot="10800000">
              <a:off x="4378999" y="4329832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20"/>
            <p:cNvSpPr/>
            <p:nvPr/>
          </p:nvSpPr>
          <p:spPr>
            <a:xfrm flipH="1" rot="10800000">
              <a:off x="4378999" y="3933674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20"/>
            <p:cNvSpPr/>
            <p:nvPr/>
          </p:nvSpPr>
          <p:spPr>
            <a:xfrm flipH="1" rot="10800000">
              <a:off x="4716949" y="4329832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20"/>
            <p:cNvSpPr/>
            <p:nvPr/>
          </p:nvSpPr>
          <p:spPr>
            <a:xfrm flipH="1" rot="10800000">
              <a:off x="4716949" y="3933674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20"/>
            <p:cNvSpPr/>
            <p:nvPr/>
          </p:nvSpPr>
          <p:spPr>
            <a:xfrm flipH="1" rot="10800000">
              <a:off x="4716949" y="3537516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20"/>
            <p:cNvSpPr/>
            <p:nvPr/>
          </p:nvSpPr>
          <p:spPr>
            <a:xfrm flipH="1" rot="10800000">
              <a:off x="5054899" y="4329832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20"/>
            <p:cNvSpPr/>
            <p:nvPr/>
          </p:nvSpPr>
          <p:spPr>
            <a:xfrm flipH="1" rot="10800000">
              <a:off x="5054899" y="3933674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20"/>
            <p:cNvSpPr/>
            <p:nvPr/>
          </p:nvSpPr>
          <p:spPr>
            <a:xfrm flipH="1" rot="10800000">
              <a:off x="5054899" y="3537516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20"/>
            <p:cNvSpPr/>
            <p:nvPr/>
          </p:nvSpPr>
          <p:spPr>
            <a:xfrm flipH="1" rot="10800000">
              <a:off x="5392849" y="4329832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20"/>
            <p:cNvSpPr/>
            <p:nvPr/>
          </p:nvSpPr>
          <p:spPr>
            <a:xfrm flipH="1" rot="10800000">
              <a:off x="5392849" y="3933674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20"/>
            <p:cNvSpPr/>
            <p:nvPr/>
          </p:nvSpPr>
          <p:spPr>
            <a:xfrm flipH="1" rot="10800000">
              <a:off x="5392849" y="3537516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20"/>
            <p:cNvSpPr/>
            <p:nvPr/>
          </p:nvSpPr>
          <p:spPr>
            <a:xfrm flipH="1" rot="10800000">
              <a:off x="4378999" y="3537516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20"/>
            <p:cNvSpPr/>
            <p:nvPr/>
          </p:nvSpPr>
          <p:spPr>
            <a:xfrm flipH="1" rot="10800000">
              <a:off x="4041049" y="3537516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20"/>
            <p:cNvSpPr/>
            <p:nvPr/>
          </p:nvSpPr>
          <p:spPr>
            <a:xfrm flipH="1" rot="10800000">
              <a:off x="4041049" y="3933666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20"/>
            <p:cNvSpPr/>
            <p:nvPr/>
          </p:nvSpPr>
          <p:spPr>
            <a:xfrm flipH="1" rot="10800000">
              <a:off x="3703099" y="4329820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20"/>
            <p:cNvSpPr/>
            <p:nvPr/>
          </p:nvSpPr>
          <p:spPr>
            <a:xfrm flipH="1" rot="10800000">
              <a:off x="3703099" y="3933666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20"/>
            <p:cNvSpPr/>
            <p:nvPr/>
          </p:nvSpPr>
          <p:spPr>
            <a:xfrm flipH="1" rot="10800000">
              <a:off x="3365149" y="4329820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2" name="Google Shape;492;p20"/>
          <p:cNvSpPr txBox="1"/>
          <p:nvPr>
            <p:ph type="title"/>
          </p:nvPr>
        </p:nvSpPr>
        <p:spPr>
          <a:xfrm>
            <a:off x="5767800" y="2649300"/>
            <a:ext cx="2646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3" name="Google Shape;493;p20"/>
          <p:cNvSpPr txBox="1"/>
          <p:nvPr>
            <p:ph idx="1" type="body"/>
          </p:nvPr>
        </p:nvSpPr>
        <p:spPr>
          <a:xfrm>
            <a:off x="5590700" y="3351648"/>
            <a:ext cx="28182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4" name="Google Shape;494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380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">
  <p:cSld name="CUSTOM_3_1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97" name="Google Shape;497;p21"/>
          <p:cNvSpPr txBox="1"/>
          <p:nvPr>
            <p:ph idx="1" type="subTitle"/>
          </p:nvPr>
        </p:nvSpPr>
        <p:spPr>
          <a:xfrm>
            <a:off x="1904025" y="2616186"/>
            <a:ext cx="17367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yon"/>
              <a:buNone/>
              <a:defRPr sz="1800">
                <a:solidFill>
                  <a:schemeClr val="accent6"/>
                </a:solidFill>
                <a:latin typeface="Bayon"/>
                <a:ea typeface="Bayon"/>
                <a:cs typeface="Bayon"/>
                <a:sym typeface="Bayo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9pPr>
          </a:lstStyle>
          <a:p/>
        </p:txBody>
      </p:sp>
      <p:sp>
        <p:nvSpPr>
          <p:cNvPr id="498" name="Google Shape;498;p21"/>
          <p:cNvSpPr txBox="1"/>
          <p:nvPr>
            <p:ph idx="2" type="subTitle"/>
          </p:nvPr>
        </p:nvSpPr>
        <p:spPr>
          <a:xfrm>
            <a:off x="1543125" y="3184325"/>
            <a:ext cx="24585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9" name="Google Shape;499;p21"/>
          <p:cNvSpPr txBox="1"/>
          <p:nvPr>
            <p:ph idx="3" type="subTitle"/>
          </p:nvPr>
        </p:nvSpPr>
        <p:spPr>
          <a:xfrm>
            <a:off x="5502974" y="2616186"/>
            <a:ext cx="17373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yon"/>
              <a:buNone/>
              <a:defRPr sz="1800">
                <a:solidFill>
                  <a:schemeClr val="accent6"/>
                </a:solidFill>
                <a:latin typeface="Bayon"/>
                <a:ea typeface="Bayon"/>
                <a:cs typeface="Bayon"/>
                <a:sym typeface="Bayo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9pPr>
          </a:lstStyle>
          <a:p/>
        </p:txBody>
      </p:sp>
      <p:sp>
        <p:nvSpPr>
          <p:cNvPr id="500" name="Google Shape;500;p21"/>
          <p:cNvSpPr txBox="1"/>
          <p:nvPr>
            <p:ph idx="4" type="subTitle"/>
          </p:nvPr>
        </p:nvSpPr>
        <p:spPr>
          <a:xfrm>
            <a:off x="5142363" y="3184325"/>
            <a:ext cx="24585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1" name="Google Shape;501;p21"/>
          <p:cNvSpPr/>
          <p:nvPr/>
        </p:nvSpPr>
        <p:spPr>
          <a:xfrm>
            <a:off x="8618080" y="4414350"/>
            <a:ext cx="535500" cy="746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21"/>
          <p:cNvSpPr/>
          <p:nvPr/>
        </p:nvSpPr>
        <p:spPr>
          <a:xfrm flipH="1">
            <a:off x="7659075" y="4404782"/>
            <a:ext cx="1506900" cy="1506900"/>
          </a:xfrm>
          <a:prstGeom prst="blockArc">
            <a:avLst>
              <a:gd fmla="val 10800000" name="adj1"/>
              <a:gd fmla="val 32116" name="adj2"/>
              <a:gd fmla="val 18389" name="adj3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3" name="Google Shape;503;p21"/>
          <p:cNvGrpSpPr/>
          <p:nvPr/>
        </p:nvGrpSpPr>
        <p:grpSpPr>
          <a:xfrm>
            <a:off x="65303" y="4196618"/>
            <a:ext cx="2109900" cy="874517"/>
            <a:chOff x="65303" y="4196618"/>
            <a:chExt cx="2109900" cy="874517"/>
          </a:xfrm>
        </p:grpSpPr>
        <p:sp>
          <p:nvSpPr>
            <p:cNvPr id="504" name="Google Shape;504;p21"/>
            <p:cNvSpPr/>
            <p:nvPr/>
          </p:nvSpPr>
          <p:spPr>
            <a:xfrm flipH="1" rot="10800000">
              <a:off x="741203" y="4988922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21"/>
            <p:cNvSpPr/>
            <p:nvPr/>
          </p:nvSpPr>
          <p:spPr>
            <a:xfrm flipH="1" rot="10800000">
              <a:off x="1079153" y="4988935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21"/>
            <p:cNvSpPr/>
            <p:nvPr/>
          </p:nvSpPr>
          <p:spPr>
            <a:xfrm flipH="1" rot="10800000">
              <a:off x="1079153" y="459277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21"/>
            <p:cNvSpPr/>
            <p:nvPr/>
          </p:nvSpPr>
          <p:spPr>
            <a:xfrm flipH="1" rot="10800000">
              <a:off x="1417103" y="4988935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21"/>
            <p:cNvSpPr/>
            <p:nvPr/>
          </p:nvSpPr>
          <p:spPr>
            <a:xfrm flipH="1" rot="10800000">
              <a:off x="1417103" y="459277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21"/>
            <p:cNvSpPr/>
            <p:nvPr/>
          </p:nvSpPr>
          <p:spPr>
            <a:xfrm flipH="1" rot="10800000">
              <a:off x="1417103" y="4196618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21"/>
            <p:cNvSpPr/>
            <p:nvPr/>
          </p:nvSpPr>
          <p:spPr>
            <a:xfrm flipH="1" rot="10800000">
              <a:off x="1755053" y="4988935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21"/>
            <p:cNvSpPr/>
            <p:nvPr/>
          </p:nvSpPr>
          <p:spPr>
            <a:xfrm flipH="1" rot="10800000">
              <a:off x="1755053" y="459277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21"/>
            <p:cNvSpPr/>
            <p:nvPr/>
          </p:nvSpPr>
          <p:spPr>
            <a:xfrm flipH="1" rot="10800000">
              <a:off x="2093003" y="4988935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21"/>
            <p:cNvSpPr/>
            <p:nvPr/>
          </p:nvSpPr>
          <p:spPr>
            <a:xfrm flipH="1" rot="10800000">
              <a:off x="1079153" y="4196618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21"/>
            <p:cNvSpPr/>
            <p:nvPr/>
          </p:nvSpPr>
          <p:spPr>
            <a:xfrm flipH="1" rot="10800000">
              <a:off x="741203" y="4196618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21"/>
            <p:cNvSpPr/>
            <p:nvPr/>
          </p:nvSpPr>
          <p:spPr>
            <a:xfrm flipH="1" rot="10800000">
              <a:off x="741203" y="4592768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21"/>
            <p:cNvSpPr/>
            <p:nvPr/>
          </p:nvSpPr>
          <p:spPr>
            <a:xfrm flipH="1" rot="10800000">
              <a:off x="403253" y="4988922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21"/>
            <p:cNvSpPr/>
            <p:nvPr/>
          </p:nvSpPr>
          <p:spPr>
            <a:xfrm flipH="1" rot="10800000">
              <a:off x="403253" y="4196618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21"/>
            <p:cNvSpPr/>
            <p:nvPr/>
          </p:nvSpPr>
          <p:spPr>
            <a:xfrm flipH="1" rot="10800000">
              <a:off x="403253" y="4592768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21"/>
            <p:cNvSpPr/>
            <p:nvPr/>
          </p:nvSpPr>
          <p:spPr>
            <a:xfrm flipH="1" rot="10800000">
              <a:off x="65303" y="4988922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21"/>
            <p:cNvSpPr/>
            <p:nvPr/>
          </p:nvSpPr>
          <p:spPr>
            <a:xfrm flipH="1" rot="10800000">
              <a:off x="65303" y="4196618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21"/>
            <p:cNvSpPr/>
            <p:nvPr/>
          </p:nvSpPr>
          <p:spPr>
            <a:xfrm flipH="1" rot="10800000">
              <a:off x="65303" y="4592768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2" name="Google Shape;522;p21"/>
          <p:cNvGrpSpPr/>
          <p:nvPr/>
        </p:nvGrpSpPr>
        <p:grpSpPr>
          <a:xfrm>
            <a:off x="8002092" y="48916"/>
            <a:ext cx="1096050" cy="874516"/>
            <a:chOff x="4378999" y="3537516"/>
            <a:chExt cx="1096050" cy="874516"/>
          </a:xfrm>
        </p:grpSpPr>
        <p:sp>
          <p:nvSpPr>
            <p:cNvPr id="523" name="Google Shape;523;p21"/>
            <p:cNvSpPr/>
            <p:nvPr/>
          </p:nvSpPr>
          <p:spPr>
            <a:xfrm flipH="1" rot="10800000">
              <a:off x="4378999" y="4329832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21"/>
            <p:cNvSpPr/>
            <p:nvPr/>
          </p:nvSpPr>
          <p:spPr>
            <a:xfrm flipH="1" rot="10800000">
              <a:off x="4378999" y="3933674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21"/>
            <p:cNvSpPr/>
            <p:nvPr/>
          </p:nvSpPr>
          <p:spPr>
            <a:xfrm flipH="1" rot="10800000">
              <a:off x="4716949" y="4329832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21"/>
            <p:cNvSpPr/>
            <p:nvPr/>
          </p:nvSpPr>
          <p:spPr>
            <a:xfrm flipH="1" rot="10800000">
              <a:off x="4716949" y="3933674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21"/>
            <p:cNvSpPr/>
            <p:nvPr/>
          </p:nvSpPr>
          <p:spPr>
            <a:xfrm flipH="1" rot="10800000">
              <a:off x="4716949" y="3537516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21"/>
            <p:cNvSpPr/>
            <p:nvPr/>
          </p:nvSpPr>
          <p:spPr>
            <a:xfrm flipH="1" rot="10800000">
              <a:off x="5054899" y="4329832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21"/>
            <p:cNvSpPr/>
            <p:nvPr/>
          </p:nvSpPr>
          <p:spPr>
            <a:xfrm flipH="1" rot="10800000">
              <a:off x="5054899" y="3933674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21"/>
            <p:cNvSpPr/>
            <p:nvPr/>
          </p:nvSpPr>
          <p:spPr>
            <a:xfrm flipH="1" rot="10800000">
              <a:off x="5054899" y="3537516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21"/>
            <p:cNvSpPr/>
            <p:nvPr/>
          </p:nvSpPr>
          <p:spPr>
            <a:xfrm flipH="1" rot="10800000">
              <a:off x="5392849" y="4329832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21"/>
            <p:cNvSpPr/>
            <p:nvPr/>
          </p:nvSpPr>
          <p:spPr>
            <a:xfrm flipH="1" rot="10800000">
              <a:off x="5392849" y="3933674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21"/>
            <p:cNvSpPr/>
            <p:nvPr/>
          </p:nvSpPr>
          <p:spPr>
            <a:xfrm flipH="1" rot="10800000">
              <a:off x="5392849" y="3537516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21"/>
            <p:cNvSpPr/>
            <p:nvPr/>
          </p:nvSpPr>
          <p:spPr>
            <a:xfrm flipH="1" rot="10800000">
              <a:off x="4378999" y="3537516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5" name="Google Shape;535;p21"/>
          <p:cNvSpPr/>
          <p:nvPr/>
        </p:nvSpPr>
        <p:spPr>
          <a:xfrm rot="5400000">
            <a:off x="78445" y="94690"/>
            <a:ext cx="535500" cy="746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21"/>
          <p:cNvSpPr/>
          <p:nvPr/>
        </p:nvSpPr>
        <p:spPr>
          <a:xfrm rot="-5400000">
            <a:off x="348550" y="-312250"/>
            <a:ext cx="605100" cy="605100"/>
          </a:xfrm>
          <a:prstGeom prst="pie">
            <a:avLst>
              <a:gd fmla="val 5430362" name="adj1"/>
              <a:gd fmla="val 1620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3_1_1"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40" name="Google Shape;540;p22"/>
          <p:cNvSpPr txBox="1"/>
          <p:nvPr>
            <p:ph idx="1" type="subTitle"/>
          </p:nvPr>
        </p:nvSpPr>
        <p:spPr>
          <a:xfrm>
            <a:off x="3845700" y="2716025"/>
            <a:ext cx="1452600" cy="4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yon"/>
              <a:buNone/>
              <a:defRPr sz="1800">
                <a:solidFill>
                  <a:schemeClr val="accent6"/>
                </a:solidFill>
                <a:latin typeface="Bayon"/>
                <a:ea typeface="Bayon"/>
                <a:cs typeface="Bayon"/>
                <a:sym typeface="Bayo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9pPr>
          </a:lstStyle>
          <a:p/>
        </p:txBody>
      </p:sp>
      <p:sp>
        <p:nvSpPr>
          <p:cNvPr id="541" name="Google Shape;541;p22"/>
          <p:cNvSpPr txBox="1"/>
          <p:nvPr>
            <p:ph idx="2" type="subTitle"/>
          </p:nvPr>
        </p:nvSpPr>
        <p:spPr>
          <a:xfrm>
            <a:off x="3401549" y="3340300"/>
            <a:ext cx="2340900" cy="8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>
                <a:solidFill>
                  <a:srgbClr val="595959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2" name="Google Shape;542;p22"/>
          <p:cNvSpPr txBox="1"/>
          <p:nvPr>
            <p:ph idx="3" type="subTitle"/>
          </p:nvPr>
        </p:nvSpPr>
        <p:spPr>
          <a:xfrm>
            <a:off x="6526702" y="2716025"/>
            <a:ext cx="1452600" cy="4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yon"/>
              <a:buNone/>
              <a:defRPr sz="1800">
                <a:solidFill>
                  <a:schemeClr val="accent6"/>
                </a:solidFill>
                <a:latin typeface="Bayon"/>
                <a:ea typeface="Bayon"/>
                <a:cs typeface="Bayon"/>
                <a:sym typeface="Bayo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9pPr>
          </a:lstStyle>
          <a:p/>
        </p:txBody>
      </p:sp>
      <p:sp>
        <p:nvSpPr>
          <p:cNvPr id="543" name="Google Shape;543;p22"/>
          <p:cNvSpPr txBox="1"/>
          <p:nvPr>
            <p:ph idx="4" type="subTitle"/>
          </p:nvPr>
        </p:nvSpPr>
        <p:spPr>
          <a:xfrm>
            <a:off x="6082551" y="3340300"/>
            <a:ext cx="2340900" cy="8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>
                <a:solidFill>
                  <a:srgbClr val="595959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4" name="Google Shape;544;p22"/>
          <p:cNvSpPr txBox="1"/>
          <p:nvPr>
            <p:ph idx="5" type="subTitle"/>
          </p:nvPr>
        </p:nvSpPr>
        <p:spPr>
          <a:xfrm>
            <a:off x="1156700" y="2716025"/>
            <a:ext cx="1452600" cy="4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yon"/>
              <a:buNone/>
              <a:defRPr sz="1800">
                <a:solidFill>
                  <a:schemeClr val="accent6"/>
                </a:solidFill>
                <a:latin typeface="Bayon"/>
                <a:ea typeface="Bayon"/>
                <a:cs typeface="Bayon"/>
                <a:sym typeface="Bayo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9pPr>
          </a:lstStyle>
          <a:p/>
        </p:txBody>
      </p:sp>
      <p:sp>
        <p:nvSpPr>
          <p:cNvPr id="545" name="Google Shape;545;p22"/>
          <p:cNvSpPr txBox="1"/>
          <p:nvPr>
            <p:ph idx="6" type="subTitle"/>
          </p:nvPr>
        </p:nvSpPr>
        <p:spPr>
          <a:xfrm>
            <a:off x="710450" y="3340300"/>
            <a:ext cx="2345100" cy="8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>
                <a:solidFill>
                  <a:srgbClr val="595959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46" name="Google Shape;546;p22"/>
          <p:cNvGrpSpPr/>
          <p:nvPr/>
        </p:nvGrpSpPr>
        <p:grpSpPr>
          <a:xfrm>
            <a:off x="97474" y="4559637"/>
            <a:ext cx="1394252" cy="484635"/>
            <a:chOff x="97475" y="4643613"/>
            <a:chExt cx="1241100" cy="431400"/>
          </a:xfrm>
        </p:grpSpPr>
        <p:sp>
          <p:nvSpPr>
            <p:cNvPr id="547" name="Google Shape;547;p22"/>
            <p:cNvSpPr/>
            <p:nvPr/>
          </p:nvSpPr>
          <p:spPr>
            <a:xfrm>
              <a:off x="97475" y="464361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22"/>
            <p:cNvSpPr/>
            <p:nvPr/>
          </p:nvSpPr>
          <p:spPr>
            <a:xfrm>
              <a:off x="402275" y="464361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22"/>
            <p:cNvSpPr/>
            <p:nvPr/>
          </p:nvSpPr>
          <p:spPr>
            <a:xfrm>
              <a:off x="707075" y="464361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22"/>
            <p:cNvSpPr/>
            <p:nvPr/>
          </p:nvSpPr>
          <p:spPr>
            <a:xfrm>
              <a:off x="97475" y="500091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22"/>
            <p:cNvSpPr/>
            <p:nvPr/>
          </p:nvSpPr>
          <p:spPr>
            <a:xfrm>
              <a:off x="402275" y="500091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22"/>
            <p:cNvSpPr/>
            <p:nvPr/>
          </p:nvSpPr>
          <p:spPr>
            <a:xfrm>
              <a:off x="707075" y="500091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22"/>
            <p:cNvSpPr/>
            <p:nvPr/>
          </p:nvSpPr>
          <p:spPr>
            <a:xfrm>
              <a:off x="985775" y="464361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22"/>
            <p:cNvSpPr/>
            <p:nvPr/>
          </p:nvSpPr>
          <p:spPr>
            <a:xfrm>
              <a:off x="985775" y="500091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22"/>
            <p:cNvSpPr/>
            <p:nvPr/>
          </p:nvSpPr>
          <p:spPr>
            <a:xfrm>
              <a:off x="1264475" y="464361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22"/>
            <p:cNvSpPr/>
            <p:nvPr/>
          </p:nvSpPr>
          <p:spPr>
            <a:xfrm>
              <a:off x="1264475" y="500091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7" name="Google Shape;557;p22"/>
          <p:cNvGrpSpPr/>
          <p:nvPr/>
        </p:nvGrpSpPr>
        <p:grpSpPr>
          <a:xfrm>
            <a:off x="7695599" y="63738"/>
            <a:ext cx="1394252" cy="484635"/>
            <a:chOff x="97475" y="4643613"/>
            <a:chExt cx="1241100" cy="431400"/>
          </a:xfrm>
        </p:grpSpPr>
        <p:sp>
          <p:nvSpPr>
            <p:cNvPr id="558" name="Google Shape;558;p22"/>
            <p:cNvSpPr/>
            <p:nvPr/>
          </p:nvSpPr>
          <p:spPr>
            <a:xfrm>
              <a:off x="97475" y="464361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22"/>
            <p:cNvSpPr/>
            <p:nvPr/>
          </p:nvSpPr>
          <p:spPr>
            <a:xfrm>
              <a:off x="402275" y="464361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22"/>
            <p:cNvSpPr/>
            <p:nvPr/>
          </p:nvSpPr>
          <p:spPr>
            <a:xfrm>
              <a:off x="707075" y="464361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22"/>
            <p:cNvSpPr/>
            <p:nvPr/>
          </p:nvSpPr>
          <p:spPr>
            <a:xfrm>
              <a:off x="97475" y="500091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22"/>
            <p:cNvSpPr/>
            <p:nvPr/>
          </p:nvSpPr>
          <p:spPr>
            <a:xfrm>
              <a:off x="402275" y="500091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22"/>
            <p:cNvSpPr/>
            <p:nvPr/>
          </p:nvSpPr>
          <p:spPr>
            <a:xfrm>
              <a:off x="707075" y="500091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22"/>
            <p:cNvSpPr/>
            <p:nvPr/>
          </p:nvSpPr>
          <p:spPr>
            <a:xfrm>
              <a:off x="985775" y="464361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22"/>
            <p:cNvSpPr/>
            <p:nvPr/>
          </p:nvSpPr>
          <p:spPr>
            <a:xfrm>
              <a:off x="985775" y="500091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22"/>
            <p:cNvSpPr/>
            <p:nvPr/>
          </p:nvSpPr>
          <p:spPr>
            <a:xfrm>
              <a:off x="1264475" y="464361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22"/>
            <p:cNvSpPr/>
            <p:nvPr/>
          </p:nvSpPr>
          <p:spPr>
            <a:xfrm>
              <a:off x="1264475" y="500091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8" name="Google Shape;568;p22"/>
          <p:cNvSpPr/>
          <p:nvPr/>
        </p:nvSpPr>
        <p:spPr>
          <a:xfrm rot="5400000">
            <a:off x="8035495" y="4616994"/>
            <a:ext cx="1108500" cy="1108500"/>
          </a:xfrm>
          <a:prstGeom prst="pie">
            <a:avLst>
              <a:gd fmla="val 5361289" name="adj1"/>
              <a:gd fmla="val 1620000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9" name="Google Shape;569;p22"/>
          <p:cNvGrpSpPr/>
          <p:nvPr/>
        </p:nvGrpSpPr>
        <p:grpSpPr>
          <a:xfrm rot="10800000">
            <a:off x="6870392" y="4805600"/>
            <a:ext cx="1695175" cy="174579"/>
            <a:chOff x="2080350" y="403250"/>
            <a:chExt cx="1168200" cy="120300"/>
          </a:xfrm>
        </p:grpSpPr>
        <p:cxnSp>
          <p:nvCxnSpPr>
            <p:cNvPr id="570" name="Google Shape;570;p22"/>
            <p:cNvCxnSpPr/>
            <p:nvPr/>
          </p:nvCxnSpPr>
          <p:spPr>
            <a:xfrm flipH="1" rot="10800000">
              <a:off x="2080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1" name="Google Shape;571;p22"/>
            <p:cNvCxnSpPr/>
            <p:nvPr/>
          </p:nvCxnSpPr>
          <p:spPr>
            <a:xfrm flipH="1" rot="10800000">
              <a:off x="2186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2" name="Google Shape;572;p22"/>
            <p:cNvCxnSpPr/>
            <p:nvPr/>
          </p:nvCxnSpPr>
          <p:spPr>
            <a:xfrm flipH="1" rot="10800000">
              <a:off x="2292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3" name="Google Shape;573;p22"/>
            <p:cNvCxnSpPr/>
            <p:nvPr/>
          </p:nvCxnSpPr>
          <p:spPr>
            <a:xfrm flipH="1" rot="10800000">
              <a:off x="2398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4" name="Google Shape;574;p22"/>
            <p:cNvCxnSpPr/>
            <p:nvPr/>
          </p:nvCxnSpPr>
          <p:spPr>
            <a:xfrm flipH="1" rot="10800000">
              <a:off x="2505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5" name="Google Shape;575;p22"/>
            <p:cNvCxnSpPr/>
            <p:nvPr/>
          </p:nvCxnSpPr>
          <p:spPr>
            <a:xfrm flipH="1" rot="10800000">
              <a:off x="2611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6" name="Google Shape;576;p22"/>
            <p:cNvCxnSpPr/>
            <p:nvPr/>
          </p:nvCxnSpPr>
          <p:spPr>
            <a:xfrm flipH="1" rot="10800000">
              <a:off x="2717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7" name="Google Shape;577;p22"/>
            <p:cNvCxnSpPr/>
            <p:nvPr/>
          </p:nvCxnSpPr>
          <p:spPr>
            <a:xfrm flipH="1" rot="10800000">
              <a:off x="2823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8" name="Google Shape;578;p22"/>
            <p:cNvCxnSpPr/>
            <p:nvPr/>
          </p:nvCxnSpPr>
          <p:spPr>
            <a:xfrm flipH="1" rot="10800000">
              <a:off x="2929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9" name="Google Shape;579;p22"/>
            <p:cNvCxnSpPr/>
            <p:nvPr/>
          </p:nvCxnSpPr>
          <p:spPr>
            <a:xfrm flipH="1" rot="10800000">
              <a:off x="3036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0" name="Google Shape;580;p22"/>
            <p:cNvCxnSpPr/>
            <p:nvPr/>
          </p:nvCxnSpPr>
          <p:spPr>
            <a:xfrm flipH="1" rot="10800000">
              <a:off x="3142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81" name="Google Shape;581;p22"/>
          <p:cNvSpPr/>
          <p:nvPr/>
        </p:nvSpPr>
        <p:spPr>
          <a:xfrm rot="5400000">
            <a:off x="84867" y="-93909"/>
            <a:ext cx="678000" cy="8658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2" name="Google Shape;582;p22"/>
          <p:cNvGrpSpPr/>
          <p:nvPr/>
        </p:nvGrpSpPr>
        <p:grpSpPr>
          <a:xfrm rot="-5400000">
            <a:off x="-476713" y="1006313"/>
            <a:ext cx="1647035" cy="155464"/>
            <a:chOff x="1655550" y="403250"/>
            <a:chExt cx="1274400" cy="120300"/>
          </a:xfrm>
        </p:grpSpPr>
        <p:cxnSp>
          <p:nvCxnSpPr>
            <p:cNvPr id="583" name="Google Shape;583;p22"/>
            <p:cNvCxnSpPr/>
            <p:nvPr/>
          </p:nvCxnSpPr>
          <p:spPr>
            <a:xfrm flipH="1" rot="10800000">
              <a:off x="1655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4" name="Google Shape;584;p22"/>
            <p:cNvCxnSpPr/>
            <p:nvPr/>
          </p:nvCxnSpPr>
          <p:spPr>
            <a:xfrm flipH="1" rot="10800000">
              <a:off x="1761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5" name="Google Shape;585;p22"/>
            <p:cNvCxnSpPr/>
            <p:nvPr/>
          </p:nvCxnSpPr>
          <p:spPr>
            <a:xfrm flipH="1" rot="10800000">
              <a:off x="1867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6" name="Google Shape;586;p22"/>
            <p:cNvCxnSpPr/>
            <p:nvPr/>
          </p:nvCxnSpPr>
          <p:spPr>
            <a:xfrm flipH="1" rot="10800000">
              <a:off x="1974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7" name="Google Shape;587;p22"/>
            <p:cNvCxnSpPr/>
            <p:nvPr/>
          </p:nvCxnSpPr>
          <p:spPr>
            <a:xfrm flipH="1" rot="10800000">
              <a:off x="2080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8" name="Google Shape;588;p22"/>
            <p:cNvCxnSpPr/>
            <p:nvPr/>
          </p:nvCxnSpPr>
          <p:spPr>
            <a:xfrm flipH="1" rot="10800000">
              <a:off x="2186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9" name="Google Shape;589;p22"/>
            <p:cNvCxnSpPr/>
            <p:nvPr/>
          </p:nvCxnSpPr>
          <p:spPr>
            <a:xfrm flipH="1" rot="10800000">
              <a:off x="2292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0" name="Google Shape;590;p22"/>
            <p:cNvCxnSpPr/>
            <p:nvPr/>
          </p:nvCxnSpPr>
          <p:spPr>
            <a:xfrm flipH="1" rot="10800000">
              <a:off x="2398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1" name="Google Shape;591;p22"/>
            <p:cNvCxnSpPr/>
            <p:nvPr/>
          </p:nvCxnSpPr>
          <p:spPr>
            <a:xfrm flipH="1" rot="10800000">
              <a:off x="2505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2" name="Google Shape;592;p22"/>
            <p:cNvCxnSpPr/>
            <p:nvPr/>
          </p:nvCxnSpPr>
          <p:spPr>
            <a:xfrm flipH="1" rot="10800000">
              <a:off x="2611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3" name="Google Shape;593;p22"/>
            <p:cNvCxnSpPr/>
            <p:nvPr/>
          </p:nvCxnSpPr>
          <p:spPr>
            <a:xfrm flipH="1" rot="10800000">
              <a:off x="2717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4" name="Google Shape;594;p22"/>
            <p:cNvCxnSpPr/>
            <p:nvPr/>
          </p:nvCxnSpPr>
          <p:spPr>
            <a:xfrm flipH="1" rot="10800000">
              <a:off x="2823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95" name="Google Shape;595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_1"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23"/>
          <p:cNvSpPr txBox="1"/>
          <p:nvPr>
            <p:ph idx="1" type="subTitle"/>
          </p:nvPr>
        </p:nvSpPr>
        <p:spPr>
          <a:xfrm>
            <a:off x="3378000" y="1467300"/>
            <a:ext cx="5046000" cy="13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8" name="Google Shape;598;p23"/>
          <p:cNvSpPr txBox="1"/>
          <p:nvPr>
            <p:ph idx="2" type="subTitle"/>
          </p:nvPr>
        </p:nvSpPr>
        <p:spPr>
          <a:xfrm>
            <a:off x="5934600" y="3024197"/>
            <a:ext cx="2489400" cy="5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aytone One"/>
              <a:buNone/>
              <a:defRPr sz="2500">
                <a:solidFill>
                  <a:schemeClr val="accent6"/>
                </a:solidFill>
                <a:latin typeface="Bayon"/>
                <a:ea typeface="Bayon"/>
                <a:cs typeface="Bayon"/>
                <a:sym typeface="Bay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aytone One"/>
              <a:buNone/>
              <a:defRPr>
                <a:solidFill>
                  <a:schemeClr val="lt1"/>
                </a:solidFill>
                <a:latin typeface="Paytone One"/>
                <a:ea typeface="Paytone One"/>
                <a:cs typeface="Paytone One"/>
                <a:sym typeface="Paytone On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aytone One"/>
              <a:buNone/>
              <a:defRPr>
                <a:solidFill>
                  <a:schemeClr val="lt1"/>
                </a:solidFill>
                <a:latin typeface="Paytone One"/>
                <a:ea typeface="Paytone One"/>
                <a:cs typeface="Paytone One"/>
                <a:sym typeface="Paytone On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aytone One"/>
              <a:buNone/>
              <a:defRPr>
                <a:solidFill>
                  <a:schemeClr val="lt1"/>
                </a:solidFill>
                <a:latin typeface="Paytone One"/>
                <a:ea typeface="Paytone One"/>
                <a:cs typeface="Paytone One"/>
                <a:sym typeface="Paytone On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aytone One"/>
              <a:buNone/>
              <a:defRPr>
                <a:solidFill>
                  <a:schemeClr val="lt1"/>
                </a:solidFill>
                <a:latin typeface="Paytone One"/>
                <a:ea typeface="Paytone One"/>
                <a:cs typeface="Paytone One"/>
                <a:sym typeface="Paytone On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aytone One"/>
              <a:buNone/>
              <a:defRPr>
                <a:solidFill>
                  <a:schemeClr val="lt1"/>
                </a:solidFill>
                <a:latin typeface="Paytone One"/>
                <a:ea typeface="Paytone One"/>
                <a:cs typeface="Paytone One"/>
                <a:sym typeface="Paytone On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aytone One"/>
              <a:buNone/>
              <a:defRPr>
                <a:solidFill>
                  <a:schemeClr val="lt1"/>
                </a:solidFill>
                <a:latin typeface="Paytone One"/>
                <a:ea typeface="Paytone One"/>
                <a:cs typeface="Paytone One"/>
                <a:sym typeface="Paytone On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aytone One"/>
              <a:buNone/>
              <a:defRPr>
                <a:solidFill>
                  <a:schemeClr val="lt1"/>
                </a:solidFill>
                <a:latin typeface="Paytone One"/>
                <a:ea typeface="Paytone One"/>
                <a:cs typeface="Paytone One"/>
                <a:sym typeface="Paytone On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aytone One"/>
              <a:buNone/>
              <a:defRPr>
                <a:solidFill>
                  <a:schemeClr val="lt1"/>
                </a:solidFill>
                <a:latin typeface="Paytone One"/>
                <a:ea typeface="Paytone One"/>
                <a:cs typeface="Paytone One"/>
                <a:sym typeface="Paytone One"/>
              </a:defRPr>
            </a:lvl9pPr>
          </a:lstStyle>
          <a:p/>
        </p:txBody>
      </p:sp>
      <p:sp>
        <p:nvSpPr>
          <p:cNvPr id="599" name="Google Shape;599;p23"/>
          <p:cNvSpPr/>
          <p:nvPr/>
        </p:nvSpPr>
        <p:spPr>
          <a:xfrm flipH="1" rot="5400000">
            <a:off x="51908" y="243754"/>
            <a:ext cx="461700" cy="5655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23"/>
          <p:cNvSpPr/>
          <p:nvPr/>
        </p:nvSpPr>
        <p:spPr>
          <a:xfrm flipH="1">
            <a:off x="331200" y="586756"/>
            <a:ext cx="234300" cy="234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1" name="Google Shape;601;p23"/>
          <p:cNvGrpSpPr/>
          <p:nvPr/>
        </p:nvGrpSpPr>
        <p:grpSpPr>
          <a:xfrm flipH="1">
            <a:off x="109675" y="96520"/>
            <a:ext cx="1759150" cy="132823"/>
            <a:chOff x="1655550" y="403250"/>
            <a:chExt cx="1593000" cy="120300"/>
          </a:xfrm>
        </p:grpSpPr>
        <p:cxnSp>
          <p:nvCxnSpPr>
            <p:cNvPr id="602" name="Google Shape;602;p23"/>
            <p:cNvCxnSpPr/>
            <p:nvPr/>
          </p:nvCxnSpPr>
          <p:spPr>
            <a:xfrm flipH="1" rot="10800000">
              <a:off x="1655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3" name="Google Shape;603;p23"/>
            <p:cNvCxnSpPr/>
            <p:nvPr/>
          </p:nvCxnSpPr>
          <p:spPr>
            <a:xfrm flipH="1" rot="10800000">
              <a:off x="1761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4" name="Google Shape;604;p23"/>
            <p:cNvCxnSpPr/>
            <p:nvPr/>
          </p:nvCxnSpPr>
          <p:spPr>
            <a:xfrm flipH="1" rot="10800000">
              <a:off x="1867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5" name="Google Shape;605;p23"/>
            <p:cNvCxnSpPr/>
            <p:nvPr/>
          </p:nvCxnSpPr>
          <p:spPr>
            <a:xfrm flipH="1" rot="10800000">
              <a:off x="1974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6" name="Google Shape;606;p23"/>
            <p:cNvCxnSpPr/>
            <p:nvPr/>
          </p:nvCxnSpPr>
          <p:spPr>
            <a:xfrm flipH="1" rot="10800000">
              <a:off x="2080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7" name="Google Shape;607;p23"/>
            <p:cNvCxnSpPr/>
            <p:nvPr/>
          </p:nvCxnSpPr>
          <p:spPr>
            <a:xfrm flipH="1" rot="10800000">
              <a:off x="2186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8" name="Google Shape;608;p23"/>
            <p:cNvCxnSpPr/>
            <p:nvPr/>
          </p:nvCxnSpPr>
          <p:spPr>
            <a:xfrm flipH="1" rot="10800000">
              <a:off x="2292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9" name="Google Shape;609;p23"/>
            <p:cNvCxnSpPr/>
            <p:nvPr/>
          </p:nvCxnSpPr>
          <p:spPr>
            <a:xfrm flipH="1" rot="10800000">
              <a:off x="2398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0" name="Google Shape;610;p23"/>
            <p:cNvCxnSpPr/>
            <p:nvPr/>
          </p:nvCxnSpPr>
          <p:spPr>
            <a:xfrm flipH="1" rot="10800000">
              <a:off x="2505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1" name="Google Shape;611;p23"/>
            <p:cNvCxnSpPr/>
            <p:nvPr/>
          </p:nvCxnSpPr>
          <p:spPr>
            <a:xfrm flipH="1" rot="10800000">
              <a:off x="2611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2" name="Google Shape;612;p23"/>
            <p:cNvCxnSpPr/>
            <p:nvPr/>
          </p:nvCxnSpPr>
          <p:spPr>
            <a:xfrm flipH="1" rot="10800000">
              <a:off x="2717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3" name="Google Shape;613;p23"/>
            <p:cNvCxnSpPr/>
            <p:nvPr/>
          </p:nvCxnSpPr>
          <p:spPr>
            <a:xfrm flipH="1" rot="10800000">
              <a:off x="2823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4" name="Google Shape;614;p23"/>
            <p:cNvCxnSpPr/>
            <p:nvPr/>
          </p:nvCxnSpPr>
          <p:spPr>
            <a:xfrm flipH="1" rot="10800000">
              <a:off x="2929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5" name="Google Shape;615;p23"/>
            <p:cNvCxnSpPr/>
            <p:nvPr/>
          </p:nvCxnSpPr>
          <p:spPr>
            <a:xfrm flipH="1" rot="10800000">
              <a:off x="3036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6" name="Google Shape;616;p23"/>
            <p:cNvCxnSpPr/>
            <p:nvPr/>
          </p:nvCxnSpPr>
          <p:spPr>
            <a:xfrm flipH="1" rot="10800000">
              <a:off x="3142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17" name="Google Shape;617;p23"/>
          <p:cNvSpPr/>
          <p:nvPr/>
        </p:nvSpPr>
        <p:spPr>
          <a:xfrm flipH="1">
            <a:off x="8276843" y="4476292"/>
            <a:ext cx="291600" cy="2916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23"/>
          <p:cNvSpPr/>
          <p:nvPr/>
        </p:nvSpPr>
        <p:spPr>
          <a:xfrm flipH="1" rot="-5400000">
            <a:off x="8473217" y="4479176"/>
            <a:ext cx="1352700" cy="1352700"/>
          </a:xfrm>
          <a:prstGeom prst="pie">
            <a:avLst>
              <a:gd fmla="val 10723624" name="adj1"/>
              <a:gd fmla="val 1620000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9" name="Google Shape;619;p23"/>
          <p:cNvGrpSpPr/>
          <p:nvPr/>
        </p:nvGrpSpPr>
        <p:grpSpPr>
          <a:xfrm>
            <a:off x="6958492" y="96531"/>
            <a:ext cx="2109900" cy="874516"/>
            <a:chOff x="3365149" y="3537516"/>
            <a:chExt cx="2109900" cy="874516"/>
          </a:xfrm>
        </p:grpSpPr>
        <p:sp>
          <p:nvSpPr>
            <p:cNvPr id="620" name="Google Shape;620;p23"/>
            <p:cNvSpPr/>
            <p:nvPr/>
          </p:nvSpPr>
          <p:spPr>
            <a:xfrm flipH="1" rot="10800000">
              <a:off x="4041049" y="4329820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23"/>
            <p:cNvSpPr/>
            <p:nvPr/>
          </p:nvSpPr>
          <p:spPr>
            <a:xfrm flipH="1" rot="10800000">
              <a:off x="4378999" y="4329832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23"/>
            <p:cNvSpPr/>
            <p:nvPr/>
          </p:nvSpPr>
          <p:spPr>
            <a:xfrm flipH="1" rot="10800000">
              <a:off x="4378999" y="3933674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23"/>
            <p:cNvSpPr/>
            <p:nvPr/>
          </p:nvSpPr>
          <p:spPr>
            <a:xfrm flipH="1" rot="10800000">
              <a:off x="4716949" y="4329832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23"/>
            <p:cNvSpPr/>
            <p:nvPr/>
          </p:nvSpPr>
          <p:spPr>
            <a:xfrm flipH="1" rot="10800000">
              <a:off x="4716949" y="3933674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23"/>
            <p:cNvSpPr/>
            <p:nvPr/>
          </p:nvSpPr>
          <p:spPr>
            <a:xfrm flipH="1" rot="10800000">
              <a:off x="4716949" y="3537516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23"/>
            <p:cNvSpPr/>
            <p:nvPr/>
          </p:nvSpPr>
          <p:spPr>
            <a:xfrm flipH="1" rot="10800000">
              <a:off x="5054899" y="4329832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23"/>
            <p:cNvSpPr/>
            <p:nvPr/>
          </p:nvSpPr>
          <p:spPr>
            <a:xfrm flipH="1" rot="10800000">
              <a:off x="5054899" y="3933674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23"/>
            <p:cNvSpPr/>
            <p:nvPr/>
          </p:nvSpPr>
          <p:spPr>
            <a:xfrm flipH="1" rot="10800000">
              <a:off x="5054899" y="3537516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23"/>
            <p:cNvSpPr/>
            <p:nvPr/>
          </p:nvSpPr>
          <p:spPr>
            <a:xfrm flipH="1" rot="10800000">
              <a:off x="5392849" y="4329832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23"/>
            <p:cNvSpPr/>
            <p:nvPr/>
          </p:nvSpPr>
          <p:spPr>
            <a:xfrm flipH="1" rot="10800000">
              <a:off x="5392849" y="3933674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23"/>
            <p:cNvSpPr/>
            <p:nvPr/>
          </p:nvSpPr>
          <p:spPr>
            <a:xfrm flipH="1" rot="10800000">
              <a:off x="5392849" y="3537516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23"/>
            <p:cNvSpPr/>
            <p:nvPr/>
          </p:nvSpPr>
          <p:spPr>
            <a:xfrm flipH="1" rot="10800000">
              <a:off x="4378999" y="3537516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23"/>
            <p:cNvSpPr/>
            <p:nvPr/>
          </p:nvSpPr>
          <p:spPr>
            <a:xfrm flipH="1" rot="10800000">
              <a:off x="4041049" y="3537516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23"/>
            <p:cNvSpPr/>
            <p:nvPr/>
          </p:nvSpPr>
          <p:spPr>
            <a:xfrm flipH="1" rot="10800000">
              <a:off x="4041049" y="3933666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23"/>
            <p:cNvSpPr/>
            <p:nvPr/>
          </p:nvSpPr>
          <p:spPr>
            <a:xfrm flipH="1" rot="10800000">
              <a:off x="3703099" y="4329820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23"/>
            <p:cNvSpPr/>
            <p:nvPr/>
          </p:nvSpPr>
          <p:spPr>
            <a:xfrm flipH="1" rot="10800000">
              <a:off x="3703099" y="3933666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23"/>
            <p:cNvSpPr/>
            <p:nvPr/>
          </p:nvSpPr>
          <p:spPr>
            <a:xfrm flipH="1" rot="10800000">
              <a:off x="3365149" y="4329820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8" name="Google Shape;638;p23"/>
          <p:cNvGrpSpPr/>
          <p:nvPr/>
        </p:nvGrpSpPr>
        <p:grpSpPr>
          <a:xfrm>
            <a:off x="125899" y="4532975"/>
            <a:ext cx="1434000" cy="478366"/>
            <a:chOff x="7668799" y="4618900"/>
            <a:chExt cx="1434000" cy="478366"/>
          </a:xfrm>
        </p:grpSpPr>
        <p:sp>
          <p:nvSpPr>
            <p:cNvPr id="639" name="Google Shape;639;p23"/>
            <p:cNvSpPr/>
            <p:nvPr/>
          </p:nvSpPr>
          <p:spPr>
            <a:xfrm flipH="1" rot="10800000">
              <a:off x="8344699" y="5015053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23"/>
            <p:cNvSpPr/>
            <p:nvPr/>
          </p:nvSpPr>
          <p:spPr>
            <a:xfrm flipH="1" rot="10800000">
              <a:off x="8682649" y="5015066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23"/>
            <p:cNvSpPr/>
            <p:nvPr/>
          </p:nvSpPr>
          <p:spPr>
            <a:xfrm flipH="1" rot="10800000">
              <a:off x="8682649" y="4618908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23"/>
            <p:cNvSpPr/>
            <p:nvPr/>
          </p:nvSpPr>
          <p:spPr>
            <a:xfrm flipH="1" rot="10800000">
              <a:off x="9020599" y="5015066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23"/>
            <p:cNvSpPr/>
            <p:nvPr/>
          </p:nvSpPr>
          <p:spPr>
            <a:xfrm flipH="1" rot="10800000">
              <a:off x="9020599" y="4618908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23"/>
            <p:cNvSpPr/>
            <p:nvPr/>
          </p:nvSpPr>
          <p:spPr>
            <a:xfrm flipH="1" rot="10800000">
              <a:off x="8344699" y="4618900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23"/>
            <p:cNvSpPr/>
            <p:nvPr/>
          </p:nvSpPr>
          <p:spPr>
            <a:xfrm flipH="1" rot="10800000">
              <a:off x="8006749" y="5015053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23"/>
            <p:cNvSpPr/>
            <p:nvPr/>
          </p:nvSpPr>
          <p:spPr>
            <a:xfrm flipH="1" rot="10800000">
              <a:off x="8006749" y="4618900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23"/>
            <p:cNvSpPr/>
            <p:nvPr/>
          </p:nvSpPr>
          <p:spPr>
            <a:xfrm flipH="1" rot="10800000">
              <a:off x="7668799" y="5015053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23"/>
            <p:cNvSpPr/>
            <p:nvPr/>
          </p:nvSpPr>
          <p:spPr>
            <a:xfrm flipH="1" rot="10800000">
              <a:off x="7668799" y="4618900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9" name="Google Shape;649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5_2"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24"/>
          <p:cNvSpPr txBox="1"/>
          <p:nvPr>
            <p:ph type="title"/>
          </p:nvPr>
        </p:nvSpPr>
        <p:spPr>
          <a:xfrm>
            <a:off x="720000" y="2650950"/>
            <a:ext cx="219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accent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652" name="Google Shape;652;p24"/>
          <p:cNvSpPr txBox="1"/>
          <p:nvPr>
            <p:ph idx="1" type="body"/>
          </p:nvPr>
        </p:nvSpPr>
        <p:spPr>
          <a:xfrm>
            <a:off x="720000" y="3356725"/>
            <a:ext cx="26427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naheim"/>
              <a:buChar char="●"/>
              <a:defRPr sz="1800">
                <a:latin typeface="Didact Gothic"/>
                <a:ea typeface="Didact Gothic"/>
                <a:cs typeface="Didact Gothic"/>
                <a:sym typeface="Didact Gothic"/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9pPr>
          </a:lstStyle>
          <a:p/>
        </p:txBody>
      </p:sp>
      <p:sp>
        <p:nvSpPr>
          <p:cNvPr id="653" name="Google Shape;653;p24"/>
          <p:cNvSpPr/>
          <p:nvPr/>
        </p:nvSpPr>
        <p:spPr>
          <a:xfrm rot="-5400000">
            <a:off x="-53469" y="-517648"/>
            <a:ext cx="1014900" cy="1014900"/>
          </a:xfrm>
          <a:prstGeom prst="pie">
            <a:avLst>
              <a:gd fmla="val 5393849" name="adj1"/>
              <a:gd fmla="val 162000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4" name="Google Shape;654;p24"/>
          <p:cNvGrpSpPr/>
          <p:nvPr/>
        </p:nvGrpSpPr>
        <p:grpSpPr>
          <a:xfrm>
            <a:off x="449455" y="200038"/>
            <a:ext cx="1822902" cy="172065"/>
            <a:chOff x="1655550" y="403250"/>
            <a:chExt cx="1274400" cy="120300"/>
          </a:xfrm>
        </p:grpSpPr>
        <p:cxnSp>
          <p:nvCxnSpPr>
            <p:cNvPr id="655" name="Google Shape;655;p24"/>
            <p:cNvCxnSpPr/>
            <p:nvPr/>
          </p:nvCxnSpPr>
          <p:spPr>
            <a:xfrm flipH="1" rot="10800000">
              <a:off x="1655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56" name="Google Shape;656;p24"/>
            <p:cNvCxnSpPr/>
            <p:nvPr/>
          </p:nvCxnSpPr>
          <p:spPr>
            <a:xfrm flipH="1" rot="10800000">
              <a:off x="1761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57" name="Google Shape;657;p24"/>
            <p:cNvCxnSpPr/>
            <p:nvPr/>
          </p:nvCxnSpPr>
          <p:spPr>
            <a:xfrm flipH="1" rot="10800000">
              <a:off x="1867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58" name="Google Shape;658;p24"/>
            <p:cNvCxnSpPr/>
            <p:nvPr/>
          </p:nvCxnSpPr>
          <p:spPr>
            <a:xfrm flipH="1" rot="10800000">
              <a:off x="1974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59" name="Google Shape;659;p24"/>
            <p:cNvCxnSpPr/>
            <p:nvPr/>
          </p:nvCxnSpPr>
          <p:spPr>
            <a:xfrm flipH="1" rot="10800000">
              <a:off x="2080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0" name="Google Shape;660;p24"/>
            <p:cNvCxnSpPr/>
            <p:nvPr/>
          </p:nvCxnSpPr>
          <p:spPr>
            <a:xfrm flipH="1" rot="10800000">
              <a:off x="2186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1" name="Google Shape;661;p24"/>
            <p:cNvCxnSpPr/>
            <p:nvPr/>
          </p:nvCxnSpPr>
          <p:spPr>
            <a:xfrm flipH="1" rot="10800000">
              <a:off x="2292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2" name="Google Shape;662;p24"/>
            <p:cNvCxnSpPr/>
            <p:nvPr/>
          </p:nvCxnSpPr>
          <p:spPr>
            <a:xfrm flipH="1" rot="10800000">
              <a:off x="2398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3" name="Google Shape;663;p24"/>
            <p:cNvCxnSpPr/>
            <p:nvPr/>
          </p:nvCxnSpPr>
          <p:spPr>
            <a:xfrm flipH="1" rot="10800000">
              <a:off x="2505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4" name="Google Shape;664;p24"/>
            <p:cNvCxnSpPr/>
            <p:nvPr/>
          </p:nvCxnSpPr>
          <p:spPr>
            <a:xfrm flipH="1" rot="10800000">
              <a:off x="2611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5" name="Google Shape;665;p24"/>
            <p:cNvCxnSpPr/>
            <p:nvPr/>
          </p:nvCxnSpPr>
          <p:spPr>
            <a:xfrm flipH="1" rot="10800000">
              <a:off x="2717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6" name="Google Shape;666;p24"/>
            <p:cNvCxnSpPr/>
            <p:nvPr/>
          </p:nvCxnSpPr>
          <p:spPr>
            <a:xfrm flipH="1" rot="10800000">
              <a:off x="2823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67" name="Google Shape;667;p24"/>
          <p:cNvGrpSpPr/>
          <p:nvPr/>
        </p:nvGrpSpPr>
        <p:grpSpPr>
          <a:xfrm rot="5400000">
            <a:off x="8132262" y="540111"/>
            <a:ext cx="1394252" cy="484635"/>
            <a:chOff x="97475" y="4643613"/>
            <a:chExt cx="1241100" cy="431400"/>
          </a:xfrm>
        </p:grpSpPr>
        <p:sp>
          <p:nvSpPr>
            <p:cNvPr id="668" name="Google Shape;668;p24"/>
            <p:cNvSpPr/>
            <p:nvPr/>
          </p:nvSpPr>
          <p:spPr>
            <a:xfrm>
              <a:off x="97475" y="464361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24"/>
            <p:cNvSpPr/>
            <p:nvPr/>
          </p:nvSpPr>
          <p:spPr>
            <a:xfrm>
              <a:off x="402275" y="464361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24"/>
            <p:cNvSpPr/>
            <p:nvPr/>
          </p:nvSpPr>
          <p:spPr>
            <a:xfrm>
              <a:off x="707075" y="464361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24"/>
            <p:cNvSpPr/>
            <p:nvPr/>
          </p:nvSpPr>
          <p:spPr>
            <a:xfrm>
              <a:off x="97475" y="500091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24"/>
            <p:cNvSpPr/>
            <p:nvPr/>
          </p:nvSpPr>
          <p:spPr>
            <a:xfrm>
              <a:off x="402275" y="500091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24"/>
            <p:cNvSpPr/>
            <p:nvPr/>
          </p:nvSpPr>
          <p:spPr>
            <a:xfrm>
              <a:off x="707075" y="500091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24"/>
            <p:cNvSpPr/>
            <p:nvPr/>
          </p:nvSpPr>
          <p:spPr>
            <a:xfrm>
              <a:off x="985775" y="464361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24"/>
            <p:cNvSpPr/>
            <p:nvPr/>
          </p:nvSpPr>
          <p:spPr>
            <a:xfrm>
              <a:off x="985775" y="500091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24"/>
            <p:cNvSpPr/>
            <p:nvPr/>
          </p:nvSpPr>
          <p:spPr>
            <a:xfrm>
              <a:off x="1264475" y="464361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24"/>
            <p:cNvSpPr/>
            <p:nvPr/>
          </p:nvSpPr>
          <p:spPr>
            <a:xfrm>
              <a:off x="1264475" y="500091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8" name="Google Shape;678;p24"/>
          <p:cNvSpPr/>
          <p:nvPr/>
        </p:nvSpPr>
        <p:spPr>
          <a:xfrm flipH="1" rot="10800000">
            <a:off x="8152488" y="4527375"/>
            <a:ext cx="364500" cy="364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24"/>
          <p:cNvSpPr/>
          <p:nvPr/>
        </p:nvSpPr>
        <p:spPr>
          <a:xfrm flipH="1" rot="-5400000">
            <a:off x="8661392" y="4660892"/>
            <a:ext cx="454800" cy="5250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24"/>
          <p:cNvSpPr/>
          <p:nvPr/>
        </p:nvSpPr>
        <p:spPr>
          <a:xfrm flipH="1" rot="10800000">
            <a:off x="8516988" y="4527375"/>
            <a:ext cx="364500" cy="364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1" name="Google Shape;681;p24"/>
          <p:cNvGrpSpPr/>
          <p:nvPr/>
        </p:nvGrpSpPr>
        <p:grpSpPr>
          <a:xfrm>
            <a:off x="57508" y="4616991"/>
            <a:ext cx="2109900" cy="478366"/>
            <a:chOff x="3403499" y="2651591"/>
            <a:chExt cx="2109900" cy="478366"/>
          </a:xfrm>
        </p:grpSpPr>
        <p:sp>
          <p:nvSpPr>
            <p:cNvPr id="682" name="Google Shape;682;p24"/>
            <p:cNvSpPr/>
            <p:nvPr/>
          </p:nvSpPr>
          <p:spPr>
            <a:xfrm flipH="1" rot="10800000">
              <a:off x="4079399" y="3047745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24"/>
            <p:cNvSpPr/>
            <p:nvPr/>
          </p:nvSpPr>
          <p:spPr>
            <a:xfrm flipH="1" rot="10800000">
              <a:off x="441734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24"/>
            <p:cNvSpPr/>
            <p:nvPr/>
          </p:nvSpPr>
          <p:spPr>
            <a:xfrm flipH="1" rot="10800000">
              <a:off x="4417349" y="2651599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24"/>
            <p:cNvSpPr/>
            <p:nvPr/>
          </p:nvSpPr>
          <p:spPr>
            <a:xfrm flipH="1" rot="10800000">
              <a:off x="475529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24"/>
            <p:cNvSpPr/>
            <p:nvPr/>
          </p:nvSpPr>
          <p:spPr>
            <a:xfrm flipH="1" rot="10800000">
              <a:off x="4755299" y="2651599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24"/>
            <p:cNvSpPr/>
            <p:nvPr/>
          </p:nvSpPr>
          <p:spPr>
            <a:xfrm flipH="1" rot="10800000">
              <a:off x="509324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24"/>
            <p:cNvSpPr/>
            <p:nvPr/>
          </p:nvSpPr>
          <p:spPr>
            <a:xfrm flipH="1" rot="10800000">
              <a:off x="5093249" y="2651599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24"/>
            <p:cNvSpPr/>
            <p:nvPr/>
          </p:nvSpPr>
          <p:spPr>
            <a:xfrm flipH="1" rot="10800000">
              <a:off x="543119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24"/>
            <p:cNvSpPr/>
            <p:nvPr/>
          </p:nvSpPr>
          <p:spPr>
            <a:xfrm flipH="1" rot="10800000">
              <a:off x="4079399" y="265159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24"/>
            <p:cNvSpPr/>
            <p:nvPr/>
          </p:nvSpPr>
          <p:spPr>
            <a:xfrm flipH="1" rot="10800000">
              <a:off x="3741449" y="3047745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24"/>
            <p:cNvSpPr/>
            <p:nvPr/>
          </p:nvSpPr>
          <p:spPr>
            <a:xfrm flipH="1" rot="10800000">
              <a:off x="3741449" y="265159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24"/>
            <p:cNvSpPr/>
            <p:nvPr/>
          </p:nvSpPr>
          <p:spPr>
            <a:xfrm flipH="1" rot="10800000">
              <a:off x="3403499" y="3047745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24"/>
            <p:cNvSpPr/>
            <p:nvPr/>
          </p:nvSpPr>
          <p:spPr>
            <a:xfrm flipH="1" rot="10800000">
              <a:off x="3403499" y="265159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5" name="Google Shape;695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3_2"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698" name="Google Shape;698;p25"/>
          <p:cNvSpPr txBox="1"/>
          <p:nvPr>
            <p:ph idx="1" type="subTitle"/>
          </p:nvPr>
        </p:nvSpPr>
        <p:spPr>
          <a:xfrm>
            <a:off x="977250" y="2707257"/>
            <a:ext cx="13077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yon"/>
              <a:buNone/>
              <a:defRPr sz="1800">
                <a:solidFill>
                  <a:schemeClr val="accent6"/>
                </a:solidFill>
                <a:latin typeface="Bayon"/>
                <a:ea typeface="Bayon"/>
                <a:cs typeface="Bayon"/>
                <a:sym typeface="Bayo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9pPr>
          </a:lstStyle>
          <a:p/>
        </p:txBody>
      </p:sp>
      <p:sp>
        <p:nvSpPr>
          <p:cNvPr id="699" name="Google Shape;699;p25"/>
          <p:cNvSpPr txBox="1"/>
          <p:nvPr>
            <p:ph idx="2" type="subTitle"/>
          </p:nvPr>
        </p:nvSpPr>
        <p:spPr>
          <a:xfrm>
            <a:off x="649788" y="3227843"/>
            <a:ext cx="19215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0" name="Google Shape;700;p25"/>
          <p:cNvSpPr txBox="1"/>
          <p:nvPr>
            <p:ph idx="3" type="subTitle"/>
          </p:nvPr>
        </p:nvSpPr>
        <p:spPr>
          <a:xfrm>
            <a:off x="6859051" y="2707257"/>
            <a:ext cx="13077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yon"/>
              <a:buNone/>
              <a:defRPr sz="1800">
                <a:solidFill>
                  <a:schemeClr val="accent6"/>
                </a:solidFill>
                <a:latin typeface="Bayon"/>
                <a:ea typeface="Bayon"/>
                <a:cs typeface="Bayon"/>
                <a:sym typeface="Bayo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9pPr>
          </a:lstStyle>
          <a:p/>
        </p:txBody>
      </p:sp>
      <p:sp>
        <p:nvSpPr>
          <p:cNvPr id="701" name="Google Shape;701;p25"/>
          <p:cNvSpPr txBox="1"/>
          <p:nvPr>
            <p:ph idx="4" type="subTitle"/>
          </p:nvPr>
        </p:nvSpPr>
        <p:spPr>
          <a:xfrm>
            <a:off x="6531603" y="3227843"/>
            <a:ext cx="19215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2" name="Google Shape;702;p25"/>
          <p:cNvSpPr txBox="1"/>
          <p:nvPr>
            <p:ph idx="5" type="subTitle"/>
          </p:nvPr>
        </p:nvSpPr>
        <p:spPr>
          <a:xfrm>
            <a:off x="2937850" y="2706546"/>
            <a:ext cx="13077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yon"/>
              <a:buNone/>
              <a:defRPr sz="1800">
                <a:solidFill>
                  <a:schemeClr val="accent6"/>
                </a:solidFill>
                <a:latin typeface="Bayon"/>
                <a:ea typeface="Bayon"/>
                <a:cs typeface="Bayon"/>
                <a:sym typeface="Bayo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9pPr>
          </a:lstStyle>
          <a:p/>
        </p:txBody>
      </p:sp>
      <p:sp>
        <p:nvSpPr>
          <p:cNvPr id="703" name="Google Shape;703;p25"/>
          <p:cNvSpPr txBox="1"/>
          <p:nvPr>
            <p:ph idx="6" type="subTitle"/>
          </p:nvPr>
        </p:nvSpPr>
        <p:spPr>
          <a:xfrm>
            <a:off x="2610900" y="3226793"/>
            <a:ext cx="19215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4" name="Google Shape;704;p25"/>
          <p:cNvSpPr txBox="1"/>
          <p:nvPr>
            <p:ph idx="7" type="subTitle"/>
          </p:nvPr>
        </p:nvSpPr>
        <p:spPr>
          <a:xfrm>
            <a:off x="4898450" y="2707088"/>
            <a:ext cx="13077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yon"/>
              <a:buNone/>
              <a:defRPr sz="1800">
                <a:solidFill>
                  <a:schemeClr val="accent6"/>
                </a:solidFill>
                <a:latin typeface="Bayon"/>
                <a:ea typeface="Bayon"/>
                <a:cs typeface="Bayon"/>
                <a:sym typeface="Bayo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9pPr>
          </a:lstStyle>
          <a:p/>
        </p:txBody>
      </p:sp>
      <p:sp>
        <p:nvSpPr>
          <p:cNvPr id="705" name="Google Shape;705;p25"/>
          <p:cNvSpPr txBox="1"/>
          <p:nvPr>
            <p:ph idx="8" type="subTitle"/>
          </p:nvPr>
        </p:nvSpPr>
        <p:spPr>
          <a:xfrm>
            <a:off x="4572005" y="3227593"/>
            <a:ext cx="19215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06" name="Google Shape;706;p25"/>
          <p:cNvGrpSpPr/>
          <p:nvPr/>
        </p:nvGrpSpPr>
        <p:grpSpPr>
          <a:xfrm flipH="1">
            <a:off x="38517" y="4209156"/>
            <a:ext cx="2109900" cy="874516"/>
            <a:chOff x="3365149" y="3537516"/>
            <a:chExt cx="2109900" cy="874516"/>
          </a:xfrm>
        </p:grpSpPr>
        <p:sp>
          <p:nvSpPr>
            <p:cNvPr id="707" name="Google Shape;707;p25"/>
            <p:cNvSpPr/>
            <p:nvPr/>
          </p:nvSpPr>
          <p:spPr>
            <a:xfrm flipH="1" rot="10800000">
              <a:off x="4041049" y="4329820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25"/>
            <p:cNvSpPr/>
            <p:nvPr/>
          </p:nvSpPr>
          <p:spPr>
            <a:xfrm flipH="1" rot="10800000">
              <a:off x="4378999" y="4329832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25"/>
            <p:cNvSpPr/>
            <p:nvPr/>
          </p:nvSpPr>
          <p:spPr>
            <a:xfrm flipH="1" rot="10800000">
              <a:off x="4378999" y="3933674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25"/>
            <p:cNvSpPr/>
            <p:nvPr/>
          </p:nvSpPr>
          <p:spPr>
            <a:xfrm flipH="1" rot="10800000">
              <a:off x="4716949" y="4329832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25"/>
            <p:cNvSpPr/>
            <p:nvPr/>
          </p:nvSpPr>
          <p:spPr>
            <a:xfrm flipH="1" rot="10800000">
              <a:off x="4716949" y="3933674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25"/>
            <p:cNvSpPr/>
            <p:nvPr/>
          </p:nvSpPr>
          <p:spPr>
            <a:xfrm flipH="1" rot="10800000">
              <a:off x="4716949" y="3537516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25"/>
            <p:cNvSpPr/>
            <p:nvPr/>
          </p:nvSpPr>
          <p:spPr>
            <a:xfrm flipH="1" rot="10800000">
              <a:off x="5054899" y="4329832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25"/>
            <p:cNvSpPr/>
            <p:nvPr/>
          </p:nvSpPr>
          <p:spPr>
            <a:xfrm flipH="1" rot="10800000">
              <a:off x="5054899" y="3933674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25"/>
            <p:cNvSpPr/>
            <p:nvPr/>
          </p:nvSpPr>
          <p:spPr>
            <a:xfrm flipH="1" rot="10800000">
              <a:off x="5054899" y="3537516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25"/>
            <p:cNvSpPr/>
            <p:nvPr/>
          </p:nvSpPr>
          <p:spPr>
            <a:xfrm flipH="1" rot="10800000">
              <a:off x="5392849" y="4329832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25"/>
            <p:cNvSpPr/>
            <p:nvPr/>
          </p:nvSpPr>
          <p:spPr>
            <a:xfrm flipH="1" rot="10800000">
              <a:off x="5392849" y="3933674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25"/>
            <p:cNvSpPr/>
            <p:nvPr/>
          </p:nvSpPr>
          <p:spPr>
            <a:xfrm flipH="1" rot="10800000">
              <a:off x="5392849" y="3537516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25"/>
            <p:cNvSpPr/>
            <p:nvPr/>
          </p:nvSpPr>
          <p:spPr>
            <a:xfrm flipH="1" rot="10800000">
              <a:off x="4378999" y="3537516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25"/>
            <p:cNvSpPr/>
            <p:nvPr/>
          </p:nvSpPr>
          <p:spPr>
            <a:xfrm flipH="1" rot="10800000">
              <a:off x="4041049" y="3537516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25"/>
            <p:cNvSpPr/>
            <p:nvPr/>
          </p:nvSpPr>
          <p:spPr>
            <a:xfrm flipH="1" rot="10800000">
              <a:off x="4041049" y="3933666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25"/>
            <p:cNvSpPr/>
            <p:nvPr/>
          </p:nvSpPr>
          <p:spPr>
            <a:xfrm flipH="1" rot="10800000">
              <a:off x="3703099" y="4329820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25"/>
            <p:cNvSpPr/>
            <p:nvPr/>
          </p:nvSpPr>
          <p:spPr>
            <a:xfrm flipH="1" rot="10800000">
              <a:off x="3703099" y="3933666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25"/>
            <p:cNvSpPr/>
            <p:nvPr/>
          </p:nvSpPr>
          <p:spPr>
            <a:xfrm flipH="1" rot="10800000">
              <a:off x="3365149" y="4329820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5" name="Google Shape;725;p25"/>
          <p:cNvSpPr/>
          <p:nvPr/>
        </p:nvSpPr>
        <p:spPr>
          <a:xfrm flipH="1" rot="10800000">
            <a:off x="8218449" y="4589393"/>
            <a:ext cx="364500" cy="364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25"/>
          <p:cNvSpPr/>
          <p:nvPr/>
        </p:nvSpPr>
        <p:spPr>
          <a:xfrm flipH="1" rot="-5400000">
            <a:off x="8392926" y="4370543"/>
            <a:ext cx="743700" cy="8022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25"/>
          <p:cNvSpPr/>
          <p:nvPr/>
        </p:nvSpPr>
        <p:spPr>
          <a:xfrm flipH="1" rot="10800000">
            <a:off x="8582949" y="4589393"/>
            <a:ext cx="364500" cy="364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25"/>
          <p:cNvSpPr/>
          <p:nvPr/>
        </p:nvSpPr>
        <p:spPr>
          <a:xfrm rot="-5400000">
            <a:off x="0" y="-582000"/>
            <a:ext cx="1108500" cy="1108500"/>
          </a:xfrm>
          <a:prstGeom prst="pie">
            <a:avLst>
              <a:gd fmla="val 5361289" name="adj1"/>
              <a:gd fmla="val 1620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9" name="Google Shape;729;p25"/>
          <p:cNvGrpSpPr/>
          <p:nvPr/>
        </p:nvGrpSpPr>
        <p:grpSpPr>
          <a:xfrm>
            <a:off x="539727" y="161065"/>
            <a:ext cx="1695175" cy="174579"/>
            <a:chOff x="2080350" y="403250"/>
            <a:chExt cx="1168200" cy="120300"/>
          </a:xfrm>
        </p:grpSpPr>
        <p:cxnSp>
          <p:nvCxnSpPr>
            <p:cNvPr id="730" name="Google Shape;730;p25"/>
            <p:cNvCxnSpPr/>
            <p:nvPr/>
          </p:nvCxnSpPr>
          <p:spPr>
            <a:xfrm flipH="1" rot="10800000">
              <a:off x="2080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1" name="Google Shape;731;p25"/>
            <p:cNvCxnSpPr/>
            <p:nvPr/>
          </p:nvCxnSpPr>
          <p:spPr>
            <a:xfrm flipH="1" rot="10800000">
              <a:off x="2186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2" name="Google Shape;732;p25"/>
            <p:cNvCxnSpPr/>
            <p:nvPr/>
          </p:nvCxnSpPr>
          <p:spPr>
            <a:xfrm flipH="1" rot="10800000">
              <a:off x="2292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3" name="Google Shape;733;p25"/>
            <p:cNvCxnSpPr/>
            <p:nvPr/>
          </p:nvCxnSpPr>
          <p:spPr>
            <a:xfrm flipH="1" rot="10800000">
              <a:off x="2398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4" name="Google Shape;734;p25"/>
            <p:cNvCxnSpPr/>
            <p:nvPr/>
          </p:nvCxnSpPr>
          <p:spPr>
            <a:xfrm flipH="1" rot="10800000">
              <a:off x="2505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5" name="Google Shape;735;p25"/>
            <p:cNvCxnSpPr/>
            <p:nvPr/>
          </p:nvCxnSpPr>
          <p:spPr>
            <a:xfrm flipH="1" rot="10800000">
              <a:off x="2611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6" name="Google Shape;736;p25"/>
            <p:cNvCxnSpPr/>
            <p:nvPr/>
          </p:nvCxnSpPr>
          <p:spPr>
            <a:xfrm flipH="1" rot="10800000">
              <a:off x="2717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7" name="Google Shape;737;p25"/>
            <p:cNvCxnSpPr/>
            <p:nvPr/>
          </p:nvCxnSpPr>
          <p:spPr>
            <a:xfrm flipH="1" rot="10800000">
              <a:off x="2823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8" name="Google Shape;738;p25"/>
            <p:cNvCxnSpPr/>
            <p:nvPr/>
          </p:nvCxnSpPr>
          <p:spPr>
            <a:xfrm flipH="1" rot="10800000">
              <a:off x="2929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9" name="Google Shape;739;p25"/>
            <p:cNvCxnSpPr/>
            <p:nvPr/>
          </p:nvCxnSpPr>
          <p:spPr>
            <a:xfrm flipH="1" rot="10800000">
              <a:off x="3036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40" name="Google Shape;740;p25"/>
            <p:cNvCxnSpPr/>
            <p:nvPr/>
          </p:nvCxnSpPr>
          <p:spPr>
            <a:xfrm flipH="1" rot="10800000">
              <a:off x="3142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741" name="Google Shape;741;p25"/>
          <p:cNvGrpSpPr/>
          <p:nvPr/>
        </p:nvGrpSpPr>
        <p:grpSpPr>
          <a:xfrm rot="-5400000">
            <a:off x="7600751" y="690599"/>
            <a:ext cx="2109900" cy="874516"/>
            <a:chOff x="3365149" y="3537516"/>
            <a:chExt cx="2109900" cy="874516"/>
          </a:xfrm>
        </p:grpSpPr>
        <p:sp>
          <p:nvSpPr>
            <p:cNvPr id="742" name="Google Shape;742;p25"/>
            <p:cNvSpPr/>
            <p:nvPr/>
          </p:nvSpPr>
          <p:spPr>
            <a:xfrm flipH="1" rot="10800000">
              <a:off x="4041049" y="4329820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25"/>
            <p:cNvSpPr/>
            <p:nvPr/>
          </p:nvSpPr>
          <p:spPr>
            <a:xfrm flipH="1" rot="10800000">
              <a:off x="4378999" y="4329832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25"/>
            <p:cNvSpPr/>
            <p:nvPr/>
          </p:nvSpPr>
          <p:spPr>
            <a:xfrm flipH="1" rot="10800000">
              <a:off x="4378999" y="3933674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25"/>
            <p:cNvSpPr/>
            <p:nvPr/>
          </p:nvSpPr>
          <p:spPr>
            <a:xfrm flipH="1" rot="10800000">
              <a:off x="4716949" y="4329832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25"/>
            <p:cNvSpPr/>
            <p:nvPr/>
          </p:nvSpPr>
          <p:spPr>
            <a:xfrm flipH="1" rot="10800000">
              <a:off x="4716949" y="3933674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25"/>
            <p:cNvSpPr/>
            <p:nvPr/>
          </p:nvSpPr>
          <p:spPr>
            <a:xfrm flipH="1" rot="10800000">
              <a:off x="4716949" y="3537516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25"/>
            <p:cNvSpPr/>
            <p:nvPr/>
          </p:nvSpPr>
          <p:spPr>
            <a:xfrm flipH="1" rot="10800000">
              <a:off x="5054899" y="4329832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25"/>
            <p:cNvSpPr/>
            <p:nvPr/>
          </p:nvSpPr>
          <p:spPr>
            <a:xfrm flipH="1" rot="10800000">
              <a:off x="5054899" y="3933674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25"/>
            <p:cNvSpPr/>
            <p:nvPr/>
          </p:nvSpPr>
          <p:spPr>
            <a:xfrm flipH="1" rot="10800000">
              <a:off x="5054899" y="3537516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25"/>
            <p:cNvSpPr/>
            <p:nvPr/>
          </p:nvSpPr>
          <p:spPr>
            <a:xfrm flipH="1" rot="10800000">
              <a:off x="5392849" y="4329832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25"/>
            <p:cNvSpPr/>
            <p:nvPr/>
          </p:nvSpPr>
          <p:spPr>
            <a:xfrm flipH="1" rot="10800000">
              <a:off x="5392849" y="3933674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25"/>
            <p:cNvSpPr/>
            <p:nvPr/>
          </p:nvSpPr>
          <p:spPr>
            <a:xfrm flipH="1" rot="10800000">
              <a:off x="5392849" y="3537516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25"/>
            <p:cNvSpPr/>
            <p:nvPr/>
          </p:nvSpPr>
          <p:spPr>
            <a:xfrm flipH="1" rot="10800000">
              <a:off x="4378999" y="3537516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25"/>
            <p:cNvSpPr/>
            <p:nvPr/>
          </p:nvSpPr>
          <p:spPr>
            <a:xfrm flipH="1" rot="10800000">
              <a:off x="4041049" y="3537516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25"/>
            <p:cNvSpPr/>
            <p:nvPr/>
          </p:nvSpPr>
          <p:spPr>
            <a:xfrm flipH="1" rot="10800000">
              <a:off x="4041049" y="3933666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25"/>
            <p:cNvSpPr/>
            <p:nvPr/>
          </p:nvSpPr>
          <p:spPr>
            <a:xfrm flipH="1" rot="10800000">
              <a:off x="3703099" y="4329820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25"/>
            <p:cNvSpPr/>
            <p:nvPr/>
          </p:nvSpPr>
          <p:spPr>
            <a:xfrm flipH="1" rot="10800000">
              <a:off x="3703099" y="3933666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25"/>
            <p:cNvSpPr/>
            <p:nvPr/>
          </p:nvSpPr>
          <p:spPr>
            <a:xfrm flipH="1" rot="10800000">
              <a:off x="3365149" y="4329820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0" name="Google Shape;760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3_1_1_2"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6"/>
          <p:cNvSpPr txBox="1"/>
          <p:nvPr>
            <p:ph type="title"/>
          </p:nvPr>
        </p:nvSpPr>
        <p:spPr>
          <a:xfrm>
            <a:off x="648375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63" name="Google Shape;763;p26"/>
          <p:cNvSpPr txBox="1"/>
          <p:nvPr>
            <p:ph idx="1" type="subTitle"/>
          </p:nvPr>
        </p:nvSpPr>
        <p:spPr>
          <a:xfrm>
            <a:off x="3818003" y="3036510"/>
            <a:ext cx="1508100" cy="4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yon"/>
              <a:buNone/>
              <a:defRPr sz="1800">
                <a:solidFill>
                  <a:schemeClr val="accent6"/>
                </a:solidFill>
                <a:latin typeface="Bayon"/>
                <a:ea typeface="Bayon"/>
                <a:cs typeface="Bayon"/>
                <a:sym typeface="Bayo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9pPr>
          </a:lstStyle>
          <a:p/>
        </p:txBody>
      </p:sp>
      <p:sp>
        <p:nvSpPr>
          <p:cNvPr id="764" name="Google Shape;764;p26"/>
          <p:cNvSpPr txBox="1"/>
          <p:nvPr>
            <p:ph idx="2" type="subTitle"/>
          </p:nvPr>
        </p:nvSpPr>
        <p:spPr>
          <a:xfrm>
            <a:off x="3395150" y="3558950"/>
            <a:ext cx="23538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>
                <a:solidFill>
                  <a:srgbClr val="595959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5" name="Google Shape;765;p26"/>
          <p:cNvSpPr txBox="1"/>
          <p:nvPr>
            <p:ph idx="3" type="subTitle"/>
          </p:nvPr>
        </p:nvSpPr>
        <p:spPr>
          <a:xfrm>
            <a:off x="6479627" y="3036510"/>
            <a:ext cx="1508700" cy="4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yon"/>
              <a:buNone/>
              <a:defRPr sz="1800">
                <a:solidFill>
                  <a:schemeClr val="accent6"/>
                </a:solidFill>
                <a:latin typeface="Bayon"/>
                <a:ea typeface="Bayon"/>
                <a:cs typeface="Bayon"/>
                <a:sym typeface="Bayo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9pPr>
          </a:lstStyle>
          <a:p/>
        </p:txBody>
      </p:sp>
      <p:sp>
        <p:nvSpPr>
          <p:cNvPr id="766" name="Google Shape;766;p26"/>
          <p:cNvSpPr txBox="1"/>
          <p:nvPr>
            <p:ph idx="4" type="subTitle"/>
          </p:nvPr>
        </p:nvSpPr>
        <p:spPr>
          <a:xfrm>
            <a:off x="6052125" y="3558950"/>
            <a:ext cx="23538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>
                <a:solidFill>
                  <a:srgbClr val="595959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7" name="Google Shape;767;p26"/>
          <p:cNvSpPr txBox="1"/>
          <p:nvPr>
            <p:ph idx="5" type="subTitle"/>
          </p:nvPr>
        </p:nvSpPr>
        <p:spPr>
          <a:xfrm>
            <a:off x="1160975" y="3036510"/>
            <a:ext cx="1508100" cy="4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yon"/>
              <a:buNone/>
              <a:defRPr sz="1800">
                <a:solidFill>
                  <a:schemeClr val="accent6"/>
                </a:solidFill>
                <a:latin typeface="Bayon"/>
                <a:ea typeface="Bayon"/>
                <a:cs typeface="Bayon"/>
                <a:sym typeface="Bayo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9pPr>
          </a:lstStyle>
          <a:p/>
        </p:txBody>
      </p:sp>
      <p:sp>
        <p:nvSpPr>
          <p:cNvPr id="768" name="Google Shape;768;p26"/>
          <p:cNvSpPr txBox="1"/>
          <p:nvPr>
            <p:ph idx="6" type="subTitle"/>
          </p:nvPr>
        </p:nvSpPr>
        <p:spPr>
          <a:xfrm>
            <a:off x="738175" y="3558950"/>
            <a:ext cx="23538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>
                <a:solidFill>
                  <a:srgbClr val="595959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9" name="Google Shape;769;p26"/>
          <p:cNvGrpSpPr/>
          <p:nvPr/>
        </p:nvGrpSpPr>
        <p:grpSpPr>
          <a:xfrm>
            <a:off x="25849" y="4559637"/>
            <a:ext cx="1394252" cy="484635"/>
            <a:chOff x="97475" y="4643613"/>
            <a:chExt cx="1241100" cy="431400"/>
          </a:xfrm>
        </p:grpSpPr>
        <p:sp>
          <p:nvSpPr>
            <p:cNvPr id="770" name="Google Shape;770;p26"/>
            <p:cNvSpPr/>
            <p:nvPr/>
          </p:nvSpPr>
          <p:spPr>
            <a:xfrm>
              <a:off x="97475" y="464361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26"/>
            <p:cNvSpPr/>
            <p:nvPr/>
          </p:nvSpPr>
          <p:spPr>
            <a:xfrm>
              <a:off x="402275" y="464361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26"/>
            <p:cNvSpPr/>
            <p:nvPr/>
          </p:nvSpPr>
          <p:spPr>
            <a:xfrm>
              <a:off x="707075" y="464361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26"/>
            <p:cNvSpPr/>
            <p:nvPr/>
          </p:nvSpPr>
          <p:spPr>
            <a:xfrm>
              <a:off x="97475" y="500091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26"/>
            <p:cNvSpPr/>
            <p:nvPr/>
          </p:nvSpPr>
          <p:spPr>
            <a:xfrm>
              <a:off x="402275" y="500091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26"/>
            <p:cNvSpPr/>
            <p:nvPr/>
          </p:nvSpPr>
          <p:spPr>
            <a:xfrm>
              <a:off x="707075" y="500091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26"/>
            <p:cNvSpPr/>
            <p:nvPr/>
          </p:nvSpPr>
          <p:spPr>
            <a:xfrm>
              <a:off x="985775" y="464361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26"/>
            <p:cNvSpPr/>
            <p:nvPr/>
          </p:nvSpPr>
          <p:spPr>
            <a:xfrm>
              <a:off x="985775" y="500091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26"/>
            <p:cNvSpPr/>
            <p:nvPr/>
          </p:nvSpPr>
          <p:spPr>
            <a:xfrm>
              <a:off x="1264475" y="464361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26"/>
            <p:cNvSpPr/>
            <p:nvPr/>
          </p:nvSpPr>
          <p:spPr>
            <a:xfrm>
              <a:off x="1264475" y="500091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0" name="Google Shape;780;p26"/>
          <p:cNvGrpSpPr/>
          <p:nvPr/>
        </p:nvGrpSpPr>
        <p:grpSpPr>
          <a:xfrm>
            <a:off x="7623974" y="63738"/>
            <a:ext cx="1394252" cy="484635"/>
            <a:chOff x="97475" y="4643613"/>
            <a:chExt cx="1241100" cy="431400"/>
          </a:xfrm>
        </p:grpSpPr>
        <p:sp>
          <p:nvSpPr>
            <p:cNvPr id="781" name="Google Shape;781;p26"/>
            <p:cNvSpPr/>
            <p:nvPr/>
          </p:nvSpPr>
          <p:spPr>
            <a:xfrm>
              <a:off x="97475" y="464361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26"/>
            <p:cNvSpPr/>
            <p:nvPr/>
          </p:nvSpPr>
          <p:spPr>
            <a:xfrm>
              <a:off x="402275" y="464361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26"/>
            <p:cNvSpPr/>
            <p:nvPr/>
          </p:nvSpPr>
          <p:spPr>
            <a:xfrm>
              <a:off x="707075" y="464361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26"/>
            <p:cNvSpPr/>
            <p:nvPr/>
          </p:nvSpPr>
          <p:spPr>
            <a:xfrm>
              <a:off x="97475" y="500091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26"/>
            <p:cNvSpPr/>
            <p:nvPr/>
          </p:nvSpPr>
          <p:spPr>
            <a:xfrm>
              <a:off x="402275" y="500091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26"/>
            <p:cNvSpPr/>
            <p:nvPr/>
          </p:nvSpPr>
          <p:spPr>
            <a:xfrm>
              <a:off x="707075" y="500091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26"/>
            <p:cNvSpPr/>
            <p:nvPr/>
          </p:nvSpPr>
          <p:spPr>
            <a:xfrm>
              <a:off x="985775" y="464361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26"/>
            <p:cNvSpPr/>
            <p:nvPr/>
          </p:nvSpPr>
          <p:spPr>
            <a:xfrm>
              <a:off x="985775" y="500091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26"/>
            <p:cNvSpPr/>
            <p:nvPr/>
          </p:nvSpPr>
          <p:spPr>
            <a:xfrm>
              <a:off x="1264475" y="464361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26"/>
            <p:cNvSpPr/>
            <p:nvPr/>
          </p:nvSpPr>
          <p:spPr>
            <a:xfrm>
              <a:off x="1264475" y="500091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1" name="Google Shape;791;p26"/>
          <p:cNvSpPr/>
          <p:nvPr/>
        </p:nvSpPr>
        <p:spPr>
          <a:xfrm rot="5400000">
            <a:off x="7963870" y="4616994"/>
            <a:ext cx="1108500" cy="1108500"/>
          </a:xfrm>
          <a:prstGeom prst="pie">
            <a:avLst>
              <a:gd fmla="val 5361289" name="adj1"/>
              <a:gd fmla="val 1620000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2" name="Google Shape;792;p26"/>
          <p:cNvGrpSpPr/>
          <p:nvPr/>
        </p:nvGrpSpPr>
        <p:grpSpPr>
          <a:xfrm rot="10800000">
            <a:off x="6798767" y="4805600"/>
            <a:ext cx="1695175" cy="174579"/>
            <a:chOff x="2080350" y="403250"/>
            <a:chExt cx="1168200" cy="120300"/>
          </a:xfrm>
        </p:grpSpPr>
        <p:cxnSp>
          <p:nvCxnSpPr>
            <p:cNvPr id="793" name="Google Shape;793;p26"/>
            <p:cNvCxnSpPr/>
            <p:nvPr/>
          </p:nvCxnSpPr>
          <p:spPr>
            <a:xfrm flipH="1" rot="10800000">
              <a:off x="2080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4" name="Google Shape;794;p26"/>
            <p:cNvCxnSpPr/>
            <p:nvPr/>
          </p:nvCxnSpPr>
          <p:spPr>
            <a:xfrm flipH="1" rot="10800000">
              <a:off x="2186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5" name="Google Shape;795;p26"/>
            <p:cNvCxnSpPr/>
            <p:nvPr/>
          </p:nvCxnSpPr>
          <p:spPr>
            <a:xfrm flipH="1" rot="10800000">
              <a:off x="2292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6" name="Google Shape;796;p26"/>
            <p:cNvCxnSpPr/>
            <p:nvPr/>
          </p:nvCxnSpPr>
          <p:spPr>
            <a:xfrm flipH="1" rot="10800000">
              <a:off x="2398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7" name="Google Shape;797;p26"/>
            <p:cNvCxnSpPr/>
            <p:nvPr/>
          </p:nvCxnSpPr>
          <p:spPr>
            <a:xfrm flipH="1" rot="10800000">
              <a:off x="2505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8" name="Google Shape;798;p26"/>
            <p:cNvCxnSpPr/>
            <p:nvPr/>
          </p:nvCxnSpPr>
          <p:spPr>
            <a:xfrm flipH="1" rot="10800000">
              <a:off x="2611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9" name="Google Shape;799;p26"/>
            <p:cNvCxnSpPr/>
            <p:nvPr/>
          </p:nvCxnSpPr>
          <p:spPr>
            <a:xfrm flipH="1" rot="10800000">
              <a:off x="2717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00" name="Google Shape;800;p26"/>
            <p:cNvCxnSpPr/>
            <p:nvPr/>
          </p:nvCxnSpPr>
          <p:spPr>
            <a:xfrm flipH="1" rot="10800000">
              <a:off x="2823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01" name="Google Shape;801;p26"/>
            <p:cNvCxnSpPr/>
            <p:nvPr/>
          </p:nvCxnSpPr>
          <p:spPr>
            <a:xfrm flipH="1" rot="10800000">
              <a:off x="2929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02" name="Google Shape;802;p26"/>
            <p:cNvCxnSpPr/>
            <p:nvPr/>
          </p:nvCxnSpPr>
          <p:spPr>
            <a:xfrm flipH="1" rot="10800000">
              <a:off x="3036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03" name="Google Shape;803;p26"/>
            <p:cNvCxnSpPr/>
            <p:nvPr/>
          </p:nvCxnSpPr>
          <p:spPr>
            <a:xfrm flipH="1" rot="10800000">
              <a:off x="3142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04" name="Google Shape;804;p26"/>
          <p:cNvSpPr/>
          <p:nvPr/>
        </p:nvSpPr>
        <p:spPr>
          <a:xfrm rot="5400000">
            <a:off x="13242" y="-93909"/>
            <a:ext cx="678000" cy="8658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5" name="Google Shape;805;p26"/>
          <p:cNvGrpSpPr/>
          <p:nvPr/>
        </p:nvGrpSpPr>
        <p:grpSpPr>
          <a:xfrm rot="-5400000">
            <a:off x="-548338" y="1006313"/>
            <a:ext cx="1647035" cy="155464"/>
            <a:chOff x="1655550" y="403250"/>
            <a:chExt cx="1274400" cy="120300"/>
          </a:xfrm>
        </p:grpSpPr>
        <p:cxnSp>
          <p:nvCxnSpPr>
            <p:cNvPr id="806" name="Google Shape;806;p26"/>
            <p:cNvCxnSpPr/>
            <p:nvPr/>
          </p:nvCxnSpPr>
          <p:spPr>
            <a:xfrm flipH="1" rot="10800000">
              <a:off x="1655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07" name="Google Shape;807;p26"/>
            <p:cNvCxnSpPr/>
            <p:nvPr/>
          </p:nvCxnSpPr>
          <p:spPr>
            <a:xfrm flipH="1" rot="10800000">
              <a:off x="1761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08" name="Google Shape;808;p26"/>
            <p:cNvCxnSpPr/>
            <p:nvPr/>
          </p:nvCxnSpPr>
          <p:spPr>
            <a:xfrm flipH="1" rot="10800000">
              <a:off x="1867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09" name="Google Shape;809;p26"/>
            <p:cNvCxnSpPr/>
            <p:nvPr/>
          </p:nvCxnSpPr>
          <p:spPr>
            <a:xfrm flipH="1" rot="10800000">
              <a:off x="1974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10" name="Google Shape;810;p26"/>
            <p:cNvCxnSpPr/>
            <p:nvPr/>
          </p:nvCxnSpPr>
          <p:spPr>
            <a:xfrm flipH="1" rot="10800000">
              <a:off x="2080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11" name="Google Shape;811;p26"/>
            <p:cNvCxnSpPr/>
            <p:nvPr/>
          </p:nvCxnSpPr>
          <p:spPr>
            <a:xfrm flipH="1" rot="10800000">
              <a:off x="2186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12" name="Google Shape;812;p26"/>
            <p:cNvCxnSpPr/>
            <p:nvPr/>
          </p:nvCxnSpPr>
          <p:spPr>
            <a:xfrm flipH="1" rot="10800000">
              <a:off x="2292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13" name="Google Shape;813;p26"/>
            <p:cNvCxnSpPr/>
            <p:nvPr/>
          </p:nvCxnSpPr>
          <p:spPr>
            <a:xfrm flipH="1" rot="10800000">
              <a:off x="2398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14" name="Google Shape;814;p26"/>
            <p:cNvCxnSpPr/>
            <p:nvPr/>
          </p:nvCxnSpPr>
          <p:spPr>
            <a:xfrm flipH="1" rot="10800000">
              <a:off x="2505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15" name="Google Shape;815;p26"/>
            <p:cNvCxnSpPr/>
            <p:nvPr/>
          </p:nvCxnSpPr>
          <p:spPr>
            <a:xfrm flipH="1" rot="10800000">
              <a:off x="2611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16" name="Google Shape;816;p26"/>
            <p:cNvCxnSpPr/>
            <p:nvPr/>
          </p:nvCxnSpPr>
          <p:spPr>
            <a:xfrm flipH="1" rot="10800000">
              <a:off x="2717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17" name="Google Shape;817;p26"/>
            <p:cNvCxnSpPr/>
            <p:nvPr/>
          </p:nvCxnSpPr>
          <p:spPr>
            <a:xfrm flipH="1" rot="10800000">
              <a:off x="2823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18" name="Google Shape;818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">
  <p:cSld name="CUSTOM_3_1_1_1"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821" name="Google Shape;821;p27"/>
          <p:cNvSpPr txBox="1"/>
          <p:nvPr>
            <p:ph idx="1" type="subTitle"/>
          </p:nvPr>
        </p:nvSpPr>
        <p:spPr>
          <a:xfrm>
            <a:off x="3877050" y="1794650"/>
            <a:ext cx="1389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yon"/>
              <a:buNone/>
              <a:defRPr sz="1800">
                <a:solidFill>
                  <a:schemeClr val="accent6"/>
                </a:solidFill>
                <a:latin typeface="Bayon"/>
                <a:ea typeface="Bayon"/>
                <a:cs typeface="Bayon"/>
                <a:sym typeface="Bayo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9pPr>
          </a:lstStyle>
          <a:p/>
        </p:txBody>
      </p:sp>
      <p:sp>
        <p:nvSpPr>
          <p:cNvPr id="822" name="Google Shape;822;p27"/>
          <p:cNvSpPr txBox="1"/>
          <p:nvPr>
            <p:ph idx="2" type="subTitle"/>
          </p:nvPr>
        </p:nvSpPr>
        <p:spPr>
          <a:xfrm>
            <a:off x="3510600" y="2215250"/>
            <a:ext cx="21228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3" name="Google Shape;823;p27"/>
          <p:cNvSpPr txBox="1"/>
          <p:nvPr>
            <p:ph idx="3" type="subTitle"/>
          </p:nvPr>
        </p:nvSpPr>
        <p:spPr>
          <a:xfrm>
            <a:off x="6667650" y="1794650"/>
            <a:ext cx="1389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yon"/>
              <a:buNone/>
              <a:defRPr sz="1800">
                <a:solidFill>
                  <a:schemeClr val="accent6"/>
                </a:solidFill>
                <a:latin typeface="Bayon"/>
                <a:ea typeface="Bayon"/>
                <a:cs typeface="Bayon"/>
                <a:sym typeface="Bayo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9pPr>
          </a:lstStyle>
          <a:p/>
        </p:txBody>
      </p:sp>
      <p:sp>
        <p:nvSpPr>
          <p:cNvPr id="824" name="Google Shape;824;p27"/>
          <p:cNvSpPr txBox="1"/>
          <p:nvPr>
            <p:ph idx="4" type="subTitle"/>
          </p:nvPr>
        </p:nvSpPr>
        <p:spPr>
          <a:xfrm>
            <a:off x="6301200" y="2215250"/>
            <a:ext cx="21228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5" name="Google Shape;825;p27"/>
          <p:cNvSpPr txBox="1"/>
          <p:nvPr>
            <p:ph idx="5" type="subTitle"/>
          </p:nvPr>
        </p:nvSpPr>
        <p:spPr>
          <a:xfrm>
            <a:off x="1086450" y="1794650"/>
            <a:ext cx="1389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yon"/>
              <a:buNone/>
              <a:defRPr sz="1800">
                <a:solidFill>
                  <a:schemeClr val="accent6"/>
                </a:solidFill>
                <a:latin typeface="Bayon"/>
                <a:ea typeface="Bayon"/>
                <a:cs typeface="Bayon"/>
                <a:sym typeface="Bayo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9pPr>
          </a:lstStyle>
          <a:p/>
        </p:txBody>
      </p:sp>
      <p:sp>
        <p:nvSpPr>
          <p:cNvPr id="826" name="Google Shape;826;p27"/>
          <p:cNvSpPr txBox="1"/>
          <p:nvPr>
            <p:ph idx="6" type="subTitle"/>
          </p:nvPr>
        </p:nvSpPr>
        <p:spPr>
          <a:xfrm>
            <a:off x="720000" y="2215250"/>
            <a:ext cx="21228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7" name="Google Shape;827;p27"/>
          <p:cNvSpPr txBox="1"/>
          <p:nvPr>
            <p:ph idx="7" type="subTitle"/>
          </p:nvPr>
        </p:nvSpPr>
        <p:spPr>
          <a:xfrm>
            <a:off x="3877050" y="3528025"/>
            <a:ext cx="1389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yon"/>
              <a:buNone/>
              <a:defRPr sz="1800">
                <a:solidFill>
                  <a:schemeClr val="accent6"/>
                </a:solidFill>
                <a:latin typeface="Bayon"/>
                <a:ea typeface="Bayon"/>
                <a:cs typeface="Bayon"/>
                <a:sym typeface="Bayo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9pPr>
          </a:lstStyle>
          <a:p/>
        </p:txBody>
      </p:sp>
      <p:sp>
        <p:nvSpPr>
          <p:cNvPr id="828" name="Google Shape;828;p27"/>
          <p:cNvSpPr txBox="1"/>
          <p:nvPr>
            <p:ph idx="8" type="subTitle"/>
          </p:nvPr>
        </p:nvSpPr>
        <p:spPr>
          <a:xfrm>
            <a:off x="3510600" y="3946775"/>
            <a:ext cx="21228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9" name="Google Shape;829;p27"/>
          <p:cNvSpPr txBox="1"/>
          <p:nvPr>
            <p:ph idx="9" type="subTitle"/>
          </p:nvPr>
        </p:nvSpPr>
        <p:spPr>
          <a:xfrm>
            <a:off x="6667650" y="3528025"/>
            <a:ext cx="1389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yon"/>
              <a:buNone/>
              <a:defRPr sz="1800">
                <a:solidFill>
                  <a:schemeClr val="accent6"/>
                </a:solidFill>
                <a:latin typeface="Bayon"/>
                <a:ea typeface="Bayon"/>
                <a:cs typeface="Bayon"/>
                <a:sym typeface="Bayo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9pPr>
          </a:lstStyle>
          <a:p/>
        </p:txBody>
      </p:sp>
      <p:sp>
        <p:nvSpPr>
          <p:cNvPr id="830" name="Google Shape;830;p27"/>
          <p:cNvSpPr txBox="1"/>
          <p:nvPr>
            <p:ph idx="13" type="subTitle"/>
          </p:nvPr>
        </p:nvSpPr>
        <p:spPr>
          <a:xfrm>
            <a:off x="6301200" y="3946775"/>
            <a:ext cx="21228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1" name="Google Shape;831;p27"/>
          <p:cNvSpPr txBox="1"/>
          <p:nvPr>
            <p:ph idx="14" type="subTitle"/>
          </p:nvPr>
        </p:nvSpPr>
        <p:spPr>
          <a:xfrm>
            <a:off x="1086450" y="3528025"/>
            <a:ext cx="1389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yon"/>
              <a:buNone/>
              <a:defRPr sz="1800">
                <a:solidFill>
                  <a:schemeClr val="accent6"/>
                </a:solidFill>
                <a:latin typeface="Bayon"/>
                <a:ea typeface="Bayon"/>
                <a:cs typeface="Bayon"/>
                <a:sym typeface="Bayo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yon"/>
              <a:buNone/>
              <a:defRPr>
                <a:latin typeface="Bayon"/>
                <a:ea typeface="Bayon"/>
                <a:cs typeface="Bayon"/>
                <a:sym typeface="Bayon"/>
              </a:defRPr>
            </a:lvl9pPr>
          </a:lstStyle>
          <a:p/>
        </p:txBody>
      </p:sp>
      <p:sp>
        <p:nvSpPr>
          <p:cNvPr id="832" name="Google Shape;832;p27"/>
          <p:cNvSpPr txBox="1"/>
          <p:nvPr>
            <p:ph idx="15" type="subTitle"/>
          </p:nvPr>
        </p:nvSpPr>
        <p:spPr>
          <a:xfrm>
            <a:off x="720000" y="3946775"/>
            <a:ext cx="21228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3" name="Google Shape;833;p27"/>
          <p:cNvSpPr/>
          <p:nvPr/>
        </p:nvSpPr>
        <p:spPr>
          <a:xfrm flipH="1" rot="-5400000">
            <a:off x="8607138" y="4611150"/>
            <a:ext cx="495300" cy="5976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27"/>
          <p:cNvSpPr/>
          <p:nvPr/>
        </p:nvSpPr>
        <p:spPr>
          <a:xfrm>
            <a:off x="8397888" y="4336950"/>
            <a:ext cx="560100" cy="560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27"/>
          <p:cNvSpPr/>
          <p:nvPr/>
        </p:nvSpPr>
        <p:spPr>
          <a:xfrm rot="10800000">
            <a:off x="-311100" y="-22537"/>
            <a:ext cx="605100" cy="605100"/>
          </a:xfrm>
          <a:prstGeom prst="pie">
            <a:avLst>
              <a:gd fmla="val 5430362" name="adj1"/>
              <a:gd fmla="val 1620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6" name="Google Shape;836;p27"/>
          <p:cNvGrpSpPr/>
          <p:nvPr/>
        </p:nvGrpSpPr>
        <p:grpSpPr>
          <a:xfrm>
            <a:off x="62407" y="185306"/>
            <a:ext cx="2006798" cy="189424"/>
            <a:chOff x="1655550" y="403250"/>
            <a:chExt cx="1274400" cy="120300"/>
          </a:xfrm>
        </p:grpSpPr>
        <p:cxnSp>
          <p:nvCxnSpPr>
            <p:cNvPr id="837" name="Google Shape;837;p27"/>
            <p:cNvCxnSpPr/>
            <p:nvPr/>
          </p:nvCxnSpPr>
          <p:spPr>
            <a:xfrm flipH="1" rot="10800000">
              <a:off x="1655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38" name="Google Shape;838;p27"/>
            <p:cNvCxnSpPr/>
            <p:nvPr/>
          </p:nvCxnSpPr>
          <p:spPr>
            <a:xfrm flipH="1" rot="10800000">
              <a:off x="1761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39" name="Google Shape;839;p27"/>
            <p:cNvCxnSpPr/>
            <p:nvPr/>
          </p:nvCxnSpPr>
          <p:spPr>
            <a:xfrm flipH="1" rot="10800000">
              <a:off x="1867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0" name="Google Shape;840;p27"/>
            <p:cNvCxnSpPr/>
            <p:nvPr/>
          </p:nvCxnSpPr>
          <p:spPr>
            <a:xfrm flipH="1" rot="10800000">
              <a:off x="1974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1" name="Google Shape;841;p27"/>
            <p:cNvCxnSpPr/>
            <p:nvPr/>
          </p:nvCxnSpPr>
          <p:spPr>
            <a:xfrm flipH="1" rot="10800000">
              <a:off x="2080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2" name="Google Shape;842;p27"/>
            <p:cNvCxnSpPr/>
            <p:nvPr/>
          </p:nvCxnSpPr>
          <p:spPr>
            <a:xfrm flipH="1" rot="10800000">
              <a:off x="2186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3" name="Google Shape;843;p27"/>
            <p:cNvCxnSpPr/>
            <p:nvPr/>
          </p:nvCxnSpPr>
          <p:spPr>
            <a:xfrm flipH="1" rot="10800000">
              <a:off x="2292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4" name="Google Shape;844;p27"/>
            <p:cNvCxnSpPr/>
            <p:nvPr/>
          </p:nvCxnSpPr>
          <p:spPr>
            <a:xfrm flipH="1" rot="10800000">
              <a:off x="2398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5" name="Google Shape;845;p27"/>
            <p:cNvCxnSpPr/>
            <p:nvPr/>
          </p:nvCxnSpPr>
          <p:spPr>
            <a:xfrm flipH="1" rot="10800000">
              <a:off x="2505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6" name="Google Shape;846;p27"/>
            <p:cNvCxnSpPr/>
            <p:nvPr/>
          </p:nvCxnSpPr>
          <p:spPr>
            <a:xfrm flipH="1" rot="10800000">
              <a:off x="2611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7" name="Google Shape;847;p27"/>
            <p:cNvCxnSpPr/>
            <p:nvPr/>
          </p:nvCxnSpPr>
          <p:spPr>
            <a:xfrm flipH="1" rot="10800000">
              <a:off x="2717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8" name="Google Shape;848;p27"/>
            <p:cNvCxnSpPr/>
            <p:nvPr/>
          </p:nvCxnSpPr>
          <p:spPr>
            <a:xfrm flipH="1" rot="10800000">
              <a:off x="2823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849" name="Google Shape;849;p27"/>
          <p:cNvGrpSpPr/>
          <p:nvPr/>
        </p:nvGrpSpPr>
        <p:grpSpPr>
          <a:xfrm>
            <a:off x="62391" y="4282838"/>
            <a:ext cx="683700" cy="788700"/>
            <a:chOff x="87025" y="3790463"/>
            <a:chExt cx="683700" cy="788700"/>
          </a:xfrm>
        </p:grpSpPr>
        <p:sp>
          <p:nvSpPr>
            <p:cNvPr id="850" name="Google Shape;850;p27"/>
            <p:cNvSpPr/>
            <p:nvPr/>
          </p:nvSpPr>
          <p:spPr>
            <a:xfrm>
              <a:off x="87025" y="379046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27"/>
            <p:cNvSpPr/>
            <p:nvPr/>
          </p:nvSpPr>
          <p:spPr>
            <a:xfrm>
              <a:off x="391825" y="379046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27"/>
            <p:cNvSpPr/>
            <p:nvPr/>
          </p:nvSpPr>
          <p:spPr>
            <a:xfrm>
              <a:off x="696625" y="379046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27"/>
            <p:cNvSpPr/>
            <p:nvPr/>
          </p:nvSpPr>
          <p:spPr>
            <a:xfrm>
              <a:off x="87025" y="414776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27"/>
            <p:cNvSpPr/>
            <p:nvPr/>
          </p:nvSpPr>
          <p:spPr>
            <a:xfrm>
              <a:off x="391825" y="414776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27"/>
            <p:cNvSpPr/>
            <p:nvPr/>
          </p:nvSpPr>
          <p:spPr>
            <a:xfrm>
              <a:off x="696625" y="414776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27"/>
            <p:cNvSpPr/>
            <p:nvPr/>
          </p:nvSpPr>
          <p:spPr>
            <a:xfrm>
              <a:off x="87025" y="450506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27"/>
            <p:cNvSpPr/>
            <p:nvPr/>
          </p:nvSpPr>
          <p:spPr>
            <a:xfrm>
              <a:off x="391825" y="450506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27"/>
            <p:cNvSpPr/>
            <p:nvPr/>
          </p:nvSpPr>
          <p:spPr>
            <a:xfrm>
              <a:off x="696625" y="4505063"/>
              <a:ext cx="74100" cy="7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9" name="Google Shape;859;p27"/>
          <p:cNvGrpSpPr/>
          <p:nvPr/>
        </p:nvGrpSpPr>
        <p:grpSpPr>
          <a:xfrm>
            <a:off x="7315049" y="89241"/>
            <a:ext cx="1771950" cy="874516"/>
            <a:chOff x="4417349" y="2255441"/>
            <a:chExt cx="1771950" cy="874516"/>
          </a:xfrm>
        </p:grpSpPr>
        <p:sp>
          <p:nvSpPr>
            <p:cNvPr id="860" name="Google Shape;860;p27"/>
            <p:cNvSpPr/>
            <p:nvPr/>
          </p:nvSpPr>
          <p:spPr>
            <a:xfrm flipH="1" rot="10800000">
              <a:off x="441734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27"/>
            <p:cNvSpPr/>
            <p:nvPr/>
          </p:nvSpPr>
          <p:spPr>
            <a:xfrm flipH="1" rot="10800000">
              <a:off x="475529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27"/>
            <p:cNvSpPr/>
            <p:nvPr/>
          </p:nvSpPr>
          <p:spPr>
            <a:xfrm flipH="1" rot="10800000">
              <a:off x="4755299" y="2651599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27"/>
            <p:cNvSpPr/>
            <p:nvPr/>
          </p:nvSpPr>
          <p:spPr>
            <a:xfrm flipH="1" rot="10800000">
              <a:off x="509324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27"/>
            <p:cNvSpPr/>
            <p:nvPr/>
          </p:nvSpPr>
          <p:spPr>
            <a:xfrm flipH="1" rot="10800000">
              <a:off x="5093249" y="2651599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27"/>
            <p:cNvSpPr/>
            <p:nvPr/>
          </p:nvSpPr>
          <p:spPr>
            <a:xfrm flipH="1" rot="10800000">
              <a:off x="5093249" y="225544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27"/>
            <p:cNvSpPr/>
            <p:nvPr/>
          </p:nvSpPr>
          <p:spPr>
            <a:xfrm flipH="1" rot="10800000">
              <a:off x="543119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27"/>
            <p:cNvSpPr/>
            <p:nvPr/>
          </p:nvSpPr>
          <p:spPr>
            <a:xfrm flipH="1" rot="10800000">
              <a:off x="5431199" y="2651599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27"/>
            <p:cNvSpPr/>
            <p:nvPr/>
          </p:nvSpPr>
          <p:spPr>
            <a:xfrm flipH="1" rot="10800000">
              <a:off x="5431199" y="225544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27"/>
            <p:cNvSpPr/>
            <p:nvPr/>
          </p:nvSpPr>
          <p:spPr>
            <a:xfrm flipH="1" rot="10800000">
              <a:off x="576914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27"/>
            <p:cNvSpPr/>
            <p:nvPr/>
          </p:nvSpPr>
          <p:spPr>
            <a:xfrm flipH="1" rot="10800000">
              <a:off x="5769149" y="2651599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27"/>
            <p:cNvSpPr/>
            <p:nvPr/>
          </p:nvSpPr>
          <p:spPr>
            <a:xfrm flipH="1" rot="10800000">
              <a:off x="5769149" y="225544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27"/>
            <p:cNvSpPr/>
            <p:nvPr/>
          </p:nvSpPr>
          <p:spPr>
            <a:xfrm flipH="1" rot="10800000">
              <a:off x="610709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27"/>
            <p:cNvSpPr/>
            <p:nvPr/>
          </p:nvSpPr>
          <p:spPr>
            <a:xfrm flipH="1" rot="10800000">
              <a:off x="6107099" y="2651599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27"/>
            <p:cNvSpPr/>
            <p:nvPr/>
          </p:nvSpPr>
          <p:spPr>
            <a:xfrm flipH="1" rot="10800000">
              <a:off x="6107099" y="225544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5" name="Google Shape;875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7" name="Google Shape;877;p28"/>
          <p:cNvGrpSpPr/>
          <p:nvPr/>
        </p:nvGrpSpPr>
        <p:grpSpPr>
          <a:xfrm>
            <a:off x="65743" y="4907331"/>
            <a:ext cx="908010" cy="102844"/>
            <a:chOff x="1655550" y="403250"/>
            <a:chExt cx="1062000" cy="120300"/>
          </a:xfrm>
        </p:grpSpPr>
        <p:cxnSp>
          <p:nvCxnSpPr>
            <p:cNvPr id="878" name="Google Shape;878;p28"/>
            <p:cNvCxnSpPr/>
            <p:nvPr/>
          </p:nvCxnSpPr>
          <p:spPr>
            <a:xfrm flipH="1" rot="10800000">
              <a:off x="1655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79" name="Google Shape;879;p28"/>
            <p:cNvCxnSpPr/>
            <p:nvPr/>
          </p:nvCxnSpPr>
          <p:spPr>
            <a:xfrm flipH="1" rot="10800000">
              <a:off x="1761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80" name="Google Shape;880;p28"/>
            <p:cNvCxnSpPr/>
            <p:nvPr/>
          </p:nvCxnSpPr>
          <p:spPr>
            <a:xfrm flipH="1" rot="10800000">
              <a:off x="1867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81" name="Google Shape;881;p28"/>
            <p:cNvCxnSpPr/>
            <p:nvPr/>
          </p:nvCxnSpPr>
          <p:spPr>
            <a:xfrm flipH="1" rot="10800000">
              <a:off x="1974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82" name="Google Shape;882;p28"/>
            <p:cNvCxnSpPr/>
            <p:nvPr/>
          </p:nvCxnSpPr>
          <p:spPr>
            <a:xfrm flipH="1" rot="10800000">
              <a:off x="2080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83" name="Google Shape;883;p28"/>
            <p:cNvCxnSpPr/>
            <p:nvPr/>
          </p:nvCxnSpPr>
          <p:spPr>
            <a:xfrm flipH="1" rot="10800000">
              <a:off x="2186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84" name="Google Shape;884;p28"/>
            <p:cNvCxnSpPr/>
            <p:nvPr/>
          </p:nvCxnSpPr>
          <p:spPr>
            <a:xfrm flipH="1" rot="10800000">
              <a:off x="2292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85" name="Google Shape;885;p28"/>
            <p:cNvCxnSpPr/>
            <p:nvPr/>
          </p:nvCxnSpPr>
          <p:spPr>
            <a:xfrm flipH="1" rot="10800000">
              <a:off x="2398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86" name="Google Shape;886;p28"/>
            <p:cNvCxnSpPr/>
            <p:nvPr/>
          </p:nvCxnSpPr>
          <p:spPr>
            <a:xfrm flipH="1" rot="10800000">
              <a:off x="2505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87" name="Google Shape;887;p28"/>
            <p:cNvCxnSpPr/>
            <p:nvPr/>
          </p:nvCxnSpPr>
          <p:spPr>
            <a:xfrm flipH="1" rot="10800000">
              <a:off x="2611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88" name="Google Shape;888;p28"/>
          <p:cNvSpPr/>
          <p:nvPr/>
        </p:nvSpPr>
        <p:spPr>
          <a:xfrm>
            <a:off x="116700" y="4517275"/>
            <a:ext cx="247500" cy="247500"/>
          </a:xfrm>
          <a:prstGeom prst="ellipse">
            <a:avLst/>
          </a:prstGeom>
          <a:solidFill>
            <a:srgbClr val="5CC9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9" name="Google Shape;889;p28"/>
          <p:cNvGrpSpPr/>
          <p:nvPr/>
        </p:nvGrpSpPr>
        <p:grpSpPr>
          <a:xfrm>
            <a:off x="6248194" y="4917650"/>
            <a:ext cx="2785800" cy="82208"/>
            <a:chOff x="6305224" y="4575891"/>
            <a:chExt cx="2785800" cy="82208"/>
          </a:xfrm>
        </p:grpSpPr>
        <p:sp>
          <p:nvSpPr>
            <p:cNvPr id="890" name="Google Shape;890;p28"/>
            <p:cNvSpPr/>
            <p:nvPr/>
          </p:nvSpPr>
          <p:spPr>
            <a:xfrm flipH="1" rot="10800000">
              <a:off x="7319074" y="4575899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28"/>
            <p:cNvSpPr/>
            <p:nvPr/>
          </p:nvSpPr>
          <p:spPr>
            <a:xfrm flipH="1" rot="10800000">
              <a:off x="7657024" y="4575899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28"/>
            <p:cNvSpPr/>
            <p:nvPr/>
          </p:nvSpPr>
          <p:spPr>
            <a:xfrm flipH="1" rot="10800000">
              <a:off x="7994974" y="4575899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28"/>
            <p:cNvSpPr/>
            <p:nvPr/>
          </p:nvSpPr>
          <p:spPr>
            <a:xfrm flipH="1" rot="10800000">
              <a:off x="8332924" y="4575899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28"/>
            <p:cNvSpPr/>
            <p:nvPr/>
          </p:nvSpPr>
          <p:spPr>
            <a:xfrm flipH="1" rot="10800000">
              <a:off x="8670874" y="4575899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28"/>
            <p:cNvSpPr/>
            <p:nvPr/>
          </p:nvSpPr>
          <p:spPr>
            <a:xfrm flipH="1" rot="10800000">
              <a:off x="9008824" y="4575899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28"/>
            <p:cNvSpPr/>
            <p:nvPr/>
          </p:nvSpPr>
          <p:spPr>
            <a:xfrm flipH="1" rot="10800000">
              <a:off x="6981124" y="457589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28"/>
            <p:cNvSpPr/>
            <p:nvPr/>
          </p:nvSpPr>
          <p:spPr>
            <a:xfrm flipH="1" rot="10800000">
              <a:off x="6643174" y="457589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28"/>
            <p:cNvSpPr/>
            <p:nvPr/>
          </p:nvSpPr>
          <p:spPr>
            <a:xfrm flipH="1" rot="10800000">
              <a:off x="6305224" y="457589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9" name="Google Shape;899;p28"/>
          <p:cNvSpPr/>
          <p:nvPr/>
        </p:nvSpPr>
        <p:spPr>
          <a:xfrm rot="10800000">
            <a:off x="8682307" y="-7281"/>
            <a:ext cx="461700" cy="6273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5CC9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28"/>
          <p:cNvSpPr/>
          <p:nvPr/>
        </p:nvSpPr>
        <p:spPr>
          <a:xfrm rot="10800000">
            <a:off x="8220607" y="-7281"/>
            <a:ext cx="461700" cy="6273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C463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28"/>
          <p:cNvSpPr/>
          <p:nvPr/>
        </p:nvSpPr>
        <p:spPr>
          <a:xfrm>
            <a:off x="364200" y="4517275"/>
            <a:ext cx="247500" cy="247500"/>
          </a:xfrm>
          <a:prstGeom prst="ellipse">
            <a:avLst/>
          </a:prstGeom>
          <a:solidFill>
            <a:srgbClr val="7745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2" name="Google Shape;902;p28"/>
          <p:cNvGrpSpPr/>
          <p:nvPr/>
        </p:nvGrpSpPr>
        <p:grpSpPr>
          <a:xfrm rot="5400000">
            <a:off x="-581051" y="739966"/>
            <a:ext cx="1771950" cy="478366"/>
            <a:chOff x="227499" y="4406441"/>
            <a:chExt cx="1771950" cy="478366"/>
          </a:xfrm>
        </p:grpSpPr>
        <p:sp>
          <p:nvSpPr>
            <p:cNvPr id="903" name="Google Shape;903;p28"/>
            <p:cNvSpPr/>
            <p:nvPr/>
          </p:nvSpPr>
          <p:spPr>
            <a:xfrm flipH="1" rot="10800000">
              <a:off x="903399" y="4802595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28"/>
            <p:cNvSpPr/>
            <p:nvPr/>
          </p:nvSpPr>
          <p:spPr>
            <a:xfrm flipH="1" rot="10800000">
              <a:off x="1241349" y="4802607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28"/>
            <p:cNvSpPr/>
            <p:nvPr/>
          </p:nvSpPr>
          <p:spPr>
            <a:xfrm flipH="1" rot="10800000">
              <a:off x="1241349" y="4406449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28"/>
            <p:cNvSpPr/>
            <p:nvPr/>
          </p:nvSpPr>
          <p:spPr>
            <a:xfrm flipH="1" rot="10800000">
              <a:off x="1579299" y="4802607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28"/>
            <p:cNvSpPr/>
            <p:nvPr/>
          </p:nvSpPr>
          <p:spPr>
            <a:xfrm flipH="1" rot="10800000">
              <a:off x="1579299" y="4406449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28"/>
            <p:cNvSpPr/>
            <p:nvPr/>
          </p:nvSpPr>
          <p:spPr>
            <a:xfrm flipH="1" rot="10800000">
              <a:off x="1917249" y="4802607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28"/>
            <p:cNvSpPr/>
            <p:nvPr/>
          </p:nvSpPr>
          <p:spPr>
            <a:xfrm flipH="1" rot="10800000">
              <a:off x="903399" y="440644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28"/>
            <p:cNvSpPr/>
            <p:nvPr/>
          </p:nvSpPr>
          <p:spPr>
            <a:xfrm flipH="1" rot="10800000">
              <a:off x="565449" y="4802595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28"/>
            <p:cNvSpPr/>
            <p:nvPr/>
          </p:nvSpPr>
          <p:spPr>
            <a:xfrm flipH="1" rot="10800000">
              <a:off x="565449" y="440644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28"/>
            <p:cNvSpPr/>
            <p:nvPr/>
          </p:nvSpPr>
          <p:spPr>
            <a:xfrm flipH="1" rot="10800000">
              <a:off x="227499" y="4802595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28"/>
            <p:cNvSpPr/>
            <p:nvPr/>
          </p:nvSpPr>
          <p:spPr>
            <a:xfrm flipH="1" rot="10800000">
              <a:off x="227499" y="440644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4" name="Google Shape;914;p28"/>
          <p:cNvSpPr txBox="1"/>
          <p:nvPr>
            <p:ph idx="1" type="body"/>
          </p:nvPr>
        </p:nvSpPr>
        <p:spPr>
          <a:xfrm>
            <a:off x="729300" y="1380675"/>
            <a:ext cx="3505500" cy="24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naheim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2750"/>
              </a:buClr>
              <a:buSzPts val="1400"/>
              <a:buFont typeface="Anaheim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2750"/>
              </a:buClr>
              <a:buSzPts val="1400"/>
              <a:buFont typeface="Anaheim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2750"/>
              </a:buClr>
              <a:buSzPts val="1400"/>
              <a:buFont typeface="Anaheim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2750"/>
              </a:buClr>
              <a:buSzPts val="1400"/>
              <a:buFont typeface="Anaheim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2750"/>
              </a:buClr>
              <a:buSzPts val="1400"/>
              <a:buFont typeface="Anaheim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2750"/>
              </a:buClr>
              <a:buSzPts val="1400"/>
              <a:buFont typeface="Anaheim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2750"/>
              </a:buClr>
              <a:buSzPts val="1400"/>
              <a:buFont typeface="Anaheim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2750"/>
              </a:buClr>
              <a:buSzPts val="1400"/>
              <a:buFont typeface="Anaheim"/>
              <a:buChar char="■"/>
              <a:defRPr/>
            </a:lvl9pPr>
          </a:lstStyle>
          <a:p/>
        </p:txBody>
      </p:sp>
      <p:sp>
        <p:nvSpPr>
          <p:cNvPr id="915" name="Google Shape;915;p28"/>
          <p:cNvSpPr txBox="1"/>
          <p:nvPr>
            <p:ph type="title"/>
          </p:nvPr>
        </p:nvSpPr>
        <p:spPr>
          <a:xfrm>
            <a:off x="729300" y="445025"/>
            <a:ext cx="7685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916" name="Google Shape;916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7_2"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919" name="Google Shape;919;p29"/>
          <p:cNvSpPr/>
          <p:nvPr/>
        </p:nvSpPr>
        <p:spPr>
          <a:xfrm flipH="1">
            <a:off x="474606" y="252613"/>
            <a:ext cx="364500" cy="364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29"/>
          <p:cNvSpPr/>
          <p:nvPr/>
        </p:nvSpPr>
        <p:spPr>
          <a:xfrm flipH="1" rot="5400000">
            <a:off x="5746" y="-19354"/>
            <a:ext cx="333300" cy="3594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29"/>
          <p:cNvSpPr/>
          <p:nvPr/>
        </p:nvSpPr>
        <p:spPr>
          <a:xfrm flipH="1">
            <a:off x="8596435" y="4137728"/>
            <a:ext cx="560100" cy="10152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29"/>
          <p:cNvSpPr/>
          <p:nvPr/>
        </p:nvSpPr>
        <p:spPr>
          <a:xfrm flipH="1">
            <a:off x="110106" y="252613"/>
            <a:ext cx="364500" cy="364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3" name="Google Shape;923;p29"/>
          <p:cNvGrpSpPr/>
          <p:nvPr/>
        </p:nvGrpSpPr>
        <p:grpSpPr>
          <a:xfrm flipH="1">
            <a:off x="59649" y="4576174"/>
            <a:ext cx="1771950" cy="478358"/>
            <a:chOff x="4417349" y="2651599"/>
            <a:chExt cx="1771950" cy="478358"/>
          </a:xfrm>
        </p:grpSpPr>
        <p:sp>
          <p:nvSpPr>
            <p:cNvPr id="924" name="Google Shape;924;p29"/>
            <p:cNvSpPr/>
            <p:nvPr/>
          </p:nvSpPr>
          <p:spPr>
            <a:xfrm flipH="1" rot="10800000">
              <a:off x="441734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29"/>
            <p:cNvSpPr/>
            <p:nvPr/>
          </p:nvSpPr>
          <p:spPr>
            <a:xfrm flipH="1" rot="10800000">
              <a:off x="475529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29"/>
            <p:cNvSpPr/>
            <p:nvPr/>
          </p:nvSpPr>
          <p:spPr>
            <a:xfrm flipH="1" rot="10800000">
              <a:off x="4755299" y="2651599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29"/>
            <p:cNvSpPr/>
            <p:nvPr/>
          </p:nvSpPr>
          <p:spPr>
            <a:xfrm flipH="1" rot="10800000">
              <a:off x="509324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29"/>
            <p:cNvSpPr/>
            <p:nvPr/>
          </p:nvSpPr>
          <p:spPr>
            <a:xfrm flipH="1" rot="10800000">
              <a:off x="5093249" y="2651599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29"/>
            <p:cNvSpPr/>
            <p:nvPr/>
          </p:nvSpPr>
          <p:spPr>
            <a:xfrm flipH="1" rot="10800000">
              <a:off x="543119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29"/>
            <p:cNvSpPr/>
            <p:nvPr/>
          </p:nvSpPr>
          <p:spPr>
            <a:xfrm flipH="1" rot="10800000">
              <a:off x="5431199" y="2651599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29"/>
            <p:cNvSpPr/>
            <p:nvPr/>
          </p:nvSpPr>
          <p:spPr>
            <a:xfrm flipH="1" rot="10800000">
              <a:off x="576914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29"/>
            <p:cNvSpPr/>
            <p:nvPr/>
          </p:nvSpPr>
          <p:spPr>
            <a:xfrm flipH="1" rot="10800000">
              <a:off x="5769149" y="2651599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29"/>
            <p:cNvSpPr/>
            <p:nvPr/>
          </p:nvSpPr>
          <p:spPr>
            <a:xfrm flipH="1" rot="10800000">
              <a:off x="610709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29"/>
            <p:cNvSpPr/>
            <p:nvPr/>
          </p:nvSpPr>
          <p:spPr>
            <a:xfrm flipH="1" rot="10800000">
              <a:off x="6107099" y="2651599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5" name="Google Shape;935;p29"/>
          <p:cNvGrpSpPr/>
          <p:nvPr/>
        </p:nvGrpSpPr>
        <p:grpSpPr>
          <a:xfrm>
            <a:off x="7315049" y="48149"/>
            <a:ext cx="1771950" cy="478358"/>
            <a:chOff x="4417349" y="2651599"/>
            <a:chExt cx="1771950" cy="478358"/>
          </a:xfrm>
        </p:grpSpPr>
        <p:sp>
          <p:nvSpPr>
            <p:cNvPr id="936" name="Google Shape;936;p29"/>
            <p:cNvSpPr/>
            <p:nvPr/>
          </p:nvSpPr>
          <p:spPr>
            <a:xfrm flipH="1" rot="10800000">
              <a:off x="441734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29"/>
            <p:cNvSpPr/>
            <p:nvPr/>
          </p:nvSpPr>
          <p:spPr>
            <a:xfrm flipH="1" rot="10800000">
              <a:off x="475529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29"/>
            <p:cNvSpPr/>
            <p:nvPr/>
          </p:nvSpPr>
          <p:spPr>
            <a:xfrm flipH="1" rot="10800000">
              <a:off x="4755299" y="2651599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29"/>
            <p:cNvSpPr/>
            <p:nvPr/>
          </p:nvSpPr>
          <p:spPr>
            <a:xfrm flipH="1" rot="10800000">
              <a:off x="509324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29"/>
            <p:cNvSpPr/>
            <p:nvPr/>
          </p:nvSpPr>
          <p:spPr>
            <a:xfrm flipH="1" rot="10800000">
              <a:off x="5093249" y="2651599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29"/>
            <p:cNvSpPr/>
            <p:nvPr/>
          </p:nvSpPr>
          <p:spPr>
            <a:xfrm flipH="1" rot="10800000">
              <a:off x="543119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29"/>
            <p:cNvSpPr/>
            <p:nvPr/>
          </p:nvSpPr>
          <p:spPr>
            <a:xfrm flipH="1" rot="10800000">
              <a:off x="5431199" y="2651599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29"/>
            <p:cNvSpPr/>
            <p:nvPr/>
          </p:nvSpPr>
          <p:spPr>
            <a:xfrm flipH="1" rot="10800000">
              <a:off x="576914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29"/>
            <p:cNvSpPr/>
            <p:nvPr/>
          </p:nvSpPr>
          <p:spPr>
            <a:xfrm flipH="1" rot="10800000">
              <a:off x="5769149" y="2651599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29"/>
            <p:cNvSpPr/>
            <p:nvPr/>
          </p:nvSpPr>
          <p:spPr>
            <a:xfrm flipH="1" rot="10800000">
              <a:off x="610709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29"/>
            <p:cNvSpPr/>
            <p:nvPr/>
          </p:nvSpPr>
          <p:spPr>
            <a:xfrm flipH="1" rot="10800000">
              <a:off x="6107099" y="2651599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47" name="Google Shape;947;p29"/>
          <p:cNvGrpSpPr/>
          <p:nvPr/>
        </p:nvGrpSpPr>
        <p:grpSpPr>
          <a:xfrm flipH="1">
            <a:off x="6610328" y="4793143"/>
            <a:ext cx="2275760" cy="171849"/>
            <a:chOff x="1655550" y="403250"/>
            <a:chExt cx="1593000" cy="120300"/>
          </a:xfrm>
        </p:grpSpPr>
        <p:cxnSp>
          <p:nvCxnSpPr>
            <p:cNvPr id="948" name="Google Shape;948;p29"/>
            <p:cNvCxnSpPr/>
            <p:nvPr/>
          </p:nvCxnSpPr>
          <p:spPr>
            <a:xfrm flipH="1" rot="10800000">
              <a:off x="1655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49" name="Google Shape;949;p29"/>
            <p:cNvCxnSpPr/>
            <p:nvPr/>
          </p:nvCxnSpPr>
          <p:spPr>
            <a:xfrm flipH="1" rot="10800000">
              <a:off x="1761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0" name="Google Shape;950;p29"/>
            <p:cNvCxnSpPr/>
            <p:nvPr/>
          </p:nvCxnSpPr>
          <p:spPr>
            <a:xfrm flipH="1" rot="10800000">
              <a:off x="1867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1" name="Google Shape;951;p29"/>
            <p:cNvCxnSpPr/>
            <p:nvPr/>
          </p:nvCxnSpPr>
          <p:spPr>
            <a:xfrm flipH="1" rot="10800000">
              <a:off x="1974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2" name="Google Shape;952;p29"/>
            <p:cNvCxnSpPr/>
            <p:nvPr/>
          </p:nvCxnSpPr>
          <p:spPr>
            <a:xfrm flipH="1" rot="10800000">
              <a:off x="2080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3" name="Google Shape;953;p29"/>
            <p:cNvCxnSpPr/>
            <p:nvPr/>
          </p:nvCxnSpPr>
          <p:spPr>
            <a:xfrm flipH="1" rot="10800000">
              <a:off x="2186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4" name="Google Shape;954;p29"/>
            <p:cNvCxnSpPr/>
            <p:nvPr/>
          </p:nvCxnSpPr>
          <p:spPr>
            <a:xfrm flipH="1" rot="10800000">
              <a:off x="2292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5" name="Google Shape;955;p29"/>
            <p:cNvCxnSpPr/>
            <p:nvPr/>
          </p:nvCxnSpPr>
          <p:spPr>
            <a:xfrm flipH="1" rot="10800000">
              <a:off x="2398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6" name="Google Shape;956;p29"/>
            <p:cNvCxnSpPr/>
            <p:nvPr/>
          </p:nvCxnSpPr>
          <p:spPr>
            <a:xfrm flipH="1" rot="10800000">
              <a:off x="2505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7" name="Google Shape;957;p29"/>
            <p:cNvCxnSpPr/>
            <p:nvPr/>
          </p:nvCxnSpPr>
          <p:spPr>
            <a:xfrm flipH="1" rot="10800000">
              <a:off x="2611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8" name="Google Shape;958;p29"/>
            <p:cNvCxnSpPr/>
            <p:nvPr/>
          </p:nvCxnSpPr>
          <p:spPr>
            <a:xfrm flipH="1" rot="10800000">
              <a:off x="2717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9" name="Google Shape;959;p29"/>
            <p:cNvCxnSpPr/>
            <p:nvPr/>
          </p:nvCxnSpPr>
          <p:spPr>
            <a:xfrm flipH="1" rot="10800000">
              <a:off x="2823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0" name="Google Shape;960;p29"/>
            <p:cNvCxnSpPr/>
            <p:nvPr/>
          </p:nvCxnSpPr>
          <p:spPr>
            <a:xfrm flipH="1" rot="10800000">
              <a:off x="2929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1" name="Google Shape;961;p29"/>
            <p:cNvCxnSpPr/>
            <p:nvPr/>
          </p:nvCxnSpPr>
          <p:spPr>
            <a:xfrm flipH="1" rot="10800000">
              <a:off x="3036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2" name="Google Shape;962;p29"/>
            <p:cNvCxnSpPr/>
            <p:nvPr/>
          </p:nvCxnSpPr>
          <p:spPr>
            <a:xfrm flipH="1" rot="10800000">
              <a:off x="3142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63" name="Google Shape;963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30"/>
          <p:cNvSpPr/>
          <p:nvPr/>
        </p:nvSpPr>
        <p:spPr>
          <a:xfrm rot="-5400000">
            <a:off x="8497200" y="401900"/>
            <a:ext cx="767100" cy="5700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rgbClr val="C463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6" name="Google Shape;966;p30"/>
          <p:cNvGrpSpPr/>
          <p:nvPr/>
        </p:nvGrpSpPr>
        <p:grpSpPr>
          <a:xfrm>
            <a:off x="7817718" y="164819"/>
            <a:ext cx="1362015" cy="102844"/>
            <a:chOff x="1655550" y="403250"/>
            <a:chExt cx="1593000" cy="120300"/>
          </a:xfrm>
        </p:grpSpPr>
        <p:cxnSp>
          <p:nvCxnSpPr>
            <p:cNvPr id="967" name="Google Shape;967;p30"/>
            <p:cNvCxnSpPr/>
            <p:nvPr/>
          </p:nvCxnSpPr>
          <p:spPr>
            <a:xfrm flipH="1" rot="10800000">
              <a:off x="1655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8" name="Google Shape;968;p30"/>
            <p:cNvCxnSpPr/>
            <p:nvPr/>
          </p:nvCxnSpPr>
          <p:spPr>
            <a:xfrm flipH="1" rot="10800000">
              <a:off x="1761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9" name="Google Shape;969;p30"/>
            <p:cNvCxnSpPr/>
            <p:nvPr/>
          </p:nvCxnSpPr>
          <p:spPr>
            <a:xfrm flipH="1" rot="10800000">
              <a:off x="1867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0" name="Google Shape;970;p30"/>
            <p:cNvCxnSpPr/>
            <p:nvPr/>
          </p:nvCxnSpPr>
          <p:spPr>
            <a:xfrm flipH="1" rot="10800000">
              <a:off x="1974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1" name="Google Shape;971;p30"/>
            <p:cNvCxnSpPr/>
            <p:nvPr/>
          </p:nvCxnSpPr>
          <p:spPr>
            <a:xfrm flipH="1" rot="10800000">
              <a:off x="2080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2" name="Google Shape;972;p30"/>
            <p:cNvCxnSpPr/>
            <p:nvPr/>
          </p:nvCxnSpPr>
          <p:spPr>
            <a:xfrm flipH="1" rot="10800000">
              <a:off x="2186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3" name="Google Shape;973;p30"/>
            <p:cNvCxnSpPr/>
            <p:nvPr/>
          </p:nvCxnSpPr>
          <p:spPr>
            <a:xfrm flipH="1" rot="10800000">
              <a:off x="2292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4" name="Google Shape;974;p30"/>
            <p:cNvCxnSpPr/>
            <p:nvPr/>
          </p:nvCxnSpPr>
          <p:spPr>
            <a:xfrm flipH="1" rot="10800000">
              <a:off x="2398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5" name="Google Shape;975;p30"/>
            <p:cNvCxnSpPr/>
            <p:nvPr/>
          </p:nvCxnSpPr>
          <p:spPr>
            <a:xfrm flipH="1" rot="10800000">
              <a:off x="2505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6" name="Google Shape;976;p30"/>
            <p:cNvCxnSpPr/>
            <p:nvPr/>
          </p:nvCxnSpPr>
          <p:spPr>
            <a:xfrm flipH="1" rot="10800000">
              <a:off x="2611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7" name="Google Shape;977;p30"/>
            <p:cNvCxnSpPr/>
            <p:nvPr/>
          </p:nvCxnSpPr>
          <p:spPr>
            <a:xfrm flipH="1" rot="10800000">
              <a:off x="2717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8" name="Google Shape;978;p30"/>
            <p:cNvCxnSpPr/>
            <p:nvPr/>
          </p:nvCxnSpPr>
          <p:spPr>
            <a:xfrm flipH="1" rot="10800000">
              <a:off x="2823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9" name="Google Shape;979;p30"/>
            <p:cNvCxnSpPr/>
            <p:nvPr/>
          </p:nvCxnSpPr>
          <p:spPr>
            <a:xfrm flipH="1" rot="10800000">
              <a:off x="2929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80" name="Google Shape;980;p30"/>
            <p:cNvCxnSpPr/>
            <p:nvPr/>
          </p:nvCxnSpPr>
          <p:spPr>
            <a:xfrm flipH="1" rot="10800000">
              <a:off x="3036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81" name="Google Shape;981;p30"/>
            <p:cNvCxnSpPr/>
            <p:nvPr/>
          </p:nvCxnSpPr>
          <p:spPr>
            <a:xfrm flipH="1" rot="10800000">
              <a:off x="3142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82" name="Google Shape;982;p30"/>
          <p:cNvSpPr/>
          <p:nvPr/>
        </p:nvSpPr>
        <p:spPr>
          <a:xfrm>
            <a:off x="8369275" y="491475"/>
            <a:ext cx="390900" cy="390900"/>
          </a:xfrm>
          <a:prstGeom prst="ellipse">
            <a:avLst/>
          </a:prstGeom>
          <a:solidFill>
            <a:srgbClr val="5CC9BF"/>
          </a:solidFill>
          <a:ln cap="flat" cmpd="sng" w="9525">
            <a:solidFill>
              <a:srgbClr val="5CC9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3" name="Google Shape;983;p30"/>
          <p:cNvGrpSpPr/>
          <p:nvPr/>
        </p:nvGrpSpPr>
        <p:grpSpPr>
          <a:xfrm>
            <a:off x="48799" y="67125"/>
            <a:ext cx="1434000" cy="478358"/>
            <a:chOff x="48799" y="67125"/>
            <a:chExt cx="1434000" cy="478358"/>
          </a:xfrm>
        </p:grpSpPr>
        <p:sp>
          <p:nvSpPr>
            <p:cNvPr id="984" name="Google Shape;984;p30"/>
            <p:cNvSpPr/>
            <p:nvPr/>
          </p:nvSpPr>
          <p:spPr>
            <a:xfrm flipH="1" rot="10800000">
              <a:off x="1062649" y="463283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30"/>
            <p:cNvSpPr/>
            <p:nvPr/>
          </p:nvSpPr>
          <p:spPr>
            <a:xfrm flipH="1" rot="10800000">
              <a:off x="1400599" y="463283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30"/>
            <p:cNvSpPr/>
            <p:nvPr/>
          </p:nvSpPr>
          <p:spPr>
            <a:xfrm flipH="1" rot="10800000">
              <a:off x="1400599" y="67125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30"/>
            <p:cNvSpPr/>
            <p:nvPr/>
          </p:nvSpPr>
          <p:spPr>
            <a:xfrm flipH="1" rot="10800000">
              <a:off x="1062649" y="67125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30"/>
            <p:cNvSpPr/>
            <p:nvPr/>
          </p:nvSpPr>
          <p:spPr>
            <a:xfrm flipH="1" rot="10800000">
              <a:off x="724699" y="67125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30"/>
            <p:cNvSpPr/>
            <p:nvPr/>
          </p:nvSpPr>
          <p:spPr>
            <a:xfrm flipH="1" rot="10800000">
              <a:off x="724699" y="463275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30"/>
            <p:cNvSpPr/>
            <p:nvPr/>
          </p:nvSpPr>
          <p:spPr>
            <a:xfrm flipH="1" rot="10800000">
              <a:off x="386749" y="67125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30"/>
            <p:cNvSpPr/>
            <p:nvPr/>
          </p:nvSpPr>
          <p:spPr>
            <a:xfrm flipH="1" rot="10800000">
              <a:off x="386749" y="463275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30"/>
            <p:cNvSpPr/>
            <p:nvPr/>
          </p:nvSpPr>
          <p:spPr>
            <a:xfrm flipH="1" rot="10800000">
              <a:off x="48799" y="67125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30"/>
            <p:cNvSpPr/>
            <p:nvPr/>
          </p:nvSpPr>
          <p:spPr>
            <a:xfrm flipH="1" rot="10800000">
              <a:off x="48799" y="463275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4" name="Google Shape;994;p30"/>
          <p:cNvSpPr/>
          <p:nvPr/>
        </p:nvSpPr>
        <p:spPr>
          <a:xfrm flipH="1">
            <a:off x="-16100" y="4393439"/>
            <a:ext cx="1506900" cy="1506900"/>
          </a:xfrm>
          <a:prstGeom prst="blockArc">
            <a:avLst>
              <a:gd fmla="val 10800000" name="adj1"/>
              <a:gd fmla="val 32116" name="adj2"/>
              <a:gd fmla="val 18389" name="adj3"/>
            </a:avLst>
          </a:prstGeom>
          <a:solidFill>
            <a:srgbClr val="7745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5" name="Google Shape;995;p30"/>
          <p:cNvGrpSpPr/>
          <p:nvPr/>
        </p:nvGrpSpPr>
        <p:grpSpPr>
          <a:xfrm>
            <a:off x="438343" y="4955569"/>
            <a:ext cx="1362015" cy="102844"/>
            <a:chOff x="1655550" y="403250"/>
            <a:chExt cx="1593000" cy="120300"/>
          </a:xfrm>
        </p:grpSpPr>
        <p:cxnSp>
          <p:nvCxnSpPr>
            <p:cNvPr id="996" name="Google Shape;996;p30"/>
            <p:cNvCxnSpPr/>
            <p:nvPr/>
          </p:nvCxnSpPr>
          <p:spPr>
            <a:xfrm flipH="1" rot="10800000">
              <a:off x="1655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C4634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97" name="Google Shape;997;p30"/>
            <p:cNvCxnSpPr/>
            <p:nvPr/>
          </p:nvCxnSpPr>
          <p:spPr>
            <a:xfrm flipH="1" rot="10800000">
              <a:off x="1761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C4634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98" name="Google Shape;998;p30"/>
            <p:cNvCxnSpPr/>
            <p:nvPr/>
          </p:nvCxnSpPr>
          <p:spPr>
            <a:xfrm flipH="1" rot="10800000">
              <a:off x="1867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C4634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99" name="Google Shape;999;p30"/>
            <p:cNvCxnSpPr/>
            <p:nvPr/>
          </p:nvCxnSpPr>
          <p:spPr>
            <a:xfrm flipH="1" rot="10800000">
              <a:off x="1974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C4634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0" name="Google Shape;1000;p30"/>
            <p:cNvCxnSpPr/>
            <p:nvPr/>
          </p:nvCxnSpPr>
          <p:spPr>
            <a:xfrm flipH="1" rot="10800000">
              <a:off x="2080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C4634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1" name="Google Shape;1001;p30"/>
            <p:cNvCxnSpPr/>
            <p:nvPr/>
          </p:nvCxnSpPr>
          <p:spPr>
            <a:xfrm flipH="1" rot="10800000">
              <a:off x="2186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C4634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2" name="Google Shape;1002;p30"/>
            <p:cNvCxnSpPr/>
            <p:nvPr/>
          </p:nvCxnSpPr>
          <p:spPr>
            <a:xfrm flipH="1" rot="10800000">
              <a:off x="2292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C4634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3" name="Google Shape;1003;p30"/>
            <p:cNvCxnSpPr/>
            <p:nvPr/>
          </p:nvCxnSpPr>
          <p:spPr>
            <a:xfrm flipH="1" rot="10800000">
              <a:off x="2398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C4634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4" name="Google Shape;1004;p30"/>
            <p:cNvCxnSpPr/>
            <p:nvPr/>
          </p:nvCxnSpPr>
          <p:spPr>
            <a:xfrm flipH="1" rot="10800000">
              <a:off x="2505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C4634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5" name="Google Shape;1005;p30"/>
            <p:cNvCxnSpPr/>
            <p:nvPr/>
          </p:nvCxnSpPr>
          <p:spPr>
            <a:xfrm flipH="1" rot="10800000">
              <a:off x="2611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C4634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6" name="Google Shape;1006;p30"/>
            <p:cNvCxnSpPr/>
            <p:nvPr/>
          </p:nvCxnSpPr>
          <p:spPr>
            <a:xfrm flipH="1" rot="10800000">
              <a:off x="2717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C4634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7" name="Google Shape;1007;p30"/>
            <p:cNvCxnSpPr/>
            <p:nvPr/>
          </p:nvCxnSpPr>
          <p:spPr>
            <a:xfrm flipH="1" rot="10800000">
              <a:off x="2823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C4634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8" name="Google Shape;1008;p30"/>
            <p:cNvCxnSpPr/>
            <p:nvPr/>
          </p:nvCxnSpPr>
          <p:spPr>
            <a:xfrm flipH="1" rot="10800000">
              <a:off x="2929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C4634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9" name="Google Shape;1009;p30"/>
            <p:cNvCxnSpPr/>
            <p:nvPr/>
          </p:nvCxnSpPr>
          <p:spPr>
            <a:xfrm flipH="1" rot="10800000">
              <a:off x="3036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C4634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10" name="Google Shape;1010;p30"/>
            <p:cNvCxnSpPr/>
            <p:nvPr/>
          </p:nvCxnSpPr>
          <p:spPr>
            <a:xfrm flipH="1" rot="10800000">
              <a:off x="3142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C4634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11" name="Google Shape;1011;p30"/>
          <p:cNvGrpSpPr/>
          <p:nvPr/>
        </p:nvGrpSpPr>
        <p:grpSpPr>
          <a:xfrm>
            <a:off x="7668799" y="4564575"/>
            <a:ext cx="1434000" cy="478366"/>
            <a:chOff x="7668799" y="4618900"/>
            <a:chExt cx="1434000" cy="478366"/>
          </a:xfrm>
        </p:grpSpPr>
        <p:sp>
          <p:nvSpPr>
            <p:cNvPr id="1012" name="Google Shape;1012;p30"/>
            <p:cNvSpPr/>
            <p:nvPr/>
          </p:nvSpPr>
          <p:spPr>
            <a:xfrm flipH="1" rot="10800000">
              <a:off x="8344699" y="5015053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30"/>
            <p:cNvSpPr/>
            <p:nvPr/>
          </p:nvSpPr>
          <p:spPr>
            <a:xfrm flipH="1" rot="10800000">
              <a:off x="8682649" y="5015066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30"/>
            <p:cNvSpPr/>
            <p:nvPr/>
          </p:nvSpPr>
          <p:spPr>
            <a:xfrm flipH="1" rot="10800000">
              <a:off x="8682649" y="4618908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30"/>
            <p:cNvSpPr/>
            <p:nvPr/>
          </p:nvSpPr>
          <p:spPr>
            <a:xfrm flipH="1" rot="10800000">
              <a:off x="9020599" y="5015066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30"/>
            <p:cNvSpPr/>
            <p:nvPr/>
          </p:nvSpPr>
          <p:spPr>
            <a:xfrm flipH="1" rot="10800000">
              <a:off x="9020599" y="4618908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30"/>
            <p:cNvSpPr/>
            <p:nvPr/>
          </p:nvSpPr>
          <p:spPr>
            <a:xfrm flipH="1" rot="10800000">
              <a:off x="8344699" y="4618900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30"/>
            <p:cNvSpPr/>
            <p:nvPr/>
          </p:nvSpPr>
          <p:spPr>
            <a:xfrm flipH="1" rot="10800000">
              <a:off x="8006749" y="5015053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30"/>
            <p:cNvSpPr/>
            <p:nvPr/>
          </p:nvSpPr>
          <p:spPr>
            <a:xfrm flipH="1" rot="10800000">
              <a:off x="8006749" y="4618900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30"/>
            <p:cNvSpPr/>
            <p:nvPr/>
          </p:nvSpPr>
          <p:spPr>
            <a:xfrm flipH="1" rot="10800000">
              <a:off x="7668799" y="5015053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30"/>
            <p:cNvSpPr/>
            <p:nvPr/>
          </p:nvSpPr>
          <p:spPr>
            <a:xfrm flipH="1" rot="10800000">
              <a:off x="7668799" y="4618900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2" name="Google Shape;1022;p30"/>
          <p:cNvSpPr txBox="1"/>
          <p:nvPr>
            <p:ph idx="1" type="subTitle"/>
          </p:nvPr>
        </p:nvSpPr>
        <p:spPr>
          <a:xfrm>
            <a:off x="729275" y="2861825"/>
            <a:ext cx="4557300" cy="5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23" name="Google Shape;1023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3_1"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31"/>
          <p:cNvSpPr/>
          <p:nvPr/>
        </p:nvSpPr>
        <p:spPr>
          <a:xfrm>
            <a:off x="-29170" y="4404775"/>
            <a:ext cx="535500" cy="746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31"/>
          <p:cNvSpPr/>
          <p:nvPr/>
        </p:nvSpPr>
        <p:spPr>
          <a:xfrm flipH="1">
            <a:off x="221375" y="4404782"/>
            <a:ext cx="1506900" cy="1506900"/>
          </a:xfrm>
          <a:prstGeom prst="blockArc">
            <a:avLst>
              <a:gd fmla="val 10800000" name="adj1"/>
              <a:gd fmla="val 32116" name="adj2"/>
              <a:gd fmla="val 18389" name="adj3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p31"/>
          <p:cNvSpPr/>
          <p:nvPr/>
        </p:nvSpPr>
        <p:spPr>
          <a:xfrm flipH="1" rot="-5400000">
            <a:off x="8503200" y="101940"/>
            <a:ext cx="535500" cy="746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p31"/>
          <p:cNvSpPr/>
          <p:nvPr/>
        </p:nvSpPr>
        <p:spPr>
          <a:xfrm flipH="1" rot="5400000">
            <a:off x="8163495" y="-305000"/>
            <a:ext cx="605100" cy="605100"/>
          </a:xfrm>
          <a:prstGeom prst="pie">
            <a:avLst>
              <a:gd fmla="val 5430362" name="adj1"/>
              <a:gd fmla="val 1620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29" name="Google Shape;1029;p31"/>
          <p:cNvGrpSpPr/>
          <p:nvPr/>
        </p:nvGrpSpPr>
        <p:grpSpPr>
          <a:xfrm flipH="1">
            <a:off x="6956153" y="4570893"/>
            <a:ext cx="2109900" cy="478367"/>
            <a:chOff x="1159103" y="3477118"/>
            <a:chExt cx="2109900" cy="478367"/>
          </a:xfrm>
        </p:grpSpPr>
        <p:sp>
          <p:nvSpPr>
            <p:cNvPr id="1030" name="Google Shape;1030;p31"/>
            <p:cNvSpPr/>
            <p:nvPr/>
          </p:nvSpPr>
          <p:spPr>
            <a:xfrm flipH="1" rot="10800000">
              <a:off x="1835003" y="3873272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31"/>
            <p:cNvSpPr/>
            <p:nvPr/>
          </p:nvSpPr>
          <p:spPr>
            <a:xfrm flipH="1" rot="10800000">
              <a:off x="2172953" y="3873285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31"/>
            <p:cNvSpPr/>
            <p:nvPr/>
          </p:nvSpPr>
          <p:spPr>
            <a:xfrm flipH="1" rot="10800000">
              <a:off x="2172953" y="347712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31"/>
            <p:cNvSpPr/>
            <p:nvPr/>
          </p:nvSpPr>
          <p:spPr>
            <a:xfrm flipH="1" rot="10800000">
              <a:off x="2510903" y="3873285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31"/>
            <p:cNvSpPr/>
            <p:nvPr/>
          </p:nvSpPr>
          <p:spPr>
            <a:xfrm flipH="1" rot="10800000">
              <a:off x="2510903" y="347712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31"/>
            <p:cNvSpPr/>
            <p:nvPr/>
          </p:nvSpPr>
          <p:spPr>
            <a:xfrm flipH="1" rot="10800000">
              <a:off x="2848853" y="3873285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31"/>
            <p:cNvSpPr/>
            <p:nvPr/>
          </p:nvSpPr>
          <p:spPr>
            <a:xfrm flipH="1" rot="10800000">
              <a:off x="2848853" y="347712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31"/>
            <p:cNvSpPr/>
            <p:nvPr/>
          </p:nvSpPr>
          <p:spPr>
            <a:xfrm flipH="1" rot="10800000">
              <a:off x="3186803" y="3873285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31"/>
            <p:cNvSpPr/>
            <p:nvPr/>
          </p:nvSpPr>
          <p:spPr>
            <a:xfrm flipH="1" rot="10800000">
              <a:off x="1835003" y="3477118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31"/>
            <p:cNvSpPr/>
            <p:nvPr/>
          </p:nvSpPr>
          <p:spPr>
            <a:xfrm flipH="1" rot="10800000">
              <a:off x="1497053" y="3873272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31"/>
            <p:cNvSpPr/>
            <p:nvPr/>
          </p:nvSpPr>
          <p:spPr>
            <a:xfrm flipH="1" rot="10800000">
              <a:off x="1497053" y="3477118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31"/>
            <p:cNvSpPr/>
            <p:nvPr/>
          </p:nvSpPr>
          <p:spPr>
            <a:xfrm flipH="1" rot="10800000">
              <a:off x="1159103" y="3873272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31"/>
            <p:cNvSpPr/>
            <p:nvPr/>
          </p:nvSpPr>
          <p:spPr>
            <a:xfrm flipH="1" rot="10800000">
              <a:off x="1159103" y="3477118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3" name="Google Shape;1043;p31"/>
          <p:cNvGrpSpPr/>
          <p:nvPr/>
        </p:nvGrpSpPr>
        <p:grpSpPr>
          <a:xfrm>
            <a:off x="65353" y="93693"/>
            <a:ext cx="2109900" cy="478367"/>
            <a:chOff x="1159103" y="3477118"/>
            <a:chExt cx="2109900" cy="478367"/>
          </a:xfrm>
        </p:grpSpPr>
        <p:sp>
          <p:nvSpPr>
            <p:cNvPr id="1044" name="Google Shape;1044;p31"/>
            <p:cNvSpPr/>
            <p:nvPr/>
          </p:nvSpPr>
          <p:spPr>
            <a:xfrm flipH="1" rot="10800000">
              <a:off x="1835003" y="3873272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31"/>
            <p:cNvSpPr/>
            <p:nvPr/>
          </p:nvSpPr>
          <p:spPr>
            <a:xfrm flipH="1" rot="10800000">
              <a:off x="2172953" y="3873285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31"/>
            <p:cNvSpPr/>
            <p:nvPr/>
          </p:nvSpPr>
          <p:spPr>
            <a:xfrm flipH="1" rot="10800000">
              <a:off x="2172953" y="347712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31"/>
            <p:cNvSpPr/>
            <p:nvPr/>
          </p:nvSpPr>
          <p:spPr>
            <a:xfrm flipH="1" rot="10800000">
              <a:off x="2510903" y="3873285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31"/>
            <p:cNvSpPr/>
            <p:nvPr/>
          </p:nvSpPr>
          <p:spPr>
            <a:xfrm flipH="1" rot="10800000">
              <a:off x="2510903" y="347712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31"/>
            <p:cNvSpPr/>
            <p:nvPr/>
          </p:nvSpPr>
          <p:spPr>
            <a:xfrm flipH="1" rot="10800000">
              <a:off x="2848853" y="3873285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31"/>
            <p:cNvSpPr/>
            <p:nvPr/>
          </p:nvSpPr>
          <p:spPr>
            <a:xfrm flipH="1" rot="10800000">
              <a:off x="2848853" y="347712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31"/>
            <p:cNvSpPr/>
            <p:nvPr/>
          </p:nvSpPr>
          <p:spPr>
            <a:xfrm flipH="1" rot="10800000">
              <a:off x="3186803" y="3873285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31"/>
            <p:cNvSpPr/>
            <p:nvPr/>
          </p:nvSpPr>
          <p:spPr>
            <a:xfrm flipH="1" rot="10800000">
              <a:off x="1835003" y="3477118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31"/>
            <p:cNvSpPr/>
            <p:nvPr/>
          </p:nvSpPr>
          <p:spPr>
            <a:xfrm flipH="1" rot="10800000">
              <a:off x="1497053" y="3873272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31"/>
            <p:cNvSpPr/>
            <p:nvPr/>
          </p:nvSpPr>
          <p:spPr>
            <a:xfrm flipH="1" rot="10800000">
              <a:off x="1497053" y="3477118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31"/>
            <p:cNvSpPr/>
            <p:nvPr/>
          </p:nvSpPr>
          <p:spPr>
            <a:xfrm flipH="1" rot="10800000">
              <a:off x="1159103" y="3873272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31"/>
            <p:cNvSpPr/>
            <p:nvPr/>
          </p:nvSpPr>
          <p:spPr>
            <a:xfrm flipH="1" rot="10800000">
              <a:off x="1159103" y="3477118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7" name="Google Shape;1057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058" name="Google Shape;1058;p31"/>
          <p:cNvSpPr txBox="1"/>
          <p:nvPr>
            <p:ph idx="1" type="subTitle"/>
          </p:nvPr>
        </p:nvSpPr>
        <p:spPr>
          <a:xfrm>
            <a:off x="1624599" y="1475225"/>
            <a:ext cx="38847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yon"/>
              <a:buNone/>
              <a:defRPr sz="1800"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9pPr>
          </a:lstStyle>
          <a:p/>
        </p:txBody>
      </p:sp>
      <p:sp>
        <p:nvSpPr>
          <p:cNvPr id="1059" name="Google Shape;1059;p31"/>
          <p:cNvSpPr txBox="1"/>
          <p:nvPr>
            <p:ph idx="2" type="subTitle"/>
          </p:nvPr>
        </p:nvSpPr>
        <p:spPr>
          <a:xfrm>
            <a:off x="1624600" y="2087825"/>
            <a:ext cx="439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0" name="Google Shape;1060;p31"/>
          <p:cNvSpPr txBox="1"/>
          <p:nvPr>
            <p:ph idx="3" type="subTitle"/>
          </p:nvPr>
        </p:nvSpPr>
        <p:spPr>
          <a:xfrm>
            <a:off x="1624612" y="2899025"/>
            <a:ext cx="38847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yon"/>
              <a:buNone/>
              <a:defRPr sz="1800"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yon"/>
              <a:buNone/>
              <a:defRPr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9pPr>
          </a:lstStyle>
          <a:p/>
        </p:txBody>
      </p:sp>
      <p:sp>
        <p:nvSpPr>
          <p:cNvPr id="1061" name="Google Shape;1061;p31"/>
          <p:cNvSpPr txBox="1"/>
          <p:nvPr>
            <p:ph idx="4" type="subTitle"/>
          </p:nvPr>
        </p:nvSpPr>
        <p:spPr>
          <a:xfrm>
            <a:off x="1624600" y="3395875"/>
            <a:ext cx="439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2" name="Google Shape;1062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4_1"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32"/>
          <p:cNvSpPr txBox="1"/>
          <p:nvPr>
            <p:ph type="title"/>
          </p:nvPr>
        </p:nvSpPr>
        <p:spPr>
          <a:xfrm>
            <a:off x="2968350" y="526500"/>
            <a:ext cx="32073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065" name="Google Shape;1065;p32"/>
          <p:cNvSpPr txBox="1"/>
          <p:nvPr>
            <p:ph idx="1" type="subTitle"/>
          </p:nvPr>
        </p:nvSpPr>
        <p:spPr>
          <a:xfrm>
            <a:off x="2850875" y="1270600"/>
            <a:ext cx="34422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6" name="Google Shape;1066;p32"/>
          <p:cNvSpPr txBox="1"/>
          <p:nvPr>
            <p:ph idx="2" type="title"/>
          </p:nvPr>
        </p:nvSpPr>
        <p:spPr>
          <a:xfrm>
            <a:off x="2968350" y="1884475"/>
            <a:ext cx="32073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067" name="Google Shape;1067;p32"/>
          <p:cNvSpPr txBox="1"/>
          <p:nvPr>
            <p:ph idx="3" type="subTitle"/>
          </p:nvPr>
        </p:nvSpPr>
        <p:spPr>
          <a:xfrm>
            <a:off x="2850875" y="2628552"/>
            <a:ext cx="34422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8" name="Google Shape;1068;p32"/>
          <p:cNvSpPr txBox="1"/>
          <p:nvPr>
            <p:ph idx="4" type="title"/>
          </p:nvPr>
        </p:nvSpPr>
        <p:spPr>
          <a:xfrm>
            <a:off x="2968350" y="3242450"/>
            <a:ext cx="32073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069" name="Google Shape;1069;p32"/>
          <p:cNvSpPr txBox="1"/>
          <p:nvPr>
            <p:ph idx="5" type="subTitle"/>
          </p:nvPr>
        </p:nvSpPr>
        <p:spPr>
          <a:xfrm>
            <a:off x="2850875" y="3986525"/>
            <a:ext cx="34422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070" name="Google Shape;1070;p32"/>
          <p:cNvGrpSpPr/>
          <p:nvPr/>
        </p:nvGrpSpPr>
        <p:grpSpPr>
          <a:xfrm>
            <a:off x="70441" y="4689750"/>
            <a:ext cx="1093500" cy="364500"/>
            <a:chOff x="-131075" y="4749725"/>
            <a:chExt cx="1093500" cy="364500"/>
          </a:xfrm>
        </p:grpSpPr>
        <p:sp>
          <p:nvSpPr>
            <p:cNvPr id="1071" name="Google Shape;1071;p32"/>
            <p:cNvSpPr/>
            <p:nvPr/>
          </p:nvSpPr>
          <p:spPr>
            <a:xfrm>
              <a:off x="233425" y="4749725"/>
              <a:ext cx="364500" cy="36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32"/>
            <p:cNvSpPr/>
            <p:nvPr/>
          </p:nvSpPr>
          <p:spPr>
            <a:xfrm>
              <a:off x="597925" y="4749725"/>
              <a:ext cx="364500" cy="36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32"/>
            <p:cNvSpPr/>
            <p:nvPr/>
          </p:nvSpPr>
          <p:spPr>
            <a:xfrm>
              <a:off x="-131075" y="4749725"/>
              <a:ext cx="364500" cy="36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74" name="Google Shape;1074;p32"/>
          <p:cNvGrpSpPr/>
          <p:nvPr/>
        </p:nvGrpSpPr>
        <p:grpSpPr>
          <a:xfrm>
            <a:off x="70449" y="89241"/>
            <a:ext cx="1771950" cy="874516"/>
            <a:chOff x="4079399" y="2255441"/>
            <a:chExt cx="1771950" cy="874516"/>
          </a:xfrm>
        </p:grpSpPr>
        <p:sp>
          <p:nvSpPr>
            <p:cNvPr id="1075" name="Google Shape;1075;p32"/>
            <p:cNvSpPr/>
            <p:nvPr/>
          </p:nvSpPr>
          <p:spPr>
            <a:xfrm flipH="1" rot="10800000">
              <a:off x="4079399" y="3047745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32"/>
            <p:cNvSpPr/>
            <p:nvPr/>
          </p:nvSpPr>
          <p:spPr>
            <a:xfrm flipH="1" rot="10800000">
              <a:off x="441734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32"/>
            <p:cNvSpPr/>
            <p:nvPr/>
          </p:nvSpPr>
          <p:spPr>
            <a:xfrm flipH="1" rot="10800000">
              <a:off x="4417349" y="2651599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32"/>
            <p:cNvSpPr/>
            <p:nvPr/>
          </p:nvSpPr>
          <p:spPr>
            <a:xfrm flipH="1" rot="10800000">
              <a:off x="475529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32"/>
            <p:cNvSpPr/>
            <p:nvPr/>
          </p:nvSpPr>
          <p:spPr>
            <a:xfrm flipH="1" rot="10800000">
              <a:off x="4755299" y="2651599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32"/>
            <p:cNvSpPr/>
            <p:nvPr/>
          </p:nvSpPr>
          <p:spPr>
            <a:xfrm flipH="1" rot="10800000">
              <a:off x="4755299" y="225544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32"/>
            <p:cNvSpPr/>
            <p:nvPr/>
          </p:nvSpPr>
          <p:spPr>
            <a:xfrm flipH="1" rot="10800000">
              <a:off x="509324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32"/>
            <p:cNvSpPr/>
            <p:nvPr/>
          </p:nvSpPr>
          <p:spPr>
            <a:xfrm flipH="1" rot="10800000">
              <a:off x="5093249" y="2651599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32"/>
            <p:cNvSpPr/>
            <p:nvPr/>
          </p:nvSpPr>
          <p:spPr>
            <a:xfrm flipH="1" rot="10800000">
              <a:off x="5093249" y="225544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32"/>
            <p:cNvSpPr/>
            <p:nvPr/>
          </p:nvSpPr>
          <p:spPr>
            <a:xfrm flipH="1" rot="10800000">
              <a:off x="543119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32"/>
            <p:cNvSpPr/>
            <p:nvPr/>
          </p:nvSpPr>
          <p:spPr>
            <a:xfrm flipH="1" rot="10800000">
              <a:off x="5431199" y="2651599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32"/>
            <p:cNvSpPr/>
            <p:nvPr/>
          </p:nvSpPr>
          <p:spPr>
            <a:xfrm flipH="1" rot="10800000">
              <a:off x="576914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32"/>
            <p:cNvSpPr/>
            <p:nvPr/>
          </p:nvSpPr>
          <p:spPr>
            <a:xfrm flipH="1" rot="10800000">
              <a:off x="4417349" y="225544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32"/>
            <p:cNvSpPr/>
            <p:nvPr/>
          </p:nvSpPr>
          <p:spPr>
            <a:xfrm flipH="1" rot="10800000">
              <a:off x="4079399" y="225544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32"/>
            <p:cNvSpPr/>
            <p:nvPr/>
          </p:nvSpPr>
          <p:spPr>
            <a:xfrm flipH="1" rot="10800000">
              <a:off x="4079399" y="265159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0" name="Google Shape;1090;p32"/>
          <p:cNvGrpSpPr/>
          <p:nvPr/>
        </p:nvGrpSpPr>
        <p:grpSpPr>
          <a:xfrm rot="-5400000">
            <a:off x="-178762" y="4067002"/>
            <a:ext cx="825121" cy="186922"/>
            <a:chOff x="1655550" y="403250"/>
            <a:chExt cx="531000" cy="120300"/>
          </a:xfrm>
        </p:grpSpPr>
        <p:cxnSp>
          <p:nvCxnSpPr>
            <p:cNvPr id="1091" name="Google Shape;1091;p32"/>
            <p:cNvCxnSpPr/>
            <p:nvPr/>
          </p:nvCxnSpPr>
          <p:spPr>
            <a:xfrm flipH="1" rot="10800000">
              <a:off x="1655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92" name="Google Shape;1092;p32"/>
            <p:cNvCxnSpPr/>
            <p:nvPr/>
          </p:nvCxnSpPr>
          <p:spPr>
            <a:xfrm flipH="1" rot="10800000">
              <a:off x="1761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93" name="Google Shape;1093;p32"/>
            <p:cNvCxnSpPr/>
            <p:nvPr/>
          </p:nvCxnSpPr>
          <p:spPr>
            <a:xfrm flipH="1" rot="10800000">
              <a:off x="1867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94" name="Google Shape;1094;p32"/>
            <p:cNvCxnSpPr/>
            <p:nvPr/>
          </p:nvCxnSpPr>
          <p:spPr>
            <a:xfrm flipH="1" rot="10800000">
              <a:off x="1974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95" name="Google Shape;1095;p32"/>
            <p:cNvCxnSpPr/>
            <p:nvPr/>
          </p:nvCxnSpPr>
          <p:spPr>
            <a:xfrm flipH="1" rot="10800000">
              <a:off x="2080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96" name="Google Shape;1096;p32"/>
          <p:cNvGrpSpPr/>
          <p:nvPr/>
        </p:nvGrpSpPr>
        <p:grpSpPr>
          <a:xfrm>
            <a:off x="7287824" y="4179741"/>
            <a:ext cx="1771950" cy="874516"/>
            <a:chOff x="4417349" y="2255441"/>
            <a:chExt cx="1771950" cy="874516"/>
          </a:xfrm>
        </p:grpSpPr>
        <p:sp>
          <p:nvSpPr>
            <p:cNvPr id="1097" name="Google Shape;1097;p32"/>
            <p:cNvSpPr/>
            <p:nvPr/>
          </p:nvSpPr>
          <p:spPr>
            <a:xfrm flipH="1" rot="10800000">
              <a:off x="441734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32"/>
            <p:cNvSpPr/>
            <p:nvPr/>
          </p:nvSpPr>
          <p:spPr>
            <a:xfrm flipH="1" rot="10800000">
              <a:off x="475529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32"/>
            <p:cNvSpPr/>
            <p:nvPr/>
          </p:nvSpPr>
          <p:spPr>
            <a:xfrm flipH="1" rot="10800000">
              <a:off x="4755299" y="2651599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32"/>
            <p:cNvSpPr/>
            <p:nvPr/>
          </p:nvSpPr>
          <p:spPr>
            <a:xfrm flipH="1" rot="10800000">
              <a:off x="509324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32"/>
            <p:cNvSpPr/>
            <p:nvPr/>
          </p:nvSpPr>
          <p:spPr>
            <a:xfrm flipH="1" rot="10800000">
              <a:off x="5093249" y="2651599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32"/>
            <p:cNvSpPr/>
            <p:nvPr/>
          </p:nvSpPr>
          <p:spPr>
            <a:xfrm flipH="1" rot="10800000">
              <a:off x="5093249" y="225544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32"/>
            <p:cNvSpPr/>
            <p:nvPr/>
          </p:nvSpPr>
          <p:spPr>
            <a:xfrm flipH="1" rot="10800000">
              <a:off x="543119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32"/>
            <p:cNvSpPr/>
            <p:nvPr/>
          </p:nvSpPr>
          <p:spPr>
            <a:xfrm flipH="1" rot="10800000">
              <a:off x="5431199" y="2651599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32"/>
            <p:cNvSpPr/>
            <p:nvPr/>
          </p:nvSpPr>
          <p:spPr>
            <a:xfrm flipH="1" rot="10800000">
              <a:off x="5431199" y="225544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32"/>
            <p:cNvSpPr/>
            <p:nvPr/>
          </p:nvSpPr>
          <p:spPr>
            <a:xfrm flipH="1" rot="10800000">
              <a:off x="576914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32"/>
            <p:cNvSpPr/>
            <p:nvPr/>
          </p:nvSpPr>
          <p:spPr>
            <a:xfrm flipH="1" rot="10800000">
              <a:off x="5769149" y="2651599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32"/>
            <p:cNvSpPr/>
            <p:nvPr/>
          </p:nvSpPr>
          <p:spPr>
            <a:xfrm flipH="1" rot="10800000">
              <a:off x="5769149" y="225544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32"/>
            <p:cNvSpPr/>
            <p:nvPr/>
          </p:nvSpPr>
          <p:spPr>
            <a:xfrm flipH="1" rot="10800000">
              <a:off x="610709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32"/>
            <p:cNvSpPr/>
            <p:nvPr/>
          </p:nvSpPr>
          <p:spPr>
            <a:xfrm flipH="1" rot="10800000">
              <a:off x="6107099" y="2651599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32"/>
            <p:cNvSpPr/>
            <p:nvPr/>
          </p:nvSpPr>
          <p:spPr>
            <a:xfrm flipH="1" rot="10800000">
              <a:off x="6107099" y="225544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2" name="Google Shape;1112;p32"/>
          <p:cNvSpPr/>
          <p:nvPr/>
        </p:nvSpPr>
        <p:spPr>
          <a:xfrm flipH="1" rot="-5400000">
            <a:off x="8390806" y="91966"/>
            <a:ext cx="560100" cy="9840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p32"/>
          <p:cNvSpPr/>
          <p:nvPr/>
        </p:nvSpPr>
        <p:spPr>
          <a:xfrm flipH="1" rot="-5400000">
            <a:off x="8576819" y="-35834"/>
            <a:ext cx="560100" cy="6126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6"/>
        </a:solidFill>
      </p:bgPr>
    </p:bg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33"/>
          <p:cNvSpPr/>
          <p:nvPr/>
        </p:nvSpPr>
        <p:spPr>
          <a:xfrm rot="-5400000">
            <a:off x="0" y="-582000"/>
            <a:ext cx="1108500" cy="1108500"/>
          </a:xfrm>
          <a:prstGeom prst="pie">
            <a:avLst>
              <a:gd fmla="val 5361289" name="adj1"/>
              <a:gd fmla="val 16200000" name="adj2"/>
            </a:avLst>
          </a:prstGeom>
          <a:solidFill>
            <a:srgbClr val="C463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33"/>
          <p:cNvSpPr/>
          <p:nvPr/>
        </p:nvSpPr>
        <p:spPr>
          <a:xfrm>
            <a:off x="8618080" y="4414350"/>
            <a:ext cx="535500" cy="7461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C463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18" name="Google Shape;1118;p33"/>
          <p:cNvGrpSpPr/>
          <p:nvPr/>
        </p:nvGrpSpPr>
        <p:grpSpPr>
          <a:xfrm>
            <a:off x="539727" y="161065"/>
            <a:ext cx="1695175" cy="174579"/>
            <a:chOff x="2080350" y="403250"/>
            <a:chExt cx="1168200" cy="120300"/>
          </a:xfrm>
        </p:grpSpPr>
        <p:cxnSp>
          <p:nvCxnSpPr>
            <p:cNvPr id="1119" name="Google Shape;1119;p33"/>
            <p:cNvCxnSpPr/>
            <p:nvPr/>
          </p:nvCxnSpPr>
          <p:spPr>
            <a:xfrm flipH="1" rot="10800000">
              <a:off x="2080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0" name="Google Shape;1120;p33"/>
            <p:cNvCxnSpPr/>
            <p:nvPr/>
          </p:nvCxnSpPr>
          <p:spPr>
            <a:xfrm flipH="1" rot="10800000">
              <a:off x="2186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1" name="Google Shape;1121;p33"/>
            <p:cNvCxnSpPr/>
            <p:nvPr/>
          </p:nvCxnSpPr>
          <p:spPr>
            <a:xfrm flipH="1" rot="10800000">
              <a:off x="2292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2" name="Google Shape;1122;p33"/>
            <p:cNvCxnSpPr/>
            <p:nvPr/>
          </p:nvCxnSpPr>
          <p:spPr>
            <a:xfrm flipH="1" rot="10800000">
              <a:off x="2398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3" name="Google Shape;1123;p33"/>
            <p:cNvCxnSpPr/>
            <p:nvPr/>
          </p:nvCxnSpPr>
          <p:spPr>
            <a:xfrm flipH="1" rot="10800000">
              <a:off x="2505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4" name="Google Shape;1124;p33"/>
            <p:cNvCxnSpPr/>
            <p:nvPr/>
          </p:nvCxnSpPr>
          <p:spPr>
            <a:xfrm flipH="1" rot="10800000">
              <a:off x="2611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5" name="Google Shape;1125;p33"/>
            <p:cNvCxnSpPr/>
            <p:nvPr/>
          </p:nvCxnSpPr>
          <p:spPr>
            <a:xfrm flipH="1" rot="10800000">
              <a:off x="2717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6" name="Google Shape;1126;p33"/>
            <p:cNvCxnSpPr/>
            <p:nvPr/>
          </p:nvCxnSpPr>
          <p:spPr>
            <a:xfrm flipH="1" rot="10800000">
              <a:off x="2823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7" name="Google Shape;1127;p33"/>
            <p:cNvCxnSpPr/>
            <p:nvPr/>
          </p:nvCxnSpPr>
          <p:spPr>
            <a:xfrm flipH="1" rot="10800000">
              <a:off x="2929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8" name="Google Shape;1128;p33"/>
            <p:cNvCxnSpPr/>
            <p:nvPr/>
          </p:nvCxnSpPr>
          <p:spPr>
            <a:xfrm flipH="1" rot="10800000">
              <a:off x="3036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9" name="Google Shape;1129;p33"/>
            <p:cNvCxnSpPr/>
            <p:nvPr/>
          </p:nvCxnSpPr>
          <p:spPr>
            <a:xfrm flipH="1" rot="10800000">
              <a:off x="3142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30" name="Google Shape;1130;p33"/>
          <p:cNvSpPr/>
          <p:nvPr/>
        </p:nvSpPr>
        <p:spPr>
          <a:xfrm flipH="1">
            <a:off x="7659075" y="4404782"/>
            <a:ext cx="1506900" cy="1506900"/>
          </a:xfrm>
          <a:prstGeom prst="blockArc">
            <a:avLst>
              <a:gd fmla="val 10800000" name="adj1"/>
              <a:gd fmla="val 32116" name="adj2"/>
              <a:gd fmla="val 18389" name="adj3"/>
            </a:avLst>
          </a:prstGeom>
          <a:solidFill>
            <a:srgbClr val="5CC9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31" name="Google Shape;1131;p33"/>
          <p:cNvGrpSpPr/>
          <p:nvPr/>
        </p:nvGrpSpPr>
        <p:grpSpPr>
          <a:xfrm>
            <a:off x="65303" y="4592768"/>
            <a:ext cx="2109900" cy="478367"/>
            <a:chOff x="65303" y="4592768"/>
            <a:chExt cx="2109900" cy="478367"/>
          </a:xfrm>
        </p:grpSpPr>
        <p:sp>
          <p:nvSpPr>
            <p:cNvPr id="1132" name="Google Shape;1132;p33"/>
            <p:cNvSpPr/>
            <p:nvPr/>
          </p:nvSpPr>
          <p:spPr>
            <a:xfrm flipH="1" rot="10800000">
              <a:off x="741203" y="4988922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33"/>
            <p:cNvSpPr/>
            <p:nvPr/>
          </p:nvSpPr>
          <p:spPr>
            <a:xfrm flipH="1" rot="10800000">
              <a:off x="1079153" y="4988935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33"/>
            <p:cNvSpPr/>
            <p:nvPr/>
          </p:nvSpPr>
          <p:spPr>
            <a:xfrm flipH="1" rot="10800000">
              <a:off x="1079153" y="4592777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33"/>
            <p:cNvSpPr/>
            <p:nvPr/>
          </p:nvSpPr>
          <p:spPr>
            <a:xfrm flipH="1" rot="10800000">
              <a:off x="1417103" y="4988935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33"/>
            <p:cNvSpPr/>
            <p:nvPr/>
          </p:nvSpPr>
          <p:spPr>
            <a:xfrm flipH="1" rot="10800000">
              <a:off x="1417103" y="4592777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33"/>
            <p:cNvSpPr/>
            <p:nvPr/>
          </p:nvSpPr>
          <p:spPr>
            <a:xfrm flipH="1" rot="10800000">
              <a:off x="1755053" y="4988935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33"/>
            <p:cNvSpPr/>
            <p:nvPr/>
          </p:nvSpPr>
          <p:spPr>
            <a:xfrm flipH="1" rot="10800000">
              <a:off x="1755053" y="4592777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33"/>
            <p:cNvSpPr/>
            <p:nvPr/>
          </p:nvSpPr>
          <p:spPr>
            <a:xfrm flipH="1" rot="10800000">
              <a:off x="2093003" y="4988935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33"/>
            <p:cNvSpPr/>
            <p:nvPr/>
          </p:nvSpPr>
          <p:spPr>
            <a:xfrm flipH="1" rot="10800000">
              <a:off x="741203" y="4592768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33"/>
            <p:cNvSpPr/>
            <p:nvPr/>
          </p:nvSpPr>
          <p:spPr>
            <a:xfrm flipH="1" rot="10800000">
              <a:off x="403253" y="4988922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33"/>
            <p:cNvSpPr/>
            <p:nvPr/>
          </p:nvSpPr>
          <p:spPr>
            <a:xfrm flipH="1" rot="10800000">
              <a:off x="403253" y="4592768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33"/>
            <p:cNvSpPr/>
            <p:nvPr/>
          </p:nvSpPr>
          <p:spPr>
            <a:xfrm flipH="1" rot="10800000">
              <a:off x="65303" y="4988922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33"/>
            <p:cNvSpPr/>
            <p:nvPr/>
          </p:nvSpPr>
          <p:spPr>
            <a:xfrm flipH="1" rot="10800000">
              <a:off x="65303" y="4592768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5" name="Google Shape;1145;p33"/>
          <p:cNvGrpSpPr/>
          <p:nvPr/>
        </p:nvGrpSpPr>
        <p:grpSpPr>
          <a:xfrm>
            <a:off x="8002092" y="48916"/>
            <a:ext cx="1096050" cy="874516"/>
            <a:chOff x="4378999" y="3537516"/>
            <a:chExt cx="1096050" cy="874516"/>
          </a:xfrm>
        </p:grpSpPr>
        <p:sp>
          <p:nvSpPr>
            <p:cNvPr id="1146" name="Google Shape;1146;p33"/>
            <p:cNvSpPr/>
            <p:nvPr/>
          </p:nvSpPr>
          <p:spPr>
            <a:xfrm flipH="1" rot="10800000">
              <a:off x="4378999" y="4329832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33"/>
            <p:cNvSpPr/>
            <p:nvPr/>
          </p:nvSpPr>
          <p:spPr>
            <a:xfrm flipH="1" rot="10800000">
              <a:off x="4378999" y="3933674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33"/>
            <p:cNvSpPr/>
            <p:nvPr/>
          </p:nvSpPr>
          <p:spPr>
            <a:xfrm flipH="1" rot="10800000">
              <a:off x="4716949" y="4329832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33"/>
            <p:cNvSpPr/>
            <p:nvPr/>
          </p:nvSpPr>
          <p:spPr>
            <a:xfrm flipH="1" rot="10800000">
              <a:off x="4716949" y="3933674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33"/>
            <p:cNvSpPr/>
            <p:nvPr/>
          </p:nvSpPr>
          <p:spPr>
            <a:xfrm flipH="1" rot="10800000">
              <a:off x="4716949" y="3537516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33"/>
            <p:cNvSpPr/>
            <p:nvPr/>
          </p:nvSpPr>
          <p:spPr>
            <a:xfrm flipH="1" rot="10800000">
              <a:off x="5054899" y="4329832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33"/>
            <p:cNvSpPr/>
            <p:nvPr/>
          </p:nvSpPr>
          <p:spPr>
            <a:xfrm flipH="1" rot="10800000">
              <a:off x="5054899" y="3933674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33"/>
            <p:cNvSpPr/>
            <p:nvPr/>
          </p:nvSpPr>
          <p:spPr>
            <a:xfrm flipH="1" rot="10800000">
              <a:off x="5054899" y="3537516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33"/>
            <p:cNvSpPr/>
            <p:nvPr/>
          </p:nvSpPr>
          <p:spPr>
            <a:xfrm flipH="1" rot="10800000">
              <a:off x="5392849" y="4329832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33"/>
            <p:cNvSpPr/>
            <p:nvPr/>
          </p:nvSpPr>
          <p:spPr>
            <a:xfrm flipH="1" rot="10800000">
              <a:off x="5392849" y="3933674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33"/>
            <p:cNvSpPr/>
            <p:nvPr/>
          </p:nvSpPr>
          <p:spPr>
            <a:xfrm flipH="1" rot="10800000">
              <a:off x="5392849" y="3537516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33"/>
            <p:cNvSpPr/>
            <p:nvPr/>
          </p:nvSpPr>
          <p:spPr>
            <a:xfrm flipH="1" rot="10800000">
              <a:off x="4378999" y="3537516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58" name="Google Shape;1158;p33"/>
          <p:cNvSpPr txBox="1"/>
          <p:nvPr>
            <p:ph idx="1" type="body"/>
          </p:nvPr>
        </p:nvSpPr>
        <p:spPr>
          <a:xfrm>
            <a:off x="720000" y="3247225"/>
            <a:ext cx="3000000" cy="10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000">
                <a:solidFill>
                  <a:schemeClr val="accent6"/>
                </a:solidFill>
                <a:latin typeface="Bayon"/>
                <a:ea typeface="Bayon"/>
                <a:cs typeface="Bayon"/>
                <a:sym typeface="Bayon"/>
              </a:defRPr>
            </a:lvl1pPr>
          </a:lstStyle>
          <a:p/>
        </p:txBody>
      </p:sp>
      <p:sp>
        <p:nvSpPr>
          <p:cNvPr id="1159" name="Google Shape;1159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6"/>
                </a:solidFill>
                <a:latin typeface="Bayon"/>
                <a:ea typeface="Bayon"/>
                <a:cs typeface="Bayon"/>
                <a:sym typeface="Bayon"/>
              </a:defRPr>
            </a:lvl1pPr>
            <a:lvl2pPr lvl="1">
              <a:buNone/>
              <a:defRPr>
                <a:solidFill>
                  <a:schemeClr val="accent6"/>
                </a:solidFill>
                <a:latin typeface="Bayon"/>
                <a:ea typeface="Bayon"/>
                <a:cs typeface="Bayon"/>
                <a:sym typeface="Bayon"/>
              </a:defRPr>
            </a:lvl2pPr>
            <a:lvl3pPr lvl="2">
              <a:buNone/>
              <a:defRPr>
                <a:solidFill>
                  <a:schemeClr val="accent6"/>
                </a:solidFill>
                <a:latin typeface="Bayon"/>
                <a:ea typeface="Bayon"/>
                <a:cs typeface="Bayon"/>
                <a:sym typeface="Bayon"/>
              </a:defRPr>
            </a:lvl3pPr>
            <a:lvl4pPr lvl="3">
              <a:buNone/>
              <a:defRPr>
                <a:solidFill>
                  <a:schemeClr val="accent6"/>
                </a:solidFill>
                <a:latin typeface="Bayon"/>
                <a:ea typeface="Bayon"/>
                <a:cs typeface="Bayon"/>
                <a:sym typeface="Bayon"/>
              </a:defRPr>
            </a:lvl4pPr>
            <a:lvl5pPr lvl="4">
              <a:buNone/>
              <a:defRPr>
                <a:solidFill>
                  <a:schemeClr val="accent6"/>
                </a:solidFill>
                <a:latin typeface="Bayon"/>
                <a:ea typeface="Bayon"/>
                <a:cs typeface="Bayon"/>
                <a:sym typeface="Bayon"/>
              </a:defRPr>
            </a:lvl5pPr>
            <a:lvl6pPr lvl="5">
              <a:buNone/>
              <a:defRPr>
                <a:solidFill>
                  <a:schemeClr val="accent6"/>
                </a:solidFill>
                <a:latin typeface="Bayon"/>
                <a:ea typeface="Bayon"/>
                <a:cs typeface="Bayon"/>
                <a:sym typeface="Bayon"/>
              </a:defRPr>
            </a:lvl6pPr>
            <a:lvl7pPr lvl="6">
              <a:buNone/>
              <a:defRPr>
                <a:solidFill>
                  <a:schemeClr val="accent6"/>
                </a:solidFill>
                <a:latin typeface="Bayon"/>
                <a:ea typeface="Bayon"/>
                <a:cs typeface="Bayon"/>
                <a:sym typeface="Bayon"/>
              </a:defRPr>
            </a:lvl7pPr>
            <a:lvl8pPr lvl="7">
              <a:buNone/>
              <a:defRPr>
                <a:solidFill>
                  <a:schemeClr val="accent6"/>
                </a:solidFill>
                <a:latin typeface="Bayon"/>
                <a:ea typeface="Bayon"/>
                <a:cs typeface="Bayon"/>
                <a:sym typeface="Bayon"/>
              </a:defRPr>
            </a:lvl8pPr>
            <a:lvl9pPr lvl="8">
              <a:buNone/>
              <a:defRPr>
                <a:solidFill>
                  <a:schemeClr val="accent6"/>
                </a:solidFill>
                <a:latin typeface="Bayon"/>
                <a:ea typeface="Bayon"/>
                <a:cs typeface="Bayon"/>
                <a:sym typeface="Bay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6_1"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34"/>
          <p:cNvSpPr txBox="1"/>
          <p:nvPr>
            <p:ph type="title"/>
          </p:nvPr>
        </p:nvSpPr>
        <p:spPr>
          <a:xfrm>
            <a:off x="720000" y="1273950"/>
            <a:ext cx="3704700" cy="13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1162" name="Google Shape;1162;p34"/>
          <p:cNvSpPr txBox="1"/>
          <p:nvPr>
            <p:ph idx="1" type="subTitle"/>
          </p:nvPr>
        </p:nvSpPr>
        <p:spPr>
          <a:xfrm>
            <a:off x="720000" y="2662650"/>
            <a:ext cx="3704700" cy="10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3" name="Google Shape;1163;p34"/>
          <p:cNvSpPr/>
          <p:nvPr/>
        </p:nvSpPr>
        <p:spPr>
          <a:xfrm flipH="1" rot="184040">
            <a:off x="546643" y="4589448"/>
            <a:ext cx="364422" cy="364422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34"/>
          <p:cNvSpPr/>
          <p:nvPr/>
        </p:nvSpPr>
        <p:spPr>
          <a:xfrm flipH="1" rot="5400000">
            <a:off x="7509" y="4370559"/>
            <a:ext cx="743700" cy="8022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34"/>
          <p:cNvSpPr/>
          <p:nvPr/>
        </p:nvSpPr>
        <p:spPr>
          <a:xfrm flipH="1" rot="184040">
            <a:off x="182666" y="4589448"/>
            <a:ext cx="364422" cy="364422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6" name="Google Shape;1166;p34"/>
          <p:cNvGrpSpPr/>
          <p:nvPr/>
        </p:nvGrpSpPr>
        <p:grpSpPr>
          <a:xfrm flipH="1">
            <a:off x="54323" y="48149"/>
            <a:ext cx="1771950" cy="478358"/>
            <a:chOff x="4417349" y="2651599"/>
            <a:chExt cx="1771950" cy="478358"/>
          </a:xfrm>
        </p:grpSpPr>
        <p:sp>
          <p:nvSpPr>
            <p:cNvPr id="1167" name="Google Shape;1167;p34"/>
            <p:cNvSpPr/>
            <p:nvPr/>
          </p:nvSpPr>
          <p:spPr>
            <a:xfrm flipH="1" rot="10800000">
              <a:off x="441734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34"/>
            <p:cNvSpPr/>
            <p:nvPr/>
          </p:nvSpPr>
          <p:spPr>
            <a:xfrm flipH="1" rot="10800000">
              <a:off x="475529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34"/>
            <p:cNvSpPr/>
            <p:nvPr/>
          </p:nvSpPr>
          <p:spPr>
            <a:xfrm flipH="1" rot="10800000">
              <a:off x="4755299" y="2651599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34"/>
            <p:cNvSpPr/>
            <p:nvPr/>
          </p:nvSpPr>
          <p:spPr>
            <a:xfrm flipH="1" rot="10800000">
              <a:off x="509324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34"/>
            <p:cNvSpPr/>
            <p:nvPr/>
          </p:nvSpPr>
          <p:spPr>
            <a:xfrm flipH="1" rot="10800000">
              <a:off x="5093249" y="2651599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34"/>
            <p:cNvSpPr/>
            <p:nvPr/>
          </p:nvSpPr>
          <p:spPr>
            <a:xfrm flipH="1" rot="10800000">
              <a:off x="543119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34"/>
            <p:cNvSpPr/>
            <p:nvPr/>
          </p:nvSpPr>
          <p:spPr>
            <a:xfrm flipH="1" rot="10800000">
              <a:off x="5431199" y="2651599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34"/>
            <p:cNvSpPr/>
            <p:nvPr/>
          </p:nvSpPr>
          <p:spPr>
            <a:xfrm flipH="1" rot="10800000">
              <a:off x="576914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34"/>
            <p:cNvSpPr/>
            <p:nvPr/>
          </p:nvSpPr>
          <p:spPr>
            <a:xfrm flipH="1" rot="10800000">
              <a:off x="5769149" y="2651599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34"/>
            <p:cNvSpPr/>
            <p:nvPr/>
          </p:nvSpPr>
          <p:spPr>
            <a:xfrm flipH="1" rot="10800000">
              <a:off x="610709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34"/>
            <p:cNvSpPr/>
            <p:nvPr/>
          </p:nvSpPr>
          <p:spPr>
            <a:xfrm flipH="1" rot="10800000">
              <a:off x="6107099" y="2651599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78" name="Google Shape;1178;p34"/>
          <p:cNvGrpSpPr/>
          <p:nvPr/>
        </p:nvGrpSpPr>
        <p:grpSpPr>
          <a:xfrm>
            <a:off x="7320948" y="4587832"/>
            <a:ext cx="1771950" cy="478358"/>
            <a:chOff x="4417349" y="2651599"/>
            <a:chExt cx="1771950" cy="478358"/>
          </a:xfrm>
        </p:grpSpPr>
        <p:sp>
          <p:nvSpPr>
            <p:cNvPr id="1179" name="Google Shape;1179;p34"/>
            <p:cNvSpPr/>
            <p:nvPr/>
          </p:nvSpPr>
          <p:spPr>
            <a:xfrm flipH="1" rot="10800000">
              <a:off x="441734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34"/>
            <p:cNvSpPr/>
            <p:nvPr/>
          </p:nvSpPr>
          <p:spPr>
            <a:xfrm flipH="1" rot="10800000">
              <a:off x="475529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34"/>
            <p:cNvSpPr/>
            <p:nvPr/>
          </p:nvSpPr>
          <p:spPr>
            <a:xfrm flipH="1" rot="10800000">
              <a:off x="4755299" y="2651599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34"/>
            <p:cNvSpPr/>
            <p:nvPr/>
          </p:nvSpPr>
          <p:spPr>
            <a:xfrm flipH="1" rot="10800000">
              <a:off x="509324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34"/>
            <p:cNvSpPr/>
            <p:nvPr/>
          </p:nvSpPr>
          <p:spPr>
            <a:xfrm flipH="1" rot="10800000">
              <a:off x="5093249" y="2651599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34"/>
            <p:cNvSpPr/>
            <p:nvPr/>
          </p:nvSpPr>
          <p:spPr>
            <a:xfrm flipH="1" rot="10800000">
              <a:off x="543119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34"/>
            <p:cNvSpPr/>
            <p:nvPr/>
          </p:nvSpPr>
          <p:spPr>
            <a:xfrm flipH="1" rot="10800000">
              <a:off x="5431199" y="2651599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34"/>
            <p:cNvSpPr/>
            <p:nvPr/>
          </p:nvSpPr>
          <p:spPr>
            <a:xfrm flipH="1" rot="10800000">
              <a:off x="576914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34"/>
            <p:cNvSpPr/>
            <p:nvPr/>
          </p:nvSpPr>
          <p:spPr>
            <a:xfrm flipH="1" rot="10800000">
              <a:off x="5769149" y="2651599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34"/>
            <p:cNvSpPr/>
            <p:nvPr/>
          </p:nvSpPr>
          <p:spPr>
            <a:xfrm flipH="1" rot="10800000">
              <a:off x="610709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34"/>
            <p:cNvSpPr/>
            <p:nvPr/>
          </p:nvSpPr>
          <p:spPr>
            <a:xfrm flipH="1" rot="10800000">
              <a:off x="6107099" y="2651599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0" name="Google Shape;1190;p34"/>
          <p:cNvSpPr/>
          <p:nvPr/>
        </p:nvSpPr>
        <p:spPr>
          <a:xfrm rot="-5400000">
            <a:off x="8077999" y="-517648"/>
            <a:ext cx="1014900" cy="1014900"/>
          </a:xfrm>
          <a:prstGeom prst="pie">
            <a:avLst>
              <a:gd fmla="val 5393849" name="adj1"/>
              <a:gd fmla="val 1620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91" name="Google Shape;1191;p34"/>
          <p:cNvGrpSpPr/>
          <p:nvPr/>
        </p:nvGrpSpPr>
        <p:grpSpPr>
          <a:xfrm flipH="1">
            <a:off x="6977650" y="205423"/>
            <a:ext cx="1446338" cy="163825"/>
            <a:chOff x="1655550" y="403250"/>
            <a:chExt cx="1062000" cy="120300"/>
          </a:xfrm>
        </p:grpSpPr>
        <p:cxnSp>
          <p:nvCxnSpPr>
            <p:cNvPr id="1192" name="Google Shape;1192;p34"/>
            <p:cNvCxnSpPr/>
            <p:nvPr/>
          </p:nvCxnSpPr>
          <p:spPr>
            <a:xfrm flipH="1" rot="10800000">
              <a:off x="1655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93" name="Google Shape;1193;p34"/>
            <p:cNvCxnSpPr/>
            <p:nvPr/>
          </p:nvCxnSpPr>
          <p:spPr>
            <a:xfrm flipH="1" rot="10800000">
              <a:off x="1761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94" name="Google Shape;1194;p34"/>
            <p:cNvCxnSpPr/>
            <p:nvPr/>
          </p:nvCxnSpPr>
          <p:spPr>
            <a:xfrm flipH="1" rot="10800000">
              <a:off x="1867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95" name="Google Shape;1195;p34"/>
            <p:cNvCxnSpPr/>
            <p:nvPr/>
          </p:nvCxnSpPr>
          <p:spPr>
            <a:xfrm flipH="1" rot="10800000">
              <a:off x="1974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96" name="Google Shape;1196;p34"/>
            <p:cNvCxnSpPr/>
            <p:nvPr/>
          </p:nvCxnSpPr>
          <p:spPr>
            <a:xfrm flipH="1" rot="10800000">
              <a:off x="2080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97" name="Google Shape;1197;p34"/>
            <p:cNvCxnSpPr/>
            <p:nvPr/>
          </p:nvCxnSpPr>
          <p:spPr>
            <a:xfrm flipH="1" rot="10800000">
              <a:off x="2186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98" name="Google Shape;1198;p34"/>
            <p:cNvCxnSpPr/>
            <p:nvPr/>
          </p:nvCxnSpPr>
          <p:spPr>
            <a:xfrm flipH="1" rot="10800000">
              <a:off x="2292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99" name="Google Shape;1199;p34"/>
            <p:cNvCxnSpPr/>
            <p:nvPr/>
          </p:nvCxnSpPr>
          <p:spPr>
            <a:xfrm flipH="1" rot="10800000">
              <a:off x="2398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00" name="Google Shape;1200;p34"/>
            <p:cNvCxnSpPr/>
            <p:nvPr/>
          </p:nvCxnSpPr>
          <p:spPr>
            <a:xfrm flipH="1" rot="10800000">
              <a:off x="2505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01" name="Google Shape;1201;p34"/>
            <p:cNvCxnSpPr/>
            <p:nvPr/>
          </p:nvCxnSpPr>
          <p:spPr>
            <a:xfrm flipH="1" rot="10800000">
              <a:off x="2611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02" name="Google Shape;1202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8_1"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35"/>
          <p:cNvSpPr txBox="1"/>
          <p:nvPr>
            <p:ph type="title"/>
          </p:nvPr>
        </p:nvSpPr>
        <p:spPr>
          <a:xfrm>
            <a:off x="720000" y="445025"/>
            <a:ext cx="2998800" cy="10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7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205" name="Google Shape;1205;p35"/>
          <p:cNvSpPr txBox="1"/>
          <p:nvPr/>
        </p:nvSpPr>
        <p:spPr>
          <a:xfrm>
            <a:off x="720000" y="3442800"/>
            <a:ext cx="4206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595959"/>
                </a:solidFill>
                <a:latin typeface="Didact Gothic"/>
                <a:ea typeface="Didact Gothic"/>
                <a:cs typeface="Didact Gothic"/>
                <a:sym typeface="Didact Gothic"/>
              </a:rPr>
              <a:t>CREDITS: This presentation template was created by </a:t>
            </a:r>
            <a:r>
              <a:rPr b="1" i="0" lang="en" sz="1100" u="none" cap="none" strike="noStrike">
                <a:solidFill>
                  <a:schemeClr val="hlink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2"/>
              </a:rPr>
              <a:t>Slidesgo</a:t>
            </a:r>
            <a:r>
              <a:rPr b="1" i="0" lang="en" sz="1100" u="none" cap="none" strike="noStrike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rPr>
              <a:t>,</a:t>
            </a:r>
            <a:r>
              <a:rPr b="1" i="0" lang="en" sz="1100" u="none" cap="none" strike="noStrike">
                <a:solidFill>
                  <a:srgbClr val="502750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r>
              <a:rPr b="0" i="0" lang="en" sz="1100" u="none" cap="none" strike="noStrike">
                <a:solidFill>
                  <a:srgbClr val="595959"/>
                </a:solidFill>
                <a:latin typeface="Didact Gothic"/>
                <a:ea typeface="Didact Gothic"/>
                <a:cs typeface="Didact Gothic"/>
                <a:sym typeface="Didact Gothic"/>
              </a:rPr>
              <a:t>and includes icons by </a:t>
            </a:r>
            <a:r>
              <a:rPr b="1" i="0" lang="en" sz="1100" u="none" cap="none" strike="noStrike">
                <a:solidFill>
                  <a:schemeClr val="hlink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3"/>
              </a:rPr>
              <a:t>Flaticon</a:t>
            </a:r>
            <a:r>
              <a:rPr b="1" i="0" lang="en" sz="1100" u="none" cap="none" strike="noStrike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rPr>
              <a:t>,</a:t>
            </a:r>
            <a:r>
              <a:rPr b="0" i="0" lang="en" sz="1100" u="none" cap="none" strike="noStrike">
                <a:solidFill>
                  <a:srgbClr val="595959"/>
                </a:solidFill>
                <a:latin typeface="Didact Gothic"/>
                <a:ea typeface="Didact Gothic"/>
                <a:cs typeface="Didact Gothic"/>
                <a:sym typeface="Didact Gothic"/>
              </a:rPr>
              <a:t> and infographics &amp; images by</a:t>
            </a:r>
            <a:r>
              <a:rPr b="0" i="0" lang="en" sz="1100" u="none" cap="none" strike="noStrike">
                <a:solidFill>
                  <a:srgbClr val="3B4088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r>
              <a:rPr b="1" i="0" lang="en" sz="1100" u="none" cap="none" strike="noStrike">
                <a:solidFill>
                  <a:schemeClr val="hlink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4"/>
              </a:rPr>
              <a:t>Freepik</a:t>
            </a:r>
            <a:endParaRPr b="0" i="0" sz="1100" u="none" cap="none" strike="noStrike">
              <a:solidFill>
                <a:schemeClr val="lt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206" name="Google Shape;1206;p35"/>
          <p:cNvSpPr txBox="1"/>
          <p:nvPr>
            <p:ph idx="1" type="subTitle"/>
          </p:nvPr>
        </p:nvSpPr>
        <p:spPr>
          <a:xfrm>
            <a:off x="738050" y="1674513"/>
            <a:ext cx="24936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7" name="Google Shape;1207;p35"/>
          <p:cNvSpPr txBox="1"/>
          <p:nvPr>
            <p:ph idx="2" type="subTitle"/>
          </p:nvPr>
        </p:nvSpPr>
        <p:spPr>
          <a:xfrm>
            <a:off x="720000" y="4089300"/>
            <a:ext cx="39873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208" name="Google Shape;1208;p35"/>
          <p:cNvGrpSpPr/>
          <p:nvPr/>
        </p:nvGrpSpPr>
        <p:grpSpPr>
          <a:xfrm rot="5400000">
            <a:off x="-730917" y="896896"/>
            <a:ext cx="2109900" cy="478366"/>
            <a:chOff x="3403499" y="2651591"/>
            <a:chExt cx="2109900" cy="478366"/>
          </a:xfrm>
        </p:grpSpPr>
        <p:sp>
          <p:nvSpPr>
            <p:cNvPr id="1209" name="Google Shape;1209;p35"/>
            <p:cNvSpPr/>
            <p:nvPr/>
          </p:nvSpPr>
          <p:spPr>
            <a:xfrm flipH="1" rot="10800000">
              <a:off x="4079399" y="3047745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35"/>
            <p:cNvSpPr/>
            <p:nvPr/>
          </p:nvSpPr>
          <p:spPr>
            <a:xfrm flipH="1" rot="10800000">
              <a:off x="441734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35"/>
            <p:cNvSpPr/>
            <p:nvPr/>
          </p:nvSpPr>
          <p:spPr>
            <a:xfrm flipH="1" rot="10800000">
              <a:off x="4417349" y="2651599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35"/>
            <p:cNvSpPr/>
            <p:nvPr/>
          </p:nvSpPr>
          <p:spPr>
            <a:xfrm flipH="1" rot="10800000">
              <a:off x="475529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35"/>
            <p:cNvSpPr/>
            <p:nvPr/>
          </p:nvSpPr>
          <p:spPr>
            <a:xfrm flipH="1" rot="10800000">
              <a:off x="4755299" y="2651599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35"/>
            <p:cNvSpPr/>
            <p:nvPr/>
          </p:nvSpPr>
          <p:spPr>
            <a:xfrm flipH="1" rot="10800000">
              <a:off x="509324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35"/>
            <p:cNvSpPr/>
            <p:nvPr/>
          </p:nvSpPr>
          <p:spPr>
            <a:xfrm flipH="1" rot="10800000">
              <a:off x="5093249" y="2651599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35"/>
            <p:cNvSpPr/>
            <p:nvPr/>
          </p:nvSpPr>
          <p:spPr>
            <a:xfrm flipH="1" rot="10800000">
              <a:off x="543119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35"/>
            <p:cNvSpPr/>
            <p:nvPr/>
          </p:nvSpPr>
          <p:spPr>
            <a:xfrm flipH="1" rot="10800000">
              <a:off x="4079399" y="265159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35"/>
            <p:cNvSpPr/>
            <p:nvPr/>
          </p:nvSpPr>
          <p:spPr>
            <a:xfrm flipH="1" rot="10800000">
              <a:off x="3741449" y="3047745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35"/>
            <p:cNvSpPr/>
            <p:nvPr/>
          </p:nvSpPr>
          <p:spPr>
            <a:xfrm flipH="1" rot="10800000">
              <a:off x="3741449" y="265159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35"/>
            <p:cNvSpPr/>
            <p:nvPr/>
          </p:nvSpPr>
          <p:spPr>
            <a:xfrm flipH="1" rot="10800000">
              <a:off x="3403499" y="3047745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35"/>
            <p:cNvSpPr/>
            <p:nvPr/>
          </p:nvSpPr>
          <p:spPr>
            <a:xfrm flipH="1" rot="10800000">
              <a:off x="3403499" y="265159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2" name="Google Shape;1222;p35"/>
          <p:cNvSpPr/>
          <p:nvPr/>
        </p:nvSpPr>
        <p:spPr>
          <a:xfrm flipH="1" rot="-5400000">
            <a:off x="8503200" y="105998"/>
            <a:ext cx="535500" cy="746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p35"/>
          <p:cNvSpPr/>
          <p:nvPr/>
        </p:nvSpPr>
        <p:spPr>
          <a:xfrm flipH="1" rot="5400000">
            <a:off x="8163495" y="-300941"/>
            <a:ext cx="605100" cy="605100"/>
          </a:xfrm>
          <a:prstGeom prst="pie">
            <a:avLst>
              <a:gd fmla="val 5430362" name="adj1"/>
              <a:gd fmla="val 1620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4" name="Google Shape;1224;p35"/>
          <p:cNvSpPr/>
          <p:nvPr/>
        </p:nvSpPr>
        <p:spPr>
          <a:xfrm flipH="1">
            <a:off x="511066" y="4626588"/>
            <a:ext cx="364500" cy="364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5" name="Google Shape;1225;p35"/>
          <p:cNvSpPr/>
          <p:nvPr/>
        </p:nvSpPr>
        <p:spPr>
          <a:xfrm flipH="1" rot="5400000">
            <a:off x="5755" y="4804438"/>
            <a:ext cx="333300" cy="3594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6" name="Google Shape;1226;p35"/>
          <p:cNvSpPr/>
          <p:nvPr/>
        </p:nvSpPr>
        <p:spPr>
          <a:xfrm flipH="1">
            <a:off x="146566" y="4626588"/>
            <a:ext cx="364500" cy="364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27" name="Google Shape;1227;p35"/>
          <p:cNvGrpSpPr/>
          <p:nvPr/>
        </p:nvGrpSpPr>
        <p:grpSpPr>
          <a:xfrm flipH="1">
            <a:off x="7619408" y="4179741"/>
            <a:ext cx="1434000" cy="874516"/>
            <a:chOff x="3403499" y="2255441"/>
            <a:chExt cx="1434000" cy="874516"/>
          </a:xfrm>
        </p:grpSpPr>
        <p:sp>
          <p:nvSpPr>
            <p:cNvPr id="1228" name="Google Shape;1228;p35"/>
            <p:cNvSpPr/>
            <p:nvPr/>
          </p:nvSpPr>
          <p:spPr>
            <a:xfrm flipH="1" rot="10800000">
              <a:off x="4079399" y="3047745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p35"/>
            <p:cNvSpPr/>
            <p:nvPr/>
          </p:nvSpPr>
          <p:spPr>
            <a:xfrm flipH="1" rot="10800000">
              <a:off x="441734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p35"/>
            <p:cNvSpPr/>
            <p:nvPr/>
          </p:nvSpPr>
          <p:spPr>
            <a:xfrm flipH="1" rot="10800000">
              <a:off x="4417349" y="2651599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35"/>
            <p:cNvSpPr/>
            <p:nvPr/>
          </p:nvSpPr>
          <p:spPr>
            <a:xfrm flipH="1" rot="10800000">
              <a:off x="4755299" y="3047757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35"/>
            <p:cNvSpPr/>
            <p:nvPr/>
          </p:nvSpPr>
          <p:spPr>
            <a:xfrm flipH="1" rot="10800000">
              <a:off x="4079399" y="265159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35"/>
            <p:cNvSpPr/>
            <p:nvPr/>
          </p:nvSpPr>
          <p:spPr>
            <a:xfrm flipH="1" rot="10800000">
              <a:off x="3741449" y="3047745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35"/>
            <p:cNvSpPr/>
            <p:nvPr/>
          </p:nvSpPr>
          <p:spPr>
            <a:xfrm flipH="1" rot="10800000">
              <a:off x="3741449" y="225544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35"/>
            <p:cNvSpPr/>
            <p:nvPr/>
          </p:nvSpPr>
          <p:spPr>
            <a:xfrm flipH="1" rot="10800000">
              <a:off x="3741449" y="265159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35"/>
            <p:cNvSpPr/>
            <p:nvPr/>
          </p:nvSpPr>
          <p:spPr>
            <a:xfrm flipH="1" rot="10800000">
              <a:off x="3403499" y="3047745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35"/>
            <p:cNvSpPr/>
            <p:nvPr/>
          </p:nvSpPr>
          <p:spPr>
            <a:xfrm flipH="1" rot="10800000">
              <a:off x="3403499" y="225544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35"/>
            <p:cNvSpPr/>
            <p:nvPr/>
          </p:nvSpPr>
          <p:spPr>
            <a:xfrm flipH="1" rot="10800000">
              <a:off x="3403499" y="265159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35"/>
            <p:cNvSpPr/>
            <p:nvPr/>
          </p:nvSpPr>
          <p:spPr>
            <a:xfrm flipH="1" rot="10800000">
              <a:off x="4079399" y="2255441"/>
              <a:ext cx="82200" cy="82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40" name="Google Shape;1240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21"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2" name="Google Shape;1242;p36"/>
          <p:cNvGrpSpPr/>
          <p:nvPr/>
        </p:nvGrpSpPr>
        <p:grpSpPr>
          <a:xfrm>
            <a:off x="65743" y="4907331"/>
            <a:ext cx="908010" cy="102844"/>
            <a:chOff x="1655550" y="403250"/>
            <a:chExt cx="1062000" cy="120300"/>
          </a:xfrm>
        </p:grpSpPr>
        <p:cxnSp>
          <p:nvCxnSpPr>
            <p:cNvPr id="1243" name="Google Shape;1243;p36"/>
            <p:cNvCxnSpPr/>
            <p:nvPr/>
          </p:nvCxnSpPr>
          <p:spPr>
            <a:xfrm flipH="1" rot="10800000">
              <a:off x="1655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44" name="Google Shape;1244;p36"/>
            <p:cNvCxnSpPr/>
            <p:nvPr/>
          </p:nvCxnSpPr>
          <p:spPr>
            <a:xfrm flipH="1" rot="10800000">
              <a:off x="1761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45" name="Google Shape;1245;p36"/>
            <p:cNvCxnSpPr/>
            <p:nvPr/>
          </p:nvCxnSpPr>
          <p:spPr>
            <a:xfrm flipH="1" rot="10800000">
              <a:off x="1867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46" name="Google Shape;1246;p36"/>
            <p:cNvCxnSpPr/>
            <p:nvPr/>
          </p:nvCxnSpPr>
          <p:spPr>
            <a:xfrm flipH="1" rot="10800000">
              <a:off x="1974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47" name="Google Shape;1247;p36"/>
            <p:cNvCxnSpPr/>
            <p:nvPr/>
          </p:nvCxnSpPr>
          <p:spPr>
            <a:xfrm flipH="1" rot="10800000">
              <a:off x="2080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48" name="Google Shape;1248;p36"/>
            <p:cNvCxnSpPr/>
            <p:nvPr/>
          </p:nvCxnSpPr>
          <p:spPr>
            <a:xfrm flipH="1" rot="10800000">
              <a:off x="2186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49" name="Google Shape;1249;p36"/>
            <p:cNvCxnSpPr/>
            <p:nvPr/>
          </p:nvCxnSpPr>
          <p:spPr>
            <a:xfrm flipH="1" rot="10800000">
              <a:off x="2292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0" name="Google Shape;1250;p36"/>
            <p:cNvCxnSpPr/>
            <p:nvPr/>
          </p:nvCxnSpPr>
          <p:spPr>
            <a:xfrm flipH="1" rot="10800000">
              <a:off x="2398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1" name="Google Shape;1251;p36"/>
            <p:cNvCxnSpPr/>
            <p:nvPr/>
          </p:nvCxnSpPr>
          <p:spPr>
            <a:xfrm flipH="1" rot="10800000">
              <a:off x="2505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2" name="Google Shape;1252;p36"/>
            <p:cNvCxnSpPr/>
            <p:nvPr/>
          </p:nvCxnSpPr>
          <p:spPr>
            <a:xfrm flipH="1" rot="10800000">
              <a:off x="2611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5CC9B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53" name="Google Shape;1253;p36"/>
          <p:cNvSpPr/>
          <p:nvPr/>
        </p:nvSpPr>
        <p:spPr>
          <a:xfrm>
            <a:off x="116700" y="4517275"/>
            <a:ext cx="247500" cy="247500"/>
          </a:xfrm>
          <a:prstGeom prst="ellipse">
            <a:avLst/>
          </a:prstGeom>
          <a:solidFill>
            <a:srgbClr val="5CC9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4" name="Google Shape;1254;p36"/>
          <p:cNvGrpSpPr/>
          <p:nvPr/>
        </p:nvGrpSpPr>
        <p:grpSpPr>
          <a:xfrm>
            <a:off x="6248194" y="4557200"/>
            <a:ext cx="2785800" cy="478366"/>
            <a:chOff x="6305224" y="4575891"/>
            <a:chExt cx="2785800" cy="478366"/>
          </a:xfrm>
        </p:grpSpPr>
        <p:sp>
          <p:nvSpPr>
            <p:cNvPr id="1255" name="Google Shape;1255;p36"/>
            <p:cNvSpPr/>
            <p:nvPr/>
          </p:nvSpPr>
          <p:spPr>
            <a:xfrm flipH="1" rot="10800000">
              <a:off x="6981124" y="4972045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36"/>
            <p:cNvSpPr/>
            <p:nvPr/>
          </p:nvSpPr>
          <p:spPr>
            <a:xfrm flipH="1" rot="10800000">
              <a:off x="7319074" y="4972057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36"/>
            <p:cNvSpPr/>
            <p:nvPr/>
          </p:nvSpPr>
          <p:spPr>
            <a:xfrm flipH="1" rot="10800000">
              <a:off x="7319074" y="4575899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36"/>
            <p:cNvSpPr/>
            <p:nvPr/>
          </p:nvSpPr>
          <p:spPr>
            <a:xfrm flipH="1" rot="10800000">
              <a:off x="7657024" y="4972057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36"/>
            <p:cNvSpPr/>
            <p:nvPr/>
          </p:nvSpPr>
          <p:spPr>
            <a:xfrm flipH="1" rot="10800000">
              <a:off x="7657024" y="4575899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36"/>
            <p:cNvSpPr/>
            <p:nvPr/>
          </p:nvSpPr>
          <p:spPr>
            <a:xfrm flipH="1" rot="10800000">
              <a:off x="7994974" y="4972057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36"/>
            <p:cNvSpPr/>
            <p:nvPr/>
          </p:nvSpPr>
          <p:spPr>
            <a:xfrm flipH="1" rot="10800000">
              <a:off x="7994974" y="4575899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36"/>
            <p:cNvSpPr/>
            <p:nvPr/>
          </p:nvSpPr>
          <p:spPr>
            <a:xfrm flipH="1" rot="10800000">
              <a:off x="8332924" y="4972057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p36"/>
            <p:cNvSpPr/>
            <p:nvPr/>
          </p:nvSpPr>
          <p:spPr>
            <a:xfrm flipH="1" rot="10800000">
              <a:off x="8332924" y="4575899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36"/>
            <p:cNvSpPr/>
            <p:nvPr/>
          </p:nvSpPr>
          <p:spPr>
            <a:xfrm flipH="1" rot="10800000">
              <a:off x="8670874" y="4972057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36"/>
            <p:cNvSpPr/>
            <p:nvPr/>
          </p:nvSpPr>
          <p:spPr>
            <a:xfrm flipH="1" rot="10800000">
              <a:off x="8670874" y="4575899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36"/>
            <p:cNvSpPr/>
            <p:nvPr/>
          </p:nvSpPr>
          <p:spPr>
            <a:xfrm flipH="1" rot="10800000">
              <a:off x="9008824" y="4972057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36"/>
            <p:cNvSpPr/>
            <p:nvPr/>
          </p:nvSpPr>
          <p:spPr>
            <a:xfrm flipH="1" rot="10800000">
              <a:off x="9008824" y="4575899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36"/>
            <p:cNvSpPr/>
            <p:nvPr/>
          </p:nvSpPr>
          <p:spPr>
            <a:xfrm flipH="1" rot="10800000">
              <a:off x="6981124" y="457589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36"/>
            <p:cNvSpPr/>
            <p:nvPr/>
          </p:nvSpPr>
          <p:spPr>
            <a:xfrm flipH="1" rot="10800000">
              <a:off x="6643174" y="4972045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36"/>
            <p:cNvSpPr/>
            <p:nvPr/>
          </p:nvSpPr>
          <p:spPr>
            <a:xfrm flipH="1" rot="10800000">
              <a:off x="6643174" y="457589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36"/>
            <p:cNvSpPr/>
            <p:nvPr/>
          </p:nvSpPr>
          <p:spPr>
            <a:xfrm flipH="1" rot="10800000">
              <a:off x="6305224" y="4972045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36"/>
            <p:cNvSpPr/>
            <p:nvPr/>
          </p:nvSpPr>
          <p:spPr>
            <a:xfrm flipH="1" rot="10800000">
              <a:off x="6305224" y="457589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3" name="Google Shape;1273;p36"/>
          <p:cNvSpPr/>
          <p:nvPr/>
        </p:nvSpPr>
        <p:spPr>
          <a:xfrm rot="10800000">
            <a:off x="8682307" y="-7281"/>
            <a:ext cx="461700" cy="6273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5CC9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4" name="Google Shape;1274;p36"/>
          <p:cNvSpPr/>
          <p:nvPr/>
        </p:nvSpPr>
        <p:spPr>
          <a:xfrm rot="10800000">
            <a:off x="8220607" y="-7281"/>
            <a:ext cx="461700" cy="6273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C463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5" name="Google Shape;1275;p36"/>
          <p:cNvSpPr/>
          <p:nvPr/>
        </p:nvSpPr>
        <p:spPr>
          <a:xfrm>
            <a:off x="364200" y="4517275"/>
            <a:ext cx="247500" cy="247500"/>
          </a:xfrm>
          <a:prstGeom prst="ellipse">
            <a:avLst/>
          </a:prstGeom>
          <a:solidFill>
            <a:srgbClr val="7745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76" name="Google Shape;1276;p36"/>
          <p:cNvGrpSpPr/>
          <p:nvPr/>
        </p:nvGrpSpPr>
        <p:grpSpPr>
          <a:xfrm rot="5400000">
            <a:off x="-581051" y="739966"/>
            <a:ext cx="1771950" cy="478366"/>
            <a:chOff x="227499" y="4406441"/>
            <a:chExt cx="1771950" cy="478366"/>
          </a:xfrm>
        </p:grpSpPr>
        <p:sp>
          <p:nvSpPr>
            <p:cNvPr id="1277" name="Google Shape;1277;p36"/>
            <p:cNvSpPr/>
            <p:nvPr/>
          </p:nvSpPr>
          <p:spPr>
            <a:xfrm flipH="1" rot="10800000">
              <a:off x="903399" y="4802595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36"/>
            <p:cNvSpPr/>
            <p:nvPr/>
          </p:nvSpPr>
          <p:spPr>
            <a:xfrm flipH="1" rot="10800000">
              <a:off x="1241349" y="4802607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36"/>
            <p:cNvSpPr/>
            <p:nvPr/>
          </p:nvSpPr>
          <p:spPr>
            <a:xfrm flipH="1" rot="10800000">
              <a:off x="1241349" y="4406449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p36"/>
            <p:cNvSpPr/>
            <p:nvPr/>
          </p:nvSpPr>
          <p:spPr>
            <a:xfrm flipH="1" rot="10800000">
              <a:off x="1579299" y="4802607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36"/>
            <p:cNvSpPr/>
            <p:nvPr/>
          </p:nvSpPr>
          <p:spPr>
            <a:xfrm flipH="1" rot="10800000">
              <a:off x="1579299" y="4406449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36"/>
            <p:cNvSpPr/>
            <p:nvPr/>
          </p:nvSpPr>
          <p:spPr>
            <a:xfrm flipH="1" rot="10800000">
              <a:off x="1917249" y="4802607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36"/>
            <p:cNvSpPr/>
            <p:nvPr/>
          </p:nvSpPr>
          <p:spPr>
            <a:xfrm flipH="1" rot="10800000">
              <a:off x="903399" y="440644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36"/>
            <p:cNvSpPr/>
            <p:nvPr/>
          </p:nvSpPr>
          <p:spPr>
            <a:xfrm flipH="1" rot="10800000">
              <a:off x="565449" y="4802595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36"/>
            <p:cNvSpPr/>
            <p:nvPr/>
          </p:nvSpPr>
          <p:spPr>
            <a:xfrm flipH="1" rot="10800000">
              <a:off x="565449" y="440644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36"/>
            <p:cNvSpPr/>
            <p:nvPr/>
          </p:nvSpPr>
          <p:spPr>
            <a:xfrm flipH="1" rot="10800000">
              <a:off x="227499" y="4802595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36"/>
            <p:cNvSpPr/>
            <p:nvPr/>
          </p:nvSpPr>
          <p:spPr>
            <a:xfrm flipH="1" rot="10800000">
              <a:off x="227499" y="4406441"/>
              <a:ext cx="82200" cy="822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88" name="Google Shape;1288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289" name="Google Shape;1289;p36"/>
          <p:cNvSpPr txBox="1"/>
          <p:nvPr>
            <p:ph idx="1" type="subTitle"/>
          </p:nvPr>
        </p:nvSpPr>
        <p:spPr>
          <a:xfrm>
            <a:off x="720000" y="1034450"/>
            <a:ext cx="7704000" cy="23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90" name="Google Shape;1290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2" name="Google Shape;1292;p37"/>
          <p:cNvGrpSpPr/>
          <p:nvPr/>
        </p:nvGrpSpPr>
        <p:grpSpPr>
          <a:xfrm>
            <a:off x="8050500" y="4713275"/>
            <a:ext cx="1093500" cy="364500"/>
            <a:chOff x="-131075" y="4749725"/>
            <a:chExt cx="1093500" cy="364500"/>
          </a:xfrm>
        </p:grpSpPr>
        <p:sp>
          <p:nvSpPr>
            <p:cNvPr id="1293" name="Google Shape;1293;p37"/>
            <p:cNvSpPr/>
            <p:nvPr/>
          </p:nvSpPr>
          <p:spPr>
            <a:xfrm>
              <a:off x="233425" y="4749725"/>
              <a:ext cx="364500" cy="364500"/>
            </a:xfrm>
            <a:prstGeom prst="ellipse">
              <a:avLst/>
            </a:pr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37"/>
            <p:cNvSpPr/>
            <p:nvPr/>
          </p:nvSpPr>
          <p:spPr>
            <a:xfrm>
              <a:off x="597925" y="4749725"/>
              <a:ext cx="364500" cy="364500"/>
            </a:xfrm>
            <a:prstGeom prst="ellipse">
              <a:avLst/>
            </a:prstGeom>
            <a:solidFill>
              <a:srgbClr val="5CC9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p37"/>
            <p:cNvSpPr/>
            <p:nvPr/>
          </p:nvSpPr>
          <p:spPr>
            <a:xfrm>
              <a:off x="-131075" y="4749725"/>
              <a:ext cx="364500" cy="364500"/>
            </a:xfrm>
            <a:prstGeom prst="ellipse">
              <a:avLst/>
            </a:prstGeom>
            <a:solidFill>
              <a:srgbClr val="C46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6" name="Google Shape;1296;p37"/>
          <p:cNvGrpSpPr/>
          <p:nvPr/>
        </p:nvGrpSpPr>
        <p:grpSpPr>
          <a:xfrm>
            <a:off x="8363300" y="3803213"/>
            <a:ext cx="683700" cy="788700"/>
            <a:chOff x="87025" y="3790463"/>
            <a:chExt cx="683700" cy="788700"/>
          </a:xfrm>
        </p:grpSpPr>
        <p:sp>
          <p:nvSpPr>
            <p:cNvPr id="1297" name="Google Shape;1297;p37"/>
            <p:cNvSpPr/>
            <p:nvPr/>
          </p:nvSpPr>
          <p:spPr>
            <a:xfrm>
              <a:off x="87025" y="3790463"/>
              <a:ext cx="74100" cy="741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37"/>
            <p:cNvSpPr/>
            <p:nvPr/>
          </p:nvSpPr>
          <p:spPr>
            <a:xfrm>
              <a:off x="391825" y="3790463"/>
              <a:ext cx="74100" cy="741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p37"/>
            <p:cNvSpPr/>
            <p:nvPr/>
          </p:nvSpPr>
          <p:spPr>
            <a:xfrm>
              <a:off x="696625" y="3790463"/>
              <a:ext cx="74100" cy="741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p37"/>
            <p:cNvSpPr/>
            <p:nvPr/>
          </p:nvSpPr>
          <p:spPr>
            <a:xfrm>
              <a:off x="87025" y="4147763"/>
              <a:ext cx="74100" cy="741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1" name="Google Shape;1301;p37"/>
            <p:cNvSpPr/>
            <p:nvPr/>
          </p:nvSpPr>
          <p:spPr>
            <a:xfrm>
              <a:off x="391825" y="4147763"/>
              <a:ext cx="74100" cy="741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p37"/>
            <p:cNvSpPr/>
            <p:nvPr/>
          </p:nvSpPr>
          <p:spPr>
            <a:xfrm>
              <a:off x="696625" y="4147763"/>
              <a:ext cx="74100" cy="741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37"/>
            <p:cNvSpPr/>
            <p:nvPr/>
          </p:nvSpPr>
          <p:spPr>
            <a:xfrm>
              <a:off x="87025" y="4505063"/>
              <a:ext cx="74100" cy="741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37"/>
            <p:cNvSpPr/>
            <p:nvPr/>
          </p:nvSpPr>
          <p:spPr>
            <a:xfrm>
              <a:off x="391825" y="4505063"/>
              <a:ext cx="74100" cy="741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37"/>
            <p:cNvSpPr/>
            <p:nvPr/>
          </p:nvSpPr>
          <p:spPr>
            <a:xfrm>
              <a:off x="696625" y="4505063"/>
              <a:ext cx="74100" cy="741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06" name="Google Shape;1306;p37"/>
          <p:cNvSpPr/>
          <p:nvPr/>
        </p:nvSpPr>
        <p:spPr>
          <a:xfrm rot="-5400000">
            <a:off x="8343950" y="-101100"/>
            <a:ext cx="722400" cy="9246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5CC9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07" name="Google Shape;1307;p37"/>
          <p:cNvGrpSpPr/>
          <p:nvPr/>
        </p:nvGrpSpPr>
        <p:grpSpPr>
          <a:xfrm>
            <a:off x="91616" y="116911"/>
            <a:ext cx="988500" cy="375875"/>
            <a:chOff x="8073441" y="295836"/>
            <a:chExt cx="988500" cy="375875"/>
          </a:xfrm>
        </p:grpSpPr>
        <p:sp>
          <p:nvSpPr>
            <p:cNvPr id="1308" name="Google Shape;1308;p37"/>
            <p:cNvSpPr/>
            <p:nvPr/>
          </p:nvSpPr>
          <p:spPr>
            <a:xfrm>
              <a:off x="8378241" y="295836"/>
              <a:ext cx="74100" cy="741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37"/>
            <p:cNvSpPr/>
            <p:nvPr/>
          </p:nvSpPr>
          <p:spPr>
            <a:xfrm>
              <a:off x="8683041" y="295836"/>
              <a:ext cx="74100" cy="741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37"/>
            <p:cNvSpPr/>
            <p:nvPr/>
          </p:nvSpPr>
          <p:spPr>
            <a:xfrm>
              <a:off x="8987841" y="295836"/>
              <a:ext cx="74100" cy="741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37"/>
            <p:cNvSpPr/>
            <p:nvPr/>
          </p:nvSpPr>
          <p:spPr>
            <a:xfrm>
              <a:off x="8073441" y="295836"/>
              <a:ext cx="74100" cy="741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37"/>
            <p:cNvSpPr/>
            <p:nvPr/>
          </p:nvSpPr>
          <p:spPr>
            <a:xfrm>
              <a:off x="8378241" y="597611"/>
              <a:ext cx="74100" cy="741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37"/>
            <p:cNvSpPr/>
            <p:nvPr/>
          </p:nvSpPr>
          <p:spPr>
            <a:xfrm>
              <a:off x="8683041" y="597611"/>
              <a:ext cx="74100" cy="741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37"/>
            <p:cNvSpPr/>
            <p:nvPr/>
          </p:nvSpPr>
          <p:spPr>
            <a:xfrm>
              <a:off x="8987841" y="597611"/>
              <a:ext cx="74100" cy="741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37"/>
            <p:cNvSpPr/>
            <p:nvPr/>
          </p:nvSpPr>
          <p:spPr>
            <a:xfrm>
              <a:off x="8073441" y="597611"/>
              <a:ext cx="74100" cy="74100"/>
            </a:xfrm>
            <a:prstGeom prst="ellipse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6" name="Google Shape;1316;p37"/>
          <p:cNvSpPr/>
          <p:nvPr/>
        </p:nvSpPr>
        <p:spPr>
          <a:xfrm rot="5400000">
            <a:off x="68425" y="4140950"/>
            <a:ext cx="820500" cy="10008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rgbClr val="C463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7" name="Google Shape;1317;p37"/>
          <p:cNvSpPr/>
          <p:nvPr/>
        </p:nvSpPr>
        <p:spPr>
          <a:xfrm>
            <a:off x="574200" y="4471200"/>
            <a:ext cx="291600" cy="291600"/>
          </a:xfrm>
          <a:prstGeom prst="ellipse">
            <a:avLst/>
          </a:prstGeom>
          <a:solidFill>
            <a:srgbClr val="5CC9BF"/>
          </a:solidFill>
          <a:ln cap="flat" cmpd="sng" w="9525">
            <a:solidFill>
              <a:srgbClr val="5CC9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8" name="Google Shape;1318;p37"/>
          <p:cNvSpPr/>
          <p:nvPr/>
        </p:nvSpPr>
        <p:spPr>
          <a:xfrm rot="5400000">
            <a:off x="-683274" y="4474084"/>
            <a:ext cx="1352700" cy="1352700"/>
          </a:xfrm>
          <a:prstGeom prst="pie">
            <a:avLst>
              <a:gd fmla="val 10723624" name="adj1"/>
              <a:gd fmla="val 16200000" name="adj2"/>
            </a:avLst>
          </a:prstGeom>
          <a:solidFill>
            <a:srgbClr val="7745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19" name="Google Shape;1319;p37"/>
          <p:cNvGrpSpPr/>
          <p:nvPr/>
        </p:nvGrpSpPr>
        <p:grpSpPr>
          <a:xfrm rot="-5400000">
            <a:off x="8325893" y="758181"/>
            <a:ext cx="908010" cy="102844"/>
            <a:chOff x="1655550" y="403250"/>
            <a:chExt cx="1062000" cy="120300"/>
          </a:xfrm>
        </p:grpSpPr>
        <p:cxnSp>
          <p:nvCxnSpPr>
            <p:cNvPr id="1320" name="Google Shape;1320;p37"/>
            <p:cNvCxnSpPr/>
            <p:nvPr/>
          </p:nvCxnSpPr>
          <p:spPr>
            <a:xfrm flipH="1" rot="10800000">
              <a:off x="1655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1" name="Google Shape;1321;p37"/>
            <p:cNvCxnSpPr/>
            <p:nvPr/>
          </p:nvCxnSpPr>
          <p:spPr>
            <a:xfrm flipH="1" rot="10800000">
              <a:off x="1761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2" name="Google Shape;1322;p37"/>
            <p:cNvCxnSpPr/>
            <p:nvPr/>
          </p:nvCxnSpPr>
          <p:spPr>
            <a:xfrm flipH="1" rot="10800000">
              <a:off x="1867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3" name="Google Shape;1323;p37"/>
            <p:cNvCxnSpPr/>
            <p:nvPr/>
          </p:nvCxnSpPr>
          <p:spPr>
            <a:xfrm flipH="1" rot="10800000">
              <a:off x="1974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4" name="Google Shape;1324;p37"/>
            <p:cNvCxnSpPr/>
            <p:nvPr/>
          </p:nvCxnSpPr>
          <p:spPr>
            <a:xfrm flipH="1" rot="10800000">
              <a:off x="2080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5" name="Google Shape;1325;p37"/>
            <p:cNvCxnSpPr/>
            <p:nvPr/>
          </p:nvCxnSpPr>
          <p:spPr>
            <a:xfrm flipH="1" rot="10800000">
              <a:off x="21865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6" name="Google Shape;1326;p37"/>
            <p:cNvCxnSpPr/>
            <p:nvPr/>
          </p:nvCxnSpPr>
          <p:spPr>
            <a:xfrm flipH="1" rot="10800000">
              <a:off x="22927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7" name="Google Shape;1327;p37"/>
            <p:cNvCxnSpPr/>
            <p:nvPr/>
          </p:nvCxnSpPr>
          <p:spPr>
            <a:xfrm flipH="1" rot="10800000">
              <a:off x="23989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8" name="Google Shape;1328;p37"/>
            <p:cNvCxnSpPr/>
            <p:nvPr/>
          </p:nvCxnSpPr>
          <p:spPr>
            <a:xfrm flipH="1" rot="10800000">
              <a:off x="25051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9" name="Google Shape;1329;p37"/>
            <p:cNvCxnSpPr/>
            <p:nvPr/>
          </p:nvCxnSpPr>
          <p:spPr>
            <a:xfrm flipH="1" rot="10800000">
              <a:off x="2611350" y="403250"/>
              <a:ext cx="106200" cy="120300"/>
            </a:xfrm>
            <a:prstGeom prst="straightConnector1">
              <a:avLst/>
            </a:prstGeom>
            <a:noFill/>
            <a:ln cap="flat" cmpd="sng" w="9525">
              <a:solidFill>
                <a:srgbClr val="77457D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30" name="Google Shape;1330;p37"/>
          <p:cNvSpPr txBox="1"/>
          <p:nvPr>
            <p:ph type="title"/>
          </p:nvPr>
        </p:nvSpPr>
        <p:spPr>
          <a:xfrm>
            <a:off x="729300" y="445025"/>
            <a:ext cx="7685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331" name="Google Shape;1331;p37"/>
          <p:cNvSpPr txBox="1"/>
          <p:nvPr>
            <p:ph idx="1" type="body"/>
          </p:nvPr>
        </p:nvSpPr>
        <p:spPr>
          <a:xfrm>
            <a:off x="720000" y="1175525"/>
            <a:ext cx="38340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32" name="Google Shape;1332;p37"/>
          <p:cNvSpPr txBox="1"/>
          <p:nvPr>
            <p:ph idx="2" type="body"/>
          </p:nvPr>
        </p:nvSpPr>
        <p:spPr>
          <a:xfrm>
            <a:off x="4590000" y="1152475"/>
            <a:ext cx="383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33" name="Google Shape;1333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9"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39"/>
          <p:cNvSpPr/>
          <p:nvPr/>
        </p:nvSpPr>
        <p:spPr>
          <a:xfrm>
            <a:off x="-14584" y="0"/>
            <a:ext cx="734700" cy="561600"/>
          </a:xfrm>
          <a:prstGeom prst="rect">
            <a:avLst/>
          </a:prstGeom>
          <a:solidFill>
            <a:srgbClr val="5CC9BF"/>
          </a:solidFill>
          <a:ln cap="flat" cmpd="sng" w="9525">
            <a:solidFill>
              <a:srgbClr val="5CC9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8" name="Google Shape;1338;p39"/>
          <p:cNvSpPr/>
          <p:nvPr/>
        </p:nvSpPr>
        <p:spPr>
          <a:xfrm>
            <a:off x="8424000" y="4592376"/>
            <a:ext cx="734700" cy="561600"/>
          </a:xfrm>
          <a:prstGeom prst="rect">
            <a:avLst/>
          </a:prstGeom>
          <a:solidFill>
            <a:srgbClr val="5CC9BF"/>
          </a:solidFill>
          <a:ln cap="flat" cmpd="sng" w="9525">
            <a:solidFill>
              <a:srgbClr val="5CC9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9" name="Google Shape;1339;p39"/>
          <p:cNvSpPr/>
          <p:nvPr/>
        </p:nvSpPr>
        <p:spPr>
          <a:xfrm>
            <a:off x="-14584" y="335425"/>
            <a:ext cx="1261500" cy="481200"/>
          </a:xfrm>
          <a:prstGeom prst="rect">
            <a:avLst/>
          </a:prstGeom>
          <a:noFill/>
          <a:ln cap="flat" cmpd="sng" w="9525">
            <a:solidFill>
              <a:srgbClr val="C463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0" name="Google Shape;1340;p39"/>
          <p:cNvSpPr/>
          <p:nvPr/>
        </p:nvSpPr>
        <p:spPr>
          <a:xfrm rot="5400000">
            <a:off x="7743966" y="4293101"/>
            <a:ext cx="1261500" cy="481200"/>
          </a:xfrm>
          <a:prstGeom prst="rect">
            <a:avLst/>
          </a:prstGeom>
          <a:noFill/>
          <a:ln cap="flat" cmpd="sng" w="9525">
            <a:solidFill>
              <a:srgbClr val="C463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1" name="Google Shape;1341;p39"/>
          <p:cNvSpPr/>
          <p:nvPr/>
        </p:nvSpPr>
        <p:spPr>
          <a:xfrm>
            <a:off x="-20100" y="4853676"/>
            <a:ext cx="1480200" cy="300300"/>
          </a:xfrm>
          <a:prstGeom prst="rect">
            <a:avLst/>
          </a:prstGeom>
          <a:solidFill>
            <a:srgbClr val="5CC9BF"/>
          </a:solidFill>
          <a:ln cap="flat" cmpd="sng" w="9525">
            <a:solidFill>
              <a:srgbClr val="5CC9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2" name="Google Shape;1342;p39"/>
          <p:cNvSpPr/>
          <p:nvPr/>
        </p:nvSpPr>
        <p:spPr>
          <a:xfrm rot="5400000">
            <a:off x="-610050" y="4263726"/>
            <a:ext cx="1480200" cy="300300"/>
          </a:xfrm>
          <a:prstGeom prst="rect">
            <a:avLst/>
          </a:prstGeom>
          <a:solidFill>
            <a:srgbClr val="77457D"/>
          </a:solidFill>
          <a:ln cap="flat" cmpd="sng" w="9525">
            <a:solidFill>
              <a:srgbClr val="7745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3" name="Google Shape;1343;p39"/>
          <p:cNvSpPr/>
          <p:nvPr/>
        </p:nvSpPr>
        <p:spPr>
          <a:xfrm rot="10800000">
            <a:off x="7683900" y="0"/>
            <a:ext cx="1480200" cy="300300"/>
          </a:xfrm>
          <a:prstGeom prst="rect">
            <a:avLst/>
          </a:prstGeom>
          <a:solidFill>
            <a:srgbClr val="77457D"/>
          </a:solidFill>
          <a:ln cap="flat" cmpd="sng" w="9525">
            <a:solidFill>
              <a:srgbClr val="7745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4" name="Google Shape;1344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0"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40"/>
          <p:cNvSpPr/>
          <p:nvPr/>
        </p:nvSpPr>
        <p:spPr>
          <a:xfrm>
            <a:off x="-20100" y="4853675"/>
            <a:ext cx="5736900" cy="300300"/>
          </a:xfrm>
          <a:prstGeom prst="rect">
            <a:avLst/>
          </a:prstGeom>
          <a:solidFill>
            <a:srgbClr val="5CC9BF"/>
          </a:solidFill>
          <a:ln cap="flat" cmpd="sng" w="9525">
            <a:solidFill>
              <a:srgbClr val="5CC9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7" name="Google Shape;1347;p40"/>
          <p:cNvSpPr/>
          <p:nvPr/>
        </p:nvSpPr>
        <p:spPr>
          <a:xfrm>
            <a:off x="5716800" y="4853675"/>
            <a:ext cx="1903200" cy="300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8" name="Google Shape;1348;p40"/>
          <p:cNvSpPr/>
          <p:nvPr/>
        </p:nvSpPr>
        <p:spPr>
          <a:xfrm>
            <a:off x="7620000" y="4853675"/>
            <a:ext cx="1524000" cy="3003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9" name="Google Shape;1349;p40"/>
          <p:cNvSpPr/>
          <p:nvPr/>
        </p:nvSpPr>
        <p:spPr>
          <a:xfrm rot="10800000">
            <a:off x="3407100" y="0"/>
            <a:ext cx="5736900" cy="300300"/>
          </a:xfrm>
          <a:prstGeom prst="rect">
            <a:avLst/>
          </a:prstGeom>
          <a:solidFill>
            <a:srgbClr val="5CC9BF"/>
          </a:solidFill>
          <a:ln cap="flat" cmpd="sng" w="9525">
            <a:solidFill>
              <a:srgbClr val="5CC9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0" name="Google Shape;1350;p40"/>
          <p:cNvSpPr/>
          <p:nvPr/>
        </p:nvSpPr>
        <p:spPr>
          <a:xfrm rot="10800000">
            <a:off x="1503900" y="0"/>
            <a:ext cx="1903200" cy="300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1" name="Google Shape;1351;p40"/>
          <p:cNvSpPr/>
          <p:nvPr/>
        </p:nvSpPr>
        <p:spPr>
          <a:xfrm rot="10800000">
            <a:off x="-20100" y="0"/>
            <a:ext cx="1524000" cy="3003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2" name="Google Shape;1352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p4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59" name="Google Shape;1359;p4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60" name="Google Shape;1360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p4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63" name="Google Shape;1363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66" name="Google Shape;1366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67" name="Google Shape;1367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70" name="Google Shape;1370;p4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71" name="Google Shape;1371;p4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72" name="Google Shape;1372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75" name="Google Shape;1375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p4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78" name="Google Shape;1378;p4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79" name="Google Shape;1379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p4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82" name="Google Shape;1382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p4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5" name="Google Shape;1385;p4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386" name="Google Shape;1386;p4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87" name="Google Shape;1387;p4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88" name="Google Shape;1388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89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p5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391" name="Google Shape;1391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5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94" name="Google Shape;1394;p5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95" name="Google Shape;1395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theme" Target="../theme/theme2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slideLayout" Target="../slideLayouts/slideLayout40.xml"/><Relationship Id="rId3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8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6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729300" y="445025"/>
            <a:ext cx="7685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ayon"/>
              <a:buNone/>
              <a:defRPr b="0" i="0" sz="3200" u="none" cap="none" strike="noStrike">
                <a:solidFill>
                  <a:schemeClr val="lt1"/>
                </a:solidFill>
                <a:latin typeface="Bayon"/>
                <a:ea typeface="Bayon"/>
                <a:cs typeface="Bayon"/>
                <a:sym typeface="Bayo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ayon"/>
              <a:buNone/>
              <a:defRPr b="0" i="0" sz="3200" u="none" cap="none" strike="noStrike">
                <a:solidFill>
                  <a:schemeClr val="dk1"/>
                </a:solidFill>
                <a:latin typeface="Bayon"/>
                <a:ea typeface="Bayon"/>
                <a:cs typeface="Bayon"/>
                <a:sym typeface="Bayo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ayon"/>
              <a:buNone/>
              <a:defRPr b="0" i="0" sz="3200" u="none" cap="none" strike="noStrike">
                <a:solidFill>
                  <a:schemeClr val="dk1"/>
                </a:solidFill>
                <a:latin typeface="Bayon"/>
                <a:ea typeface="Bayon"/>
                <a:cs typeface="Bayon"/>
                <a:sym typeface="Bayo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ayon"/>
              <a:buNone/>
              <a:defRPr b="0" i="0" sz="3200" u="none" cap="none" strike="noStrike">
                <a:solidFill>
                  <a:schemeClr val="dk1"/>
                </a:solidFill>
                <a:latin typeface="Bayon"/>
                <a:ea typeface="Bayon"/>
                <a:cs typeface="Bayon"/>
                <a:sym typeface="Bayo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ayon"/>
              <a:buNone/>
              <a:defRPr b="0" i="0" sz="3200" u="none" cap="none" strike="noStrike">
                <a:solidFill>
                  <a:schemeClr val="dk1"/>
                </a:solidFill>
                <a:latin typeface="Bayon"/>
                <a:ea typeface="Bayon"/>
                <a:cs typeface="Bayon"/>
                <a:sym typeface="Bayo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ayon"/>
              <a:buNone/>
              <a:defRPr b="0" i="0" sz="3200" u="none" cap="none" strike="noStrike">
                <a:solidFill>
                  <a:schemeClr val="dk1"/>
                </a:solidFill>
                <a:latin typeface="Bayon"/>
                <a:ea typeface="Bayon"/>
                <a:cs typeface="Bayon"/>
                <a:sym typeface="Bayo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ayon"/>
              <a:buNone/>
              <a:defRPr b="0" i="0" sz="3200" u="none" cap="none" strike="noStrike">
                <a:solidFill>
                  <a:schemeClr val="dk1"/>
                </a:solidFill>
                <a:latin typeface="Bayon"/>
                <a:ea typeface="Bayon"/>
                <a:cs typeface="Bayon"/>
                <a:sym typeface="Bayo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ayon"/>
              <a:buNone/>
              <a:defRPr b="0" i="0" sz="3200" u="none" cap="none" strike="noStrike">
                <a:solidFill>
                  <a:schemeClr val="dk1"/>
                </a:solidFill>
                <a:latin typeface="Bayon"/>
                <a:ea typeface="Bayon"/>
                <a:cs typeface="Bayon"/>
                <a:sym typeface="Bayo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ayon"/>
              <a:buNone/>
              <a:defRPr b="0" i="0" sz="3200" u="none" cap="none" strike="noStrike">
                <a:solidFill>
                  <a:schemeClr val="dk1"/>
                </a:solidFill>
                <a:latin typeface="Bayon"/>
                <a:ea typeface="Bayon"/>
                <a:cs typeface="Bayon"/>
                <a:sym typeface="Bayon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29300" y="1152475"/>
            <a:ext cx="76854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</p:sldLayoutIdLst>
  <p:transition spd="med"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55" name="Google Shape;1355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56" name="Google Shape;1356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53"/>
          <p:cNvSpPr txBox="1"/>
          <p:nvPr>
            <p:ph type="ctrTitle"/>
          </p:nvPr>
        </p:nvSpPr>
        <p:spPr>
          <a:xfrm>
            <a:off x="454925" y="367225"/>
            <a:ext cx="4279800" cy="11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b="1" lang="en" sz="6000">
                <a:solidFill>
                  <a:srgbClr val="657E93"/>
                </a:solidFill>
                <a:latin typeface="Arial"/>
                <a:ea typeface="Arial"/>
                <a:cs typeface="Arial"/>
                <a:sym typeface="Arial"/>
              </a:rPr>
              <a:t>SkillMatch</a:t>
            </a:r>
            <a:endParaRPr b="1" sz="6000">
              <a:solidFill>
                <a:srgbClr val="657E93"/>
              </a:solidFill>
            </a:endParaRPr>
          </a:p>
        </p:txBody>
      </p:sp>
      <p:sp>
        <p:nvSpPr>
          <p:cNvPr id="1403" name="Google Shape;1403;p53"/>
          <p:cNvSpPr/>
          <p:nvPr/>
        </p:nvSpPr>
        <p:spPr>
          <a:xfrm rot="5400000">
            <a:off x="2072550" y="-480600"/>
            <a:ext cx="979800" cy="51249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7745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4" name="Google Shape;1404;p53"/>
          <p:cNvSpPr txBox="1"/>
          <p:nvPr>
            <p:ph idx="1" type="subTitle"/>
          </p:nvPr>
        </p:nvSpPr>
        <p:spPr>
          <a:xfrm>
            <a:off x="13125" y="1656400"/>
            <a:ext cx="50052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400"/>
              <a:buNone/>
            </a:pPr>
            <a:r>
              <a:rPr lang="en" sz="2300">
                <a:latin typeface="Times New Roman"/>
                <a:ea typeface="Times New Roman"/>
                <a:cs typeface="Times New Roman"/>
                <a:sym typeface="Times New Roman"/>
              </a:rPr>
              <a:t>A Platform Connecting University Students with Freelance Projects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5" name="Google Shape;1405;p53"/>
          <p:cNvSpPr/>
          <p:nvPr/>
        </p:nvSpPr>
        <p:spPr>
          <a:xfrm>
            <a:off x="7562167" y="1616989"/>
            <a:ext cx="724265" cy="14240"/>
          </a:xfrm>
          <a:custGeom>
            <a:rect b="b" l="l" r="r" t="t"/>
            <a:pathLst>
              <a:path extrusionOk="0" h="709" w="36060">
                <a:moveTo>
                  <a:pt x="434" y="0"/>
                </a:moveTo>
                <a:cubicBezTo>
                  <a:pt x="1" y="0"/>
                  <a:pt x="1" y="701"/>
                  <a:pt x="434" y="701"/>
                </a:cubicBezTo>
                <a:lnTo>
                  <a:pt x="21983" y="701"/>
                </a:lnTo>
                <a:cubicBezTo>
                  <a:pt x="23529" y="701"/>
                  <a:pt x="25074" y="708"/>
                  <a:pt x="26620" y="708"/>
                </a:cubicBezTo>
                <a:cubicBezTo>
                  <a:pt x="29711" y="708"/>
                  <a:pt x="32802" y="679"/>
                  <a:pt x="35893" y="501"/>
                </a:cubicBezTo>
                <a:cubicBezTo>
                  <a:pt x="36060" y="467"/>
                  <a:pt x="36060" y="234"/>
                  <a:pt x="35893" y="234"/>
                </a:cubicBezTo>
                <a:cubicBezTo>
                  <a:pt x="33258" y="67"/>
                  <a:pt x="30656" y="67"/>
                  <a:pt x="28021" y="34"/>
                </a:cubicBezTo>
                <a:cubicBezTo>
                  <a:pt x="24952" y="23"/>
                  <a:pt x="21887" y="19"/>
                  <a:pt x="18823" y="19"/>
                </a:cubicBezTo>
                <a:cubicBezTo>
                  <a:pt x="12695" y="19"/>
                  <a:pt x="6572" y="34"/>
                  <a:pt x="434" y="34"/>
                </a:cubicBezTo>
                <a:lnTo>
                  <a:pt x="43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6" name="Google Shape;1406;p53"/>
          <p:cNvSpPr/>
          <p:nvPr/>
        </p:nvSpPr>
        <p:spPr>
          <a:xfrm>
            <a:off x="7542745" y="1706708"/>
            <a:ext cx="751058" cy="16209"/>
          </a:xfrm>
          <a:custGeom>
            <a:rect b="b" l="l" r="r" t="t"/>
            <a:pathLst>
              <a:path extrusionOk="0" h="807" w="37394">
                <a:moveTo>
                  <a:pt x="3328" y="0"/>
                </a:moveTo>
                <a:cubicBezTo>
                  <a:pt x="2361" y="0"/>
                  <a:pt x="1395" y="16"/>
                  <a:pt x="434" y="70"/>
                </a:cubicBezTo>
                <a:cubicBezTo>
                  <a:pt x="0" y="70"/>
                  <a:pt x="0" y="704"/>
                  <a:pt x="434" y="737"/>
                </a:cubicBezTo>
                <a:cubicBezTo>
                  <a:pt x="1501" y="790"/>
                  <a:pt x="2574" y="806"/>
                  <a:pt x="3648" y="806"/>
                </a:cubicBezTo>
                <a:cubicBezTo>
                  <a:pt x="5259" y="806"/>
                  <a:pt x="6872" y="770"/>
                  <a:pt x="8473" y="770"/>
                </a:cubicBezTo>
                <a:lnTo>
                  <a:pt x="29955" y="770"/>
                </a:lnTo>
                <a:cubicBezTo>
                  <a:pt x="32357" y="737"/>
                  <a:pt x="34792" y="737"/>
                  <a:pt x="37193" y="570"/>
                </a:cubicBezTo>
                <a:cubicBezTo>
                  <a:pt x="37394" y="537"/>
                  <a:pt x="37394" y="270"/>
                  <a:pt x="37193" y="237"/>
                </a:cubicBezTo>
                <a:cubicBezTo>
                  <a:pt x="34492" y="37"/>
                  <a:pt x="31823" y="37"/>
                  <a:pt x="29121" y="37"/>
                </a:cubicBezTo>
                <a:lnTo>
                  <a:pt x="7672" y="37"/>
                </a:lnTo>
                <a:cubicBezTo>
                  <a:pt x="6231" y="37"/>
                  <a:pt x="4778" y="0"/>
                  <a:pt x="332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7" name="Google Shape;1407;p53"/>
          <p:cNvSpPr/>
          <p:nvPr/>
        </p:nvSpPr>
        <p:spPr>
          <a:xfrm>
            <a:off x="7302890" y="1568082"/>
            <a:ext cx="66341" cy="66341"/>
          </a:xfrm>
          <a:custGeom>
            <a:rect b="b" l="l" r="r" t="t"/>
            <a:pathLst>
              <a:path extrusionOk="0" fill="none" h="3303" w="3303">
                <a:moveTo>
                  <a:pt x="2769" y="2635"/>
                </a:moveTo>
                <a:cubicBezTo>
                  <a:pt x="2235" y="3236"/>
                  <a:pt x="1301" y="3303"/>
                  <a:pt x="668" y="2769"/>
                </a:cubicBezTo>
                <a:cubicBezTo>
                  <a:pt x="67" y="2235"/>
                  <a:pt x="0" y="1301"/>
                  <a:pt x="534" y="701"/>
                </a:cubicBezTo>
                <a:cubicBezTo>
                  <a:pt x="1068" y="67"/>
                  <a:pt x="2002" y="0"/>
                  <a:pt x="2602" y="534"/>
                </a:cubicBezTo>
                <a:cubicBezTo>
                  <a:pt x="3236" y="1068"/>
                  <a:pt x="3303" y="2002"/>
                  <a:pt x="2769" y="2635"/>
                </a:cubicBezTo>
                <a:close/>
              </a:path>
            </a:pathLst>
          </a:custGeom>
          <a:noFill/>
          <a:ln cap="flat" cmpd="sng" w="9525">
            <a:solidFill>
              <a:srgbClr val="DEDEDE"/>
            </a:solidFill>
            <a:prstDash val="solid"/>
            <a:miter lim="3335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08" name="Google Shape;1408;p53"/>
          <p:cNvGrpSpPr/>
          <p:nvPr/>
        </p:nvGrpSpPr>
        <p:grpSpPr>
          <a:xfrm>
            <a:off x="5266833" y="1474144"/>
            <a:ext cx="3455082" cy="3301412"/>
            <a:chOff x="5266833" y="1474144"/>
            <a:chExt cx="3455082" cy="3301412"/>
          </a:xfrm>
        </p:grpSpPr>
        <p:sp>
          <p:nvSpPr>
            <p:cNvPr id="1409" name="Google Shape;1409;p53"/>
            <p:cNvSpPr/>
            <p:nvPr/>
          </p:nvSpPr>
          <p:spPr>
            <a:xfrm>
              <a:off x="5275530" y="4148161"/>
              <a:ext cx="3404187" cy="590258"/>
            </a:xfrm>
            <a:custGeom>
              <a:rect b="b" l="l" r="r" t="t"/>
              <a:pathLst>
                <a:path extrusionOk="0" h="29388" w="169489">
                  <a:moveTo>
                    <a:pt x="30156" y="1"/>
                  </a:moveTo>
                  <a:cubicBezTo>
                    <a:pt x="24552" y="1"/>
                    <a:pt x="18847" y="1"/>
                    <a:pt x="13477" y="1335"/>
                  </a:cubicBezTo>
                  <a:cubicBezTo>
                    <a:pt x="8106" y="2703"/>
                    <a:pt x="3070" y="5638"/>
                    <a:pt x="1101" y="9908"/>
                  </a:cubicBezTo>
                  <a:cubicBezTo>
                    <a:pt x="234" y="11809"/>
                    <a:pt x="1" y="13877"/>
                    <a:pt x="101" y="15912"/>
                  </a:cubicBezTo>
                  <a:cubicBezTo>
                    <a:pt x="268" y="19481"/>
                    <a:pt x="1568" y="23184"/>
                    <a:pt x="4837" y="25552"/>
                  </a:cubicBezTo>
                  <a:cubicBezTo>
                    <a:pt x="7539" y="27487"/>
                    <a:pt x="11209" y="28254"/>
                    <a:pt x="14778" y="28688"/>
                  </a:cubicBezTo>
                  <a:cubicBezTo>
                    <a:pt x="17905" y="29048"/>
                    <a:pt x="21059" y="29168"/>
                    <a:pt x="24223" y="29168"/>
                  </a:cubicBezTo>
                  <a:cubicBezTo>
                    <a:pt x="29563" y="29168"/>
                    <a:pt x="34929" y="28826"/>
                    <a:pt x="40229" y="28721"/>
                  </a:cubicBezTo>
                  <a:cubicBezTo>
                    <a:pt x="46765" y="28582"/>
                    <a:pt x="53284" y="28523"/>
                    <a:pt x="59809" y="28523"/>
                  </a:cubicBezTo>
                  <a:cubicBezTo>
                    <a:pt x="62643" y="28523"/>
                    <a:pt x="65478" y="28534"/>
                    <a:pt x="68316" y="28555"/>
                  </a:cubicBezTo>
                  <a:cubicBezTo>
                    <a:pt x="86729" y="28621"/>
                    <a:pt x="105176" y="29055"/>
                    <a:pt x="123589" y="29222"/>
                  </a:cubicBezTo>
                  <a:cubicBezTo>
                    <a:pt x="127651" y="29261"/>
                    <a:pt x="131723" y="29388"/>
                    <a:pt x="135783" y="29388"/>
                  </a:cubicBezTo>
                  <a:cubicBezTo>
                    <a:pt x="142060" y="29388"/>
                    <a:pt x="148307" y="29085"/>
                    <a:pt x="154444" y="27687"/>
                  </a:cubicBezTo>
                  <a:cubicBezTo>
                    <a:pt x="159081" y="26653"/>
                    <a:pt x="163251" y="24252"/>
                    <a:pt x="165986" y="21049"/>
                  </a:cubicBezTo>
                  <a:cubicBezTo>
                    <a:pt x="166720" y="20182"/>
                    <a:pt x="167354" y="19248"/>
                    <a:pt x="167887" y="18247"/>
                  </a:cubicBezTo>
                  <a:cubicBezTo>
                    <a:pt x="168988" y="16112"/>
                    <a:pt x="169488" y="13811"/>
                    <a:pt x="169121" y="11509"/>
                  </a:cubicBezTo>
                  <a:cubicBezTo>
                    <a:pt x="168321" y="6606"/>
                    <a:pt x="163551" y="2803"/>
                    <a:pt x="157913" y="1335"/>
                  </a:cubicBezTo>
                  <a:cubicBezTo>
                    <a:pt x="153477" y="168"/>
                    <a:pt x="148774" y="168"/>
                    <a:pt x="144104" y="134"/>
                  </a:cubicBezTo>
                  <a:cubicBezTo>
                    <a:pt x="106143" y="101"/>
                    <a:pt x="68149" y="34"/>
                    <a:pt x="30156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10850">
              <a:solidFill>
                <a:schemeClr val="accent5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p53"/>
            <p:cNvSpPr/>
            <p:nvPr/>
          </p:nvSpPr>
          <p:spPr>
            <a:xfrm>
              <a:off x="5604502" y="1733562"/>
              <a:ext cx="2903026" cy="1739361"/>
            </a:xfrm>
            <a:custGeom>
              <a:rect b="b" l="l" r="r" t="t"/>
              <a:pathLst>
                <a:path extrusionOk="0" h="86600" w="144537">
                  <a:moveTo>
                    <a:pt x="1735" y="0"/>
                  </a:moveTo>
                  <a:cubicBezTo>
                    <a:pt x="801" y="0"/>
                    <a:pt x="33" y="768"/>
                    <a:pt x="33" y="1735"/>
                  </a:cubicBezTo>
                  <a:lnTo>
                    <a:pt x="33" y="15545"/>
                  </a:lnTo>
                  <a:lnTo>
                    <a:pt x="33" y="57475"/>
                  </a:lnTo>
                  <a:lnTo>
                    <a:pt x="33" y="76155"/>
                  </a:lnTo>
                  <a:cubicBezTo>
                    <a:pt x="33" y="78290"/>
                    <a:pt x="0" y="80425"/>
                    <a:pt x="33" y="82560"/>
                  </a:cubicBezTo>
                  <a:cubicBezTo>
                    <a:pt x="115" y="86180"/>
                    <a:pt x="1063" y="86513"/>
                    <a:pt x="3765" y="86513"/>
                  </a:cubicBezTo>
                  <a:cubicBezTo>
                    <a:pt x="4374" y="86513"/>
                    <a:pt x="5073" y="86496"/>
                    <a:pt x="5871" y="86496"/>
                  </a:cubicBezTo>
                  <a:lnTo>
                    <a:pt x="134196" y="86496"/>
                  </a:lnTo>
                  <a:cubicBezTo>
                    <a:pt x="135286" y="86496"/>
                    <a:pt x="136464" y="86599"/>
                    <a:pt x="137613" y="86599"/>
                  </a:cubicBezTo>
                  <a:cubicBezTo>
                    <a:pt x="138188" y="86599"/>
                    <a:pt x="138755" y="86574"/>
                    <a:pt x="139299" y="86496"/>
                  </a:cubicBezTo>
                  <a:cubicBezTo>
                    <a:pt x="140967" y="86262"/>
                    <a:pt x="142035" y="85829"/>
                    <a:pt x="142702" y="85195"/>
                  </a:cubicBezTo>
                  <a:cubicBezTo>
                    <a:pt x="144036" y="83961"/>
                    <a:pt x="143903" y="81926"/>
                    <a:pt x="143903" y="79057"/>
                  </a:cubicBezTo>
                  <a:lnTo>
                    <a:pt x="143903" y="10508"/>
                  </a:lnTo>
                  <a:cubicBezTo>
                    <a:pt x="143903" y="3870"/>
                    <a:pt x="144537" y="0"/>
                    <a:pt x="1370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1" name="Google Shape;1411;p53"/>
            <p:cNvSpPr/>
            <p:nvPr/>
          </p:nvSpPr>
          <p:spPr>
            <a:xfrm>
              <a:off x="6870761" y="1853490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0"/>
                  </a:moveTo>
                  <a:lnTo>
                    <a:pt x="17779" y="0"/>
                  </a:lnTo>
                  <a:lnTo>
                    <a:pt x="17779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9525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p53"/>
            <p:cNvSpPr/>
            <p:nvPr/>
          </p:nvSpPr>
          <p:spPr>
            <a:xfrm>
              <a:off x="7260009" y="1853490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1" y="0"/>
                  </a:moveTo>
                  <a:lnTo>
                    <a:pt x="17780" y="0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p53"/>
            <p:cNvSpPr/>
            <p:nvPr/>
          </p:nvSpPr>
          <p:spPr>
            <a:xfrm>
              <a:off x="7648593" y="1853490"/>
              <a:ext cx="357131" cy="266669"/>
            </a:xfrm>
            <a:custGeom>
              <a:rect b="b" l="l" r="r" t="t"/>
              <a:pathLst>
                <a:path extrusionOk="0" fill="none" h="13277" w="17781">
                  <a:moveTo>
                    <a:pt x="1" y="0"/>
                  </a:moveTo>
                  <a:lnTo>
                    <a:pt x="17780" y="0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4" name="Google Shape;1414;p53"/>
            <p:cNvSpPr/>
            <p:nvPr/>
          </p:nvSpPr>
          <p:spPr>
            <a:xfrm>
              <a:off x="8037860" y="1853490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0"/>
                  </a:moveTo>
                  <a:lnTo>
                    <a:pt x="17780" y="0"/>
                  </a:lnTo>
                  <a:lnTo>
                    <a:pt x="17780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p53"/>
            <p:cNvSpPr/>
            <p:nvPr/>
          </p:nvSpPr>
          <p:spPr>
            <a:xfrm>
              <a:off x="5703642" y="2156994"/>
              <a:ext cx="357131" cy="266669"/>
            </a:xfrm>
            <a:custGeom>
              <a:rect b="b" l="l" r="r" t="t"/>
              <a:pathLst>
                <a:path extrusionOk="0" fill="none" h="13277" w="17781">
                  <a:moveTo>
                    <a:pt x="1" y="0"/>
                  </a:moveTo>
                  <a:lnTo>
                    <a:pt x="17780" y="0"/>
                  </a:lnTo>
                  <a:lnTo>
                    <a:pt x="17780" y="13276"/>
                  </a:lnTo>
                  <a:lnTo>
                    <a:pt x="1" y="13276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6" name="Google Shape;1416;p53"/>
            <p:cNvSpPr/>
            <p:nvPr/>
          </p:nvSpPr>
          <p:spPr>
            <a:xfrm>
              <a:off x="6092909" y="2156994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0"/>
                  </a:moveTo>
                  <a:lnTo>
                    <a:pt x="17780" y="0"/>
                  </a:lnTo>
                  <a:lnTo>
                    <a:pt x="17780" y="13276"/>
                  </a:lnTo>
                  <a:lnTo>
                    <a:pt x="0" y="13276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7" name="Google Shape;1417;p53"/>
            <p:cNvSpPr/>
            <p:nvPr/>
          </p:nvSpPr>
          <p:spPr>
            <a:xfrm>
              <a:off x="6482157" y="2156994"/>
              <a:ext cx="356448" cy="266669"/>
            </a:xfrm>
            <a:custGeom>
              <a:rect b="b" l="l" r="r" t="t"/>
              <a:pathLst>
                <a:path extrusionOk="0" fill="none" h="13277" w="17747">
                  <a:moveTo>
                    <a:pt x="1" y="0"/>
                  </a:moveTo>
                  <a:lnTo>
                    <a:pt x="17747" y="0"/>
                  </a:lnTo>
                  <a:lnTo>
                    <a:pt x="17747" y="13276"/>
                  </a:lnTo>
                  <a:lnTo>
                    <a:pt x="1" y="13276"/>
                  </a:lnTo>
                  <a:close/>
                </a:path>
              </a:pathLst>
            </a:custGeom>
            <a:noFill/>
            <a:ln cap="flat" cmpd="sng" w="9525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8" name="Google Shape;1418;p53"/>
            <p:cNvSpPr/>
            <p:nvPr/>
          </p:nvSpPr>
          <p:spPr>
            <a:xfrm>
              <a:off x="6870761" y="2156994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0"/>
                  </a:moveTo>
                  <a:lnTo>
                    <a:pt x="17779" y="0"/>
                  </a:lnTo>
                  <a:lnTo>
                    <a:pt x="17779" y="13276"/>
                  </a:lnTo>
                  <a:lnTo>
                    <a:pt x="0" y="13276"/>
                  </a:lnTo>
                  <a:close/>
                </a:path>
              </a:pathLst>
            </a:custGeom>
            <a:noFill/>
            <a:ln cap="flat" cmpd="sng" w="9525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9" name="Google Shape;1419;p53"/>
            <p:cNvSpPr/>
            <p:nvPr/>
          </p:nvSpPr>
          <p:spPr>
            <a:xfrm>
              <a:off x="7260009" y="2156994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1" y="0"/>
                  </a:moveTo>
                  <a:lnTo>
                    <a:pt x="17780" y="0"/>
                  </a:lnTo>
                  <a:lnTo>
                    <a:pt x="17780" y="13276"/>
                  </a:lnTo>
                  <a:lnTo>
                    <a:pt x="1" y="13276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0" name="Google Shape;1420;p53"/>
            <p:cNvSpPr/>
            <p:nvPr/>
          </p:nvSpPr>
          <p:spPr>
            <a:xfrm>
              <a:off x="7648593" y="2156994"/>
              <a:ext cx="357131" cy="266669"/>
            </a:xfrm>
            <a:custGeom>
              <a:rect b="b" l="l" r="r" t="t"/>
              <a:pathLst>
                <a:path extrusionOk="0" h="13277" w="17781">
                  <a:moveTo>
                    <a:pt x="1" y="0"/>
                  </a:moveTo>
                  <a:lnTo>
                    <a:pt x="1" y="13276"/>
                  </a:lnTo>
                  <a:lnTo>
                    <a:pt x="17780" y="13276"/>
                  </a:lnTo>
                  <a:lnTo>
                    <a:pt x="17780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085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p53"/>
            <p:cNvSpPr/>
            <p:nvPr/>
          </p:nvSpPr>
          <p:spPr>
            <a:xfrm>
              <a:off x="8037860" y="2156994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0"/>
                  </a:moveTo>
                  <a:lnTo>
                    <a:pt x="17780" y="0"/>
                  </a:lnTo>
                  <a:lnTo>
                    <a:pt x="17780" y="13276"/>
                  </a:lnTo>
                  <a:lnTo>
                    <a:pt x="0" y="13276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p53"/>
            <p:cNvSpPr/>
            <p:nvPr/>
          </p:nvSpPr>
          <p:spPr>
            <a:xfrm>
              <a:off x="5703642" y="2459816"/>
              <a:ext cx="357131" cy="266669"/>
            </a:xfrm>
            <a:custGeom>
              <a:rect b="b" l="l" r="r" t="t"/>
              <a:pathLst>
                <a:path extrusionOk="0" fill="none" h="13277" w="17781">
                  <a:moveTo>
                    <a:pt x="1" y="1"/>
                  </a:moveTo>
                  <a:lnTo>
                    <a:pt x="17780" y="1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9525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3" name="Google Shape;1423;p53"/>
            <p:cNvSpPr/>
            <p:nvPr/>
          </p:nvSpPr>
          <p:spPr>
            <a:xfrm>
              <a:off x="6092909" y="2459816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1"/>
                  </a:moveTo>
                  <a:lnTo>
                    <a:pt x="17780" y="1"/>
                  </a:lnTo>
                  <a:lnTo>
                    <a:pt x="17780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p53"/>
            <p:cNvSpPr/>
            <p:nvPr/>
          </p:nvSpPr>
          <p:spPr>
            <a:xfrm>
              <a:off x="6482157" y="2459816"/>
              <a:ext cx="356448" cy="266669"/>
            </a:xfrm>
            <a:custGeom>
              <a:rect b="b" l="l" r="r" t="t"/>
              <a:pathLst>
                <a:path extrusionOk="0" h="13277" w="17747">
                  <a:moveTo>
                    <a:pt x="1" y="1"/>
                  </a:moveTo>
                  <a:lnTo>
                    <a:pt x="1" y="13277"/>
                  </a:lnTo>
                  <a:lnTo>
                    <a:pt x="17747" y="13277"/>
                  </a:lnTo>
                  <a:lnTo>
                    <a:pt x="17747" y="1"/>
                  </a:lnTo>
                  <a:close/>
                </a:path>
              </a:pathLst>
            </a:custGeom>
            <a:solidFill>
              <a:schemeClr val="dk2"/>
            </a:solidFill>
            <a:ln cap="flat" cmpd="sng" w="1085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p53"/>
            <p:cNvSpPr/>
            <p:nvPr/>
          </p:nvSpPr>
          <p:spPr>
            <a:xfrm>
              <a:off x="6870761" y="2459816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1"/>
                  </a:moveTo>
                  <a:lnTo>
                    <a:pt x="17779" y="1"/>
                  </a:lnTo>
                  <a:lnTo>
                    <a:pt x="17779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p53"/>
            <p:cNvSpPr/>
            <p:nvPr/>
          </p:nvSpPr>
          <p:spPr>
            <a:xfrm>
              <a:off x="7260009" y="2459816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1" y="1"/>
                  </a:moveTo>
                  <a:lnTo>
                    <a:pt x="17780" y="1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9525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p53"/>
            <p:cNvSpPr/>
            <p:nvPr/>
          </p:nvSpPr>
          <p:spPr>
            <a:xfrm>
              <a:off x="7648593" y="2459816"/>
              <a:ext cx="357131" cy="266669"/>
            </a:xfrm>
            <a:custGeom>
              <a:rect b="b" l="l" r="r" t="t"/>
              <a:pathLst>
                <a:path extrusionOk="0" h="13277" w="17781">
                  <a:moveTo>
                    <a:pt x="1" y="1"/>
                  </a:moveTo>
                  <a:lnTo>
                    <a:pt x="1" y="13277"/>
                  </a:lnTo>
                  <a:lnTo>
                    <a:pt x="17780" y="13277"/>
                  </a:lnTo>
                  <a:lnTo>
                    <a:pt x="17780" y="1"/>
                  </a:lnTo>
                  <a:close/>
                </a:path>
              </a:pathLst>
            </a:custGeom>
            <a:solidFill>
              <a:srgbClr val="5CC9BF"/>
            </a:solidFill>
            <a:ln cap="flat" cmpd="sng" w="10850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8" name="Google Shape;1428;p53"/>
            <p:cNvSpPr/>
            <p:nvPr/>
          </p:nvSpPr>
          <p:spPr>
            <a:xfrm>
              <a:off x="8037860" y="2459816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1"/>
                  </a:moveTo>
                  <a:lnTo>
                    <a:pt x="17780" y="1"/>
                  </a:lnTo>
                  <a:lnTo>
                    <a:pt x="17780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9" name="Google Shape;1429;p53"/>
            <p:cNvSpPr/>
            <p:nvPr/>
          </p:nvSpPr>
          <p:spPr>
            <a:xfrm>
              <a:off x="5703642" y="2763320"/>
              <a:ext cx="357131" cy="266669"/>
            </a:xfrm>
            <a:custGeom>
              <a:rect b="b" l="l" r="r" t="t"/>
              <a:pathLst>
                <a:path extrusionOk="0" fill="none" h="13277" w="17781">
                  <a:moveTo>
                    <a:pt x="1" y="0"/>
                  </a:moveTo>
                  <a:lnTo>
                    <a:pt x="17780" y="0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0" name="Google Shape;1430;p53"/>
            <p:cNvSpPr/>
            <p:nvPr/>
          </p:nvSpPr>
          <p:spPr>
            <a:xfrm>
              <a:off x="6092909" y="2763320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0"/>
                  </a:moveTo>
                  <a:lnTo>
                    <a:pt x="17780" y="0"/>
                  </a:lnTo>
                  <a:lnTo>
                    <a:pt x="17780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1" name="Google Shape;1431;p53"/>
            <p:cNvSpPr/>
            <p:nvPr/>
          </p:nvSpPr>
          <p:spPr>
            <a:xfrm>
              <a:off x="6482157" y="2763320"/>
              <a:ext cx="356448" cy="266669"/>
            </a:xfrm>
            <a:custGeom>
              <a:rect b="b" l="l" r="r" t="t"/>
              <a:pathLst>
                <a:path extrusionOk="0" fill="none" h="13277" w="17747">
                  <a:moveTo>
                    <a:pt x="1" y="0"/>
                  </a:moveTo>
                  <a:lnTo>
                    <a:pt x="17747" y="0"/>
                  </a:lnTo>
                  <a:lnTo>
                    <a:pt x="17747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9525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53"/>
            <p:cNvSpPr/>
            <p:nvPr/>
          </p:nvSpPr>
          <p:spPr>
            <a:xfrm>
              <a:off x="6870761" y="2763320"/>
              <a:ext cx="357111" cy="266669"/>
            </a:xfrm>
            <a:custGeom>
              <a:rect b="b" l="l" r="r" t="t"/>
              <a:pathLst>
                <a:path extrusionOk="0" h="13277" w="17780">
                  <a:moveTo>
                    <a:pt x="0" y="0"/>
                  </a:moveTo>
                  <a:lnTo>
                    <a:pt x="0" y="13277"/>
                  </a:lnTo>
                  <a:lnTo>
                    <a:pt x="17779" y="13277"/>
                  </a:lnTo>
                  <a:lnTo>
                    <a:pt x="17779" y="0"/>
                  </a:ln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53"/>
            <p:cNvSpPr/>
            <p:nvPr/>
          </p:nvSpPr>
          <p:spPr>
            <a:xfrm>
              <a:off x="7260009" y="2763320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1" y="0"/>
                  </a:moveTo>
                  <a:lnTo>
                    <a:pt x="17780" y="0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9525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53"/>
            <p:cNvSpPr/>
            <p:nvPr/>
          </p:nvSpPr>
          <p:spPr>
            <a:xfrm>
              <a:off x="7648593" y="2763320"/>
              <a:ext cx="357131" cy="266669"/>
            </a:xfrm>
            <a:custGeom>
              <a:rect b="b" l="l" r="r" t="t"/>
              <a:pathLst>
                <a:path extrusionOk="0" fill="none" h="13277" w="17781">
                  <a:moveTo>
                    <a:pt x="1" y="0"/>
                  </a:moveTo>
                  <a:lnTo>
                    <a:pt x="17780" y="0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9525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p53"/>
            <p:cNvSpPr/>
            <p:nvPr/>
          </p:nvSpPr>
          <p:spPr>
            <a:xfrm>
              <a:off x="8037860" y="2763320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0"/>
                  </a:moveTo>
                  <a:lnTo>
                    <a:pt x="17780" y="0"/>
                  </a:lnTo>
                  <a:lnTo>
                    <a:pt x="17780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9525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6" name="Google Shape;1436;p53"/>
            <p:cNvSpPr/>
            <p:nvPr/>
          </p:nvSpPr>
          <p:spPr>
            <a:xfrm>
              <a:off x="5703642" y="3066141"/>
              <a:ext cx="357131" cy="266689"/>
            </a:xfrm>
            <a:custGeom>
              <a:rect b="b" l="l" r="r" t="t"/>
              <a:pathLst>
                <a:path extrusionOk="0" fill="none" h="13278" w="17781">
                  <a:moveTo>
                    <a:pt x="1" y="1"/>
                  </a:moveTo>
                  <a:lnTo>
                    <a:pt x="17780" y="1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p53"/>
            <p:cNvSpPr/>
            <p:nvPr/>
          </p:nvSpPr>
          <p:spPr>
            <a:xfrm>
              <a:off x="6092909" y="3066141"/>
              <a:ext cx="357111" cy="266689"/>
            </a:xfrm>
            <a:custGeom>
              <a:rect b="b" l="l" r="r" t="t"/>
              <a:pathLst>
                <a:path extrusionOk="0" fill="none" h="13278" w="17780">
                  <a:moveTo>
                    <a:pt x="0" y="1"/>
                  </a:moveTo>
                  <a:lnTo>
                    <a:pt x="17780" y="1"/>
                  </a:lnTo>
                  <a:lnTo>
                    <a:pt x="17780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p53"/>
            <p:cNvSpPr/>
            <p:nvPr/>
          </p:nvSpPr>
          <p:spPr>
            <a:xfrm>
              <a:off x="6482157" y="3066141"/>
              <a:ext cx="356448" cy="266689"/>
            </a:xfrm>
            <a:custGeom>
              <a:rect b="b" l="l" r="r" t="t"/>
              <a:pathLst>
                <a:path extrusionOk="0" fill="none" h="13278" w="17747">
                  <a:moveTo>
                    <a:pt x="1" y="1"/>
                  </a:moveTo>
                  <a:lnTo>
                    <a:pt x="17747" y="1"/>
                  </a:lnTo>
                  <a:lnTo>
                    <a:pt x="17747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p53"/>
            <p:cNvSpPr/>
            <p:nvPr/>
          </p:nvSpPr>
          <p:spPr>
            <a:xfrm>
              <a:off x="6870761" y="3066141"/>
              <a:ext cx="357111" cy="266689"/>
            </a:xfrm>
            <a:custGeom>
              <a:rect b="b" l="l" r="r" t="t"/>
              <a:pathLst>
                <a:path extrusionOk="0" fill="none" h="13278" w="17780">
                  <a:moveTo>
                    <a:pt x="0" y="1"/>
                  </a:moveTo>
                  <a:lnTo>
                    <a:pt x="17779" y="1"/>
                  </a:lnTo>
                  <a:lnTo>
                    <a:pt x="17779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0" name="Google Shape;1440;p53"/>
            <p:cNvSpPr/>
            <p:nvPr/>
          </p:nvSpPr>
          <p:spPr>
            <a:xfrm>
              <a:off x="7260009" y="3066141"/>
              <a:ext cx="357111" cy="266689"/>
            </a:xfrm>
            <a:custGeom>
              <a:rect b="b" l="l" r="r" t="t"/>
              <a:pathLst>
                <a:path extrusionOk="0" fill="none" h="13278" w="17780">
                  <a:moveTo>
                    <a:pt x="1" y="1"/>
                  </a:moveTo>
                  <a:lnTo>
                    <a:pt x="17780" y="1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1" name="Google Shape;1441;p53"/>
            <p:cNvSpPr/>
            <p:nvPr/>
          </p:nvSpPr>
          <p:spPr>
            <a:xfrm>
              <a:off x="7648593" y="3066141"/>
              <a:ext cx="357131" cy="266689"/>
            </a:xfrm>
            <a:custGeom>
              <a:rect b="b" l="l" r="r" t="t"/>
              <a:pathLst>
                <a:path extrusionOk="0" fill="none" h="13278" w="17781">
                  <a:moveTo>
                    <a:pt x="1" y="1"/>
                  </a:moveTo>
                  <a:lnTo>
                    <a:pt x="17780" y="1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2" name="Google Shape;1442;p53"/>
            <p:cNvSpPr/>
            <p:nvPr/>
          </p:nvSpPr>
          <p:spPr>
            <a:xfrm>
              <a:off x="8076705" y="2194513"/>
              <a:ext cx="77066" cy="71784"/>
            </a:xfrm>
            <a:custGeom>
              <a:rect b="b" l="l" r="r" t="t"/>
              <a:pathLst>
                <a:path extrusionOk="0" h="3574" w="3837">
                  <a:moveTo>
                    <a:pt x="1702" y="467"/>
                  </a:moveTo>
                  <a:lnTo>
                    <a:pt x="1702" y="501"/>
                  </a:lnTo>
                  <a:cubicBezTo>
                    <a:pt x="1728" y="632"/>
                    <a:pt x="1858" y="722"/>
                    <a:pt x="1993" y="722"/>
                  </a:cubicBezTo>
                  <a:cubicBezTo>
                    <a:pt x="2030" y="722"/>
                    <a:pt x="2067" y="715"/>
                    <a:pt x="2102" y="701"/>
                  </a:cubicBezTo>
                  <a:cubicBezTo>
                    <a:pt x="2181" y="676"/>
                    <a:pt x="2259" y="664"/>
                    <a:pt x="2334" y="664"/>
                  </a:cubicBezTo>
                  <a:cubicBezTo>
                    <a:pt x="2766" y="664"/>
                    <a:pt x="3118" y="1047"/>
                    <a:pt x="3203" y="1501"/>
                  </a:cubicBezTo>
                  <a:cubicBezTo>
                    <a:pt x="3270" y="2035"/>
                    <a:pt x="2936" y="2569"/>
                    <a:pt x="2503" y="2836"/>
                  </a:cubicBezTo>
                  <a:cubicBezTo>
                    <a:pt x="2298" y="2962"/>
                    <a:pt x="2063" y="3028"/>
                    <a:pt x="1834" y="3028"/>
                  </a:cubicBezTo>
                  <a:cubicBezTo>
                    <a:pt x="1578" y="3028"/>
                    <a:pt x="1329" y="2945"/>
                    <a:pt x="1135" y="2769"/>
                  </a:cubicBezTo>
                  <a:cubicBezTo>
                    <a:pt x="768" y="2435"/>
                    <a:pt x="535" y="1902"/>
                    <a:pt x="701" y="1435"/>
                  </a:cubicBezTo>
                  <a:cubicBezTo>
                    <a:pt x="835" y="1134"/>
                    <a:pt x="1035" y="934"/>
                    <a:pt x="1302" y="734"/>
                  </a:cubicBezTo>
                  <a:cubicBezTo>
                    <a:pt x="1435" y="634"/>
                    <a:pt x="1569" y="567"/>
                    <a:pt x="1702" y="467"/>
                  </a:cubicBezTo>
                  <a:close/>
                  <a:moveTo>
                    <a:pt x="2069" y="0"/>
                  </a:moveTo>
                  <a:cubicBezTo>
                    <a:pt x="1369" y="200"/>
                    <a:pt x="635" y="501"/>
                    <a:pt x="301" y="1201"/>
                  </a:cubicBezTo>
                  <a:cubicBezTo>
                    <a:pt x="1" y="1835"/>
                    <a:pt x="201" y="2602"/>
                    <a:pt x="701" y="3102"/>
                  </a:cubicBezTo>
                  <a:cubicBezTo>
                    <a:pt x="1020" y="3421"/>
                    <a:pt x="1434" y="3573"/>
                    <a:pt x="1857" y="3573"/>
                  </a:cubicBezTo>
                  <a:cubicBezTo>
                    <a:pt x="2143" y="3573"/>
                    <a:pt x="2434" y="3504"/>
                    <a:pt x="2703" y="3369"/>
                  </a:cubicBezTo>
                  <a:cubicBezTo>
                    <a:pt x="3403" y="3036"/>
                    <a:pt x="3837" y="2302"/>
                    <a:pt x="3804" y="1501"/>
                  </a:cubicBezTo>
                  <a:cubicBezTo>
                    <a:pt x="3804" y="1001"/>
                    <a:pt x="3570" y="567"/>
                    <a:pt x="3170" y="267"/>
                  </a:cubicBezTo>
                  <a:cubicBezTo>
                    <a:pt x="2959" y="109"/>
                    <a:pt x="2685" y="13"/>
                    <a:pt x="2398" y="13"/>
                  </a:cubicBezTo>
                  <a:cubicBezTo>
                    <a:pt x="2322" y="13"/>
                    <a:pt x="2246" y="20"/>
                    <a:pt x="2169" y="34"/>
                  </a:cubicBezTo>
                  <a:cubicBezTo>
                    <a:pt x="2136" y="0"/>
                    <a:pt x="2102" y="0"/>
                    <a:pt x="2069" y="0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3" name="Google Shape;1443;p53"/>
            <p:cNvSpPr/>
            <p:nvPr/>
          </p:nvSpPr>
          <p:spPr>
            <a:xfrm>
              <a:off x="7667352" y="2192464"/>
              <a:ext cx="87792" cy="77408"/>
            </a:xfrm>
            <a:custGeom>
              <a:rect b="b" l="l" r="r" t="t"/>
              <a:pathLst>
                <a:path extrusionOk="0" h="3854" w="4371">
                  <a:moveTo>
                    <a:pt x="1902" y="469"/>
                  </a:moveTo>
                  <a:cubicBezTo>
                    <a:pt x="1721" y="620"/>
                    <a:pt x="1840" y="879"/>
                    <a:pt x="2036" y="879"/>
                  </a:cubicBezTo>
                  <a:cubicBezTo>
                    <a:pt x="2057" y="879"/>
                    <a:pt x="2079" y="876"/>
                    <a:pt x="2102" y="869"/>
                  </a:cubicBezTo>
                  <a:cubicBezTo>
                    <a:pt x="2194" y="851"/>
                    <a:pt x="2289" y="842"/>
                    <a:pt x="2385" y="842"/>
                  </a:cubicBezTo>
                  <a:cubicBezTo>
                    <a:pt x="2813" y="842"/>
                    <a:pt x="3258" y="1028"/>
                    <a:pt x="3503" y="1436"/>
                  </a:cubicBezTo>
                  <a:cubicBezTo>
                    <a:pt x="3770" y="1903"/>
                    <a:pt x="3670" y="2571"/>
                    <a:pt x="3270" y="2938"/>
                  </a:cubicBezTo>
                  <a:lnTo>
                    <a:pt x="3303" y="2938"/>
                  </a:lnTo>
                  <a:cubicBezTo>
                    <a:pt x="3040" y="3180"/>
                    <a:pt x="2692" y="3312"/>
                    <a:pt x="2347" y="3312"/>
                  </a:cubicBezTo>
                  <a:cubicBezTo>
                    <a:pt x="2123" y="3312"/>
                    <a:pt x="1899" y="3256"/>
                    <a:pt x="1702" y="3138"/>
                  </a:cubicBezTo>
                  <a:cubicBezTo>
                    <a:pt x="1402" y="2971"/>
                    <a:pt x="1168" y="2737"/>
                    <a:pt x="935" y="2471"/>
                  </a:cubicBezTo>
                  <a:cubicBezTo>
                    <a:pt x="801" y="2370"/>
                    <a:pt x="701" y="2237"/>
                    <a:pt x="668" y="2070"/>
                  </a:cubicBezTo>
                  <a:cubicBezTo>
                    <a:pt x="634" y="1937"/>
                    <a:pt x="701" y="1770"/>
                    <a:pt x="801" y="1637"/>
                  </a:cubicBezTo>
                  <a:cubicBezTo>
                    <a:pt x="968" y="1303"/>
                    <a:pt x="1268" y="1003"/>
                    <a:pt x="1535" y="769"/>
                  </a:cubicBezTo>
                  <a:cubicBezTo>
                    <a:pt x="1635" y="636"/>
                    <a:pt x="1769" y="569"/>
                    <a:pt x="1902" y="469"/>
                  </a:cubicBezTo>
                  <a:close/>
                  <a:moveTo>
                    <a:pt x="2268" y="1"/>
                  </a:moveTo>
                  <a:cubicBezTo>
                    <a:pt x="1539" y="1"/>
                    <a:pt x="946" y="611"/>
                    <a:pt x="534" y="1170"/>
                  </a:cubicBezTo>
                  <a:cubicBezTo>
                    <a:pt x="234" y="1503"/>
                    <a:pt x="1" y="2004"/>
                    <a:pt x="234" y="2437"/>
                  </a:cubicBezTo>
                  <a:cubicBezTo>
                    <a:pt x="334" y="2637"/>
                    <a:pt x="501" y="2804"/>
                    <a:pt x="668" y="2971"/>
                  </a:cubicBezTo>
                  <a:cubicBezTo>
                    <a:pt x="801" y="3138"/>
                    <a:pt x="968" y="3304"/>
                    <a:pt x="1135" y="3438"/>
                  </a:cubicBezTo>
                  <a:cubicBezTo>
                    <a:pt x="1497" y="3710"/>
                    <a:pt x="1938" y="3853"/>
                    <a:pt x="2377" y="3853"/>
                  </a:cubicBezTo>
                  <a:cubicBezTo>
                    <a:pt x="2747" y="3853"/>
                    <a:pt x="3116" y="3751"/>
                    <a:pt x="3436" y="3538"/>
                  </a:cubicBezTo>
                  <a:cubicBezTo>
                    <a:pt x="4104" y="3071"/>
                    <a:pt x="4370" y="2170"/>
                    <a:pt x="4104" y="1403"/>
                  </a:cubicBezTo>
                  <a:cubicBezTo>
                    <a:pt x="3870" y="803"/>
                    <a:pt x="3270" y="369"/>
                    <a:pt x="2669" y="336"/>
                  </a:cubicBezTo>
                  <a:cubicBezTo>
                    <a:pt x="2736" y="236"/>
                    <a:pt x="2736" y="69"/>
                    <a:pt x="2569" y="35"/>
                  </a:cubicBezTo>
                  <a:cubicBezTo>
                    <a:pt x="2466" y="12"/>
                    <a:pt x="2366" y="1"/>
                    <a:pt x="2268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4" name="Google Shape;1444;p53"/>
            <p:cNvSpPr/>
            <p:nvPr/>
          </p:nvSpPr>
          <p:spPr>
            <a:xfrm>
              <a:off x="7283468" y="2184149"/>
              <a:ext cx="96488" cy="76202"/>
            </a:xfrm>
            <a:custGeom>
              <a:rect b="b" l="l" r="r" t="t"/>
              <a:pathLst>
                <a:path extrusionOk="0" h="3794" w="4804">
                  <a:moveTo>
                    <a:pt x="1868" y="449"/>
                  </a:moveTo>
                  <a:lnTo>
                    <a:pt x="1868" y="449"/>
                  </a:lnTo>
                  <a:cubicBezTo>
                    <a:pt x="1787" y="639"/>
                    <a:pt x="1926" y="895"/>
                    <a:pt x="2123" y="895"/>
                  </a:cubicBezTo>
                  <a:cubicBezTo>
                    <a:pt x="2169" y="895"/>
                    <a:pt x="2218" y="881"/>
                    <a:pt x="2268" y="850"/>
                  </a:cubicBezTo>
                  <a:cubicBezTo>
                    <a:pt x="2368" y="787"/>
                    <a:pt x="2472" y="762"/>
                    <a:pt x="2576" y="762"/>
                  </a:cubicBezTo>
                  <a:cubicBezTo>
                    <a:pt x="2750" y="762"/>
                    <a:pt x="2923" y="833"/>
                    <a:pt x="3069" y="916"/>
                  </a:cubicBezTo>
                  <a:cubicBezTo>
                    <a:pt x="3336" y="1117"/>
                    <a:pt x="3603" y="1350"/>
                    <a:pt x="3803" y="1617"/>
                  </a:cubicBezTo>
                  <a:cubicBezTo>
                    <a:pt x="4203" y="2117"/>
                    <a:pt x="3703" y="2718"/>
                    <a:pt x="3269" y="2985"/>
                  </a:cubicBezTo>
                  <a:lnTo>
                    <a:pt x="3236" y="2985"/>
                  </a:lnTo>
                  <a:cubicBezTo>
                    <a:pt x="2951" y="3138"/>
                    <a:pt x="2608" y="3219"/>
                    <a:pt x="2275" y="3219"/>
                  </a:cubicBezTo>
                  <a:cubicBezTo>
                    <a:pt x="2100" y="3219"/>
                    <a:pt x="1928" y="3197"/>
                    <a:pt x="1768" y="3151"/>
                  </a:cubicBezTo>
                  <a:cubicBezTo>
                    <a:pt x="1234" y="3018"/>
                    <a:pt x="634" y="2584"/>
                    <a:pt x="600" y="1984"/>
                  </a:cubicBezTo>
                  <a:cubicBezTo>
                    <a:pt x="600" y="1217"/>
                    <a:pt x="1234" y="716"/>
                    <a:pt x="1868" y="449"/>
                  </a:cubicBezTo>
                  <a:close/>
                  <a:moveTo>
                    <a:pt x="1919" y="1"/>
                  </a:moveTo>
                  <a:cubicBezTo>
                    <a:pt x="1894" y="1"/>
                    <a:pt x="1866" y="5"/>
                    <a:pt x="1835" y="16"/>
                  </a:cubicBezTo>
                  <a:cubicBezTo>
                    <a:pt x="1067" y="316"/>
                    <a:pt x="267" y="850"/>
                    <a:pt x="133" y="1750"/>
                  </a:cubicBezTo>
                  <a:cubicBezTo>
                    <a:pt x="0" y="2618"/>
                    <a:pt x="634" y="3318"/>
                    <a:pt x="1368" y="3618"/>
                  </a:cubicBezTo>
                  <a:cubicBezTo>
                    <a:pt x="1657" y="3734"/>
                    <a:pt x="1978" y="3793"/>
                    <a:pt x="2301" y="3793"/>
                  </a:cubicBezTo>
                  <a:cubicBezTo>
                    <a:pt x="2721" y="3793"/>
                    <a:pt x="3144" y="3693"/>
                    <a:pt x="3503" y="3485"/>
                  </a:cubicBezTo>
                  <a:cubicBezTo>
                    <a:pt x="4203" y="3118"/>
                    <a:pt x="4803" y="2251"/>
                    <a:pt x="4403" y="1450"/>
                  </a:cubicBezTo>
                  <a:cubicBezTo>
                    <a:pt x="4270" y="1217"/>
                    <a:pt x="4103" y="1050"/>
                    <a:pt x="3903" y="883"/>
                  </a:cubicBezTo>
                  <a:cubicBezTo>
                    <a:pt x="3736" y="683"/>
                    <a:pt x="3569" y="550"/>
                    <a:pt x="3369" y="416"/>
                  </a:cubicBezTo>
                  <a:cubicBezTo>
                    <a:pt x="3135" y="246"/>
                    <a:pt x="2847" y="144"/>
                    <a:pt x="2557" y="144"/>
                  </a:cubicBezTo>
                  <a:cubicBezTo>
                    <a:pt x="2391" y="144"/>
                    <a:pt x="2225" y="177"/>
                    <a:pt x="2068" y="249"/>
                  </a:cubicBezTo>
                  <a:cubicBezTo>
                    <a:pt x="2096" y="137"/>
                    <a:pt x="2053" y="1"/>
                    <a:pt x="1919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p53"/>
            <p:cNvSpPr/>
            <p:nvPr/>
          </p:nvSpPr>
          <p:spPr>
            <a:xfrm>
              <a:off x="6884158" y="2186358"/>
              <a:ext cx="99180" cy="76745"/>
            </a:xfrm>
            <a:custGeom>
              <a:rect b="b" l="l" r="r" t="t"/>
              <a:pathLst>
                <a:path extrusionOk="0" h="3821" w="4938">
                  <a:moveTo>
                    <a:pt x="1535" y="740"/>
                  </a:moveTo>
                  <a:cubicBezTo>
                    <a:pt x="1568" y="840"/>
                    <a:pt x="1635" y="873"/>
                    <a:pt x="1768" y="907"/>
                  </a:cubicBezTo>
                  <a:cubicBezTo>
                    <a:pt x="2025" y="907"/>
                    <a:pt x="2306" y="882"/>
                    <a:pt x="2583" y="882"/>
                  </a:cubicBezTo>
                  <a:cubicBezTo>
                    <a:pt x="3027" y="882"/>
                    <a:pt x="3462" y="945"/>
                    <a:pt x="3770" y="1273"/>
                  </a:cubicBezTo>
                  <a:cubicBezTo>
                    <a:pt x="4237" y="1774"/>
                    <a:pt x="3870" y="2408"/>
                    <a:pt x="3403" y="2741"/>
                  </a:cubicBezTo>
                  <a:lnTo>
                    <a:pt x="3403" y="2775"/>
                  </a:lnTo>
                  <a:cubicBezTo>
                    <a:pt x="3052" y="3032"/>
                    <a:pt x="2571" y="3223"/>
                    <a:pt x="2096" y="3223"/>
                  </a:cubicBezTo>
                  <a:cubicBezTo>
                    <a:pt x="1893" y="3223"/>
                    <a:pt x="1691" y="3188"/>
                    <a:pt x="1501" y="3108"/>
                  </a:cubicBezTo>
                  <a:cubicBezTo>
                    <a:pt x="968" y="2908"/>
                    <a:pt x="601" y="2274"/>
                    <a:pt x="801" y="1674"/>
                  </a:cubicBezTo>
                  <a:cubicBezTo>
                    <a:pt x="934" y="1307"/>
                    <a:pt x="1201" y="1007"/>
                    <a:pt x="1535" y="740"/>
                  </a:cubicBezTo>
                  <a:close/>
                  <a:moveTo>
                    <a:pt x="2533" y="1"/>
                  </a:moveTo>
                  <a:cubicBezTo>
                    <a:pt x="2523" y="1"/>
                    <a:pt x="2513" y="2"/>
                    <a:pt x="2502" y="6"/>
                  </a:cubicBezTo>
                  <a:cubicBezTo>
                    <a:pt x="1635" y="106"/>
                    <a:pt x="801" y="540"/>
                    <a:pt x="400" y="1340"/>
                  </a:cubicBezTo>
                  <a:cubicBezTo>
                    <a:pt x="0" y="2107"/>
                    <a:pt x="334" y="3008"/>
                    <a:pt x="1001" y="3475"/>
                  </a:cubicBezTo>
                  <a:cubicBezTo>
                    <a:pt x="1332" y="3716"/>
                    <a:pt x="1730" y="3821"/>
                    <a:pt x="2136" y="3821"/>
                  </a:cubicBezTo>
                  <a:cubicBezTo>
                    <a:pt x="2629" y="3821"/>
                    <a:pt x="3133" y="3665"/>
                    <a:pt x="3536" y="3408"/>
                  </a:cubicBezTo>
                  <a:cubicBezTo>
                    <a:pt x="4303" y="2975"/>
                    <a:pt x="4937" y="2074"/>
                    <a:pt x="4503" y="1173"/>
                  </a:cubicBezTo>
                  <a:cubicBezTo>
                    <a:pt x="4170" y="440"/>
                    <a:pt x="3403" y="206"/>
                    <a:pt x="2635" y="206"/>
                  </a:cubicBezTo>
                  <a:cubicBezTo>
                    <a:pt x="2665" y="117"/>
                    <a:pt x="2615" y="1"/>
                    <a:pt x="2533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p53"/>
            <p:cNvSpPr/>
            <p:nvPr/>
          </p:nvSpPr>
          <p:spPr>
            <a:xfrm>
              <a:off x="6502925" y="2191259"/>
              <a:ext cx="90483" cy="73029"/>
            </a:xfrm>
            <a:custGeom>
              <a:rect b="b" l="l" r="r" t="t"/>
              <a:pathLst>
                <a:path extrusionOk="0" h="3636" w="4505">
                  <a:moveTo>
                    <a:pt x="2449" y="688"/>
                  </a:moveTo>
                  <a:cubicBezTo>
                    <a:pt x="2761" y="688"/>
                    <a:pt x="3070" y="779"/>
                    <a:pt x="3303" y="996"/>
                  </a:cubicBezTo>
                  <a:cubicBezTo>
                    <a:pt x="3704" y="1363"/>
                    <a:pt x="3837" y="1997"/>
                    <a:pt x="3503" y="2430"/>
                  </a:cubicBezTo>
                  <a:cubicBezTo>
                    <a:pt x="3191" y="2821"/>
                    <a:pt x="2675" y="3008"/>
                    <a:pt x="2195" y="3008"/>
                  </a:cubicBezTo>
                  <a:cubicBezTo>
                    <a:pt x="2059" y="3008"/>
                    <a:pt x="1927" y="2993"/>
                    <a:pt x="1802" y="2964"/>
                  </a:cubicBezTo>
                  <a:cubicBezTo>
                    <a:pt x="1202" y="2831"/>
                    <a:pt x="668" y="2330"/>
                    <a:pt x="735" y="1663"/>
                  </a:cubicBezTo>
                  <a:cubicBezTo>
                    <a:pt x="768" y="1330"/>
                    <a:pt x="968" y="1096"/>
                    <a:pt x="1202" y="863"/>
                  </a:cubicBezTo>
                  <a:cubicBezTo>
                    <a:pt x="1266" y="927"/>
                    <a:pt x="1345" y="964"/>
                    <a:pt x="1428" y="964"/>
                  </a:cubicBezTo>
                  <a:cubicBezTo>
                    <a:pt x="1474" y="964"/>
                    <a:pt x="1521" y="953"/>
                    <a:pt x="1569" y="929"/>
                  </a:cubicBezTo>
                  <a:cubicBezTo>
                    <a:pt x="1819" y="779"/>
                    <a:pt x="2136" y="688"/>
                    <a:pt x="2449" y="688"/>
                  </a:cubicBezTo>
                  <a:close/>
                  <a:moveTo>
                    <a:pt x="2449" y="1"/>
                  </a:moveTo>
                  <a:cubicBezTo>
                    <a:pt x="2030" y="1"/>
                    <a:pt x="1603" y="117"/>
                    <a:pt x="1235" y="329"/>
                  </a:cubicBezTo>
                  <a:cubicBezTo>
                    <a:pt x="1202" y="362"/>
                    <a:pt x="1168" y="396"/>
                    <a:pt x="1168" y="429"/>
                  </a:cubicBezTo>
                  <a:cubicBezTo>
                    <a:pt x="735" y="629"/>
                    <a:pt x="401" y="929"/>
                    <a:pt x="268" y="1396"/>
                  </a:cubicBezTo>
                  <a:cubicBezTo>
                    <a:pt x="1" y="2297"/>
                    <a:pt x="568" y="3164"/>
                    <a:pt x="1369" y="3498"/>
                  </a:cubicBezTo>
                  <a:cubicBezTo>
                    <a:pt x="1616" y="3591"/>
                    <a:pt x="1887" y="3636"/>
                    <a:pt x="2160" y="3636"/>
                  </a:cubicBezTo>
                  <a:cubicBezTo>
                    <a:pt x="2771" y="3636"/>
                    <a:pt x="3399" y="3412"/>
                    <a:pt x="3837" y="2998"/>
                  </a:cubicBezTo>
                  <a:cubicBezTo>
                    <a:pt x="4504" y="2397"/>
                    <a:pt x="4471" y="1396"/>
                    <a:pt x="3937" y="696"/>
                  </a:cubicBezTo>
                  <a:cubicBezTo>
                    <a:pt x="3572" y="215"/>
                    <a:pt x="3019" y="1"/>
                    <a:pt x="2449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53"/>
            <p:cNvSpPr/>
            <p:nvPr/>
          </p:nvSpPr>
          <p:spPr>
            <a:xfrm>
              <a:off x="6113677" y="2201703"/>
              <a:ext cx="102534" cy="81364"/>
            </a:xfrm>
            <a:custGeom>
              <a:rect b="b" l="l" r="r" t="t"/>
              <a:pathLst>
                <a:path extrusionOk="0" h="4051" w="5105">
                  <a:moveTo>
                    <a:pt x="2135" y="743"/>
                  </a:moveTo>
                  <a:cubicBezTo>
                    <a:pt x="2669" y="810"/>
                    <a:pt x="3236" y="843"/>
                    <a:pt x="3670" y="1110"/>
                  </a:cubicBezTo>
                  <a:cubicBezTo>
                    <a:pt x="4170" y="1443"/>
                    <a:pt x="4270" y="2044"/>
                    <a:pt x="4037" y="2578"/>
                  </a:cubicBezTo>
                  <a:lnTo>
                    <a:pt x="4003" y="2578"/>
                  </a:lnTo>
                  <a:cubicBezTo>
                    <a:pt x="3748" y="3089"/>
                    <a:pt x="3251" y="3334"/>
                    <a:pt x="2718" y="3334"/>
                  </a:cubicBezTo>
                  <a:cubicBezTo>
                    <a:pt x="2624" y="3334"/>
                    <a:pt x="2530" y="3326"/>
                    <a:pt x="2436" y="3311"/>
                  </a:cubicBezTo>
                  <a:cubicBezTo>
                    <a:pt x="1868" y="3245"/>
                    <a:pt x="868" y="2778"/>
                    <a:pt x="1001" y="2077"/>
                  </a:cubicBezTo>
                  <a:cubicBezTo>
                    <a:pt x="1035" y="1677"/>
                    <a:pt x="1335" y="1310"/>
                    <a:pt x="1635" y="1077"/>
                  </a:cubicBezTo>
                  <a:cubicBezTo>
                    <a:pt x="1802" y="910"/>
                    <a:pt x="1969" y="810"/>
                    <a:pt x="2135" y="743"/>
                  </a:cubicBezTo>
                  <a:close/>
                  <a:moveTo>
                    <a:pt x="2586" y="1"/>
                  </a:moveTo>
                  <a:cubicBezTo>
                    <a:pt x="2327" y="1"/>
                    <a:pt x="2069" y="42"/>
                    <a:pt x="1835" y="143"/>
                  </a:cubicBezTo>
                  <a:cubicBezTo>
                    <a:pt x="1768" y="176"/>
                    <a:pt x="1702" y="243"/>
                    <a:pt x="1668" y="309"/>
                  </a:cubicBezTo>
                  <a:cubicBezTo>
                    <a:pt x="1101" y="610"/>
                    <a:pt x="668" y="1043"/>
                    <a:pt x="434" y="1644"/>
                  </a:cubicBezTo>
                  <a:cubicBezTo>
                    <a:pt x="0" y="2678"/>
                    <a:pt x="868" y="3545"/>
                    <a:pt x="1768" y="3879"/>
                  </a:cubicBezTo>
                  <a:cubicBezTo>
                    <a:pt x="2072" y="3991"/>
                    <a:pt x="2398" y="4050"/>
                    <a:pt x="2721" y="4050"/>
                  </a:cubicBezTo>
                  <a:cubicBezTo>
                    <a:pt x="3358" y="4050"/>
                    <a:pt x="3983" y="3820"/>
                    <a:pt x="4404" y="3311"/>
                  </a:cubicBezTo>
                  <a:cubicBezTo>
                    <a:pt x="4971" y="2611"/>
                    <a:pt x="5104" y="1577"/>
                    <a:pt x="4504" y="843"/>
                  </a:cubicBezTo>
                  <a:cubicBezTo>
                    <a:pt x="4237" y="476"/>
                    <a:pt x="3803" y="209"/>
                    <a:pt x="3336" y="109"/>
                  </a:cubicBezTo>
                  <a:cubicBezTo>
                    <a:pt x="3103" y="42"/>
                    <a:pt x="2844" y="1"/>
                    <a:pt x="2586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p53"/>
            <p:cNvSpPr/>
            <p:nvPr/>
          </p:nvSpPr>
          <p:spPr>
            <a:xfrm>
              <a:off x="5741844" y="2203149"/>
              <a:ext cx="82429" cy="70940"/>
            </a:xfrm>
            <a:custGeom>
              <a:rect b="b" l="l" r="r" t="t"/>
              <a:pathLst>
                <a:path extrusionOk="0" h="3532" w="4104">
                  <a:moveTo>
                    <a:pt x="2624" y="607"/>
                  </a:moveTo>
                  <a:cubicBezTo>
                    <a:pt x="2810" y="607"/>
                    <a:pt x="2979" y="669"/>
                    <a:pt x="3102" y="838"/>
                  </a:cubicBezTo>
                  <a:cubicBezTo>
                    <a:pt x="3436" y="1238"/>
                    <a:pt x="3269" y="1872"/>
                    <a:pt x="2969" y="2239"/>
                  </a:cubicBezTo>
                  <a:cubicBezTo>
                    <a:pt x="2652" y="2650"/>
                    <a:pt x="2095" y="2942"/>
                    <a:pt x="1583" y="2942"/>
                  </a:cubicBezTo>
                  <a:cubicBezTo>
                    <a:pt x="1556" y="2942"/>
                    <a:pt x="1528" y="2941"/>
                    <a:pt x="1501" y="2939"/>
                  </a:cubicBezTo>
                  <a:cubicBezTo>
                    <a:pt x="1234" y="2939"/>
                    <a:pt x="968" y="2873"/>
                    <a:pt x="801" y="2672"/>
                  </a:cubicBezTo>
                  <a:cubicBezTo>
                    <a:pt x="601" y="2472"/>
                    <a:pt x="567" y="2139"/>
                    <a:pt x="634" y="1872"/>
                  </a:cubicBezTo>
                  <a:cubicBezTo>
                    <a:pt x="701" y="1505"/>
                    <a:pt x="934" y="1171"/>
                    <a:pt x="1234" y="938"/>
                  </a:cubicBezTo>
                  <a:cubicBezTo>
                    <a:pt x="1278" y="1002"/>
                    <a:pt x="1348" y="1039"/>
                    <a:pt x="1420" y="1039"/>
                  </a:cubicBezTo>
                  <a:cubicBezTo>
                    <a:pt x="1460" y="1039"/>
                    <a:pt x="1499" y="1028"/>
                    <a:pt x="1535" y="1005"/>
                  </a:cubicBezTo>
                  <a:cubicBezTo>
                    <a:pt x="1822" y="850"/>
                    <a:pt x="2257" y="607"/>
                    <a:pt x="2624" y="607"/>
                  </a:cubicBezTo>
                  <a:close/>
                  <a:moveTo>
                    <a:pt x="2651" y="1"/>
                  </a:moveTo>
                  <a:cubicBezTo>
                    <a:pt x="2624" y="1"/>
                    <a:pt x="2596" y="2"/>
                    <a:pt x="2569" y="4"/>
                  </a:cubicBezTo>
                  <a:cubicBezTo>
                    <a:pt x="2235" y="4"/>
                    <a:pt x="1935" y="137"/>
                    <a:pt x="1701" y="304"/>
                  </a:cubicBezTo>
                  <a:cubicBezTo>
                    <a:pt x="1034" y="404"/>
                    <a:pt x="467" y="871"/>
                    <a:pt x="200" y="1505"/>
                  </a:cubicBezTo>
                  <a:cubicBezTo>
                    <a:pt x="34" y="1939"/>
                    <a:pt x="0" y="2406"/>
                    <a:pt x="200" y="2806"/>
                  </a:cubicBezTo>
                  <a:cubicBezTo>
                    <a:pt x="401" y="3173"/>
                    <a:pt x="734" y="3373"/>
                    <a:pt x="1101" y="3473"/>
                  </a:cubicBezTo>
                  <a:cubicBezTo>
                    <a:pt x="1254" y="3513"/>
                    <a:pt x="1412" y="3532"/>
                    <a:pt x="1570" y="3532"/>
                  </a:cubicBezTo>
                  <a:cubicBezTo>
                    <a:pt x="2202" y="3532"/>
                    <a:pt x="2842" y="3233"/>
                    <a:pt x="3269" y="2806"/>
                  </a:cubicBezTo>
                  <a:cubicBezTo>
                    <a:pt x="3836" y="2239"/>
                    <a:pt x="4103" y="1338"/>
                    <a:pt x="3703" y="604"/>
                  </a:cubicBezTo>
                  <a:cubicBezTo>
                    <a:pt x="3484" y="229"/>
                    <a:pt x="3061" y="1"/>
                    <a:pt x="2651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p53"/>
            <p:cNvSpPr/>
            <p:nvPr/>
          </p:nvSpPr>
          <p:spPr>
            <a:xfrm>
              <a:off x="8076705" y="2797203"/>
              <a:ext cx="77066" cy="71543"/>
            </a:xfrm>
            <a:custGeom>
              <a:rect b="b" l="l" r="r" t="t"/>
              <a:pathLst>
                <a:path extrusionOk="0" h="3562" w="3837">
                  <a:moveTo>
                    <a:pt x="1702" y="482"/>
                  </a:moveTo>
                  <a:cubicBezTo>
                    <a:pt x="1729" y="618"/>
                    <a:pt x="1869" y="733"/>
                    <a:pt x="2010" y="733"/>
                  </a:cubicBezTo>
                  <a:cubicBezTo>
                    <a:pt x="2041" y="733"/>
                    <a:pt x="2072" y="727"/>
                    <a:pt x="2102" y="715"/>
                  </a:cubicBezTo>
                  <a:cubicBezTo>
                    <a:pt x="2181" y="691"/>
                    <a:pt x="2259" y="679"/>
                    <a:pt x="2334" y="679"/>
                  </a:cubicBezTo>
                  <a:cubicBezTo>
                    <a:pt x="2766" y="679"/>
                    <a:pt x="3118" y="1061"/>
                    <a:pt x="3203" y="1516"/>
                  </a:cubicBezTo>
                  <a:cubicBezTo>
                    <a:pt x="3270" y="2049"/>
                    <a:pt x="2936" y="2583"/>
                    <a:pt x="2503" y="2850"/>
                  </a:cubicBezTo>
                  <a:cubicBezTo>
                    <a:pt x="2299" y="2959"/>
                    <a:pt x="2067" y="3018"/>
                    <a:pt x="1839" y="3018"/>
                  </a:cubicBezTo>
                  <a:cubicBezTo>
                    <a:pt x="1582" y="3018"/>
                    <a:pt x="1330" y="2943"/>
                    <a:pt x="1135" y="2783"/>
                  </a:cubicBezTo>
                  <a:cubicBezTo>
                    <a:pt x="768" y="2450"/>
                    <a:pt x="535" y="1916"/>
                    <a:pt x="701" y="1449"/>
                  </a:cubicBezTo>
                  <a:cubicBezTo>
                    <a:pt x="835" y="1149"/>
                    <a:pt x="1035" y="915"/>
                    <a:pt x="1302" y="749"/>
                  </a:cubicBezTo>
                  <a:cubicBezTo>
                    <a:pt x="1435" y="648"/>
                    <a:pt x="1569" y="548"/>
                    <a:pt x="1702" y="482"/>
                  </a:cubicBezTo>
                  <a:close/>
                  <a:moveTo>
                    <a:pt x="2098" y="1"/>
                  </a:moveTo>
                  <a:cubicBezTo>
                    <a:pt x="2089" y="1"/>
                    <a:pt x="2079" y="5"/>
                    <a:pt x="2069" y="15"/>
                  </a:cubicBezTo>
                  <a:cubicBezTo>
                    <a:pt x="1369" y="215"/>
                    <a:pt x="635" y="482"/>
                    <a:pt x="301" y="1182"/>
                  </a:cubicBezTo>
                  <a:cubicBezTo>
                    <a:pt x="1" y="1849"/>
                    <a:pt x="201" y="2617"/>
                    <a:pt x="701" y="3084"/>
                  </a:cubicBezTo>
                  <a:cubicBezTo>
                    <a:pt x="1028" y="3410"/>
                    <a:pt x="1454" y="3562"/>
                    <a:pt x="1888" y="3562"/>
                  </a:cubicBezTo>
                  <a:cubicBezTo>
                    <a:pt x="2164" y="3562"/>
                    <a:pt x="2444" y="3500"/>
                    <a:pt x="2703" y="3384"/>
                  </a:cubicBezTo>
                  <a:cubicBezTo>
                    <a:pt x="3403" y="3050"/>
                    <a:pt x="3837" y="2283"/>
                    <a:pt x="3804" y="1516"/>
                  </a:cubicBezTo>
                  <a:cubicBezTo>
                    <a:pt x="3804" y="1015"/>
                    <a:pt x="3570" y="582"/>
                    <a:pt x="3170" y="282"/>
                  </a:cubicBezTo>
                  <a:cubicBezTo>
                    <a:pt x="2959" y="123"/>
                    <a:pt x="2685" y="27"/>
                    <a:pt x="2398" y="27"/>
                  </a:cubicBezTo>
                  <a:cubicBezTo>
                    <a:pt x="2322" y="27"/>
                    <a:pt x="2246" y="34"/>
                    <a:pt x="2169" y="48"/>
                  </a:cubicBezTo>
                  <a:cubicBezTo>
                    <a:pt x="2146" y="24"/>
                    <a:pt x="2122" y="1"/>
                    <a:pt x="2098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0" name="Google Shape;1450;p53"/>
            <p:cNvSpPr/>
            <p:nvPr/>
          </p:nvSpPr>
          <p:spPr>
            <a:xfrm>
              <a:off x="7660724" y="2794231"/>
              <a:ext cx="94420" cy="77548"/>
            </a:xfrm>
            <a:custGeom>
              <a:rect b="b" l="l" r="r" t="t"/>
              <a:pathLst>
                <a:path extrusionOk="0" h="3861" w="4701">
                  <a:moveTo>
                    <a:pt x="2556" y="742"/>
                  </a:moveTo>
                  <a:cubicBezTo>
                    <a:pt x="3062" y="742"/>
                    <a:pt x="3572" y="969"/>
                    <a:pt x="3833" y="1430"/>
                  </a:cubicBezTo>
                  <a:cubicBezTo>
                    <a:pt x="4100" y="1897"/>
                    <a:pt x="4000" y="2564"/>
                    <a:pt x="3633" y="2931"/>
                  </a:cubicBezTo>
                  <a:cubicBezTo>
                    <a:pt x="3377" y="3188"/>
                    <a:pt x="3039" y="3316"/>
                    <a:pt x="2702" y="3316"/>
                  </a:cubicBezTo>
                  <a:cubicBezTo>
                    <a:pt x="2469" y="3316"/>
                    <a:pt x="2237" y="3254"/>
                    <a:pt x="2032" y="3131"/>
                  </a:cubicBezTo>
                  <a:cubicBezTo>
                    <a:pt x="1498" y="2865"/>
                    <a:pt x="998" y="2298"/>
                    <a:pt x="1198" y="1664"/>
                  </a:cubicBezTo>
                  <a:cubicBezTo>
                    <a:pt x="1378" y="1052"/>
                    <a:pt x="1965" y="742"/>
                    <a:pt x="2556" y="742"/>
                  </a:cubicBezTo>
                  <a:close/>
                  <a:moveTo>
                    <a:pt x="2617" y="0"/>
                  </a:moveTo>
                  <a:cubicBezTo>
                    <a:pt x="1275" y="0"/>
                    <a:pt x="0" y="1905"/>
                    <a:pt x="998" y="2965"/>
                  </a:cubicBezTo>
                  <a:cubicBezTo>
                    <a:pt x="1131" y="3131"/>
                    <a:pt x="1298" y="3298"/>
                    <a:pt x="1498" y="3432"/>
                  </a:cubicBezTo>
                  <a:cubicBezTo>
                    <a:pt x="1846" y="3707"/>
                    <a:pt x="2285" y="3861"/>
                    <a:pt x="2726" y="3861"/>
                  </a:cubicBezTo>
                  <a:cubicBezTo>
                    <a:pt x="3088" y="3861"/>
                    <a:pt x="3451" y="3757"/>
                    <a:pt x="3766" y="3532"/>
                  </a:cubicBezTo>
                  <a:cubicBezTo>
                    <a:pt x="4434" y="3065"/>
                    <a:pt x="4700" y="2164"/>
                    <a:pt x="4434" y="1397"/>
                  </a:cubicBezTo>
                  <a:cubicBezTo>
                    <a:pt x="4200" y="796"/>
                    <a:pt x="3600" y="363"/>
                    <a:pt x="2999" y="329"/>
                  </a:cubicBezTo>
                  <a:cubicBezTo>
                    <a:pt x="3066" y="229"/>
                    <a:pt x="3066" y="63"/>
                    <a:pt x="2899" y="29"/>
                  </a:cubicBezTo>
                  <a:cubicBezTo>
                    <a:pt x="2805" y="10"/>
                    <a:pt x="2711" y="0"/>
                    <a:pt x="2617" y="0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53"/>
            <p:cNvSpPr/>
            <p:nvPr/>
          </p:nvSpPr>
          <p:spPr>
            <a:xfrm>
              <a:off x="7283468" y="2795175"/>
              <a:ext cx="96488" cy="76082"/>
            </a:xfrm>
            <a:custGeom>
              <a:rect b="b" l="l" r="r" t="t"/>
              <a:pathLst>
                <a:path extrusionOk="0" h="3788" w="4804">
                  <a:moveTo>
                    <a:pt x="1868" y="416"/>
                  </a:moveTo>
                  <a:cubicBezTo>
                    <a:pt x="1789" y="626"/>
                    <a:pt x="1917" y="877"/>
                    <a:pt x="2105" y="877"/>
                  </a:cubicBezTo>
                  <a:cubicBezTo>
                    <a:pt x="2156" y="877"/>
                    <a:pt x="2211" y="859"/>
                    <a:pt x="2268" y="816"/>
                  </a:cubicBezTo>
                  <a:cubicBezTo>
                    <a:pt x="2365" y="756"/>
                    <a:pt x="2466" y="730"/>
                    <a:pt x="2566" y="730"/>
                  </a:cubicBezTo>
                  <a:cubicBezTo>
                    <a:pt x="2744" y="730"/>
                    <a:pt x="2920" y="810"/>
                    <a:pt x="3069" y="916"/>
                  </a:cubicBezTo>
                  <a:cubicBezTo>
                    <a:pt x="3336" y="1083"/>
                    <a:pt x="3603" y="1350"/>
                    <a:pt x="3803" y="1583"/>
                  </a:cubicBezTo>
                  <a:cubicBezTo>
                    <a:pt x="4203" y="2117"/>
                    <a:pt x="3703" y="2684"/>
                    <a:pt x="3269" y="2951"/>
                  </a:cubicBezTo>
                  <a:lnTo>
                    <a:pt x="3236" y="2951"/>
                  </a:lnTo>
                  <a:cubicBezTo>
                    <a:pt x="2947" y="3129"/>
                    <a:pt x="2598" y="3218"/>
                    <a:pt x="2260" y="3218"/>
                  </a:cubicBezTo>
                  <a:cubicBezTo>
                    <a:pt x="2090" y="3218"/>
                    <a:pt x="1924" y="3196"/>
                    <a:pt x="1768" y="3151"/>
                  </a:cubicBezTo>
                  <a:cubicBezTo>
                    <a:pt x="1234" y="3018"/>
                    <a:pt x="634" y="2584"/>
                    <a:pt x="600" y="1984"/>
                  </a:cubicBezTo>
                  <a:cubicBezTo>
                    <a:pt x="600" y="1216"/>
                    <a:pt x="1234" y="716"/>
                    <a:pt x="1868" y="416"/>
                  </a:cubicBezTo>
                  <a:close/>
                  <a:moveTo>
                    <a:pt x="1919" y="0"/>
                  </a:moveTo>
                  <a:cubicBezTo>
                    <a:pt x="1894" y="0"/>
                    <a:pt x="1866" y="5"/>
                    <a:pt x="1835" y="16"/>
                  </a:cubicBezTo>
                  <a:cubicBezTo>
                    <a:pt x="1067" y="316"/>
                    <a:pt x="267" y="850"/>
                    <a:pt x="133" y="1750"/>
                  </a:cubicBezTo>
                  <a:cubicBezTo>
                    <a:pt x="0" y="2584"/>
                    <a:pt x="634" y="3285"/>
                    <a:pt x="1368" y="3585"/>
                  </a:cubicBezTo>
                  <a:cubicBezTo>
                    <a:pt x="1668" y="3720"/>
                    <a:pt x="2002" y="3787"/>
                    <a:pt x="2336" y="3787"/>
                  </a:cubicBezTo>
                  <a:cubicBezTo>
                    <a:pt x="2745" y="3787"/>
                    <a:pt x="3154" y="3687"/>
                    <a:pt x="3503" y="3485"/>
                  </a:cubicBezTo>
                  <a:cubicBezTo>
                    <a:pt x="4203" y="3118"/>
                    <a:pt x="4803" y="2251"/>
                    <a:pt x="4403" y="1450"/>
                  </a:cubicBezTo>
                  <a:cubicBezTo>
                    <a:pt x="4270" y="1216"/>
                    <a:pt x="4103" y="1016"/>
                    <a:pt x="3903" y="850"/>
                  </a:cubicBezTo>
                  <a:cubicBezTo>
                    <a:pt x="3736" y="683"/>
                    <a:pt x="3569" y="516"/>
                    <a:pt x="3369" y="383"/>
                  </a:cubicBezTo>
                  <a:cubicBezTo>
                    <a:pt x="3139" y="236"/>
                    <a:pt x="2855" y="142"/>
                    <a:pt x="2569" y="142"/>
                  </a:cubicBezTo>
                  <a:cubicBezTo>
                    <a:pt x="2400" y="142"/>
                    <a:pt x="2229" y="175"/>
                    <a:pt x="2068" y="249"/>
                  </a:cubicBezTo>
                  <a:cubicBezTo>
                    <a:pt x="2096" y="137"/>
                    <a:pt x="2053" y="0"/>
                    <a:pt x="1919" y="0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p53"/>
            <p:cNvSpPr/>
            <p:nvPr/>
          </p:nvSpPr>
          <p:spPr>
            <a:xfrm>
              <a:off x="6884158" y="2794713"/>
              <a:ext cx="99180" cy="76745"/>
            </a:xfrm>
            <a:custGeom>
              <a:rect b="b" l="l" r="r" t="t"/>
              <a:pathLst>
                <a:path extrusionOk="0" h="3821" w="4938">
                  <a:moveTo>
                    <a:pt x="1535" y="739"/>
                  </a:moveTo>
                  <a:cubicBezTo>
                    <a:pt x="1568" y="839"/>
                    <a:pt x="1635" y="873"/>
                    <a:pt x="1768" y="906"/>
                  </a:cubicBezTo>
                  <a:cubicBezTo>
                    <a:pt x="2025" y="906"/>
                    <a:pt x="2306" y="881"/>
                    <a:pt x="2583" y="881"/>
                  </a:cubicBezTo>
                  <a:cubicBezTo>
                    <a:pt x="3027" y="881"/>
                    <a:pt x="3462" y="944"/>
                    <a:pt x="3770" y="1273"/>
                  </a:cubicBezTo>
                  <a:cubicBezTo>
                    <a:pt x="4237" y="1773"/>
                    <a:pt x="3870" y="2407"/>
                    <a:pt x="3403" y="2741"/>
                  </a:cubicBezTo>
                  <a:lnTo>
                    <a:pt x="3403" y="2774"/>
                  </a:lnTo>
                  <a:cubicBezTo>
                    <a:pt x="3052" y="3031"/>
                    <a:pt x="2571" y="3222"/>
                    <a:pt x="2096" y="3222"/>
                  </a:cubicBezTo>
                  <a:cubicBezTo>
                    <a:pt x="1893" y="3222"/>
                    <a:pt x="1691" y="3187"/>
                    <a:pt x="1501" y="3107"/>
                  </a:cubicBezTo>
                  <a:cubicBezTo>
                    <a:pt x="968" y="2907"/>
                    <a:pt x="601" y="2274"/>
                    <a:pt x="801" y="1673"/>
                  </a:cubicBezTo>
                  <a:cubicBezTo>
                    <a:pt x="934" y="1306"/>
                    <a:pt x="1201" y="1006"/>
                    <a:pt x="1535" y="739"/>
                  </a:cubicBezTo>
                  <a:close/>
                  <a:moveTo>
                    <a:pt x="2533" y="0"/>
                  </a:moveTo>
                  <a:cubicBezTo>
                    <a:pt x="2523" y="0"/>
                    <a:pt x="2513" y="2"/>
                    <a:pt x="2502" y="5"/>
                  </a:cubicBezTo>
                  <a:cubicBezTo>
                    <a:pt x="1635" y="105"/>
                    <a:pt x="801" y="539"/>
                    <a:pt x="400" y="1340"/>
                  </a:cubicBezTo>
                  <a:cubicBezTo>
                    <a:pt x="0" y="2107"/>
                    <a:pt x="334" y="3007"/>
                    <a:pt x="1001" y="3474"/>
                  </a:cubicBezTo>
                  <a:cubicBezTo>
                    <a:pt x="1332" y="3715"/>
                    <a:pt x="1730" y="3820"/>
                    <a:pt x="2136" y="3820"/>
                  </a:cubicBezTo>
                  <a:cubicBezTo>
                    <a:pt x="2629" y="3820"/>
                    <a:pt x="3133" y="3664"/>
                    <a:pt x="3536" y="3408"/>
                  </a:cubicBezTo>
                  <a:cubicBezTo>
                    <a:pt x="4303" y="2974"/>
                    <a:pt x="4937" y="2073"/>
                    <a:pt x="4503" y="1173"/>
                  </a:cubicBezTo>
                  <a:cubicBezTo>
                    <a:pt x="4170" y="439"/>
                    <a:pt x="3403" y="205"/>
                    <a:pt x="2635" y="205"/>
                  </a:cubicBezTo>
                  <a:cubicBezTo>
                    <a:pt x="2665" y="116"/>
                    <a:pt x="2615" y="0"/>
                    <a:pt x="2533" y="0"/>
                  </a:cubicBezTo>
                  <a:close/>
                </a:path>
              </a:pathLst>
            </a:custGeom>
            <a:solidFill>
              <a:srgbClr val="77457D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3" name="Google Shape;1453;p53"/>
            <p:cNvSpPr/>
            <p:nvPr/>
          </p:nvSpPr>
          <p:spPr>
            <a:xfrm>
              <a:off x="6502925" y="2796641"/>
              <a:ext cx="90483" cy="72808"/>
            </a:xfrm>
            <a:custGeom>
              <a:rect b="b" l="l" r="r" t="t"/>
              <a:pathLst>
                <a:path extrusionOk="0" h="3625" w="4505">
                  <a:moveTo>
                    <a:pt x="2449" y="668"/>
                  </a:moveTo>
                  <a:cubicBezTo>
                    <a:pt x="2761" y="668"/>
                    <a:pt x="3070" y="760"/>
                    <a:pt x="3303" y="977"/>
                  </a:cubicBezTo>
                  <a:cubicBezTo>
                    <a:pt x="3704" y="1344"/>
                    <a:pt x="3837" y="1977"/>
                    <a:pt x="3503" y="2444"/>
                  </a:cubicBezTo>
                  <a:cubicBezTo>
                    <a:pt x="3192" y="2808"/>
                    <a:pt x="2679" y="2989"/>
                    <a:pt x="2200" y="2989"/>
                  </a:cubicBezTo>
                  <a:cubicBezTo>
                    <a:pt x="2063" y="2989"/>
                    <a:pt x="1928" y="2974"/>
                    <a:pt x="1802" y="2945"/>
                  </a:cubicBezTo>
                  <a:cubicBezTo>
                    <a:pt x="1202" y="2811"/>
                    <a:pt x="668" y="2311"/>
                    <a:pt x="735" y="1644"/>
                  </a:cubicBezTo>
                  <a:cubicBezTo>
                    <a:pt x="768" y="1310"/>
                    <a:pt x="968" y="1077"/>
                    <a:pt x="1202" y="877"/>
                  </a:cubicBezTo>
                  <a:cubicBezTo>
                    <a:pt x="1264" y="918"/>
                    <a:pt x="1338" y="946"/>
                    <a:pt x="1418" y="946"/>
                  </a:cubicBezTo>
                  <a:cubicBezTo>
                    <a:pt x="1467" y="946"/>
                    <a:pt x="1518" y="935"/>
                    <a:pt x="1569" y="910"/>
                  </a:cubicBezTo>
                  <a:cubicBezTo>
                    <a:pt x="1819" y="760"/>
                    <a:pt x="2136" y="668"/>
                    <a:pt x="2449" y="668"/>
                  </a:cubicBezTo>
                  <a:close/>
                  <a:moveTo>
                    <a:pt x="2438" y="1"/>
                  </a:moveTo>
                  <a:cubicBezTo>
                    <a:pt x="2022" y="1"/>
                    <a:pt x="1599" y="119"/>
                    <a:pt x="1235" y="343"/>
                  </a:cubicBezTo>
                  <a:cubicBezTo>
                    <a:pt x="1202" y="343"/>
                    <a:pt x="1168" y="376"/>
                    <a:pt x="1168" y="410"/>
                  </a:cubicBezTo>
                  <a:cubicBezTo>
                    <a:pt x="735" y="610"/>
                    <a:pt x="401" y="910"/>
                    <a:pt x="268" y="1410"/>
                  </a:cubicBezTo>
                  <a:cubicBezTo>
                    <a:pt x="1" y="2278"/>
                    <a:pt x="568" y="3145"/>
                    <a:pt x="1369" y="3478"/>
                  </a:cubicBezTo>
                  <a:cubicBezTo>
                    <a:pt x="1629" y="3576"/>
                    <a:pt x="1914" y="3624"/>
                    <a:pt x="2202" y="3624"/>
                  </a:cubicBezTo>
                  <a:cubicBezTo>
                    <a:pt x="2799" y="3624"/>
                    <a:pt x="3409" y="3417"/>
                    <a:pt x="3837" y="3011"/>
                  </a:cubicBezTo>
                  <a:cubicBezTo>
                    <a:pt x="4504" y="2378"/>
                    <a:pt x="4471" y="1377"/>
                    <a:pt x="3937" y="710"/>
                  </a:cubicBezTo>
                  <a:cubicBezTo>
                    <a:pt x="3569" y="226"/>
                    <a:pt x="3011" y="1"/>
                    <a:pt x="2438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53"/>
            <p:cNvSpPr/>
            <p:nvPr/>
          </p:nvSpPr>
          <p:spPr>
            <a:xfrm>
              <a:off x="6113677" y="2792202"/>
              <a:ext cx="102534" cy="81405"/>
            </a:xfrm>
            <a:custGeom>
              <a:rect b="b" l="l" r="r" t="t"/>
              <a:pathLst>
                <a:path extrusionOk="0" h="4053" w="5105">
                  <a:moveTo>
                    <a:pt x="2135" y="731"/>
                  </a:moveTo>
                  <a:cubicBezTo>
                    <a:pt x="2669" y="831"/>
                    <a:pt x="3236" y="831"/>
                    <a:pt x="3670" y="1131"/>
                  </a:cubicBezTo>
                  <a:cubicBezTo>
                    <a:pt x="4170" y="1431"/>
                    <a:pt x="4270" y="2032"/>
                    <a:pt x="4037" y="2565"/>
                  </a:cubicBezTo>
                  <a:lnTo>
                    <a:pt x="4003" y="2565"/>
                  </a:lnTo>
                  <a:cubicBezTo>
                    <a:pt x="3736" y="3100"/>
                    <a:pt x="3204" y="3344"/>
                    <a:pt x="2644" y="3344"/>
                  </a:cubicBezTo>
                  <a:cubicBezTo>
                    <a:pt x="2575" y="3344"/>
                    <a:pt x="2505" y="3340"/>
                    <a:pt x="2436" y="3333"/>
                  </a:cubicBezTo>
                  <a:cubicBezTo>
                    <a:pt x="1868" y="3232"/>
                    <a:pt x="868" y="2799"/>
                    <a:pt x="1001" y="2065"/>
                  </a:cubicBezTo>
                  <a:cubicBezTo>
                    <a:pt x="1035" y="1665"/>
                    <a:pt x="1335" y="1298"/>
                    <a:pt x="1635" y="1064"/>
                  </a:cubicBezTo>
                  <a:cubicBezTo>
                    <a:pt x="1802" y="931"/>
                    <a:pt x="1969" y="831"/>
                    <a:pt x="2135" y="731"/>
                  </a:cubicBezTo>
                  <a:close/>
                  <a:moveTo>
                    <a:pt x="2543" y="1"/>
                  </a:moveTo>
                  <a:cubicBezTo>
                    <a:pt x="2299" y="1"/>
                    <a:pt x="2056" y="36"/>
                    <a:pt x="1835" y="130"/>
                  </a:cubicBezTo>
                  <a:cubicBezTo>
                    <a:pt x="1768" y="164"/>
                    <a:pt x="1702" y="230"/>
                    <a:pt x="1668" y="330"/>
                  </a:cubicBezTo>
                  <a:cubicBezTo>
                    <a:pt x="1101" y="597"/>
                    <a:pt x="668" y="1064"/>
                    <a:pt x="434" y="1631"/>
                  </a:cubicBezTo>
                  <a:cubicBezTo>
                    <a:pt x="0" y="2665"/>
                    <a:pt x="868" y="3533"/>
                    <a:pt x="1768" y="3866"/>
                  </a:cubicBezTo>
                  <a:cubicBezTo>
                    <a:pt x="2072" y="3990"/>
                    <a:pt x="2397" y="4053"/>
                    <a:pt x="2721" y="4053"/>
                  </a:cubicBezTo>
                  <a:cubicBezTo>
                    <a:pt x="3357" y="4053"/>
                    <a:pt x="3983" y="3808"/>
                    <a:pt x="4404" y="3299"/>
                  </a:cubicBezTo>
                  <a:cubicBezTo>
                    <a:pt x="4971" y="2599"/>
                    <a:pt x="5104" y="1598"/>
                    <a:pt x="4504" y="831"/>
                  </a:cubicBezTo>
                  <a:cubicBezTo>
                    <a:pt x="4237" y="464"/>
                    <a:pt x="3803" y="230"/>
                    <a:pt x="3336" y="97"/>
                  </a:cubicBezTo>
                  <a:cubicBezTo>
                    <a:pt x="3090" y="44"/>
                    <a:pt x="2816" y="1"/>
                    <a:pt x="2543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53"/>
            <p:cNvSpPr/>
            <p:nvPr/>
          </p:nvSpPr>
          <p:spPr>
            <a:xfrm>
              <a:off x="5741844" y="2797424"/>
              <a:ext cx="82429" cy="71000"/>
            </a:xfrm>
            <a:custGeom>
              <a:rect b="b" l="l" r="r" t="t"/>
              <a:pathLst>
                <a:path extrusionOk="0" h="3535" w="4104">
                  <a:moveTo>
                    <a:pt x="2624" y="607"/>
                  </a:moveTo>
                  <a:cubicBezTo>
                    <a:pt x="2810" y="607"/>
                    <a:pt x="2979" y="669"/>
                    <a:pt x="3102" y="838"/>
                  </a:cubicBezTo>
                  <a:cubicBezTo>
                    <a:pt x="3436" y="1238"/>
                    <a:pt x="3269" y="1872"/>
                    <a:pt x="2969" y="2239"/>
                  </a:cubicBezTo>
                  <a:cubicBezTo>
                    <a:pt x="2635" y="2706"/>
                    <a:pt x="2035" y="2972"/>
                    <a:pt x="1501" y="2972"/>
                  </a:cubicBezTo>
                  <a:cubicBezTo>
                    <a:pt x="1234" y="2939"/>
                    <a:pt x="968" y="2872"/>
                    <a:pt x="801" y="2706"/>
                  </a:cubicBezTo>
                  <a:cubicBezTo>
                    <a:pt x="601" y="2505"/>
                    <a:pt x="567" y="2139"/>
                    <a:pt x="634" y="1872"/>
                  </a:cubicBezTo>
                  <a:cubicBezTo>
                    <a:pt x="701" y="1505"/>
                    <a:pt x="934" y="1171"/>
                    <a:pt x="1234" y="938"/>
                  </a:cubicBezTo>
                  <a:cubicBezTo>
                    <a:pt x="1278" y="1003"/>
                    <a:pt x="1350" y="1054"/>
                    <a:pt x="1422" y="1054"/>
                  </a:cubicBezTo>
                  <a:cubicBezTo>
                    <a:pt x="1461" y="1054"/>
                    <a:pt x="1500" y="1039"/>
                    <a:pt x="1535" y="1004"/>
                  </a:cubicBezTo>
                  <a:cubicBezTo>
                    <a:pt x="1822" y="850"/>
                    <a:pt x="2257" y="607"/>
                    <a:pt x="2624" y="607"/>
                  </a:cubicBezTo>
                  <a:close/>
                  <a:moveTo>
                    <a:pt x="2651" y="1"/>
                  </a:moveTo>
                  <a:cubicBezTo>
                    <a:pt x="2624" y="1"/>
                    <a:pt x="2596" y="2"/>
                    <a:pt x="2569" y="4"/>
                  </a:cubicBezTo>
                  <a:cubicBezTo>
                    <a:pt x="2235" y="37"/>
                    <a:pt x="1935" y="170"/>
                    <a:pt x="1701" y="337"/>
                  </a:cubicBezTo>
                  <a:cubicBezTo>
                    <a:pt x="1034" y="437"/>
                    <a:pt x="467" y="871"/>
                    <a:pt x="200" y="1538"/>
                  </a:cubicBezTo>
                  <a:cubicBezTo>
                    <a:pt x="34" y="1938"/>
                    <a:pt x="0" y="2439"/>
                    <a:pt x="200" y="2839"/>
                  </a:cubicBezTo>
                  <a:cubicBezTo>
                    <a:pt x="401" y="3173"/>
                    <a:pt x="734" y="3406"/>
                    <a:pt x="1101" y="3473"/>
                  </a:cubicBezTo>
                  <a:cubicBezTo>
                    <a:pt x="1262" y="3515"/>
                    <a:pt x="1428" y="3535"/>
                    <a:pt x="1594" y="3535"/>
                  </a:cubicBezTo>
                  <a:cubicBezTo>
                    <a:pt x="2218" y="3535"/>
                    <a:pt x="2848" y="3253"/>
                    <a:pt x="3269" y="2806"/>
                  </a:cubicBezTo>
                  <a:cubicBezTo>
                    <a:pt x="3836" y="2239"/>
                    <a:pt x="4103" y="1338"/>
                    <a:pt x="3703" y="604"/>
                  </a:cubicBezTo>
                  <a:cubicBezTo>
                    <a:pt x="3484" y="229"/>
                    <a:pt x="3061" y="1"/>
                    <a:pt x="2651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53"/>
            <p:cNvSpPr/>
            <p:nvPr/>
          </p:nvSpPr>
          <p:spPr>
            <a:xfrm>
              <a:off x="7674061" y="3100326"/>
              <a:ext cx="81083" cy="73612"/>
            </a:xfrm>
            <a:custGeom>
              <a:rect b="b" l="l" r="r" t="t"/>
              <a:pathLst>
                <a:path extrusionOk="0" h="3665" w="4037">
                  <a:moveTo>
                    <a:pt x="1987" y="647"/>
                  </a:moveTo>
                  <a:cubicBezTo>
                    <a:pt x="2458" y="647"/>
                    <a:pt x="2922" y="816"/>
                    <a:pt x="3169" y="1234"/>
                  </a:cubicBezTo>
                  <a:cubicBezTo>
                    <a:pt x="3436" y="1701"/>
                    <a:pt x="3336" y="2369"/>
                    <a:pt x="2969" y="2735"/>
                  </a:cubicBezTo>
                  <a:cubicBezTo>
                    <a:pt x="2713" y="2992"/>
                    <a:pt x="2375" y="3120"/>
                    <a:pt x="2038" y="3120"/>
                  </a:cubicBezTo>
                  <a:cubicBezTo>
                    <a:pt x="1805" y="3120"/>
                    <a:pt x="1573" y="3058"/>
                    <a:pt x="1368" y="2936"/>
                  </a:cubicBezTo>
                  <a:cubicBezTo>
                    <a:pt x="567" y="2502"/>
                    <a:pt x="67" y="1501"/>
                    <a:pt x="1001" y="901"/>
                  </a:cubicBezTo>
                  <a:cubicBezTo>
                    <a:pt x="1273" y="743"/>
                    <a:pt x="1632" y="647"/>
                    <a:pt x="1987" y="647"/>
                  </a:cubicBezTo>
                  <a:close/>
                  <a:moveTo>
                    <a:pt x="1822" y="0"/>
                  </a:moveTo>
                  <a:cubicBezTo>
                    <a:pt x="1618" y="0"/>
                    <a:pt x="1419" y="32"/>
                    <a:pt x="1234" y="100"/>
                  </a:cubicBezTo>
                  <a:cubicBezTo>
                    <a:pt x="834" y="234"/>
                    <a:pt x="467" y="567"/>
                    <a:pt x="267" y="968"/>
                  </a:cubicBezTo>
                  <a:cubicBezTo>
                    <a:pt x="134" y="1234"/>
                    <a:pt x="100" y="1535"/>
                    <a:pt x="67" y="1835"/>
                  </a:cubicBezTo>
                  <a:cubicBezTo>
                    <a:pt x="0" y="2502"/>
                    <a:pt x="300" y="2836"/>
                    <a:pt x="834" y="3236"/>
                  </a:cubicBezTo>
                  <a:cubicBezTo>
                    <a:pt x="1182" y="3511"/>
                    <a:pt x="1621" y="3665"/>
                    <a:pt x="2062" y="3665"/>
                  </a:cubicBezTo>
                  <a:cubicBezTo>
                    <a:pt x="2424" y="3665"/>
                    <a:pt x="2787" y="3561"/>
                    <a:pt x="3102" y="3336"/>
                  </a:cubicBezTo>
                  <a:cubicBezTo>
                    <a:pt x="3770" y="2869"/>
                    <a:pt x="4036" y="1968"/>
                    <a:pt x="3770" y="1201"/>
                  </a:cubicBezTo>
                  <a:cubicBezTo>
                    <a:pt x="3478" y="484"/>
                    <a:pt x="2616" y="0"/>
                    <a:pt x="1822" y="0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53"/>
            <p:cNvSpPr/>
            <p:nvPr/>
          </p:nvSpPr>
          <p:spPr>
            <a:xfrm>
              <a:off x="7283468" y="3088155"/>
              <a:ext cx="96488" cy="76343"/>
            </a:xfrm>
            <a:custGeom>
              <a:rect b="b" l="l" r="r" t="t"/>
              <a:pathLst>
                <a:path extrusionOk="0" h="3801" w="4804">
                  <a:moveTo>
                    <a:pt x="1868" y="439"/>
                  </a:moveTo>
                  <a:cubicBezTo>
                    <a:pt x="1787" y="629"/>
                    <a:pt x="1926" y="885"/>
                    <a:pt x="2123" y="885"/>
                  </a:cubicBezTo>
                  <a:cubicBezTo>
                    <a:pt x="2169" y="885"/>
                    <a:pt x="2218" y="871"/>
                    <a:pt x="2268" y="840"/>
                  </a:cubicBezTo>
                  <a:cubicBezTo>
                    <a:pt x="2365" y="779"/>
                    <a:pt x="2466" y="754"/>
                    <a:pt x="2566" y="754"/>
                  </a:cubicBezTo>
                  <a:cubicBezTo>
                    <a:pt x="2744" y="754"/>
                    <a:pt x="2920" y="833"/>
                    <a:pt x="3069" y="940"/>
                  </a:cubicBezTo>
                  <a:cubicBezTo>
                    <a:pt x="3336" y="1107"/>
                    <a:pt x="3603" y="1373"/>
                    <a:pt x="3803" y="1607"/>
                  </a:cubicBezTo>
                  <a:cubicBezTo>
                    <a:pt x="4203" y="2141"/>
                    <a:pt x="3703" y="2708"/>
                    <a:pt x="3269" y="2975"/>
                  </a:cubicBezTo>
                  <a:lnTo>
                    <a:pt x="3236" y="2975"/>
                  </a:lnTo>
                  <a:cubicBezTo>
                    <a:pt x="2947" y="3152"/>
                    <a:pt x="2598" y="3241"/>
                    <a:pt x="2260" y="3241"/>
                  </a:cubicBezTo>
                  <a:cubicBezTo>
                    <a:pt x="2090" y="3241"/>
                    <a:pt x="1924" y="3219"/>
                    <a:pt x="1768" y="3175"/>
                  </a:cubicBezTo>
                  <a:cubicBezTo>
                    <a:pt x="1234" y="3008"/>
                    <a:pt x="634" y="2608"/>
                    <a:pt x="600" y="2007"/>
                  </a:cubicBezTo>
                  <a:cubicBezTo>
                    <a:pt x="600" y="1240"/>
                    <a:pt x="1234" y="740"/>
                    <a:pt x="1868" y="439"/>
                  </a:cubicBezTo>
                  <a:close/>
                  <a:moveTo>
                    <a:pt x="1894" y="1"/>
                  </a:moveTo>
                  <a:cubicBezTo>
                    <a:pt x="1875" y="1"/>
                    <a:pt x="1856" y="2"/>
                    <a:pt x="1835" y="6"/>
                  </a:cubicBezTo>
                  <a:cubicBezTo>
                    <a:pt x="1067" y="306"/>
                    <a:pt x="267" y="840"/>
                    <a:pt x="133" y="1740"/>
                  </a:cubicBezTo>
                  <a:cubicBezTo>
                    <a:pt x="0" y="2608"/>
                    <a:pt x="634" y="3308"/>
                    <a:pt x="1368" y="3608"/>
                  </a:cubicBezTo>
                  <a:cubicBezTo>
                    <a:pt x="1658" y="3739"/>
                    <a:pt x="1979" y="3800"/>
                    <a:pt x="2303" y="3800"/>
                  </a:cubicBezTo>
                  <a:cubicBezTo>
                    <a:pt x="2722" y="3800"/>
                    <a:pt x="3144" y="3697"/>
                    <a:pt x="3503" y="3508"/>
                  </a:cubicBezTo>
                  <a:cubicBezTo>
                    <a:pt x="4203" y="3108"/>
                    <a:pt x="4803" y="2241"/>
                    <a:pt x="4403" y="1440"/>
                  </a:cubicBezTo>
                  <a:cubicBezTo>
                    <a:pt x="4270" y="1240"/>
                    <a:pt x="4103" y="1040"/>
                    <a:pt x="3903" y="873"/>
                  </a:cubicBezTo>
                  <a:cubicBezTo>
                    <a:pt x="3736" y="706"/>
                    <a:pt x="3569" y="539"/>
                    <a:pt x="3369" y="406"/>
                  </a:cubicBezTo>
                  <a:cubicBezTo>
                    <a:pt x="3135" y="236"/>
                    <a:pt x="2847" y="134"/>
                    <a:pt x="2557" y="134"/>
                  </a:cubicBezTo>
                  <a:cubicBezTo>
                    <a:pt x="2391" y="134"/>
                    <a:pt x="2225" y="167"/>
                    <a:pt x="2068" y="239"/>
                  </a:cubicBezTo>
                  <a:cubicBezTo>
                    <a:pt x="2098" y="120"/>
                    <a:pt x="2048" y="1"/>
                    <a:pt x="1894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8" name="Google Shape;1458;p53"/>
            <p:cNvSpPr/>
            <p:nvPr/>
          </p:nvSpPr>
          <p:spPr>
            <a:xfrm>
              <a:off x="6884158" y="3090264"/>
              <a:ext cx="99180" cy="76986"/>
            </a:xfrm>
            <a:custGeom>
              <a:rect b="b" l="l" r="r" t="t"/>
              <a:pathLst>
                <a:path extrusionOk="0" h="3833" w="4938">
                  <a:moveTo>
                    <a:pt x="1535" y="768"/>
                  </a:moveTo>
                  <a:cubicBezTo>
                    <a:pt x="1568" y="835"/>
                    <a:pt x="1635" y="901"/>
                    <a:pt x="1768" y="901"/>
                  </a:cubicBezTo>
                  <a:cubicBezTo>
                    <a:pt x="2015" y="901"/>
                    <a:pt x="2285" y="879"/>
                    <a:pt x="2553" y="879"/>
                  </a:cubicBezTo>
                  <a:cubicBezTo>
                    <a:pt x="3007" y="879"/>
                    <a:pt x="3455" y="945"/>
                    <a:pt x="3770" y="1302"/>
                  </a:cubicBezTo>
                  <a:cubicBezTo>
                    <a:pt x="4237" y="1769"/>
                    <a:pt x="3870" y="2436"/>
                    <a:pt x="3403" y="2769"/>
                  </a:cubicBezTo>
                  <a:cubicBezTo>
                    <a:pt x="3048" y="3053"/>
                    <a:pt x="2561" y="3236"/>
                    <a:pt x="2081" y="3236"/>
                  </a:cubicBezTo>
                  <a:cubicBezTo>
                    <a:pt x="1883" y="3236"/>
                    <a:pt x="1686" y="3205"/>
                    <a:pt x="1501" y="3136"/>
                  </a:cubicBezTo>
                  <a:cubicBezTo>
                    <a:pt x="968" y="2903"/>
                    <a:pt x="601" y="2269"/>
                    <a:pt x="801" y="1702"/>
                  </a:cubicBezTo>
                  <a:cubicBezTo>
                    <a:pt x="934" y="1335"/>
                    <a:pt x="1201" y="1002"/>
                    <a:pt x="1535" y="768"/>
                  </a:cubicBezTo>
                  <a:close/>
                  <a:moveTo>
                    <a:pt x="2502" y="1"/>
                  </a:moveTo>
                  <a:cubicBezTo>
                    <a:pt x="1635" y="101"/>
                    <a:pt x="801" y="568"/>
                    <a:pt x="400" y="1335"/>
                  </a:cubicBezTo>
                  <a:cubicBezTo>
                    <a:pt x="0" y="2102"/>
                    <a:pt x="334" y="3003"/>
                    <a:pt x="1001" y="3470"/>
                  </a:cubicBezTo>
                  <a:cubicBezTo>
                    <a:pt x="1332" y="3726"/>
                    <a:pt x="1731" y="3832"/>
                    <a:pt x="2136" y="3832"/>
                  </a:cubicBezTo>
                  <a:cubicBezTo>
                    <a:pt x="2630" y="3832"/>
                    <a:pt x="3133" y="3675"/>
                    <a:pt x="3536" y="3437"/>
                  </a:cubicBezTo>
                  <a:cubicBezTo>
                    <a:pt x="4303" y="3003"/>
                    <a:pt x="4937" y="2069"/>
                    <a:pt x="4503" y="1202"/>
                  </a:cubicBezTo>
                  <a:cubicBezTo>
                    <a:pt x="4188" y="508"/>
                    <a:pt x="3485" y="232"/>
                    <a:pt x="2761" y="232"/>
                  </a:cubicBezTo>
                  <a:cubicBezTo>
                    <a:pt x="2719" y="232"/>
                    <a:pt x="2677" y="232"/>
                    <a:pt x="2635" y="234"/>
                  </a:cubicBezTo>
                  <a:cubicBezTo>
                    <a:pt x="2669" y="134"/>
                    <a:pt x="2602" y="1"/>
                    <a:pt x="2502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53"/>
            <p:cNvSpPr/>
            <p:nvPr/>
          </p:nvSpPr>
          <p:spPr>
            <a:xfrm>
              <a:off x="6502925" y="3095446"/>
              <a:ext cx="90483" cy="72808"/>
            </a:xfrm>
            <a:custGeom>
              <a:rect b="b" l="l" r="r" t="t"/>
              <a:pathLst>
                <a:path extrusionOk="0" h="3625" w="4505">
                  <a:moveTo>
                    <a:pt x="2449" y="668"/>
                  </a:moveTo>
                  <a:cubicBezTo>
                    <a:pt x="2761" y="668"/>
                    <a:pt x="3070" y="760"/>
                    <a:pt x="3303" y="977"/>
                  </a:cubicBezTo>
                  <a:cubicBezTo>
                    <a:pt x="3704" y="1344"/>
                    <a:pt x="3837" y="1978"/>
                    <a:pt x="3503" y="2445"/>
                  </a:cubicBezTo>
                  <a:cubicBezTo>
                    <a:pt x="3192" y="2808"/>
                    <a:pt x="2679" y="2990"/>
                    <a:pt x="2200" y="2990"/>
                  </a:cubicBezTo>
                  <a:cubicBezTo>
                    <a:pt x="2063" y="2990"/>
                    <a:pt x="1928" y="2975"/>
                    <a:pt x="1802" y="2945"/>
                  </a:cubicBezTo>
                  <a:cubicBezTo>
                    <a:pt x="1202" y="2812"/>
                    <a:pt x="668" y="2311"/>
                    <a:pt x="735" y="1644"/>
                  </a:cubicBezTo>
                  <a:cubicBezTo>
                    <a:pt x="768" y="1311"/>
                    <a:pt x="968" y="1077"/>
                    <a:pt x="1202" y="877"/>
                  </a:cubicBezTo>
                  <a:cubicBezTo>
                    <a:pt x="1264" y="918"/>
                    <a:pt x="1338" y="947"/>
                    <a:pt x="1418" y="947"/>
                  </a:cubicBezTo>
                  <a:cubicBezTo>
                    <a:pt x="1467" y="947"/>
                    <a:pt x="1518" y="936"/>
                    <a:pt x="1569" y="910"/>
                  </a:cubicBezTo>
                  <a:cubicBezTo>
                    <a:pt x="1819" y="760"/>
                    <a:pt x="2136" y="668"/>
                    <a:pt x="2449" y="668"/>
                  </a:cubicBezTo>
                  <a:close/>
                  <a:moveTo>
                    <a:pt x="2438" y="1"/>
                  </a:moveTo>
                  <a:cubicBezTo>
                    <a:pt x="2022" y="1"/>
                    <a:pt x="1599" y="119"/>
                    <a:pt x="1235" y="343"/>
                  </a:cubicBezTo>
                  <a:cubicBezTo>
                    <a:pt x="1202" y="343"/>
                    <a:pt x="1168" y="377"/>
                    <a:pt x="1168" y="410"/>
                  </a:cubicBezTo>
                  <a:cubicBezTo>
                    <a:pt x="735" y="610"/>
                    <a:pt x="401" y="910"/>
                    <a:pt x="268" y="1411"/>
                  </a:cubicBezTo>
                  <a:cubicBezTo>
                    <a:pt x="1" y="2278"/>
                    <a:pt x="568" y="3179"/>
                    <a:pt x="1369" y="3479"/>
                  </a:cubicBezTo>
                  <a:cubicBezTo>
                    <a:pt x="1629" y="3576"/>
                    <a:pt x="1914" y="3625"/>
                    <a:pt x="2202" y="3625"/>
                  </a:cubicBezTo>
                  <a:cubicBezTo>
                    <a:pt x="2799" y="3625"/>
                    <a:pt x="3409" y="3417"/>
                    <a:pt x="3837" y="3012"/>
                  </a:cubicBezTo>
                  <a:cubicBezTo>
                    <a:pt x="4504" y="2378"/>
                    <a:pt x="4471" y="1377"/>
                    <a:pt x="3937" y="710"/>
                  </a:cubicBezTo>
                  <a:cubicBezTo>
                    <a:pt x="3569" y="226"/>
                    <a:pt x="3011" y="1"/>
                    <a:pt x="2438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53"/>
            <p:cNvSpPr/>
            <p:nvPr/>
          </p:nvSpPr>
          <p:spPr>
            <a:xfrm>
              <a:off x="6113677" y="3105749"/>
              <a:ext cx="102534" cy="81425"/>
            </a:xfrm>
            <a:custGeom>
              <a:rect b="b" l="l" r="r" t="t"/>
              <a:pathLst>
                <a:path extrusionOk="0" h="4054" w="5105">
                  <a:moveTo>
                    <a:pt x="2135" y="731"/>
                  </a:moveTo>
                  <a:cubicBezTo>
                    <a:pt x="2669" y="831"/>
                    <a:pt x="3236" y="831"/>
                    <a:pt x="3670" y="1131"/>
                  </a:cubicBezTo>
                  <a:cubicBezTo>
                    <a:pt x="4170" y="1431"/>
                    <a:pt x="4270" y="2032"/>
                    <a:pt x="4037" y="2566"/>
                  </a:cubicBezTo>
                  <a:lnTo>
                    <a:pt x="4003" y="2566"/>
                  </a:lnTo>
                  <a:cubicBezTo>
                    <a:pt x="3736" y="3100"/>
                    <a:pt x="3204" y="3344"/>
                    <a:pt x="2644" y="3344"/>
                  </a:cubicBezTo>
                  <a:cubicBezTo>
                    <a:pt x="2575" y="3344"/>
                    <a:pt x="2505" y="3340"/>
                    <a:pt x="2436" y="3333"/>
                  </a:cubicBezTo>
                  <a:cubicBezTo>
                    <a:pt x="1868" y="3233"/>
                    <a:pt x="868" y="2766"/>
                    <a:pt x="1001" y="2065"/>
                  </a:cubicBezTo>
                  <a:cubicBezTo>
                    <a:pt x="1035" y="1665"/>
                    <a:pt x="1335" y="1298"/>
                    <a:pt x="1635" y="1064"/>
                  </a:cubicBezTo>
                  <a:cubicBezTo>
                    <a:pt x="1802" y="931"/>
                    <a:pt x="1969" y="798"/>
                    <a:pt x="2135" y="731"/>
                  </a:cubicBezTo>
                  <a:close/>
                  <a:moveTo>
                    <a:pt x="2543" y="1"/>
                  </a:moveTo>
                  <a:cubicBezTo>
                    <a:pt x="2299" y="1"/>
                    <a:pt x="2056" y="36"/>
                    <a:pt x="1835" y="130"/>
                  </a:cubicBezTo>
                  <a:cubicBezTo>
                    <a:pt x="1768" y="164"/>
                    <a:pt x="1702" y="231"/>
                    <a:pt x="1668" y="331"/>
                  </a:cubicBezTo>
                  <a:cubicBezTo>
                    <a:pt x="1101" y="597"/>
                    <a:pt x="668" y="1031"/>
                    <a:pt x="434" y="1632"/>
                  </a:cubicBezTo>
                  <a:cubicBezTo>
                    <a:pt x="0" y="2666"/>
                    <a:pt x="868" y="3533"/>
                    <a:pt x="1768" y="3866"/>
                  </a:cubicBezTo>
                  <a:cubicBezTo>
                    <a:pt x="2072" y="3990"/>
                    <a:pt x="2397" y="4053"/>
                    <a:pt x="2721" y="4053"/>
                  </a:cubicBezTo>
                  <a:cubicBezTo>
                    <a:pt x="3357" y="4053"/>
                    <a:pt x="3983" y="3808"/>
                    <a:pt x="4404" y="3299"/>
                  </a:cubicBezTo>
                  <a:cubicBezTo>
                    <a:pt x="4971" y="2599"/>
                    <a:pt x="5104" y="1565"/>
                    <a:pt x="4504" y="831"/>
                  </a:cubicBezTo>
                  <a:cubicBezTo>
                    <a:pt x="4237" y="464"/>
                    <a:pt x="3803" y="231"/>
                    <a:pt x="3336" y="97"/>
                  </a:cubicBezTo>
                  <a:cubicBezTo>
                    <a:pt x="3090" y="44"/>
                    <a:pt x="2816" y="1"/>
                    <a:pt x="2543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p53"/>
            <p:cNvSpPr/>
            <p:nvPr/>
          </p:nvSpPr>
          <p:spPr>
            <a:xfrm>
              <a:off x="5741844" y="3106954"/>
              <a:ext cx="82429" cy="71000"/>
            </a:xfrm>
            <a:custGeom>
              <a:rect b="b" l="l" r="r" t="t"/>
              <a:pathLst>
                <a:path extrusionOk="0" h="3535" w="4104">
                  <a:moveTo>
                    <a:pt x="2624" y="607"/>
                  </a:moveTo>
                  <a:cubicBezTo>
                    <a:pt x="2810" y="607"/>
                    <a:pt x="2979" y="669"/>
                    <a:pt x="3102" y="838"/>
                  </a:cubicBezTo>
                  <a:cubicBezTo>
                    <a:pt x="3436" y="1238"/>
                    <a:pt x="3269" y="1872"/>
                    <a:pt x="2969" y="2239"/>
                  </a:cubicBezTo>
                  <a:cubicBezTo>
                    <a:pt x="2635" y="2706"/>
                    <a:pt x="2035" y="2973"/>
                    <a:pt x="1501" y="2973"/>
                  </a:cubicBezTo>
                  <a:cubicBezTo>
                    <a:pt x="1234" y="2939"/>
                    <a:pt x="968" y="2872"/>
                    <a:pt x="801" y="2706"/>
                  </a:cubicBezTo>
                  <a:cubicBezTo>
                    <a:pt x="601" y="2472"/>
                    <a:pt x="567" y="2139"/>
                    <a:pt x="634" y="1872"/>
                  </a:cubicBezTo>
                  <a:cubicBezTo>
                    <a:pt x="701" y="1505"/>
                    <a:pt x="934" y="1171"/>
                    <a:pt x="1234" y="938"/>
                  </a:cubicBezTo>
                  <a:cubicBezTo>
                    <a:pt x="1278" y="1003"/>
                    <a:pt x="1350" y="1054"/>
                    <a:pt x="1422" y="1054"/>
                  </a:cubicBezTo>
                  <a:cubicBezTo>
                    <a:pt x="1461" y="1054"/>
                    <a:pt x="1500" y="1039"/>
                    <a:pt x="1535" y="1004"/>
                  </a:cubicBezTo>
                  <a:cubicBezTo>
                    <a:pt x="1822" y="850"/>
                    <a:pt x="2257" y="607"/>
                    <a:pt x="2624" y="607"/>
                  </a:cubicBezTo>
                  <a:close/>
                  <a:moveTo>
                    <a:pt x="2651" y="1"/>
                  </a:moveTo>
                  <a:cubicBezTo>
                    <a:pt x="2624" y="1"/>
                    <a:pt x="2596" y="2"/>
                    <a:pt x="2569" y="4"/>
                  </a:cubicBezTo>
                  <a:cubicBezTo>
                    <a:pt x="2235" y="37"/>
                    <a:pt x="1935" y="171"/>
                    <a:pt x="1701" y="337"/>
                  </a:cubicBezTo>
                  <a:cubicBezTo>
                    <a:pt x="1034" y="437"/>
                    <a:pt x="467" y="871"/>
                    <a:pt x="200" y="1538"/>
                  </a:cubicBezTo>
                  <a:cubicBezTo>
                    <a:pt x="34" y="1938"/>
                    <a:pt x="0" y="2439"/>
                    <a:pt x="200" y="2839"/>
                  </a:cubicBezTo>
                  <a:cubicBezTo>
                    <a:pt x="401" y="3173"/>
                    <a:pt x="734" y="3406"/>
                    <a:pt x="1101" y="3473"/>
                  </a:cubicBezTo>
                  <a:cubicBezTo>
                    <a:pt x="1262" y="3515"/>
                    <a:pt x="1428" y="3535"/>
                    <a:pt x="1594" y="3535"/>
                  </a:cubicBezTo>
                  <a:cubicBezTo>
                    <a:pt x="2218" y="3535"/>
                    <a:pt x="2848" y="3254"/>
                    <a:pt x="3269" y="2806"/>
                  </a:cubicBezTo>
                  <a:cubicBezTo>
                    <a:pt x="3836" y="2239"/>
                    <a:pt x="4103" y="1338"/>
                    <a:pt x="3703" y="604"/>
                  </a:cubicBezTo>
                  <a:cubicBezTo>
                    <a:pt x="3484" y="229"/>
                    <a:pt x="3061" y="1"/>
                    <a:pt x="2651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53"/>
            <p:cNvSpPr/>
            <p:nvPr/>
          </p:nvSpPr>
          <p:spPr>
            <a:xfrm>
              <a:off x="8076705" y="2493980"/>
              <a:ext cx="77066" cy="71784"/>
            </a:xfrm>
            <a:custGeom>
              <a:rect b="b" l="l" r="r" t="t"/>
              <a:pathLst>
                <a:path extrusionOk="0" h="3574" w="3837">
                  <a:moveTo>
                    <a:pt x="1702" y="468"/>
                  </a:moveTo>
                  <a:lnTo>
                    <a:pt x="1702" y="501"/>
                  </a:lnTo>
                  <a:cubicBezTo>
                    <a:pt x="1731" y="646"/>
                    <a:pt x="1887" y="741"/>
                    <a:pt x="2037" y="741"/>
                  </a:cubicBezTo>
                  <a:cubicBezTo>
                    <a:pt x="2059" y="741"/>
                    <a:pt x="2081" y="739"/>
                    <a:pt x="2102" y="735"/>
                  </a:cubicBezTo>
                  <a:cubicBezTo>
                    <a:pt x="2193" y="701"/>
                    <a:pt x="2282" y="685"/>
                    <a:pt x="2367" y="685"/>
                  </a:cubicBezTo>
                  <a:cubicBezTo>
                    <a:pt x="2784" y="685"/>
                    <a:pt x="3120" y="1059"/>
                    <a:pt x="3203" y="1502"/>
                  </a:cubicBezTo>
                  <a:cubicBezTo>
                    <a:pt x="3270" y="2069"/>
                    <a:pt x="2936" y="2569"/>
                    <a:pt x="2503" y="2836"/>
                  </a:cubicBezTo>
                  <a:cubicBezTo>
                    <a:pt x="2298" y="2962"/>
                    <a:pt x="2063" y="3029"/>
                    <a:pt x="1834" y="3029"/>
                  </a:cubicBezTo>
                  <a:cubicBezTo>
                    <a:pt x="1578" y="3029"/>
                    <a:pt x="1329" y="2946"/>
                    <a:pt x="1135" y="2770"/>
                  </a:cubicBezTo>
                  <a:cubicBezTo>
                    <a:pt x="768" y="2469"/>
                    <a:pt x="535" y="1936"/>
                    <a:pt x="701" y="1435"/>
                  </a:cubicBezTo>
                  <a:cubicBezTo>
                    <a:pt x="835" y="1168"/>
                    <a:pt x="1035" y="935"/>
                    <a:pt x="1302" y="735"/>
                  </a:cubicBezTo>
                  <a:cubicBezTo>
                    <a:pt x="1435" y="635"/>
                    <a:pt x="1569" y="568"/>
                    <a:pt x="1702" y="468"/>
                  </a:cubicBezTo>
                  <a:close/>
                  <a:moveTo>
                    <a:pt x="2069" y="1"/>
                  </a:moveTo>
                  <a:cubicBezTo>
                    <a:pt x="1369" y="201"/>
                    <a:pt x="635" y="501"/>
                    <a:pt x="301" y="1202"/>
                  </a:cubicBezTo>
                  <a:cubicBezTo>
                    <a:pt x="1" y="1836"/>
                    <a:pt x="201" y="2603"/>
                    <a:pt x="701" y="3103"/>
                  </a:cubicBezTo>
                  <a:cubicBezTo>
                    <a:pt x="1020" y="3422"/>
                    <a:pt x="1434" y="3574"/>
                    <a:pt x="1857" y="3574"/>
                  </a:cubicBezTo>
                  <a:cubicBezTo>
                    <a:pt x="2143" y="3574"/>
                    <a:pt x="2434" y="3504"/>
                    <a:pt x="2703" y="3370"/>
                  </a:cubicBezTo>
                  <a:cubicBezTo>
                    <a:pt x="3403" y="3036"/>
                    <a:pt x="3837" y="2303"/>
                    <a:pt x="3804" y="1502"/>
                  </a:cubicBezTo>
                  <a:cubicBezTo>
                    <a:pt x="3804" y="1002"/>
                    <a:pt x="3570" y="568"/>
                    <a:pt x="3170" y="268"/>
                  </a:cubicBezTo>
                  <a:cubicBezTo>
                    <a:pt x="2959" y="109"/>
                    <a:pt x="2685" y="14"/>
                    <a:pt x="2398" y="14"/>
                  </a:cubicBezTo>
                  <a:cubicBezTo>
                    <a:pt x="2322" y="14"/>
                    <a:pt x="2246" y="20"/>
                    <a:pt x="2169" y="34"/>
                  </a:cubicBezTo>
                  <a:cubicBezTo>
                    <a:pt x="2136" y="1"/>
                    <a:pt x="2102" y="1"/>
                    <a:pt x="2069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53"/>
            <p:cNvSpPr/>
            <p:nvPr/>
          </p:nvSpPr>
          <p:spPr>
            <a:xfrm>
              <a:off x="7283468" y="2491670"/>
              <a:ext cx="96488" cy="76202"/>
            </a:xfrm>
            <a:custGeom>
              <a:rect b="b" l="l" r="r" t="t"/>
              <a:pathLst>
                <a:path extrusionOk="0" h="3794" w="4804">
                  <a:moveTo>
                    <a:pt x="1868" y="449"/>
                  </a:moveTo>
                  <a:lnTo>
                    <a:pt x="1868" y="449"/>
                  </a:lnTo>
                  <a:cubicBezTo>
                    <a:pt x="1787" y="639"/>
                    <a:pt x="1926" y="895"/>
                    <a:pt x="2123" y="895"/>
                  </a:cubicBezTo>
                  <a:cubicBezTo>
                    <a:pt x="2169" y="895"/>
                    <a:pt x="2218" y="881"/>
                    <a:pt x="2268" y="850"/>
                  </a:cubicBezTo>
                  <a:cubicBezTo>
                    <a:pt x="2368" y="787"/>
                    <a:pt x="2472" y="762"/>
                    <a:pt x="2576" y="762"/>
                  </a:cubicBezTo>
                  <a:cubicBezTo>
                    <a:pt x="2750" y="762"/>
                    <a:pt x="2923" y="833"/>
                    <a:pt x="3069" y="916"/>
                  </a:cubicBezTo>
                  <a:cubicBezTo>
                    <a:pt x="3336" y="1083"/>
                    <a:pt x="3603" y="1350"/>
                    <a:pt x="3803" y="1617"/>
                  </a:cubicBezTo>
                  <a:cubicBezTo>
                    <a:pt x="4203" y="2117"/>
                    <a:pt x="3703" y="2718"/>
                    <a:pt x="3269" y="2985"/>
                  </a:cubicBezTo>
                  <a:lnTo>
                    <a:pt x="3236" y="2985"/>
                  </a:lnTo>
                  <a:cubicBezTo>
                    <a:pt x="2951" y="3138"/>
                    <a:pt x="2608" y="3219"/>
                    <a:pt x="2275" y="3219"/>
                  </a:cubicBezTo>
                  <a:cubicBezTo>
                    <a:pt x="2100" y="3219"/>
                    <a:pt x="1928" y="3197"/>
                    <a:pt x="1768" y="3151"/>
                  </a:cubicBezTo>
                  <a:cubicBezTo>
                    <a:pt x="1234" y="3018"/>
                    <a:pt x="634" y="2584"/>
                    <a:pt x="600" y="1984"/>
                  </a:cubicBezTo>
                  <a:cubicBezTo>
                    <a:pt x="600" y="1217"/>
                    <a:pt x="1234" y="716"/>
                    <a:pt x="1868" y="449"/>
                  </a:cubicBezTo>
                  <a:close/>
                  <a:moveTo>
                    <a:pt x="1919" y="1"/>
                  </a:moveTo>
                  <a:cubicBezTo>
                    <a:pt x="1894" y="1"/>
                    <a:pt x="1866" y="5"/>
                    <a:pt x="1835" y="16"/>
                  </a:cubicBezTo>
                  <a:cubicBezTo>
                    <a:pt x="1067" y="316"/>
                    <a:pt x="267" y="850"/>
                    <a:pt x="133" y="1750"/>
                  </a:cubicBezTo>
                  <a:cubicBezTo>
                    <a:pt x="0" y="2618"/>
                    <a:pt x="634" y="3285"/>
                    <a:pt x="1368" y="3618"/>
                  </a:cubicBezTo>
                  <a:cubicBezTo>
                    <a:pt x="1657" y="3734"/>
                    <a:pt x="1978" y="3793"/>
                    <a:pt x="2301" y="3793"/>
                  </a:cubicBezTo>
                  <a:cubicBezTo>
                    <a:pt x="2721" y="3793"/>
                    <a:pt x="3144" y="3693"/>
                    <a:pt x="3503" y="3485"/>
                  </a:cubicBezTo>
                  <a:cubicBezTo>
                    <a:pt x="4203" y="3118"/>
                    <a:pt x="4803" y="2251"/>
                    <a:pt x="4403" y="1450"/>
                  </a:cubicBezTo>
                  <a:cubicBezTo>
                    <a:pt x="4270" y="1217"/>
                    <a:pt x="4103" y="1050"/>
                    <a:pt x="3903" y="850"/>
                  </a:cubicBezTo>
                  <a:cubicBezTo>
                    <a:pt x="3736" y="683"/>
                    <a:pt x="3569" y="550"/>
                    <a:pt x="3369" y="416"/>
                  </a:cubicBezTo>
                  <a:cubicBezTo>
                    <a:pt x="3135" y="246"/>
                    <a:pt x="2847" y="144"/>
                    <a:pt x="2557" y="144"/>
                  </a:cubicBezTo>
                  <a:cubicBezTo>
                    <a:pt x="2391" y="144"/>
                    <a:pt x="2225" y="177"/>
                    <a:pt x="2068" y="249"/>
                  </a:cubicBezTo>
                  <a:cubicBezTo>
                    <a:pt x="2096" y="137"/>
                    <a:pt x="2053" y="1"/>
                    <a:pt x="1919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53"/>
            <p:cNvSpPr/>
            <p:nvPr/>
          </p:nvSpPr>
          <p:spPr>
            <a:xfrm>
              <a:off x="6884158" y="2491309"/>
              <a:ext cx="99180" cy="76966"/>
            </a:xfrm>
            <a:custGeom>
              <a:rect b="b" l="l" r="r" t="t"/>
              <a:pathLst>
                <a:path extrusionOk="0" h="3832" w="4938">
                  <a:moveTo>
                    <a:pt x="1535" y="768"/>
                  </a:moveTo>
                  <a:cubicBezTo>
                    <a:pt x="1568" y="834"/>
                    <a:pt x="1635" y="901"/>
                    <a:pt x="1768" y="901"/>
                  </a:cubicBezTo>
                  <a:cubicBezTo>
                    <a:pt x="2015" y="901"/>
                    <a:pt x="2285" y="878"/>
                    <a:pt x="2553" y="878"/>
                  </a:cubicBezTo>
                  <a:cubicBezTo>
                    <a:pt x="3007" y="878"/>
                    <a:pt x="3455" y="944"/>
                    <a:pt x="3770" y="1301"/>
                  </a:cubicBezTo>
                  <a:cubicBezTo>
                    <a:pt x="4237" y="1768"/>
                    <a:pt x="3870" y="2436"/>
                    <a:pt x="3403" y="2769"/>
                  </a:cubicBezTo>
                  <a:cubicBezTo>
                    <a:pt x="3048" y="3052"/>
                    <a:pt x="2561" y="3235"/>
                    <a:pt x="2081" y="3235"/>
                  </a:cubicBezTo>
                  <a:cubicBezTo>
                    <a:pt x="1883" y="3235"/>
                    <a:pt x="1686" y="3204"/>
                    <a:pt x="1501" y="3136"/>
                  </a:cubicBezTo>
                  <a:cubicBezTo>
                    <a:pt x="968" y="2903"/>
                    <a:pt x="601" y="2269"/>
                    <a:pt x="801" y="1702"/>
                  </a:cubicBezTo>
                  <a:cubicBezTo>
                    <a:pt x="934" y="1335"/>
                    <a:pt x="1201" y="1001"/>
                    <a:pt x="1535" y="768"/>
                  </a:cubicBezTo>
                  <a:close/>
                  <a:moveTo>
                    <a:pt x="2502" y="0"/>
                  </a:moveTo>
                  <a:cubicBezTo>
                    <a:pt x="1635" y="101"/>
                    <a:pt x="801" y="568"/>
                    <a:pt x="400" y="1335"/>
                  </a:cubicBezTo>
                  <a:cubicBezTo>
                    <a:pt x="0" y="2102"/>
                    <a:pt x="334" y="3003"/>
                    <a:pt x="1001" y="3470"/>
                  </a:cubicBezTo>
                  <a:cubicBezTo>
                    <a:pt x="1332" y="3725"/>
                    <a:pt x="1731" y="3832"/>
                    <a:pt x="2136" y="3832"/>
                  </a:cubicBezTo>
                  <a:cubicBezTo>
                    <a:pt x="2630" y="3832"/>
                    <a:pt x="3133" y="3674"/>
                    <a:pt x="3536" y="3436"/>
                  </a:cubicBezTo>
                  <a:cubicBezTo>
                    <a:pt x="4303" y="3003"/>
                    <a:pt x="4937" y="2069"/>
                    <a:pt x="4503" y="1201"/>
                  </a:cubicBezTo>
                  <a:cubicBezTo>
                    <a:pt x="4188" y="508"/>
                    <a:pt x="3485" y="231"/>
                    <a:pt x="2761" y="231"/>
                  </a:cubicBezTo>
                  <a:cubicBezTo>
                    <a:pt x="2719" y="231"/>
                    <a:pt x="2677" y="232"/>
                    <a:pt x="2635" y="234"/>
                  </a:cubicBezTo>
                  <a:cubicBezTo>
                    <a:pt x="2669" y="134"/>
                    <a:pt x="2602" y="0"/>
                    <a:pt x="2502" y="0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5" name="Google Shape;1465;p53"/>
            <p:cNvSpPr/>
            <p:nvPr/>
          </p:nvSpPr>
          <p:spPr>
            <a:xfrm>
              <a:off x="6502925" y="2493418"/>
              <a:ext cx="90483" cy="72828"/>
            </a:xfrm>
            <a:custGeom>
              <a:rect b="b" l="l" r="r" t="t"/>
              <a:pathLst>
                <a:path extrusionOk="0" h="3626" w="4505">
                  <a:moveTo>
                    <a:pt x="2426" y="683"/>
                  </a:moveTo>
                  <a:cubicBezTo>
                    <a:pt x="2746" y="683"/>
                    <a:pt x="3064" y="774"/>
                    <a:pt x="3303" y="996"/>
                  </a:cubicBezTo>
                  <a:cubicBezTo>
                    <a:pt x="3704" y="1363"/>
                    <a:pt x="3837" y="1997"/>
                    <a:pt x="3503" y="2431"/>
                  </a:cubicBezTo>
                  <a:cubicBezTo>
                    <a:pt x="3185" y="2802"/>
                    <a:pt x="2655" y="3005"/>
                    <a:pt x="2166" y="3005"/>
                  </a:cubicBezTo>
                  <a:cubicBezTo>
                    <a:pt x="2041" y="3005"/>
                    <a:pt x="1918" y="2992"/>
                    <a:pt x="1802" y="2964"/>
                  </a:cubicBezTo>
                  <a:cubicBezTo>
                    <a:pt x="1202" y="2798"/>
                    <a:pt x="668" y="2297"/>
                    <a:pt x="735" y="1663"/>
                  </a:cubicBezTo>
                  <a:cubicBezTo>
                    <a:pt x="768" y="1330"/>
                    <a:pt x="968" y="1063"/>
                    <a:pt x="1202" y="863"/>
                  </a:cubicBezTo>
                  <a:cubicBezTo>
                    <a:pt x="1260" y="921"/>
                    <a:pt x="1329" y="957"/>
                    <a:pt x="1404" y="957"/>
                  </a:cubicBezTo>
                  <a:cubicBezTo>
                    <a:pt x="1457" y="957"/>
                    <a:pt x="1513" y="938"/>
                    <a:pt x="1569" y="896"/>
                  </a:cubicBezTo>
                  <a:cubicBezTo>
                    <a:pt x="1813" y="766"/>
                    <a:pt x="2121" y="683"/>
                    <a:pt x="2426" y="683"/>
                  </a:cubicBezTo>
                  <a:close/>
                  <a:moveTo>
                    <a:pt x="2449" y="1"/>
                  </a:moveTo>
                  <a:cubicBezTo>
                    <a:pt x="2030" y="1"/>
                    <a:pt x="1603" y="117"/>
                    <a:pt x="1235" y="329"/>
                  </a:cubicBezTo>
                  <a:cubicBezTo>
                    <a:pt x="1202" y="362"/>
                    <a:pt x="1168" y="362"/>
                    <a:pt x="1168" y="396"/>
                  </a:cubicBezTo>
                  <a:cubicBezTo>
                    <a:pt x="735" y="596"/>
                    <a:pt x="401" y="896"/>
                    <a:pt x="268" y="1397"/>
                  </a:cubicBezTo>
                  <a:cubicBezTo>
                    <a:pt x="1" y="2264"/>
                    <a:pt x="568" y="3164"/>
                    <a:pt x="1369" y="3465"/>
                  </a:cubicBezTo>
                  <a:cubicBezTo>
                    <a:pt x="1629" y="3573"/>
                    <a:pt x="1915" y="3625"/>
                    <a:pt x="2203" y="3625"/>
                  </a:cubicBezTo>
                  <a:cubicBezTo>
                    <a:pt x="2800" y="3625"/>
                    <a:pt x="3410" y="3402"/>
                    <a:pt x="3837" y="2998"/>
                  </a:cubicBezTo>
                  <a:cubicBezTo>
                    <a:pt x="4504" y="2397"/>
                    <a:pt x="4471" y="1397"/>
                    <a:pt x="3937" y="696"/>
                  </a:cubicBezTo>
                  <a:cubicBezTo>
                    <a:pt x="3572" y="216"/>
                    <a:pt x="3019" y="1"/>
                    <a:pt x="2449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p53"/>
            <p:cNvSpPr/>
            <p:nvPr/>
          </p:nvSpPr>
          <p:spPr>
            <a:xfrm>
              <a:off x="6113677" y="2489039"/>
              <a:ext cx="102534" cy="81425"/>
            </a:xfrm>
            <a:custGeom>
              <a:rect b="b" l="l" r="r" t="t"/>
              <a:pathLst>
                <a:path extrusionOk="0" h="4054" w="5105">
                  <a:moveTo>
                    <a:pt x="2135" y="714"/>
                  </a:moveTo>
                  <a:cubicBezTo>
                    <a:pt x="2669" y="814"/>
                    <a:pt x="3236" y="814"/>
                    <a:pt x="3670" y="1114"/>
                  </a:cubicBezTo>
                  <a:cubicBezTo>
                    <a:pt x="4170" y="1414"/>
                    <a:pt x="4270" y="2048"/>
                    <a:pt x="4037" y="2549"/>
                  </a:cubicBezTo>
                  <a:lnTo>
                    <a:pt x="4003" y="2549"/>
                  </a:lnTo>
                  <a:cubicBezTo>
                    <a:pt x="3744" y="3067"/>
                    <a:pt x="3237" y="3336"/>
                    <a:pt x="2696" y="3336"/>
                  </a:cubicBezTo>
                  <a:cubicBezTo>
                    <a:pt x="2609" y="3336"/>
                    <a:pt x="2522" y="3329"/>
                    <a:pt x="2436" y="3316"/>
                  </a:cubicBezTo>
                  <a:cubicBezTo>
                    <a:pt x="1868" y="3216"/>
                    <a:pt x="868" y="2782"/>
                    <a:pt x="1001" y="2048"/>
                  </a:cubicBezTo>
                  <a:cubicBezTo>
                    <a:pt x="1035" y="1681"/>
                    <a:pt x="1335" y="1314"/>
                    <a:pt x="1635" y="1047"/>
                  </a:cubicBezTo>
                  <a:cubicBezTo>
                    <a:pt x="1802" y="914"/>
                    <a:pt x="1969" y="814"/>
                    <a:pt x="2135" y="714"/>
                  </a:cubicBezTo>
                  <a:close/>
                  <a:moveTo>
                    <a:pt x="2543" y="1"/>
                  </a:moveTo>
                  <a:cubicBezTo>
                    <a:pt x="2299" y="1"/>
                    <a:pt x="2056" y="35"/>
                    <a:pt x="1835" y="113"/>
                  </a:cubicBezTo>
                  <a:cubicBezTo>
                    <a:pt x="1768" y="180"/>
                    <a:pt x="1702" y="247"/>
                    <a:pt x="1668" y="314"/>
                  </a:cubicBezTo>
                  <a:cubicBezTo>
                    <a:pt x="1101" y="580"/>
                    <a:pt x="668" y="1047"/>
                    <a:pt x="434" y="1615"/>
                  </a:cubicBezTo>
                  <a:cubicBezTo>
                    <a:pt x="0" y="2682"/>
                    <a:pt x="868" y="3516"/>
                    <a:pt x="1768" y="3883"/>
                  </a:cubicBezTo>
                  <a:cubicBezTo>
                    <a:pt x="2069" y="3994"/>
                    <a:pt x="2391" y="4053"/>
                    <a:pt x="2711" y="4053"/>
                  </a:cubicBezTo>
                  <a:cubicBezTo>
                    <a:pt x="3351" y="4053"/>
                    <a:pt x="3981" y="3816"/>
                    <a:pt x="4404" y="3282"/>
                  </a:cubicBezTo>
                  <a:cubicBezTo>
                    <a:pt x="4971" y="2582"/>
                    <a:pt x="5104" y="1581"/>
                    <a:pt x="4504" y="847"/>
                  </a:cubicBezTo>
                  <a:cubicBezTo>
                    <a:pt x="4237" y="480"/>
                    <a:pt x="3803" y="214"/>
                    <a:pt x="3336" y="113"/>
                  </a:cubicBezTo>
                  <a:cubicBezTo>
                    <a:pt x="3090" y="43"/>
                    <a:pt x="2816" y="1"/>
                    <a:pt x="2543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p53"/>
            <p:cNvSpPr/>
            <p:nvPr/>
          </p:nvSpPr>
          <p:spPr>
            <a:xfrm>
              <a:off x="5741844" y="2494603"/>
              <a:ext cx="82429" cy="70679"/>
            </a:xfrm>
            <a:custGeom>
              <a:rect b="b" l="l" r="r" t="t"/>
              <a:pathLst>
                <a:path extrusionOk="0" h="3519" w="4104">
                  <a:moveTo>
                    <a:pt x="2629" y="589"/>
                  </a:moveTo>
                  <a:cubicBezTo>
                    <a:pt x="2813" y="589"/>
                    <a:pt x="2980" y="648"/>
                    <a:pt x="3102" y="804"/>
                  </a:cubicBezTo>
                  <a:cubicBezTo>
                    <a:pt x="3436" y="1237"/>
                    <a:pt x="3269" y="1871"/>
                    <a:pt x="2969" y="2238"/>
                  </a:cubicBezTo>
                  <a:cubicBezTo>
                    <a:pt x="2635" y="2672"/>
                    <a:pt x="2035" y="2939"/>
                    <a:pt x="1501" y="2939"/>
                  </a:cubicBezTo>
                  <a:cubicBezTo>
                    <a:pt x="1234" y="2939"/>
                    <a:pt x="968" y="2872"/>
                    <a:pt x="801" y="2672"/>
                  </a:cubicBezTo>
                  <a:cubicBezTo>
                    <a:pt x="601" y="2472"/>
                    <a:pt x="567" y="2138"/>
                    <a:pt x="634" y="1871"/>
                  </a:cubicBezTo>
                  <a:cubicBezTo>
                    <a:pt x="701" y="1504"/>
                    <a:pt x="934" y="1171"/>
                    <a:pt x="1234" y="904"/>
                  </a:cubicBezTo>
                  <a:cubicBezTo>
                    <a:pt x="1283" y="976"/>
                    <a:pt x="1365" y="1031"/>
                    <a:pt x="1445" y="1031"/>
                  </a:cubicBezTo>
                  <a:cubicBezTo>
                    <a:pt x="1476" y="1031"/>
                    <a:pt x="1507" y="1023"/>
                    <a:pt x="1535" y="1004"/>
                  </a:cubicBezTo>
                  <a:cubicBezTo>
                    <a:pt x="1824" y="826"/>
                    <a:pt x="2261" y="589"/>
                    <a:pt x="2629" y="589"/>
                  </a:cubicBezTo>
                  <a:close/>
                  <a:moveTo>
                    <a:pt x="2651" y="0"/>
                  </a:moveTo>
                  <a:cubicBezTo>
                    <a:pt x="2624" y="0"/>
                    <a:pt x="2596" y="1"/>
                    <a:pt x="2569" y="3"/>
                  </a:cubicBezTo>
                  <a:cubicBezTo>
                    <a:pt x="2235" y="3"/>
                    <a:pt x="1935" y="137"/>
                    <a:pt x="1701" y="303"/>
                  </a:cubicBezTo>
                  <a:cubicBezTo>
                    <a:pt x="1034" y="404"/>
                    <a:pt x="467" y="837"/>
                    <a:pt x="200" y="1504"/>
                  </a:cubicBezTo>
                  <a:cubicBezTo>
                    <a:pt x="34" y="1905"/>
                    <a:pt x="0" y="2405"/>
                    <a:pt x="200" y="2805"/>
                  </a:cubicBezTo>
                  <a:cubicBezTo>
                    <a:pt x="401" y="3139"/>
                    <a:pt x="734" y="3372"/>
                    <a:pt x="1101" y="3472"/>
                  </a:cubicBezTo>
                  <a:cubicBezTo>
                    <a:pt x="1244" y="3503"/>
                    <a:pt x="1390" y="3518"/>
                    <a:pt x="1537" y="3518"/>
                  </a:cubicBezTo>
                  <a:cubicBezTo>
                    <a:pt x="2179" y="3518"/>
                    <a:pt x="2835" y="3233"/>
                    <a:pt x="3269" y="2772"/>
                  </a:cubicBezTo>
                  <a:cubicBezTo>
                    <a:pt x="3836" y="2238"/>
                    <a:pt x="4103" y="1304"/>
                    <a:pt x="3703" y="604"/>
                  </a:cubicBezTo>
                  <a:cubicBezTo>
                    <a:pt x="3484" y="229"/>
                    <a:pt x="3061" y="0"/>
                    <a:pt x="2651" y="0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p53"/>
            <p:cNvSpPr/>
            <p:nvPr/>
          </p:nvSpPr>
          <p:spPr>
            <a:xfrm>
              <a:off x="7676732" y="2497334"/>
              <a:ext cx="66361" cy="64955"/>
            </a:xfrm>
            <a:custGeom>
              <a:rect b="b" l="l" r="r" t="t"/>
              <a:pathLst>
                <a:path extrusionOk="0" h="3234" w="3304">
                  <a:moveTo>
                    <a:pt x="1302" y="434"/>
                  </a:moveTo>
                  <a:cubicBezTo>
                    <a:pt x="1335" y="468"/>
                    <a:pt x="1368" y="501"/>
                    <a:pt x="1435" y="501"/>
                  </a:cubicBezTo>
                  <a:cubicBezTo>
                    <a:pt x="1568" y="534"/>
                    <a:pt x="1735" y="568"/>
                    <a:pt x="1902" y="601"/>
                  </a:cubicBezTo>
                  <a:cubicBezTo>
                    <a:pt x="2035" y="601"/>
                    <a:pt x="2169" y="601"/>
                    <a:pt x="2302" y="668"/>
                  </a:cubicBezTo>
                  <a:cubicBezTo>
                    <a:pt x="2536" y="735"/>
                    <a:pt x="2769" y="868"/>
                    <a:pt x="2836" y="1101"/>
                  </a:cubicBezTo>
                  <a:cubicBezTo>
                    <a:pt x="3003" y="1602"/>
                    <a:pt x="2703" y="2202"/>
                    <a:pt x="2336" y="2536"/>
                  </a:cubicBezTo>
                  <a:cubicBezTo>
                    <a:pt x="2092" y="2739"/>
                    <a:pt x="1737" y="2855"/>
                    <a:pt x="1399" y="2855"/>
                  </a:cubicBezTo>
                  <a:cubicBezTo>
                    <a:pt x="1182" y="2855"/>
                    <a:pt x="971" y="2807"/>
                    <a:pt x="801" y="2703"/>
                  </a:cubicBezTo>
                  <a:cubicBezTo>
                    <a:pt x="568" y="2536"/>
                    <a:pt x="501" y="2236"/>
                    <a:pt x="468" y="1969"/>
                  </a:cubicBezTo>
                  <a:cubicBezTo>
                    <a:pt x="434" y="1669"/>
                    <a:pt x="434" y="1368"/>
                    <a:pt x="568" y="1135"/>
                  </a:cubicBezTo>
                  <a:cubicBezTo>
                    <a:pt x="701" y="801"/>
                    <a:pt x="1001" y="568"/>
                    <a:pt x="1302" y="434"/>
                  </a:cubicBezTo>
                  <a:close/>
                  <a:moveTo>
                    <a:pt x="1802" y="1"/>
                  </a:moveTo>
                  <a:cubicBezTo>
                    <a:pt x="1735" y="1"/>
                    <a:pt x="1702" y="1"/>
                    <a:pt x="1635" y="34"/>
                  </a:cubicBezTo>
                  <a:lnTo>
                    <a:pt x="1502" y="34"/>
                  </a:lnTo>
                  <a:cubicBezTo>
                    <a:pt x="1468" y="67"/>
                    <a:pt x="1435" y="67"/>
                    <a:pt x="1402" y="67"/>
                  </a:cubicBezTo>
                  <a:cubicBezTo>
                    <a:pt x="935" y="167"/>
                    <a:pt x="534" y="434"/>
                    <a:pt x="268" y="835"/>
                  </a:cubicBezTo>
                  <a:cubicBezTo>
                    <a:pt x="67" y="1135"/>
                    <a:pt x="1" y="1502"/>
                    <a:pt x="34" y="1869"/>
                  </a:cubicBezTo>
                  <a:cubicBezTo>
                    <a:pt x="67" y="2236"/>
                    <a:pt x="134" y="2669"/>
                    <a:pt x="401" y="2903"/>
                  </a:cubicBezTo>
                  <a:cubicBezTo>
                    <a:pt x="652" y="3138"/>
                    <a:pt x="970" y="3233"/>
                    <a:pt x="1295" y="3233"/>
                  </a:cubicBezTo>
                  <a:cubicBezTo>
                    <a:pt x="1660" y="3233"/>
                    <a:pt x="2035" y="3113"/>
                    <a:pt x="2336" y="2936"/>
                  </a:cubicBezTo>
                  <a:cubicBezTo>
                    <a:pt x="2936" y="2603"/>
                    <a:pt x="3303" y="1935"/>
                    <a:pt x="3270" y="1235"/>
                  </a:cubicBezTo>
                  <a:cubicBezTo>
                    <a:pt x="3270" y="835"/>
                    <a:pt x="3070" y="468"/>
                    <a:pt x="2736" y="268"/>
                  </a:cubicBezTo>
                  <a:lnTo>
                    <a:pt x="2736" y="234"/>
                  </a:lnTo>
                  <a:cubicBezTo>
                    <a:pt x="2536" y="134"/>
                    <a:pt x="2336" y="67"/>
                    <a:pt x="2136" y="34"/>
                  </a:cubicBezTo>
                  <a:cubicBezTo>
                    <a:pt x="2002" y="1"/>
                    <a:pt x="1902" y="1"/>
                    <a:pt x="1802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p53"/>
            <p:cNvSpPr/>
            <p:nvPr/>
          </p:nvSpPr>
          <p:spPr>
            <a:xfrm>
              <a:off x="7842895" y="3104865"/>
              <a:ext cx="330981" cy="306316"/>
            </a:xfrm>
            <a:custGeom>
              <a:rect b="b" l="l" r="r" t="t"/>
              <a:pathLst>
                <a:path extrusionOk="0" h="15251" w="16479">
                  <a:moveTo>
                    <a:pt x="2003" y="0"/>
                  </a:moveTo>
                  <a:cubicBezTo>
                    <a:pt x="1457" y="0"/>
                    <a:pt x="981" y="376"/>
                    <a:pt x="734" y="808"/>
                  </a:cubicBezTo>
                  <a:cubicBezTo>
                    <a:pt x="0" y="2109"/>
                    <a:pt x="1001" y="3610"/>
                    <a:pt x="1802" y="4611"/>
                  </a:cubicBezTo>
                  <a:cubicBezTo>
                    <a:pt x="2702" y="5745"/>
                    <a:pt x="3803" y="6712"/>
                    <a:pt x="4770" y="7813"/>
                  </a:cubicBezTo>
                  <a:cubicBezTo>
                    <a:pt x="5804" y="8947"/>
                    <a:pt x="6605" y="10282"/>
                    <a:pt x="7639" y="11416"/>
                  </a:cubicBezTo>
                  <a:cubicBezTo>
                    <a:pt x="8540" y="12417"/>
                    <a:pt x="9607" y="13250"/>
                    <a:pt x="10808" y="13918"/>
                  </a:cubicBezTo>
                  <a:cubicBezTo>
                    <a:pt x="11563" y="14310"/>
                    <a:pt x="13222" y="15251"/>
                    <a:pt x="14247" y="15251"/>
                  </a:cubicBezTo>
                  <a:cubicBezTo>
                    <a:pt x="14353" y="15251"/>
                    <a:pt x="14453" y="15241"/>
                    <a:pt x="14544" y="15219"/>
                  </a:cubicBezTo>
                  <a:cubicBezTo>
                    <a:pt x="16479" y="14718"/>
                    <a:pt x="15044" y="11516"/>
                    <a:pt x="14444" y="10448"/>
                  </a:cubicBezTo>
                  <a:cubicBezTo>
                    <a:pt x="13710" y="9181"/>
                    <a:pt x="12709" y="8080"/>
                    <a:pt x="11642" y="7079"/>
                  </a:cubicBezTo>
                  <a:cubicBezTo>
                    <a:pt x="10508" y="6079"/>
                    <a:pt x="9307" y="5145"/>
                    <a:pt x="8106" y="4244"/>
                  </a:cubicBezTo>
                  <a:cubicBezTo>
                    <a:pt x="6738" y="3210"/>
                    <a:pt x="5404" y="2176"/>
                    <a:pt x="4036" y="1142"/>
                  </a:cubicBezTo>
                  <a:cubicBezTo>
                    <a:pt x="3703" y="908"/>
                    <a:pt x="3403" y="641"/>
                    <a:pt x="3069" y="408"/>
                  </a:cubicBezTo>
                  <a:cubicBezTo>
                    <a:pt x="2769" y="208"/>
                    <a:pt x="2469" y="41"/>
                    <a:pt x="2135" y="8"/>
                  </a:cubicBezTo>
                  <a:cubicBezTo>
                    <a:pt x="2091" y="3"/>
                    <a:pt x="2047" y="0"/>
                    <a:pt x="20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0" name="Google Shape;1470;p53"/>
            <p:cNvSpPr/>
            <p:nvPr/>
          </p:nvSpPr>
          <p:spPr>
            <a:xfrm>
              <a:off x="8065317" y="2891743"/>
              <a:ext cx="215090" cy="532132"/>
            </a:xfrm>
            <a:custGeom>
              <a:rect b="b" l="l" r="r" t="t"/>
              <a:pathLst>
                <a:path extrusionOk="0" h="26494" w="10709">
                  <a:moveTo>
                    <a:pt x="3734" y="1"/>
                  </a:moveTo>
                  <a:cubicBezTo>
                    <a:pt x="2836" y="1"/>
                    <a:pt x="1965" y="601"/>
                    <a:pt x="1469" y="1345"/>
                  </a:cubicBezTo>
                  <a:cubicBezTo>
                    <a:pt x="901" y="2179"/>
                    <a:pt x="701" y="3147"/>
                    <a:pt x="535" y="4147"/>
                  </a:cubicBezTo>
                  <a:cubicBezTo>
                    <a:pt x="1" y="7983"/>
                    <a:pt x="768" y="12020"/>
                    <a:pt x="2669" y="15389"/>
                  </a:cubicBezTo>
                  <a:cubicBezTo>
                    <a:pt x="3270" y="16456"/>
                    <a:pt x="3970" y="17457"/>
                    <a:pt x="4471" y="18558"/>
                  </a:cubicBezTo>
                  <a:cubicBezTo>
                    <a:pt x="5171" y="19992"/>
                    <a:pt x="5505" y="21593"/>
                    <a:pt x="5605" y="23194"/>
                  </a:cubicBezTo>
                  <a:cubicBezTo>
                    <a:pt x="5638" y="23895"/>
                    <a:pt x="5605" y="24629"/>
                    <a:pt x="5905" y="25262"/>
                  </a:cubicBezTo>
                  <a:cubicBezTo>
                    <a:pt x="6155" y="25762"/>
                    <a:pt x="6937" y="26493"/>
                    <a:pt x="7615" y="26493"/>
                  </a:cubicBezTo>
                  <a:cubicBezTo>
                    <a:pt x="7751" y="26493"/>
                    <a:pt x="7884" y="26464"/>
                    <a:pt x="8007" y="26397"/>
                  </a:cubicBezTo>
                  <a:cubicBezTo>
                    <a:pt x="8674" y="26063"/>
                    <a:pt x="9107" y="23995"/>
                    <a:pt x="9341" y="23328"/>
                  </a:cubicBezTo>
                  <a:cubicBezTo>
                    <a:pt x="10175" y="20959"/>
                    <a:pt x="10708" y="18391"/>
                    <a:pt x="10241" y="15889"/>
                  </a:cubicBezTo>
                  <a:cubicBezTo>
                    <a:pt x="9975" y="14421"/>
                    <a:pt x="9374" y="13020"/>
                    <a:pt x="9041" y="11586"/>
                  </a:cubicBezTo>
                  <a:cubicBezTo>
                    <a:pt x="8574" y="9651"/>
                    <a:pt x="8574" y="7650"/>
                    <a:pt x="8207" y="5682"/>
                  </a:cubicBezTo>
                  <a:cubicBezTo>
                    <a:pt x="7873" y="3747"/>
                    <a:pt x="7073" y="1746"/>
                    <a:pt x="5438" y="611"/>
                  </a:cubicBezTo>
                  <a:cubicBezTo>
                    <a:pt x="5004" y="278"/>
                    <a:pt x="4504" y="44"/>
                    <a:pt x="3937" y="11"/>
                  </a:cubicBezTo>
                  <a:cubicBezTo>
                    <a:pt x="3869" y="4"/>
                    <a:pt x="3801" y="1"/>
                    <a:pt x="37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p53"/>
            <p:cNvSpPr/>
            <p:nvPr/>
          </p:nvSpPr>
          <p:spPr>
            <a:xfrm>
              <a:off x="8252910" y="3113542"/>
              <a:ext cx="173554" cy="394068"/>
            </a:xfrm>
            <a:custGeom>
              <a:rect b="b" l="l" r="r" t="t"/>
              <a:pathLst>
                <a:path extrusionOk="0" h="19620" w="8641">
                  <a:moveTo>
                    <a:pt x="7034" y="1"/>
                  </a:moveTo>
                  <a:cubicBezTo>
                    <a:pt x="6553" y="1"/>
                    <a:pt x="6104" y="308"/>
                    <a:pt x="5738" y="643"/>
                  </a:cubicBezTo>
                  <a:cubicBezTo>
                    <a:pt x="3770" y="2344"/>
                    <a:pt x="3070" y="5013"/>
                    <a:pt x="2469" y="7515"/>
                  </a:cubicBezTo>
                  <a:cubicBezTo>
                    <a:pt x="1969" y="9683"/>
                    <a:pt x="1435" y="11818"/>
                    <a:pt x="935" y="13953"/>
                  </a:cubicBezTo>
                  <a:cubicBezTo>
                    <a:pt x="568" y="15554"/>
                    <a:pt x="1" y="17655"/>
                    <a:pt x="868" y="19156"/>
                  </a:cubicBezTo>
                  <a:cubicBezTo>
                    <a:pt x="935" y="19323"/>
                    <a:pt x="1068" y="19457"/>
                    <a:pt x="1202" y="19557"/>
                  </a:cubicBezTo>
                  <a:cubicBezTo>
                    <a:pt x="1288" y="19600"/>
                    <a:pt x="1375" y="19619"/>
                    <a:pt x="1461" y="19619"/>
                  </a:cubicBezTo>
                  <a:cubicBezTo>
                    <a:pt x="1836" y="19619"/>
                    <a:pt x="2191" y="19249"/>
                    <a:pt x="2436" y="18923"/>
                  </a:cubicBezTo>
                  <a:cubicBezTo>
                    <a:pt x="5138" y="15053"/>
                    <a:pt x="7673" y="9883"/>
                    <a:pt x="8407" y="4980"/>
                  </a:cubicBezTo>
                  <a:cubicBezTo>
                    <a:pt x="8507" y="4179"/>
                    <a:pt x="8574" y="3378"/>
                    <a:pt x="8607" y="2611"/>
                  </a:cubicBezTo>
                  <a:cubicBezTo>
                    <a:pt x="8640" y="1510"/>
                    <a:pt x="8273" y="109"/>
                    <a:pt x="7173" y="9"/>
                  </a:cubicBezTo>
                  <a:cubicBezTo>
                    <a:pt x="7126" y="4"/>
                    <a:pt x="7080" y="1"/>
                    <a:pt x="70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p53"/>
            <p:cNvSpPr/>
            <p:nvPr/>
          </p:nvSpPr>
          <p:spPr>
            <a:xfrm>
              <a:off x="8244214" y="3261789"/>
              <a:ext cx="117939" cy="373702"/>
            </a:xfrm>
            <a:custGeom>
              <a:rect b="b" l="l" r="r" t="t"/>
              <a:pathLst>
                <a:path extrusionOk="0" h="18606" w="5872">
                  <a:moveTo>
                    <a:pt x="5738" y="0"/>
                  </a:moveTo>
                  <a:cubicBezTo>
                    <a:pt x="5471" y="234"/>
                    <a:pt x="5437" y="601"/>
                    <a:pt x="5371" y="934"/>
                  </a:cubicBezTo>
                  <a:cubicBezTo>
                    <a:pt x="5271" y="1301"/>
                    <a:pt x="5171" y="1701"/>
                    <a:pt x="5070" y="2068"/>
                  </a:cubicBezTo>
                  <a:cubicBezTo>
                    <a:pt x="4837" y="2869"/>
                    <a:pt x="4603" y="3703"/>
                    <a:pt x="4337" y="4503"/>
                  </a:cubicBezTo>
                  <a:cubicBezTo>
                    <a:pt x="3770" y="6138"/>
                    <a:pt x="3102" y="7739"/>
                    <a:pt x="2435" y="9340"/>
                  </a:cubicBezTo>
                  <a:cubicBezTo>
                    <a:pt x="1201" y="12209"/>
                    <a:pt x="0" y="15211"/>
                    <a:pt x="200" y="18380"/>
                  </a:cubicBezTo>
                  <a:cubicBezTo>
                    <a:pt x="200" y="18530"/>
                    <a:pt x="309" y="18605"/>
                    <a:pt x="417" y="18605"/>
                  </a:cubicBezTo>
                  <a:cubicBezTo>
                    <a:pt x="526" y="18605"/>
                    <a:pt x="634" y="18530"/>
                    <a:pt x="634" y="18380"/>
                  </a:cubicBezTo>
                  <a:cubicBezTo>
                    <a:pt x="400" y="15044"/>
                    <a:pt x="1768" y="11942"/>
                    <a:pt x="3036" y="8940"/>
                  </a:cubicBezTo>
                  <a:cubicBezTo>
                    <a:pt x="3669" y="7472"/>
                    <a:pt x="4270" y="5971"/>
                    <a:pt x="4770" y="4437"/>
                  </a:cubicBezTo>
                  <a:cubicBezTo>
                    <a:pt x="5037" y="3603"/>
                    <a:pt x="5271" y="2802"/>
                    <a:pt x="5504" y="1968"/>
                  </a:cubicBezTo>
                  <a:cubicBezTo>
                    <a:pt x="5571" y="1601"/>
                    <a:pt x="5671" y="1201"/>
                    <a:pt x="5738" y="834"/>
                  </a:cubicBezTo>
                  <a:cubicBezTo>
                    <a:pt x="5804" y="534"/>
                    <a:pt x="5871" y="267"/>
                    <a:pt x="5771" y="0"/>
                  </a:cubicBezTo>
                  <a:close/>
                </a:path>
              </a:pathLst>
            </a:custGeom>
            <a:solidFill>
              <a:srgbClr val="2222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3" name="Google Shape;1473;p53"/>
            <p:cNvSpPr/>
            <p:nvPr/>
          </p:nvSpPr>
          <p:spPr>
            <a:xfrm>
              <a:off x="8022596" y="3119969"/>
              <a:ext cx="206213" cy="499775"/>
            </a:xfrm>
            <a:custGeom>
              <a:rect b="b" l="l" r="r" t="t"/>
              <a:pathLst>
                <a:path extrusionOk="0" h="24883" w="10267">
                  <a:moveTo>
                    <a:pt x="7942" y="0"/>
                  </a:moveTo>
                  <a:cubicBezTo>
                    <a:pt x="7817" y="0"/>
                    <a:pt x="7696" y="129"/>
                    <a:pt x="7765" y="290"/>
                  </a:cubicBezTo>
                  <a:cubicBezTo>
                    <a:pt x="9667" y="3926"/>
                    <a:pt x="9767" y="8029"/>
                    <a:pt x="9533" y="11998"/>
                  </a:cubicBezTo>
                  <a:cubicBezTo>
                    <a:pt x="9400" y="14100"/>
                    <a:pt x="9233" y="16168"/>
                    <a:pt x="9166" y="18269"/>
                  </a:cubicBezTo>
                  <a:cubicBezTo>
                    <a:pt x="9166" y="18870"/>
                    <a:pt x="9166" y="19470"/>
                    <a:pt x="9166" y="20104"/>
                  </a:cubicBezTo>
                  <a:cubicBezTo>
                    <a:pt x="9066" y="19870"/>
                    <a:pt x="8999" y="19637"/>
                    <a:pt x="8899" y="19403"/>
                  </a:cubicBezTo>
                  <a:cubicBezTo>
                    <a:pt x="8266" y="17902"/>
                    <a:pt x="7532" y="16468"/>
                    <a:pt x="6664" y="15100"/>
                  </a:cubicBezTo>
                  <a:cubicBezTo>
                    <a:pt x="4896" y="12198"/>
                    <a:pt x="2695" y="9630"/>
                    <a:pt x="360" y="7195"/>
                  </a:cubicBezTo>
                  <a:cubicBezTo>
                    <a:pt x="328" y="7154"/>
                    <a:pt x="287" y="7137"/>
                    <a:pt x="247" y="7137"/>
                  </a:cubicBezTo>
                  <a:cubicBezTo>
                    <a:pt x="123" y="7137"/>
                    <a:pt x="0" y="7302"/>
                    <a:pt x="126" y="7428"/>
                  </a:cubicBezTo>
                  <a:cubicBezTo>
                    <a:pt x="2328" y="9897"/>
                    <a:pt x="4429" y="12465"/>
                    <a:pt x="6164" y="15300"/>
                  </a:cubicBezTo>
                  <a:cubicBezTo>
                    <a:pt x="6998" y="16668"/>
                    <a:pt x="7765" y="18136"/>
                    <a:pt x="8399" y="19637"/>
                  </a:cubicBezTo>
                  <a:cubicBezTo>
                    <a:pt x="8733" y="20471"/>
                    <a:pt x="8999" y="21305"/>
                    <a:pt x="9233" y="22139"/>
                  </a:cubicBezTo>
                  <a:cubicBezTo>
                    <a:pt x="9266" y="23006"/>
                    <a:pt x="9300" y="23840"/>
                    <a:pt x="9366" y="24707"/>
                  </a:cubicBezTo>
                  <a:cubicBezTo>
                    <a:pt x="9383" y="24824"/>
                    <a:pt x="9491" y="24882"/>
                    <a:pt x="9592" y="24882"/>
                  </a:cubicBezTo>
                  <a:cubicBezTo>
                    <a:pt x="9692" y="24882"/>
                    <a:pt x="9783" y="24824"/>
                    <a:pt x="9767" y="24707"/>
                  </a:cubicBezTo>
                  <a:cubicBezTo>
                    <a:pt x="9767" y="24474"/>
                    <a:pt x="9733" y="24240"/>
                    <a:pt x="9733" y="24040"/>
                  </a:cubicBezTo>
                  <a:lnTo>
                    <a:pt x="9733" y="24040"/>
                  </a:lnTo>
                  <a:cubicBezTo>
                    <a:pt x="9767" y="24107"/>
                    <a:pt x="9767" y="24207"/>
                    <a:pt x="9800" y="24307"/>
                  </a:cubicBezTo>
                  <a:cubicBezTo>
                    <a:pt x="9830" y="24412"/>
                    <a:pt x="9928" y="24463"/>
                    <a:pt x="10026" y="24463"/>
                  </a:cubicBezTo>
                  <a:cubicBezTo>
                    <a:pt x="10146" y="24463"/>
                    <a:pt x="10267" y="24387"/>
                    <a:pt x="10267" y="24240"/>
                  </a:cubicBezTo>
                  <a:cubicBezTo>
                    <a:pt x="10167" y="23239"/>
                    <a:pt x="9900" y="22239"/>
                    <a:pt x="9600" y="21271"/>
                  </a:cubicBezTo>
                  <a:lnTo>
                    <a:pt x="9600" y="21305"/>
                  </a:lnTo>
                  <a:cubicBezTo>
                    <a:pt x="9533" y="19036"/>
                    <a:pt x="9600" y="16802"/>
                    <a:pt x="9767" y="14533"/>
                  </a:cubicBezTo>
                  <a:cubicBezTo>
                    <a:pt x="10000" y="11331"/>
                    <a:pt x="10267" y="8095"/>
                    <a:pt x="9733" y="4893"/>
                  </a:cubicBezTo>
                  <a:cubicBezTo>
                    <a:pt x="9433" y="3225"/>
                    <a:pt x="8933" y="1591"/>
                    <a:pt x="8099" y="90"/>
                  </a:cubicBezTo>
                  <a:cubicBezTo>
                    <a:pt x="8057" y="27"/>
                    <a:pt x="7999" y="0"/>
                    <a:pt x="7942" y="0"/>
                  </a:cubicBezTo>
                  <a:close/>
                </a:path>
              </a:pathLst>
            </a:custGeom>
            <a:solidFill>
              <a:srgbClr val="2222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4" name="Google Shape;1474;p53"/>
            <p:cNvSpPr/>
            <p:nvPr/>
          </p:nvSpPr>
          <p:spPr>
            <a:xfrm>
              <a:off x="8104181" y="3533801"/>
              <a:ext cx="217099" cy="203963"/>
            </a:xfrm>
            <a:custGeom>
              <a:rect b="b" l="l" r="r" t="t"/>
              <a:pathLst>
                <a:path extrusionOk="0" h="10155" w="10809">
                  <a:moveTo>
                    <a:pt x="34" y="0"/>
                  </a:moveTo>
                  <a:lnTo>
                    <a:pt x="1" y="634"/>
                  </a:lnTo>
                  <a:cubicBezTo>
                    <a:pt x="201" y="1101"/>
                    <a:pt x="501" y="2669"/>
                    <a:pt x="668" y="3136"/>
                  </a:cubicBezTo>
                  <a:cubicBezTo>
                    <a:pt x="1268" y="5137"/>
                    <a:pt x="1402" y="7205"/>
                    <a:pt x="1301" y="9274"/>
                  </a:cubicBezTo>
                  <a:cubicBezTo>
                    <a:pt x="1301" y="9574"/>
                    <a:pt x="1268" y="9841"/>
                    <a:pt x="1235" y="10141"/>
                  </a:cubicBezTo>
                  <a:cubicBezTo>
                    <a:pt x="1792" y="10151"/>
                    <a:pt x="2686" y="10155"/>
                    <a:pt x="3702" y="10155"/>
                  </a:cubicBezTo>
                  <a:cubicBezTo>
                    <a:pt x="6155" y="10155"/>
                    <a:pt x="9316" y="10131"/>
                    <a:pt x="10141" y="10108"/>
                  </a:cubicBezTo>
                  <a:cubicBezTo>
                    <a:pt x="9607" y="6805"/>
                    <a:pt x="10108" y="3336"/>
                    <a:pt x="10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5" name="Google Shape;1475;p53"/>
            <p:cNvSpPr/>
            <p:nvPr/>
          </p:nvSpPr>
          <p:spPr>
            <a:xfrm>
              <a:off x="6793896" y="3731437"/>
              <a:ext cx="1627206" cy="777189"/>
            </a:xfrm>
            <a:custGeom>
              <a:rect b="b" l="l" r="r" t="t"/>
              <a:pathLst>
                <a:path extrusionOk="0" h="38695" w="81016">
                  <a:moveTo>
                    <a:pt x="18604" y="1"/>
                  </a:moveTo>
                  <a:cubicBezTo>
                    <a:pt x="15736" y="1"/>
                    <a:pt x="12833" y="34"/>
                    <a:pt x="9931" y="34"/>
                  </a:cubicBezTo>
                  <a:cubicBezTo>
                    <a:pt x="9198" y="34"/>
                    <a:pt x="8472" y="26"/>
                    <a:pt x="7747" y="26"/>
                  </a:cubicBezTo>
                  <a:cubicBezTo>
                    <a:pt x="7021" y="26"/>
                    <a:pt x="6295" y="34"/>
                    <a:pt x="5562" y="67"/>
                  </a:cubicBezTo>
                  <a:cubicBezTo>
                    <a:pt x="4628" y="134"/>
                    <a:pt x="3694" y="201"/>
                    <a:pt x="2726" y="301"/>
                  </a:cubicBezTo>
                  <a:cubicBezTo>
                    <a:pt x="2126" y="301"/>
                    <a:pt x="1525" y="301"/>
                    <a:pt x="892" y="268"/>
                  </a:cubicBezTo>
                  <a:cubicBezTo>
                    <a:pt x="882" y="267"/>
                    <a:pt x="872" y="267"/>
                    <a:pt x="862" y="267"/>
                  </a:cubicBezTo>
                  <a:cubicBezTo>
                    <a:pt x="1" y="267"/>
                    <a:pt x="1" y="1702"/>
                    <a:pt x="862" y="1702"/>
                  </a:cubicBezTo>
                  <a:cubicBezTo>
                    <a:pt x="872" y="1702"/>
                    <a:pt x="882" y="1702"/>
                    <a:pt x="892" y="1702"/>
                  </a:cubicBezTo>
                  <a:cubicBezTo>
                    <a:pt x="1525" y="1702"/>
                    <a:pt x="2126" y="1702"/>
                    <a:pt x="2760" y="1669"/>
                  </a:cubicBezTo>
                  <a:cubicBezTo>
                    <a:pt x="3560" y="1769"/>
                    <a:pt x="4361" y="1835"/>
                    <a:pt x="5161" y="1902"/>
                  </a:cubicBezTo>
                  <a:cubicBezTo>
                    <a:pt x="5795" y="1935"/>
                    <a:pt x="6429" y="1944"/>
                    <a:pt x="7067" y="1944"/>
                  </a:cubicBezTo>
                  <a:cubicBezTo>
                    <a:pt x="7705" y="1944"/>
                    <a:pt x="8347" y="1935"/>
                    <a:pt x="8997" y="1935"/>
                  </a:cubicBezTo>
                  <a:lnTo>
                    <a:pt x="12934" y="1935"/>
                  </a:lnTo>
                  <a:cubicBezTo>
                    <a:pt x="12900" y="2102"/>
                    <a:pt x="12867" y="2302"/>
                    <a:pt x="12800" y="2436"/>
                  </a:cubicBezTo>
                  <a:cubicBezTo>
                    <a:pt x="12633" y="3170"/>
                    <a:pt x="12467" y="3937"/>
                    <a:pt x="12300" y="4671"/>
                  </a:cubicBezTo>
                  <a:cubicBezTo>
                    <a:pt x="11699" y="7506"/>
                    <a:pt x="11099" y="10341"/>
                    <a:pt x="10498" y="13177"/>
                  </a:cubicBezTo>
                  <a:cubicBezTo>
                    <a:pt x="9298" y="18914"/>
                    <a:pt x="8163" y="24685"/>
                    <a:pt x="6996" y="30422"/>
                  </a:cubicBezTo>
                  <a:cubicBezTo>
                    <a:pt x="6662" y="32057"/>
                    <a:pt x="6329" y="33658"/>
                    <a:pt x="6029" y="35293"/>
                  </a:cubicBezTo>
                  <a:cubicBezTo>
                    <a:pt x="5862" y="36093"/>
                    <a:pt x="5695" y="36927"/>
                    <a:pt x="5528" y="37728"/>
                  </a:cubicBezTo>
                  <a:cubicBezTo>
                    <a:pt x="5462" y="38061"/>
                    <a:pt x="5395" y="38361"/>
                    <a:pt x="5295" y="38695"/>
                  </a:cubicBezTo>
                  <a:lnTo>
                    <a:pt x="7530" y="38695"/>
                  </a:lnTo>
                  <a:cubicBezTo>
                    <a:pt x="7663" y="38095"/>
                    <a:pt x="7763" y="37461"/>
                    <a:pt x="7863" y="36894"/>
                  </a:cubicBezTo>
                  <a:cubicBezTo>
                    <a:pt x="8130" y="35593"/>
                    <a:pt x="8397" y="34292"/>
                    <a:pt x="8630" y="33024"/>
                  </a:cubicBezTo>
                  <a:cubicBezTo>
                    <a:pt x="9164" y="30456"/>
                    <a:pt x="9698" y="27887"/>
                    <a:pt x="10198" y="25319"/>
                  </a:cubicBezTo>
                  <a:cubicBezTo>
                    <a:pt x="11232" y="20215"/>
                    <a:pt x="12266" y="15145"/>
                    <a:pt x="13234" y="10075"/>
                  </a:cubicBezTo>
                  <a:cubicBezTo>
                    <a:pt x="13501" y="8640"/>
                    <a:pt x="13767" y="7206"/>
                    <a:pt x="14068" y="5805"/>
                  </a:cubicBezTo>
                  <a:cubicBezTo>
                    <a:pt x="14201" y="5038"/>
                    <a:pt x="14335" y="4304"/>
                    <a:pt x="14468" y="3537"/>
                  </a:cubicBezTo>
                  <a:cubicBezTo>
                    <a:pt x="14535" y="3203"/>
                    <a:pt x="14568" y="2869"/>
                    <a:pt x="14635" y="2536"/>
                  </a:cubicBezTo>
                  <a:cubicBezTo>
                    <a:pt x="14668" y="2369"/>
                    <a:pt x="14701" y="2236"/>
                    <a:pt x="14701" y="2102"/>
                  </a:cubicBezTo>
                  <a:cubicBezTo>
                    <a:pt x="14768" y="2069"/>
                    <a:pt x="14802" y="2002"/>
                    <a:pt x="14868" y="1969"/>
                  </a:cubicBezTo>
                  <a:lnTo>
                    <a:pt x="32081" y="1969"/>
                  </a:lnTo>
                  <a:cubicBezTo>
                    <a:pt x="42288" y="1935"/>
                    <a:pt x="52495" y="1935"/>
                    <a:pt x="62702" y="1902"/>
                  </a:cubicBezTo>
                  <a:lnTo>
                    <a:pt x="68907" y="1902"/>
                  </a:lnTo>
                  <a:cubicBezTo>
                    <a:pt x="69107" y="3270"/>
                    <a:pt x="69541" y="4637"/>
                    <a:pt x="69874" y="5972"/>
                  </a:cubicBezTo>
                  <a:cubicBezTo>
                    <a:pt x="70241" y="7439"/>
                    <a:pt x="70641" y="8907"/>
                    <a:pt x="71042" y="10341"/>
                  </a:cubicBezTo>
                  <a:cubicBezTo>
                    <a:pt x="71842" y="13277"/>
                    <a:pt x="72643" y="16212"/>
                    <a:pt x="73477" y="19114"/>
                  </a:cubicBezTo>
                  <a:cubicBezTo>
                    <a:pt x="75111" y="25052"/>
                    <a:pt x="76779" y="30956"/>
                    <a:pt x="78414" y="36860"/>
                  </a:cubicBezTo>
                  <a:cubicBezTo>
                    <a:pt x="78580" y="37461"/>
                    <a:pt x="78781" y="38095"/>
                    <a:pt x="78947" y="38695"/>
                  </a:cubicBezTo>
                  <a:lnTo>
                    <a:pt x="81015" y="38695"/>
                  </a:lnTo>
                  <a:cubicBezTo>
                    <a:pt x="80949" y="38462"/>
                    <a:pt x="80882" y="38261"/>
                    <a:pt x="80815" y="38028"/>
                  </a:cubicBezTo>
                  <a:lnTo>
                    <a:pt x="80282" y="36127"/>
                  </a:lnTo>
                  <a:lnTo>
                    <a:pt x="79181" y="32257"/>
                  </a:lnTo>
                  <a:cubicBezTo>
                    <a:pt x="78480" y="29722"/>
                    <a:pt x="77746" y="27220"/>
                    <a:pt x="77046" y="24685"/>
                  </a:cubicBezTo>
                  <a:cubicBezTo>
                    <a:pt x="75612" y="19615"/>
                    <a:pt x="74177" y="14544"/>
                    <a:pt x="72710" y="9474"/>
                  </a:cubicBezTo>
                  <a:cubicBezTo>
                    <a:pt x="72309" y="8073"/>
                    <a:pt x="71909" y="6705"/>
                    <a:pt x="71475" y="5304"/>
                  </a:cubicBezTo>
                  <a:cubicBezTo>
                    <a:pt x="71108" y="4170"/>
                    <a:pt x="70808" y="3003"/>
                    <a:pt x="70375" y="1902"/>
                  </a:cubicBezTo>
                  <a:cubicBezTo>
                    <a:pt x="73610" y="1902"/>
                    <a:pt x="76879" y="1902"/>
                    <a:pt x="80115" y="1869"/>
                  </a:cubicBezTo>
                  <a:cubicBezTo>
                    <a:pt x="80649" y="1869"/>
                    <a:pt x="80949" y="1435"/>
                    <a:pt x="80915" y="1001"/>
                  </a:cubicBezTo>
                  <a:cubicBezTo>
                    <a:pt x="80949" y="568"/>
                    <a:pt x="80649" y="134"/>
                    <a:pt x="80115" y="134"/>
                  </a:cubicBezTo>
                  <a:cubicBezTo>
                    <a:pt x="73266" y="45"/>
                    <a:pt x="66401" y="45"/>
                    <a:pt x="59542" y="45"/>
                  </a:cubicBezTo>
                  <a:cubicBezTo>
                    <a:pt x="56113" y="45"/>
                    <a:pt x="52684" y="45"/>
                    <a:pt x="49259" y="34"/>
                  </a:cubicBezTo>
                  <a:cubicBezTo>
                    <a:pt x="39052" y="34"/>
                    <a:pt x="28845" y="34"/>
                    <a:pt x="186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p53"/>
            <p:cNvSpPr/>
            <p:nvPr/>
          </p:nvSpPr>
          <p:spPr>
            <a:xfrm>
              <a:off x="5729773" y="1596221"/>
              <a:ext cx="426123" cy="434157"/>
            </a:xfrm>
            <a:custGeom>
              <a:rect b="b" l="l" r="r" t="t"/>
              <a:pathLst>
                <a:path extrusionOk="0" h="21616" w="21216">
                  <a:moveTo>
                    <a:pt x="10620" y="3500"/>
                  </a:moveTo>
                  <a:cubicBezTo>
                    <a:pt x="14228" y="3500"/>
                    <a:pt x="17338" y="6316"/>
                    <a:pt x="17713" y="10074"/>
                  </a:cubicBezTo>
                  <a:cubicBezTo>
                    <a:pt x="18114" y="14077"/>
                    <a:pt x="15245" y="17646"/>
                    <a:pt x="11342" y="18046"/>
                  </a:cubicBezTo>
                  <a:cubicBezTo>
                    <a:pt x="11099" y="18071"/>
                    <a:pt x="10857" y="18083"/>
                    <a:pt x="10617" y="18083"/>
                  </a:cubicBezTo>
                  <a:cubicBezTo>
                    <a:pt x="6984" y="18083"/>
                    <a:pt x="3879" y="15297"/>
                    <a:pt x="3503" y="11542"/>
                  </a:cubicBezTo>
                  <a:cubicBezTo>
                    <a:pt x="3103" y="7539"/>
                    <a:pt x="5972" y="3936"/>
                    <a:pt x="9908" y="3536"/>
                  </a:cubicBezTo>
                  <a:cubicBezTo>
                    <a:pt x="10147" y="3512"/>
                    <a:pt x="10385" y="3500"/>
                    <a:pt x="10620" y="3500"/>
                  </a:cubicBezTo>
                  <a:close/>
                  <a:moveTo>
                    <a:pt x="11342" y="0"/>
                  </a:moveTo>
                  <a:cubicBezTo>
                    <a:pt x="11376" y="67"/>
                    <a:pt x="11409" y="134"/>
                    <a:pt x="11409" y="200"/>
                  </a:cubicBezTo>
                  <a:cubicBezTo>
                    <a:pt x="11509" y="1201"/>
                    <a:pt x="10809" y="2068"/>
                    <a:pt x="9841" y="2168"/>
                  </a:cubicBezTo>
                  <a:cubicBezTo>
                    <a:pt x="9779" y="2175"/>
                    <a:pt x="9718" y="2178"/>
                    <a:pt x="9657" y="2178"/>
                  </a:cubicBezTo>
                  <a:cubicBezTo>
                    <a:pt x="8766" y="2178"/>
                    <a:pt x="8000" y="1504"/>
                    <a:pt x="7906" y="567"/>
                  </a:cubicBezTo>
                  <a:cubicBezTo>
                    <a:pt x="7906" y="501"/>
                    <a:pt x="7906" y="400"/>
                    <a:pt x="7906" y="334"/>
                  </a:cubicBezTo>
                  <a:cubicBezTo>
                    <a:pt x="7239" y="501"/>
                    <a:pt x="6572" y="767"/>
                    <a:pt x="5938" y="1068"/>
                  </a:cubicBezTo>
                  <a:cubicBezTo>
                    <a:pt x="6005" y="1134"/>
                    <a:pt x="6072" y="1168"/>
                    <a:pt x="6105" y="1268"/>
                  </a:cubicBezTo>
                  <a:cubicBezTo>
                    <a:pt x="6672" y="2068"/>
                    <a:pt x="6505" y="3169"/>
                    <a:pt x="5705" y="3736"/>
                  </a:cubicBezTo>
                  <a:cubicBezTo>
                    <a:pt x="5402" y="3973"/>
                    <a:pt x="5048" y="4085"/>
                    <a:pt x="4695" y="4085"/>
                  </a:cubicBezTo>
                  <a:cubicBezTo>
                    <a:pt x="4152" y="4085"/>
                    <a:pt x="3613" y="3821"/>
                    <a:pt x="3270" y="3336"/>
                  </a:cubicBezTo>
                  <a:cubicBezTo>
                    <a:pt x="3203" y="3269"/>
                    <a:pt x="3170" y="3202"/>
                    <a:pt x="3136" y="3102"/>
                  </a:cubicBezTo>
                  <a:cubicBezTo>
                    <a:pt x="2636" y="3603"/>
                    <a:pt x="2202" y="4170"/>
                    <a:pt x="1802" y="4770"/>
                  </a:cubicBezTo>
                  <a:cubicBezTo>
                    <a:pt x="1869" y="4804"/>
                    <a:pt x="1969" y="4804"/>
                    <a:pt x="2036" y="4870"/>
                  </a:cubicBezTo>
                  <a:cubicBezTo>
                    <a:pt x="2936" y="5271"/>
                    <a:pt x="3337" y="6305"/>
                    <a:pt x="2936" y="7205"/>
                  </a:cubicBezTo>
                  <a:cubicBezTo>
                    <a:pt x="2641" y="7869"/>
                    <a:pt x="2002" y="8261"/>
                    <a:pt x="1325" y="8261"/>
                  </a:cubicBezTo>
                  <a:cubicBezTo>
                    <a:pt x="1084" y="8261"/>
                    <a:pt x="838" y="8211"/>
                    <a:pt x="601" y="8106"/>
                  </a:cubicBezTo>
                  <a:cubicBezTo>
                    <a:pt x="535" y="8073"/>
                    <a:pt x="434" y="8039"/>
                    <a:pt x="368" y="7973"/>
                  </a:cubicBezTo>
                  <a:cubicBezTo>
                    <a:pt x="168" y="8673"/>
                    <a:pt x="68" y="9374"/>
                    <a:pt x="1" y="10107"/>
                  </a:cubicBezTo>
                  <a:cubicBezTo>
                    <a:pt x="101" y="10074"/>
                    <a:pt x="201" y="10041"/>
                    <a:pt x="301" y="10041"/>
                  </a:cubicBezTo>
                  <a:cubicBezTo>
                    <a:pt x="358" y="10035"/>
                    <a:pt x="415" y="10032"/>
                    <a:pt x="472" y="10032"/>
                  </a:cubicBezTo>
                  <a:cubicBezTo>
                    <a:pt x="1339" y="10032"/>
                    <a:pt x="2108" y="10734"/>
                    <a:pt x="2202" y="11642"/>
                  </a:cubicBezTo>
                  <a:cubicBezTo>
                    <a:pt x="2302" y="12643"/>
                    <a:pt x="1602" y="13510"/>
                    <a:pt x="635" y="13610"/>
                  </a:cubicBezTo>
                  <a:lnTo>
                    <a:pt x="334" y="13610"/>
                  </a:lnTo>
                  <a:cubicBezTo>
                    <a:pt x="535" y="14310"/>
                    <a:pt x="801" y="14978"/>
                    <a:pt x="1102" y="15611"/>
                  </a:cubicBezTo>
                  <a:cubicBezTo>
                    <a:pt x="1168" y="15545"/>
                    <a:pt x="1235" y="15511"/>
                    <a:pt x="1302" y="15445"/>
                  </a:cubicBezTo>
                  <a:cubicBezTo>
                    <a:pt x="1618" y="15208"/>
                    <a:pt x="1975" y="15095"/>
                    <a:pt x="2327" y="15095"/>
                  </a:cubicBezTo>
                  <a:cubicBezTo>
                    <a:pt x="2867" y="15095"/>
                    <a:pt x="3393" y="15360"/>
                    <a:pt x="3737" y="15845"/>
                  </a:cubicBezTo>
                  <a:cubicBezTo>
                    <a:pt x="4304" y="16645"/>
                    <a:pt x="4137" y="17746"/>
                    <a:pt x="3370" y="18347"/>
                  </a:cubicBezTo>
                  <a:cubicBezTo>
                    <a:pt x="3270" y="18413"/>
                    <a:pt x="3203" y="18447"/>
                    <a:pt x="3103" y="18480"/>
                  </a:cubicBezTo>
                  <a:cubicBezTo>
                    <a:pt x="3603" y="18980"/>
                    <a:pt x="4170" y="19447"/>
                    <a:pt x="4738" y="19848"/>
                  </a:cubicBezTo>
                  <a:cubicBezTo>
                    <a:pt x="4771" y="19748"/>
                    <a:pt x="4804" y="19681"/>
                    <a:pt x="4838" y="19581"/>
                  </a:cubicBezTo>
                  <a:cubicBezTo>
                    <a:pt x="5133" y="18917"/>
                    <a:pt x="5772" y="18525"/>
                    <a:pt x="6435" y="18525"/>
                  </a:cubicBezTo>
                  <a:cubicBezTo>
                    <a:pt x="6672" y="18525"/>
                    <a:pt x="6911" y="18575"/>
                    <a:pt x="7139" y="18680"/>
                  </a:cubicBezTo>
                  <a:cubicBezTo>
                    <a:pt x="8040" y="19114"/>
                    <a:pt x="8440" y="20148"/>
                    <a:pt x="8040" y="21049"/>
                  </a:cubicBezTo>
                  <a:cubicBezTo>
                    <a:pt x="8007" y="21149"/>
                    <a:pt x="7940" y="21215"/>
                    <a:pt x="7906" y="21282"/>
                  </a:cubicBezTo>
                  <a:cubicBezTo>
                    <a:pt x="8574" y="21482"/>
                    <a:pt x="9274" y="21582"/>
                    <a:pt x="9975" y="21616"/>
                  </a:cubicBezTo>
                  <a:cubicBezTo>
                    <a:pt x="9941" y="21549"/>
                    <a:pt x="9941" y="21482"/>
                    <a:pt x="9908" y="21382"/>
                  </a:cubicBezTo>
                  <a:cubicBezTo>
                    <a:pt x="9841" y="20415"/>
                    <a:pt x="10542" y="19514"/>
                    <a:pt x="11476" y="19414"/>
                  </a:cubicBezTo>
                  <a:cubicBezTo>
                    <a:pt x="11535" y="19408"/>
                    <a:pt x="11594" y="19405"/>
                    <a:pt x="11652" y="19405"/>
                  </a:cubicBezTo>
                  <a:cubicBezTo>
                    <a:pt x="12547" y="19405"/>
                    <a:pt x="13316" y="20107"/>
                    <a:pt x="13410" y="21015"/>
                  </a:cubicBezTo>
                  <a:cubicBezTo>
                    <a:pt x="13410" y="21115"/>
                    <a:pt x="13410" y="21182"/>
                    <a:pt x="13410" y="21282"/>
                  </a:cubicBezTo>
                  <a:cubicBezTo>
                    <a:pt x="14078" y="21082"/>
                    <a:pt x="14745" y="20815"/>
                    <a:pt x="15345" y="20515"/>
                  </a:cubicBezTo>
                  <a:cubicBezTo>
                    <a:pt x="15312" y="20448"/>
                    <a:pt x="15245" y="20415"/>
                    <a:pt x="15212" y="20348"/>
                  </a:cubicBezTo>
                  <a:cubicBezTo>
                    <a:pt x="14645" y="19548"/>
                    <a:pt x="14811" y="18447"/>
                    <a:pt x="15612" y="17846"/>
                  </a:cubicBezTo>
                  <a:cubicBezTo>
                    <a:pt x="15917" y="17621"/>
                    <a:pt x="16274" y="17512"/>
                    <a:pt x="16629" y="17512"/>
                  </a:cubicBezTo>
                  <a:cubicBezTo>
                    <a:pt x="17169" y="17512"/>
                    <a:pt x="17705" y="17764"/>
                    <a:pt x="18047" y="18247"/>
                  </a:cubicBezTo>
                  <a:cubicBezTo>
                    <a:pt x="18080" y="18313"/>
                    <a:pt x="18114" y="18380"/>
                    <a:pt x="18147" y="18447"/>
                  </a:cubicBezTo>
                  <a:cubicBezTo>
                    <a:pt x="18647" y="17946"/>
                    <a:pt x="19081" y="17413"/>
                    <a:pt x="19448" y="16812"/>
                  </a:cubicBezTo>
                  <a:cubicBezTo>
                    <a:pt x="19415" y="16779"/>
                    <a:pt x="19348" y="16779"/>
                    <a:pt x="19281" y="16746"/>
                  </a:cubicBezTo>
                  <a:cubicBezTo>
                    <a:pt x="18381" y="16345"/>
                    <a:pt x="18014" y="15278"/>
                    <a:pt x="18414" y="14377"/>
                  </a:cubicBezTo>
                  <a:cubicBezTo>
                    <a:pt x="18684" y="13713"/>
                    <a:pt x="19335" y="13321"/>
                    <a:pt x="20006" y="13321"/>
                  </a:cubicBezTo>
                  <a:cubicBezTo>
                    <a:pt x="20246" y="13321"/>
                    <a:pt x="20488" y="13371"/>
                    <a:pt x="20716" y="13477"/>
                  </a:cubicBezTo>
                  <a:cubicBezTo>
                    <a:pt x="20782" y="13510"/>
                    <a:pt x="20816" y="13543"/>
                    <a:pt x="20882" y="13577"/>
                  </a:cubicBezTo>
                  <a:cubicBezTo>
                    <a:pt x="21049" y="12909"/>
                    <a:pt x="21183" y="12242"/>
                    <a:pt x="21216" y="11542"/>
                  </a:cubicBezTo>
                  <a:cubicBezTo>
                    <a:pt x="21149" y="11542"/>
                    <a:pt x="21116" y="11542"/>
                    <a:pt x="21049" y="11575"/>
                  </a:cubicBezTo>
                  <a:cubicBezTo>
                    <a:pt x="20990" y="11581"/>
                    <a:pt x="20931" y="11584"/>
                    <a:pt x="20872" y="11584"/>
                  </a:cubicBezTo>
                  <a:cubicBezTo>
                    <a:pt x="19978" y="11584"/>
                    <a:pt x="19208" y="10882"/>
                    <a:pt x="19114" y="9974"/>
                  </a:cubicBezTo>
                  <a:cubicBezTo>
                    <a:pt x="19014" y="8973"/>
                    <a:pt x="19715" y="8106"/>
                    <a:pt x="20682" y="8006"/>
                  </a:cubicBezTo>
                  <a:lnTo>
                    <a:pt x="20882" y="8006"/>
                  </a:lnTo>
                  <a:cubicBezTo>
                    <a:pt x="20682" y="7305"/>
                    <a:pt x="20449" y="6672"/>
                    <a:pt x="20149" y="6038"/>
                  </a:cubicBezTo>
                  <a:cubicBezTo>
                    <a:pt x="20115" y="6071"/>
                    <a:pt x="20082" y="6138"/>
                    <a:pt x="20015" y="6171"/>
                  </a:cubicBezTo>
                  <a:cubicBezTo>
                    <a:pt x="19710" y="6396"/>
                    <a:pt x="19353" y="6506"/>
                    <a:pt x="18998" y="6506"/>
                  </a:cubicBezTo>
                  <a:cubicBezTo>
                    <a:pt x="18458" y="6506"/>
                    <a:pt x="17922" y="6254"/>
                    <a:pt x="17580" y="5771"/>
                  </a:cubicBezTo>
                  <a:cubicBezTo>
                    <a:pt x="17013" y="4970"/>
                    <a:pt x="17180" y="3836"/>
                    <a:pt x="17980" y="3269"/>
                  </a:cubicBezTo>
                  <a:cubicBezTo>
                    <a:pt x="18014" y="3236"/>
                    <a:pt x="18080" y="3202"/>
                    <a:pt x="18147" y="3169"/>
                  </a:cubicBezTo>
                  <a:cubicBezTo>
                    <a:pt x="17647" y="2669"/>
                    <a:pt x="17113" y="2202"/>
                    <a:pt x="16546" y="1835"/>
                  </a:cubicBezTo>
                  <a:cubicBezTo>
                    <a:pt x="16546" y="1868"/>
                    <a:pt x="16513" y="1935"/>
                    <a:pt x="16479" y="2002"/>
                  </a:cubicBezTo>
                  <a:cubicBezTo>
                    <a:pt x="16184" y="2665"/>
                    <a:pt x="15545" y="3057"/>
                    <a:pt x="14882" y="3057"/>
                  </a:cubicBezTo>
                  <a:cubicBezTo>
                    <a:pt x="14645" y="3057"/>
                    <a:pt x="14406" y="3008"/>
                    <a:pt x="14178" y="2902"/>
                  </a:cubicBezTo>
                  <a:cubicBezTo>
                    <a:pt x="13277" y="2502"/>
                    <a:pt x="12910" y="1435"/>
                    <a:pt x="13277" y="534"/>
                  </a:cubicBezTo>
                  <a:cubicBezTo>
                    <a:pt x="13310" y="467"/>
                    <a:pt x="13377" y="400"/>
                    <a:pt x="13410" y="334"/>
                  </a:cubicBezTo>
                  <a:cubicBezTo>
                    <a:pt x="12743" y="167"/>
                    <a:pt x="12043" y="34"/>
                    <a:pt x="11342" y="0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53"/>
            <p:cNvSpPr/>
            <p:nvPr/>
          </p:nvSpPr>
          <p:spPr>
            <a:xfrm>
              <a:off x="5769300" y="1647016"/>
              <a:ext cx="347069" cy="332567"/>
            </a:xfrm>
            <a:custGeom>
              <a:rect b="b" l="l" r="r" t="t"/>
              <a:pathLst>
                <a:path extrusionOk="0" h="16558" w="17280">
                  <a:moveTo>
                    <a:pt x="8616" y="2720"/>
                  </a:moveTo>
                  <a:cubicBezTo>
                    <a:pt x="8866" y="2720"/>
                    <a:pt x="9120" y="2738"/>
                    <a:pt x="9374" y="2775"/>
                  </a:cubicBezTo>
                  <a:cubicBezTo>
                    <a:pt x="12343" y="3175"/>
                    <a:pt x="14445" y="5977"/>
                    <a:pt x="14044" y="9013"/>
                  </a:cubicBezTo>
                  <a:cubicBezTo>
                    <a:pt x="13678" y="11788"/>
                    <a:pt x="11361" y="13838"/>
                    <a:pt x="8672" y="13838"/>
                  </a:cubicBezTo>
                  <a:cubicBezTo>
                    <a:pt x="8420" y="13838"/>
                    <a:pt x="8164" y="13820"/>
                    <a:pt x="7907" y="13783"/>
                  </a:cubicBezTo>
                  <a:cubicBezTo>
                    <a:pt x="4938" y="13383"/>
                    <a:pt x="2836" y="10581"/>
                    <a:pt x="3237" y="7545"/>
                  </a:cubicBezTo>
                  <a:cubicBezTo>
                    <a:pt x="3602" y="4770"/>
                    <a:pt x="5948" y="2720"/>
                    <a:pt x="8616" y="2720"/>
                  </a:cubicBezTo>
                  <a:close/>
                  <a:moveTo>
                    <a:pt x="8661" y="0"/>
                  </a:moveTo>
                  <a:cubicBezTo>
                    <a:pt x="4657" y="0"/>
                    <a:pt x="1153" y="3013"/>
                    <a:pt x="601" y="7178"/>
                  </a:cubicBezTo>
                  <a:cubicBezTo>
                    <a:pt x="1" y="11715"/>
                    <a:pt x="3136" y="15884"/>
                    <a:pt x="7573" y="16485"/>
                  </a:cubicBezTo>
                  <a:cubicBezTo>
                    <a:pt x="7936" y="16534"/>
                    <a:pt x="8296" y="16558"/>
                    <a:pt x="8653" y="16558"/>
                  </a:cubicBezTo>
                  <a:cubicBezTo>
                    <a:pt x="12657" y="16558"/>
                    <a:pt x="16159" y="13545"/>
                    <a:pt x="16679" y="9380"/>
                  </a:cubicBezTo>
                  <a:cubicBezTo>
                    <a:pt x="17280" y="4843"/>
                    <a:pt x="14178" y="673"/>
                    <a:pt x="9741" y="73"/>
                  </a:cubicBezTo>
                  <a:cubicBezTo>
                    <a:pt x="9378" y="24"/>
                    <a:pt x="9018" y="0"/>
                    <a:pt x="86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53"/>
            <p:cNvSpPr/>
            <p:nvPr/>
          </p:nvSpPr>
          <p:spPr>
            <a:xfrm>
              <a:off x="6151196" y="1621006"/>
              <a:ext cx="391296" cy="398647"/>
            </a:xfrm>
            <a:custGeom>
              <a:rect b="b" l="l" r="r" t="t"/>
              <a:pathLst>
                <a:path extrusionOk="0" h="19848" w="19482">
                  <a:moveTo>
                    <a:pt x="19139" y="7339"/>
                  </a:moveTo>
                  <a:lnTo>
                    <a:pt x="19139" y="7339"/>
                  </a:lnTo>
                  <a:cubicBezTo>
                    <a:pt x="19142" y="7350"/>
                    <a:pt x="19145" y="7361"/>
                    <a:pt x="19147" y="7372"/>
                  </a:cubicBezTo>
                  <a:lnTo>
                    <a:pt x="19147" y="7339"/>
                  </a:lnTo>
                  <a:close/>
                  <a:moveTo>
                    <a:pt x="9735" y="3236"/>
                  </a:moveTo>
                  <a:cubicBezTo>
                    <a:pt x="13061" y="3236"/>
                    <a:pt x="15901" y="5798"/>
                    <a:pt x="16245" y="9240"/>
                  </a:cubicBezTo>
                  <a:cubicBezTo>
                    <a:pt x="16612" y="12943"/>
                    <a:pt x="14010" y="16212"/>
                    <a:pt x="10408" y="16579"/>
                  </a:cubicBezTo>
                  <a:cubicBezTo>
                    <a:pt x="10186" y="16602"/>
                    <a:pt x="9965" y="16613"/>
                    <a:pt x="9746" y="16613"/>
                  </a:cubicBezTo>
                  <a:cubicBezTo>
                    <a:pt x="6417" y="16613"/>
                    <a:pt x="3547" y="14051"/>
                    <a:pt x="3203" y="10608"/>
                  </a:cubicBezTo>
                  <a:cubicBezTo>
                    <a:pt x="2836" y="6939"/>
                    <a:pt x="5471" y="3636"/>
                    <a:pt x="9074" y="3269"/>
                  </a:cubicBezTo>
                  <a:cubicBezTo>
                    <a:pt x="9296" y="3247"/>
                    <a:pt x="9517" y="3236"/>
                    <a:pt x="9735" y="3236"/>
                  </a:cubicBezTo>
                  <a:close/>
                  <a:moveTo>
                    <a:pt x="10408" y="0"/>
                  </a:moveTo>
                  <a:cubicBezTo>
                    <a:pt x="10441" y="67"/>
                    <a:pt x="10441" y="134"/>
                    <a:pt x="10475" y="201"/>
                  </a:cubicBezTo>
                  <a:cubicBezTo>
                    <a:pt x="10541" y="1101"/>
                    <a:pt x="9908" y="1902"/>
                    <a:pt x="9040" y="2002"/>
                  </a:cubicBezTo>
                  <a:cubicBezTo>
                    <a:pt x="8980" y="2009"/>
                    <a:pt x="8920" y="2012"/>
                    <a:pt x="8861" y="2012"/>
                  </a:cubicBezTo>
                  <a:cubicBezTo>
                    <a:pt x="8036" y="2012"/>
                    <a:pt x="7335" y="1375"/>
                    <a:pt x="7272" y="534"/>
                  </a:cubicBezTo>
                  <a:cubicBezTo>
                    <a:pt x="7239" y="467"/>
                    <a:pt x="7272" y="367"/>
                    <a:pt x="7272" y="301"/>
                  </a:cubicBezTo>
                  <a:lnTo>
                    <a:pt x="7272" y="301"/>
                  </a:lnTo>
                  <a:cubicBezTo>
                    <a:pt x="6639" y="467"/>
                    <a:pt x="6038" y="701"/>
                    <a:pt x="5471" y="968"/>
                  </a:cubicBezTo>
                  <a:cubicBezTo>
                    <a:pt x="5504" y="1034"/>
                    <a:pt x="5571" y="1101"/>
                    <a:pt x="5604" y="1168"/>
                  </a:cubicBezTo>
                  <a:cubicBezTo>
                    <a:pt x="6138" y="1902"/>
                    <a:pt x="5971" y="2902"/>
                    <a:pt x="5238" y="3436"/>
                  </a:cubicBezTo>
                  <a:cubicBezTo>
                    <a:pt x="4960" y="3648"/>
                    <a:pt x="4636" y="3749"/>
                    <a:pt x="4312" y="3749"/>
                  </a:cubicBezTo>
                  <a:cubicBezTo>
                    <a:pt x="3818" y="3749"/>
                    <a:pt x="3325" y="3513"/>
                    <a:pt x="3003" y="3069"/>
                  </a:cubicBezTo>
                  <a:cubicBezTo>
                    <a:pt x="2936" y="3003"/>
                    <a:pt x="2903" y="2936"/>
                    <a:pt x="2869" y="2869"/>
                  </a:cubicBezTo>
                  <a:cubicBezTo>
                    <a:pt x="2402" y="3336"/>
                    <a:pt x="2002" y="3837"/>
                    <a:pt x="1635" y="4370"/>
                  </a:cubicBezTo>
                  <a:cubicBezTo>
                    <a:pt x="1735" y="4404"/>
                    <a:pt x="1802" y="4437"/>
                    <a:pt x="1868" y="4470"/>
                  </a:cubicBezTo>
                  <a:cubicBezTo>
                    <a:pt x="2669" y="4837"/>
                    <a:pt x="3036" y="5805"/>
                    <a:pt x="2669" y="6639"/>
                  </a:cubicBezTo>
                  <a:cubicBezTo>
                    <a:pt x="2423" y="7254"/>
                    <a:pt x="1832" y="7615"/>
                    <a:pt x="1218" y="7615"/>
                  </a:cubicBezTo>
                  <a:cubicBezTo>
                    <a:pt x="999" y="7615"/>
                    <a:pt x="778" y="7569"/>
                    <a:pt x="568" y="7472"/>
                  </a:cubicBezTo>
                  <a:cubicBezTo>
                    <a:pt x="467" y="7406"/>
                    <a:pt x="401" y="7372"/>
                    <a:pt x="334" y="7339"/>
                  </a:cubicBezTo>
                  <a:cubicBezTo>
                    <a:pt x="167" y="7973"/>
                    <a:pt x="67" y="8607"/>
                    <a:pt x="0" y="9274"/>
                  </a:cubicBezTo>
                  <a:cubicBezTo>
                    <a:pt x="101" y="9274"/>
                    <a:pt x="167" y="9240"/>
                    <a:pt x="267" y="9240"/>
                  </a:cubicBezTo>
                  <a:cubicBezTo>
                    <a:pt x="325" y="9234"/>
                    <a:pt x="383" y="9230"/>
                    <a:pt x="440" y="9230"/>
                  </a:cubicBezTo>
                  <a:cubicBezTo>
                    <a:pt x="1238" y="9230"/>
                    <a:pt x="1942" y="9868"/>
                    <a:pt x="2035" y="10708"/>
                  </a:cubicBezTo>
                  <a:cubicBezTo>
                    <a:pt x="2102" y="11609"/>
                    <a:pt x="1468" y="12409"/>
                    <a:pt x="601" y="12509"/>
                  </a:cubicBezTo>
                  <a:lnTo>
                    <a:pt x="334" y="12509"/>
                  </a:lnTo>
                  <a:cubicBezTo>
                    <a:pt x="501" y="13143"/>
                    <a:pt x="734" y="13777"/>
                    <a:pt x="1001" y="14344"/>
                  </a:cubicBezTo>
                  <a:cubicBezTo>
                    <a:pt x="1068" y="14277"/>
                    <a:pt x="1135" y="14244"/>
                    <a:pt x="1201" y="14177"/>
                  </a:cubicBezTo>
                  <a:cubicBezTo>
                    <a:pt x="1479" y="13966"/>
                    <a:pt x="1808" y="13864"/>
                    <a:pt x="2136" y="13864"/>
                  </a:cubicBezTo>
                  <a:cubicBezTo>
                    <a:pt x="2637" y="13864"/>
                    <a:pt x="3134" y="14101"/>
                    <a:pt x="3436" y="14544"/>
                  </a:cubicBezTo>
                  <a:cubicBezTo>
                    <a:pt x="3970" y="15278"/>
                    <a:pt x="3803" y="16312"/>
                    <a:pt x="3069" y="16846"/>
                  </a:cubicBezTo>
                  <a:cubicBezTo>
                    <a:pt x="3003" y="16879"/>
                    <a:pt x="2936" y="16946"/>
                    <a:pt x="2869" y="16979"/>
                  </a:cubicBezTo>
                  <a:cubicBezTo>
                    <a:pt x="3303" y="17446"/>
                    <a:pt x="3803" y="17847"/>
                    <a:pt x="4370" y="18213"/>
                  </a:cubicBezTo>
                  <a:cubicBezTo>
                    <a:pt x="4370" y="18147"/>
                    <a:pt x="4404" y="18080"/>
                    <a:pt x="4437" y="17980"/>
                  </a:cubicBezTo>
                  <a:cubicBezTo>
                    <a:pt x="4707" y="17391"/>
                    <a:pt x="5284" y="17037"/>
                    <a:pt x="5902" y="17037"/>
                  </a:cubicBezTo>
                  <a:cubicBezTo>
                    <a:pt x="6124" y="17037"/>
                    <a:pt x="6351" y="17082"/>
                    <a:pt x="6572" y="17179"/>
                  </a:cubicBezTo>
                  <a:cubicBezTo>
                    <a:pt x="7372" y="17546"/>
                    <a:pt x="7739" y="18514"/>
                    <a:pt x="7372" y="19348"/>
                  </a:cubicBezTo>
                  <a:cubicBezTo>
                    <a:pt x="7339" y="19414"/>
                    <a:pt x="7306" y="19481"/>
                    <a:pt x="7239" y="19548"/>
                  </a:cubicBezTo>
                  <a:cubicBezTo>
                    <a:pt x="7873" y="19715"/>
                    <a:pt x="8507" y="19815"/>
                    <a:pt x="9140" y="19848"/>
                  </a:cubicBezTo>
                  <a:cubicBezTo>
                    <a:pt x="9140" y="19781"/>
                    <a:pt x="9107" y="19715"/>
                    <a:pt x="9107" y="19648"/>
                  </a:cubicBezTo>
                  <a:cubicBezTo>
                    <a:pt x="9007" y="18747"/>
                    <a:pt x="9674" y="17947"/>
                    <a:pt x="10541" y="17847"/>
                  </a:cubicBezTo>
                  <a:cubicBezTo>
                    <a:pt x="10601" y="17840"/>
                    <a:pt x="10661" y="17837"/>
                    <a:pt x="10720" y="17837"/>
                  </a:cubicBezTo>
                  <a:cubicBezTo>
                    <a:pt x="11541" y="17837"/>
                    <a:pt x="12216" y="18474"/>
                    <a:pt x="12309" y="19314"/>
                  </a:cubicBezTo>
                  <a:cubicBezTo>
                    <a:pt x="12309" y="19381"/>
                    <a:pt x="12309" y="19448"/>
                    <a:pt x="12309" y="19548"/>
                  </a:cubicBezTo>
                  <a:cubicBezTo>
                    <a:pt x="12943" y="19348"/>
                    <a:pt x="13543" y="19114"/>
                    <a:pt x="14077" y="18847"/>
                  </a:cubicBezTo>
                  <a:cubicBezTo>
                    <a:pt x="14044" y="18781"/>
                    <a:pt x="14010" y="18747"/>
                    <a:pt x="13977" y="18680"/>
                  </a:cubicBezTo>
                  <a:cubicBezTo>
                    <a:pt x="13443" y="17947"/>
                    <a:pt x="13610" y="16913"/>
                    <a:pt x="14311" y="16412"/>
                  </a:cubicBezTo>
                  <a:cubicBezTo>
                    <a:pt x="14601" y="16201"/>
                    <a:pt x="14934" y="16099"/>
                    <a:pt x="15262" y="16099"/>
                  </a:cubicBezTo>
                  <a:cubicBezTo>
                    <a:pt x="15764" y="16099"/>
                    <a:pt x="16257" y="16336"/>
                    <a:pt x="16579" y="16779"/>
                  </a:cubicBezTo>
                  <a:cubicBezTo>
                    <a:pt x="16612" y="16812"/>
                    <a:pt x="16646" y="16879"/>
                    <a:pt x="16679" y="16946"/>
                  </a:cubicBezTo>
                  <a:cubicBezTo>
                    <a:pt x="17113" y="16479"/>
                    <a:pt x="17513" y="15979"/>
                    <a:pt x="17880" y="15445"/>
                  </a:cubicBezTo>
                  <a:cubicBezTo>
                    <a:pt x="17813" y="15445"/>
                    <a:pt x="17746" y="15411"/>
                    <a:pt x="17713" y="15378"/>
                  </a:cubicBezTo>
                  <a:cubicBezTo>
                    <a:pt x="16879" y="15011"/>
                    <a:pt x="16512" y="14044"/>
                    <a:pt x="16879" y="13210"/>
                  </a:cubicBezTo>
                  <a:cubicBezTo>
                    <a:pt x="17150" y="12595"/>
                    <a:pt x="17747" y="12234"/>
                    <a:pt x="18363" y="12234"/>
                  </a:cubicBezTo>
                  <a:cubicBezTo>
                    <a:pt x="18582" y="12234"/>
                    <a:pt x="18804" y="12280"/>
                    <a:pt x="19014" y="12376"/>
                  </a:cubicBezTo>
                  <a:cubicBezTo>
                    <a:pt x="19081" y="12409"/>
                    <a:pt x="19114" y="12443"/>
                    <a:pt x="19181" y="12476"/>
                  </a:cubicBezTo>
                  <a:cubicBezTo>
                    <a:pt x="19314" y="11876"/>
                    <a:pt x="19448" y="11242"/>
                    <a:pt x="19481" y="10575"/>
                  </a:cubicBezTo>
                  <a:lnTo>
                    <a:pt x="19481" y="10575"/>
                  </a:lnTo>
                  <a:cubicBezTo>
                    <a:pt x="19414" y="10608"/>
                    <a:pt x="19381" y="10608"/>
                    <a:pt x="19314" y="10608"/>
                  </a:cubicBezTo>
                  <a:cubicBezTo>
                    <a:pt x="19254" y="10615"/>
                    <a:pt x="19195" y="10618"/>
                    <a:pt x="19136" y="10618"/>
                  </a:cubicBezTo>
                  <a:cubicBezTo>
                    <a:pt x="18314" y="10618"/>
                    <a:pt x="17640" y="9981"/>
                    <a:pt x="17546" y="9140"/>
                  </a:cubicBezTo>
                  <a:cubicBezTo>
                    <a:pt x="17446" y="8240"/>
                    <a:pt x="18113" y="7439"/>
                    <a:pt x="18981" y="7339"/>
                  </a:cubicBezTo>
                  <a:lnTo>
                    <a:pt x="19139" y="7339"/>
                  </a:lnTo>
                  <a:cubicBezTo>
                    <a:pt x="18974" y="6718"/>
                    <a:pt x="18776" y="6128"/>
                    <a:pt x="18514" y="5571"/>
                  </a:cubicBezTo>
                  <a:cubicBezTo>
                    <a:pt x="18447" y="5604"/>
                    <a:pt x="18414" y="5638"/>
                    <a:pt x="18380" y="5671"/>
                  </a:cubicBezTo>
                  <a:cubicBezTo>
                    <a:pt x="18090" y="5882"/>
                    <a:pt x="17757" y="5984"/>
                    <a:pt x="17429" y="5984"/>
                  </a:cubicBezTo>
                  <a:cubicBezTo>
                    <a:pt x="16927" y="5984"/>
                    <a:pt x="16434" y="5748"/>
                    <a:pt x="16112" y="5304"/>
                  </a:cubicBezTo>
                  <a:cubicBezTo>
                    <a:pt x="15612" y="4570"/>
                    <a:pt x="15778" y="3536"/>
                    <a:pt x="16479" y="3003"/>
                  </a:cubicBezTo>
                  <a:cubicBezTo>
                    <a:pt x="16546" y="2969"/>
                    <a:pt x="16579" y="2936"/>
                    <a:pt x="16646" y="2902"/>
                  </a:cubicBezTo>
                  <a:cubicBezTo>
                    <a:pt x="16212" y="2469"/>
                    <a:pt x="15712" y="2035"/>
                    <a:pt x="15178" y="1668"/>
                  </a:cubicBezTo>
                  <a:cubicBezTo>
                    <a:pt x="15178" y="1735"/>
                    <a:pt x="15145" y="1802"/>
                    <a:pt x="15145" y="1868"/>
                  </a:cubicBezTo>
                  <a:cubicBezTo>
                    <a:pt x="14876" y="2454"/>
                    <a:pt x="14286" y="2826"/>
                    <a:pt x="13674" y="2826"/>
                  </a:cubicBezTo>
                  <a:cubicBezTo>
                    <a:pt x="13451" y="2826"/>
                    <a:pt x="13224" y="2776"/>
                    <a:pt x="13010" y="2669"/>
                  </a:cubicBezTo>
                  <a:cubicBezTo>
                    <a:pt x="12209" y="2302"/>
                    <a:pt x="11842" y="1335"/>
                    <a:pt x="12209" y="501"/>
                  </a:cubicBezTo>
                  <a:cubicBezTo>
                    <a:pt x="12243" y="434"/>
                    <a:pt x="12276" y="401"/>
                    <a:pt x="12309" y="334"/>
                  </a:cubicBezTo>
                  <a:cubicBezTo>
                    <a:pt x="11709" y="167"/>
                    <a:pt x="11075" y="67"/>
                    <a:pt x="10408" y="0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p53"/>
            <p:cNvSpPr/>
            <p:nvPr/>
          </p:nvSpPr>
          <p:spPr>
            <a:xfrm>
              <a:off x="6187369" y="1667844"/>
              <a:ext cx="318930" cy="305513"/>
            </a:xfrm>
            <a:custGeom>
              <a:rect b="b" l="l" r="r" t="t"/>
              <a:pathLst>
                <a:path extrusionOk="0" h="15211" w="15879">
                  <a:moveTo>
                    <a:pt x="7950" y="2495"/>
                  </a:moveTo>
                  <a:cubicBezTo>
                    <a:pt x="8167" y="2495"/>
                    <a:pt x="8386" y="2509"/>
                    <a:pt x="8607" y="2539"/>
                  </a:cubicBezTo>
                  <a:cubicBezTo>
                    <a:pt x="11342" y="2906"/>
                    <a:pt x="13277" y="5507"/>
                    <a:pt x="12910" y="8276"/>
                  </a:cubicBezTo>
                  <a:cubicBezTo>
                    <a:pt x="12573" y="10852"/>
                    <a:pt x="10403" y="12723"/>
                    <a:pt x="7930" y="12723"/>
                  </a:cubicBezTo>
                  <a:cubicBezTo>
                    <a:pt x="7713" y="12723"/>
                    <a:pt x="7493" y="12709"/>
                    <a:pt x="7273" y="12679"/>
                  </a:cubicBezTo>
                  <a:cubicBezTo>
                    <a:pt x="4537" y="12279"/>
                    <a:pt x="2603" y="9710"/>
                    <a:pt x="2970" y="6942"/>
                  </a:cubicBezTo>
                  <a:cubicBezTo>
                    <a:pt x="3307" y="4366"/>
                    <a:pt x="5477" y="2495"/>
                    <a:pt x="7950" y="2495"/>
                  </a:cubicBezTo>
                  <a:close/>
                  <a:moveTo>
                    <a:pt x="7932" y="0"/>
                  </a:moveTo>
                  <a:cubicBezTo>
                    <a:pt x="4266" y="0"/>
                    <a:pt x="1057" y="2783"/>
                    <a:pt x="568" y="6575"/>
                  </a:cubicBezTo>
                  <a:cubicBezTo>
                    <a:pt x="1" y="10744"/>
                    <a:pt x="2869" y="14581"/>
                    <a:pt x="6939" y="15148"/>
                  </a:cubicBezTo>
                  <a:cubicBezTo>
                    <a:pt x="7263" y="15190"/>
                    <a:pt x="7586" y="15211"/>
                    <a:pt x="7905" y="15211"/>
                  </a:cubicBezTo>
                  <a:cubicBezTo>
                    <a:pt x="11589" y="15211"/>
                    <a:pt x="14820" y="12447"/>
                    <a:pt x="15312" y="8610"/>
                  </a:cubicBezTo>
                  <a:cubicBezTo>
                    <a:pt x="15879" y="4473"/>
                    <a:pt x="13010" y="637"/>
                    <a:pt x="8940" y="70"/>
                  </a:cubicBezTo>
                  <a:cubicBezTo>
                    <a:pt x="8602" y="23"/>
                    <a:pt x="8265" y="0"/>
                    <a:pt x="79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p53"/>
            <p:cNvSpPr/>
            <p:nvPr/>
          </p:nvSpPr>
          <p:spPr>
            <a:xfrm>
              <a:off x="6667079" y="1796549"/>
              <a:ext cx="749050" cy="736979"/>
            </a:xfrm>
            <a:custGeom>
              <a:rect b="b" l="l" r="r" t="t"/>
              <a:pathLst>
                <a:path extrusionOk="0" h="36693" w="37294">
                  <a:moveTo>
                    <a:pt x="27887" y="0"/>
                  </a:moveTo>
                  <a:cubicBezTo>
                    <a:pt x="26686" y="0"/>
                    <a:pt x="25485" y="17"/>
                    <a:pt x="24284" y="33"/>
                  </a:cubicBezTo>
                  <a:lnTo>
                    <a:pt x="16913" y="133"/>
                  </a:lnTo>
                  <a:lnTo>
                    <a:pt x="9607" y="234"/>
                  </a:lnTo>
                  <a:cubicBezTo>
                    <a:pt x="8406" y="267"/>
                    <a:pt x="7172" y="267"/>
                    <a:pt x="5971" y="300"/>
                  </a:cubicBezTo>
                  <a:cubicBezTo>
                    <a:pt x="5004" y="300"/>
                    <a:pt x="4003" y="300"/>
                    <a:pt x="3069" y="467"/>
                  </a:cubicBezTo>
                  <a:cubicBezTo>
                    <a:pt x="2235" y="634"/>
                    <a:pt x="1435" y="967"/>
                    <a:pt x="834" y="1568"/>
                  </a:cubicBezTo>
                  <a:cubicBezTo>
                    <a:pt x="768" y="1568"/>
                    <a:pt x="734" y="1601"/>
                    <a:pt x="734" y="1668"/>
                  </a:cubicBezTo>
                  <a:cubicBezTo>
                    <a:pt x="1068" y="6505"/>
                    <a:pt x="1001" y="11341"/>
                    <a:pt x="801" y="16178"/>
                  </a:cubicBezTo>
                  <a:cubicBezTo>
                    <a:pt x="568" y="21015"/>
                    <a:pt x="234" y="25852"/>
                    <a:pt x="134" y="30722"/>
                  </a:cubicBezTo>
                  <a:cubicBezTo>
                    <a:pt x="101" y="31856"/>
                    <a:pt x="0" y="33024"/>
                    <a:pt x="67" y="34158"/>
                  </a:cubicBezTo>
                  <a:cubicBezTo>
                    <a:pt x="134" y="34892"/>
                    <a:pt x="334" y="35726"/>
                    <a:pt x="1068" y="36026"/>
                  </a:cubicBezTo>
                  <a:cubicBezTo>
                    <a:pt x="1443" y="36176"/>
                    <a:pt x="1875" y="36195"/>
                    <a:pt x="2292" y="36195"/>
                  </a:cubicBezTo>
                  <a:cubicBezTo>
                    <a:pt x="2431" y="36195"/>
                    <a:pt x="2569" y="36193"/>
                    <a:pt x="2702" y="36193"/>
                  </a:cubicBezTo>
                  <a:cubicBezTo>
                    <a:pt x="3303" y="36226"/>
                    <a:pt x="3903" y="36259"/>
                    <a:pt x="4504" y="36259"/>
                  </a:cubicBezTo>
                  <a:cubicBezTo>
                    <a:pt x="5705" y="36326"/>
                    <a:pt x="6939" y="36359"/>
                    <a:pt x="8173" y="36393"/>
                  </a:cubicBezTo>
                  <a:cubicBezTo>
                    <a:pt x="13076" y="36560"/>
                    <a:pt x="17947" y="36660"/>
                    <a:pt x="22850" y="36693"/>
                  </a:cubicBezTo>
                  <a:lnTo>
                    <a:pt x="30155" y="36693"/>
                  </a:lnTo>
                  <a:cubicBezTo>
                    <a:pt x="31390" y="36693"/>
                    <a:pt x="32624" y="36660"/>
                    <a:pt x="33858" y="36660"/>
                  </a:cubicBezTo>
                  <a:cubicBezTo>
                    <a:pt x="34692" y="36626"/>
                    <a:pt x="35626" y="36660"/>
                    <a:pt x="36360" y="36159"/>
                  </a:cubicBezTo>
                  <a:cubicBezTo>
                    <a:pt x="37127" y="35626"/>
                    <a:pt x="37160" y="34658"/>
                    <a:pt x="37127" y="33791"/>
                  </a:cubicBezTo>
                  <a:cubicBezTo>
                    <a:pt x="37094" y="32590"/>
                    <a:pt x="37060" y="31356"/>
                    <a:pt x="37027" y="30155"/>
                  </a:cubicBezTo>
                  <a:cubicBezTo>
                    <a:pt x="36960" y="27720"/>
                    <a:pt x="36927" y="25251"/>
                    <a:pt x="36893" y="22816"/>
                  </a:cubicBezTo>
                  <a:cubicBezTo>
                    <a:pt x="36860" y="17946"/>
                    <a:pt x="36927" y="13076"/>
                    <a:pt x="37060" y="8206"/>
                  </a:cubicBezTo>
                  <a:cubicBezTo>
                    <a:pt x="37094" y="7005"/>
                    <a:pt x="37127" y="5771"/>
                    <a:pt x="37194" y="4537"/>
                  </a:cubicBezTo>
                  <a:cubicBezTo>
                    <a:pt x="37227" y="3936"/>
                    <a:pt x="37260" y="3336"/>
                    <a:pt x="37260" y="2735"/>
                  </a:cubicBezTo>
                  <a:cubicBezTo>
                    <a:pt x="37294" y="2268"/>
                    <a:pt x="37260" y="1768"/>
                    <a:pt x="36994" y="1368"/>
                  </a:cubicBezTo>
                  <a:lnTo>
                    <a:pt x="36960" y="1368"/>
                  </a:lnTo>
                  <a:cubicBezTo>
                    <a:pt x="36527" y="701"/>
                    <a:pt x="35659" y="467"/>
                    <a:pt x="34892" y="367"/>
                  </a:cubicBezTo>
                  <a:cubicBezTo>
                    <a:pt x="33758" y="200"/>
                    <a:pt x="32624" y="133"/>
                    <a:pt x="31490" y="67"/>
                  </a:cubicBezTo>
                  <a:cubicBezTo>
                    <a:pt x="30289" y="17"/>
                    <a:pt x="29088" y="0"/>
                    <a:pt x="278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p53"/>
            <p:cNvSpPr/>
            <p:nvPr/>
          </p:nvSpPr>
          <p:spPr>
            <a:xfrm>
              <a:off x="6667079" y="1796549"/>
              <a:ext cx="749050" cy="736979"/>
            </a:xfrm>
            <a:custGeom>
              <a:rect b="b" l="l" r="r" t="t"/>
              <a:pathLst>
                <a:path extrusionOk="0" h="36693" w="37294">
                  <a:moveTo>
                    <a:pt x="27787" y="300"/>
                  </a:moveTo>
                  <a:cubicBezTo>
                    <a:pt x="30089" y="300"/>
                    <a:pt x="32424" y="334"/>
                    <a:pt x="34725" y="634"/>
                  </a:cubicBezTo>
                  <a:cubicBezTo>
                    <a:pt x="35492" y="734"/>
                    <a:pt x="36527" y="934"/>
                    <a:pt x="36860" y="1768"/>
                  </a:cubicBezTo>
                  <a:cubicBezTo>
                    <a:pt x="37060" y="2268"/>
                    <a:pt x="36960" y="2902"/>
                    <a:pt x="36927" y="3436"/>
                  </a:cubicBezTo>
                  <a:cubicBezTo>
                    <a:pt x="36927" y="4036"/>
                    <a:pt x="36893" y="4637"/>
                    <a:pt x="36860" y="5237"/>
                  </a:cubicBezTo>
                  <a:cubicBezTo>
                    <a:pt x="36693" y="9940"/>
                    <a:pt x="36593" y="14677"/>
                    <a:pt x="36593" y="19447"/>
                  </a:cubicBezTo>
                  <a:cubicBezTo>
                    <a:pt x="36593" y="24184"/>
                    <a:pt x="36660" y="28921"/>
                    <a:pt x="36827" y="33657"/>
                  </a:cubicBezTo>
                  <a:cubicBezTo>
                    <a:pt x="36860" y="34158"/>
                    <a:pt x="36893" y="34658"/>
                    <a:pt x="36760" y="35159"/>
                  </a:cubicBezTo>
                  <a:cubicBezTo>
                    <a:pt x="36593" y="35626"/>
                    <a:pt x="36260" y="35959"/>
                    <a:pt x="35826" y="36126"/>
                  </a:cubicBezTo>
                  <a:cubicBezTo>
                    <a:pt x="35265" y="36363"/>
                    <a:pt x="34620" y="36405"/>
                    <a:pt x="33981" y="36405"/>
                  </a:cubicBezTo>
                  <a:cubicBezTo>
                    <a:pt x="33633" y="36405"/>
                    <a:pt x="33287" y="36393"/>
                    <a:pt x="32957" y="36393"/>
                  </a:cubicBezTo>
                  <a:cubicBezTo>
                    <a:pt x="30589" y="36426"/>
                    <a:pt x="28221" y="36426"/>
                    <a:pt x="25852" y="36426"/>
                  </a:cubicBezTo>
                  <a:cubicBezTo>
                    <a:pt x="21082" y="36426"/>
                    <a:pt x="16345" y="36359"/>
                    <a:pt x="11609" y="36226"/>
                  </a:cubicBezTo>
                  <a:cubicBezTo>
                    <a:pt x="9240" y="36193"/>
                    <a:pt x="6839" y="36093"/>
                    <a:pt x="4470" y="36026"/>
                  </a:cubicBezTo>
                  <a:cubicBezTo>
                    <a:pt x="3870" y="35992"/>
                    <a:pt x="3303" y="35959"/>
                    <a:pt x="2702" y="35926"/>
                  </a:cubicBezTo>
                  <a:cubicBezTo>
                    <a:pt x="2538" y="35926"/>
                    <a:pt x="2358" y="35932"/>
                    <a:pt x="2174" y="35932"/>
                  </a:cubicBezTo>
                  <a:cubicBezTo>
                    <a:pt x="1760" y="35932"/>
                    <a:pt x="1324" y="35900"/>
                    <a:pt x="1001" y="35692"/>
                  </a:cubicBezTo>
                  <a:cubicBezTo>
                    <a:pt x="234" y="35259"/>
                    <a:pt x="301" y="34058"/>
                    <a:pt x="301" y="33291"/>
                  </a:cubicBezTo>
                  <a:cubicBezTo>
                    <a:pt x="367" y="28587"/>
                    <a:pt x="634" y="23884"/>
                    <a:pt x="901" y="19180"/>
                  </a:cubicBezTo>
                  <a:cubicBezTo>
                    <a:pt x="1135" y="14510"/>
                    <a:pt x="1301" y="9807"/>
                    <a:pt x="1135" y="5104"/>
                  </a:cubicBezTo>
                  <a:cubicBezTo>
                    <a:pt x="1068" y="4036"/>
                    <a:pt x="1001" y="2935"/>
                    <a:pt x="934" y="1868"/>
                  </a:cubicBezTo>
                  <a:cubicBezTo>
                    <a:pt x="968" y="1868"/>
                    <a:pt x="1001" y="1868"/>
                    <a:pt x="1035" y="1835"/>
                  </a:cubicBezTo>
                  <a:cubicBezTo>
                    <a:pt x="2128" y="659"/>
                    <a:pt x="3873" y="604"/>
                    <a:pt x="5440" y="604"/>
                  </a:cubicBezTo>
                  <a:cubicBezTo>
                    <a:pt x="5601" y="604"/>
                    <a:pt x="5761" y="604"/>
                    <a:pt x="5917" y="604"/>
                  </a:cubicBezTo>
                  <a:cubicBezTo>
                    <a:pt x="6095" y="604"/>
                    <a:pt x="6269" y="604"/>
                    <a:pt x="6438" y="600"/>
                  </a:cubicBezTo>
                  <a:cubicBezTo>
                    <a:pt x="8807" y="567"/>
                    <a:pt x="11208" y="534"/>
                    <a:pt x="13577" y="500"/>
                  </a:cubicBezTo>
                  <a:cubicBezTo>
                    <a:pt x="18314" y="434"/>
                    <a:pt x="23050" y="334"/>
                    <a:pt x="27787" y="300"/>
                  </a:cubicBezTo>
                  <a:close/>
                  <a:moveTo>
                    <a:pt x="27887" y="0"/>
                  </a:moveTo>
                  <a:cubicBezTo>
                    <a:pt x="26686" y="0"/>
                    <a:pt x="25485" y="17"/>
                    <a:pt x="24284" y="33"/>
                  </a:cubicBezTo>
                  <a:lnTo>
                    <a:pt x="16913" y="133"/>
                  </a:lnTo>
                  <a:lnTo>
                    <a:pt x="9607" y="234"/>
                  </a:lnTo>
                  <a:cubicBezTo>
                    <a:pt x="8406" y="267"/>
                    <a:pt x="7172" y="267"/>
                    <a:pt x="5971" y="300"/>
                  </a:cubicBezTo>
                  <a:cubicBezTo>
                    <a:pt x="5004" y="300"/>
                    <a:pt x="4003" y="300"/>
                    <a:pt x="3069" y="467"/>
                  </a:cubicBezTo>
                  <a:cubicBezTo>
                    <a:pt x="2235" y="634"/>
                    <a:pt x="1435" y="967"/>
                    <a:pt x="834" y="1568"/>
                  </a:cubicBezTo>
                  <a:cubicBezTo>
                    <a:pt x="768" y="1568"/>
                    <a:pt x="734" y="1601"/>
                    <a:pt x="734" y="1668"/>
                  </a:cubicBezTo>
                  <a:cubicBezTo>
                    <a:pt x="1068" y="6505"/>
                    <a:pt x="1001" y="11341"/>
                    <a:pt x="801" y="16178"/>
                  </a:cubicBezTo>
                  <a:cubicBezTo>
                    <a:pt x="568" y="21015"/>
                    <a:pt x="234" y="25852"/>
                    <a:pt x="134" y="30722"/>
                  </a:cubicBezTo>
                  <a:cubicBezTo>
                    <a:pt x="101" y="31856"/>
                    <a:pt x="0" y="33024"/>
                    <a:pt x="67" y="34158"/>
                  </a:cubicBezTo>
                  <a:cubicBezTo>
                    <a:pt x="134" y="34892"/>
                    <a:pt x="334" y="35726"/>
                    <a:pt x="1068" y="36026"/>
                  </a:cubicBezTo>
                  <a:cubicBezTo>
                    <a:pt x="1443" y="36176"/>
                    <a:pt x="1875" y="36195"/>
                    <a:pt x="2292" y="36195"/>
                  </a:cubicBezTo>
                  <a:cubicBezTo>
                    <a:pt x="2431" y="36195"/>
                    <a:pt x="2569" y="36193"/>
                    <a:pt x="2702" y="36193"/>
                  </a:cubicBezTo>
                  <a:cubicBezTo>
                    <a:pt x="3303" y="36226"/>
                    <a:pt x="3903" y="36259"/>
                    <a:pt x="4504" y="36259"/>
                  </a:cubicBezTo>
                  <a:cubicBezTo>
                    <a:pt x="5705" y="36326"/>
                    <a:pt x="6939" y="36359"/>
                    <a:pt x="8173" y="36393"/>
                  </a:cubicBezTo>
                  <a:cubicBezTo>
                    <a:pt x="13076" y="36560"/>
                    <a:pt x="17947" y="36660"/>
                    <a:pt x="22850" y="36693"/>
                  </a:cubicBezTo>
                  <a:lnTo>
                    <a:pt x="30155" y="36693"/>
                  </a:lnTo>
                  <a:cubicBezTo>
                    <a:pt x="31390" y="36693"/>
                    <a:pt x="32624" y="36660"/>
                    <a:pt x="33858" y="36660"/>
                  </a:cubicBezTo>
                  <a:cubicBezTo>
                    <a:pt x="34692" y="36626"/>
                    <a:pt x="35626" y="36660"/>
                    <a:pt x="36360" y="36159"/>
                  </a:cubicBezTo>
                  <a:cubicBezTo>
                    <a:pt x="37127" y="35626"/>
                    <a:pt x="37160" y="34658"/>
                    <a:pt x="37127" y="33791"/>
                  </a:cubicBezTo>
                  <a:cubicBezTo>
                    <a:pt x="37094" y="32590"/>
                    <a:pt x="37060" y="31356"/>
                    <a:pt x="37027" y="30155"/>
                  </a:cubicBezTo>
                  <a:cubicBezTo>
                    <a:pt x="36960" y="27720"/>
                    <a:pt x="36927" y="25251"/>
                    <a:pt x="36893" y="22816"/>
                  </a:cubicBezTo>
                  <a:cubicBezTo>
                    <a:pt x="36860" y="17946"/>
                    <a:pt x="36927" y="13076"/>
                    <a:pt x="37060" y="8206"/>
                  </a:cubicBezTo>
                  <a:cubicBezTo>
                    <a:pt x="37094" y="7005"/>
                    <a:pt x="37127" y="5771"/>
                    <a:pt x="37194" y="4537"/>
                  </a:cubicBezTo>
                  <a:cubicBezTo>
                    <a:pt x="37227" y="3936"/>
                    <a:pt x="37260" y="3336"/>
                    <a:pt x="37260" y="2735"/>
                  </a:cubicBezTo>
                  <a:cubicBezTo>
                    <a:pt x="37294" y="2268"/>
                    <a:pt x="37260" y="1768"/>
                    <a:pt x="36994" y="1368"/>
                  </a:cubicBezTo>
                  <a:lnTo>
                    <a:pt x="36960" y="1368"/>
                  </a:lnTo>
                  <a:cubicBezTo>
                    <a:pt x="36527" y="701"/>
                    <a:pt x="35659" y="467"/>
                    <a:pt x="34892" y="367"/>
                  </a:cubicBezTo>
                  <a:cubicBezTo>
                    <a:pt x="33758" y="200"/>
                    <a:pt x="32624" y="133"/>
                    <a:pt x="31490" y="67"/>
                  </a:cubicBezTo>
                  <a:cubicBezTo>
                    <a:pt x="30289" y="17"/>
                    <a:pt x="29088" y="0"/>
                    <a:pt x="2788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2" name="Google Shape;1482;p53"/>
            <p:cNvSpPr/>
            <p:nvPr/>
          </p:nvSpPr>
          <p:spPr>
            <a:xfrm>
              <a:off x="6671759" y="1800967"/>
              <a:ext cx="739690" cy="728543"/>
            </a:xfrm>
            <a:custGeom>
              <a:rect b="b" l="l" r="r" t="t"/>
              <a:pathLst>
                <a:path extrusionOk="0" h="36273" w="36828">
                  <a:moveTo>
                    <a:pt x="28758" y="303"/>
                  </a:moveTo>
                  <a:cubicBezTo>
                    <a:pt x="30613" y="303"/>
                    <a:pt x="32463" y="372"/>
                    <a:pt x="34292" y="614"/>
                  </a:cubicBezTo>
                  <a:cubicBezTo>
                    <a:pt x="35059" y="714"/>
                    <a:pt x="36093" y="914"/>
                    <a:pt x="36394" y="1748"/>
                  </a:cubicBezTo>
                  <a:cubicBezTo>
                    <a:pt x="36594" y="2248"/>
                    <a:pt x="36494" y="2849"/>
                    <a:pt x="36494" y="3383"/>
                  </a:cubicBezTo>
                  <a:cubicBezTo>
                    <a:pt x="36460" y="3983"/>
                    <a:pt x="36460" y="4550"/>
                    <a:pt x="36427" y="5151"/>
                  </a:cubicBezTo>
                  <a:cubicBezTo>
                    <a:pt x="36227" y="9821"/>
                    <a:pt x="36160" y="14524"/>
                    <a:pt x="36160" y="19194"/>
                  </a:cubicBezTo>
                  <a:cubicBezTo>
                    <a:pt x="36160" y="23897"/>
                    <a:pt x="36227" y="28567"/>
                    <a:pt x="36394" y="33237"/>
                  </a:cubicBezTo>
                  <a:cubicBezTo>
                    <a:pt x="36427" y="33738"/>
                    <a:pt x="36460" y="34271"/>
                    <a:pt x="36294" y="34738"/>
                  </a:cubicBezTo>
                  <a:cubicBezTo>
                    <a:pt x="36160" y="35205"/>
                    <a:pt x="35827" y="35539"/>
                    <a:pt x="35393" y="35706"/>
                  </a:cubicBezTo>
                  <a:cubicBezTo>
                    <a:pt x="34839" y="35940"/>
                    <a:pt x="34204" y="35970"/>
                    <a:pt x="33583" y="35970"/>
                  </a:cubicBezTo>
                  <a:cubicBezTo>
                    <a:pt x="33366" y="35970"/>
                    <a:pt x="33150" y="35967"/>
                    <a:pt x="32940" y="35967"/>
                  </a:cubicBezTo>
                  <a:cubicBezTo>
                    <a:pt x="32810" y="35967"/>
                    <a:pt x="32682" y="35968"/>
                    <a:pt x="32558" y="35973"/>
                  </a:cubicBezTo>
                  <a:cubicBezTo>
                    <a:pt x="30223" y="36006"/>
                    <a:pt x="27854" y="36006"/>
                    <a:pt x="25519" y="36006"/>
                  </a:cubicBezTo>
                  <a:cubicBezTo>
                    <a:pt x="20816" y="36006"/>
                    <a:pt x="16146" y="35939"/>
                    <a:pt x="11442" y="35806"/>
                  </a:cubicBezTo>
                  <a:cubicBezTo>
                    <a:pt x="9107" y="35739"/>
                    <a:pt x="6739" y="35672"/>
                    <a:pt x="4404" y="35606"/>
                  </a:cubicBezTo>
                  <a:cubicBezTo>
                    <a:pt x="3804" y="35572"/>
                    <a:pt x="3237" y="35539"/>
                    <a:pt x="2636" y="35506"/>
                  </a:cubicBezTo>
                  <a:cubicBezTo>
                    <a:pt x="2458" y="35506"/>
                    <a:pt x="2266" y="35513"/>
                    <a:pt x="2070" y="35513"/>
                  </a:cubicBezTo>
                  <a:cubicBezTo>
                    <a:pt x="1680" y="35513"/>
                    <a:pt x="1280" y="35483"/>
                    <a:pt x="968" y="35305"/>
                  </a:cubicBezTo>
                  <a:cubicBezTo>
                    <a:pt x="201" y="34838"/>
                    <a:pt x="268" y="33671"/>
                    <a:pt x="301" y="32904"/>
                  </a:cubicBezTo>
                  <a:cubicBezTo>
                    <a:pt x="335" y="28267"/>
                    <a:pt x="635" y="23630"/>
                    <a:pt x="868" y="18960"/>
                  </a:cubicBezTo>
                  <a:cubicBezTo>
                    <a:pt x="1102" y="14324"/>
                    <a:pt x="1269" y="9687"/>
                    <a:pt x="1102" y="5050"/>
                  </a:cubicBezTo>
                  <a:cubicBezTo>
                    <a:pt x="1035" y="3983"/>
                    <a:pt x="968" y="2916"/>
                    <a:pt x="902" y="1848"/>
                  </a:cubicBezTo>
                  <a:cubicBezTo>
                    <a:pt x="935" y="1848"/>
                    <a:pt x="968" y="1848"/>
                    <a:pt x="1002" y="1815"/>
                  </a:cubicBezTo>
                  <a:cubicBezTo>
                    <a:pt x="2336" y="414"/>
                    <a:pt x="4604" y="614"/>
                    <a:pt x="6339" y="581"/>
                  </a:cubicBezTo>
                  <a:lnTo>
                    <a:pt x="13411" y="481"/>
                  </a:lnTo>
                  <a:cubicBezTo>
                    <a:pt x="18081" y="414"/>
                    <a:pt x="22751" y="347"/>
                    <a:pt x="27421" y="314"/>
                  </a:cubicBezTo>
                  <a:cubicBezTo>
                    <a:pt x="27866" y="307"/>
                    <a:pt x="28312" y="303"/>
                    <a:pt x="28758" y="303"/>
                  </a:cubicBezTo>
                  <a:close/>
                  <a:moveTo>
                    <a:pt x="27871" y="0"/>
                  </a:moveTo>
                  <a:cubicBezTo>
                    <a:pt x="26575" y="0"/>
                    <a:pt x="25280" y="29"/>
                    <a:pt x="23985" y="47"/>
                  </a:cubicBezTo>
                  <a:lnTo>
                    <a:pt x="16713" y="147"/>
                  </a:lnTo>
                  <a:lnTo>
                    <a:pt x="9474" y="247"/>
                  </a:lnTo>
                  <a:cubicBezTo>
                    <a:pt x="8274" y="247"/>
                    <a:pt x="7073" y="280"/>
                    <a:pt x="5872" y="280"/>
                  </a:cubicBezTo>
                  <a:cubicBezTo>
                    <a:pt x="4904" y="314"/>
                    <a:pt x="3937" y="280"/>
                    <a:pt x="3003" y="481"/>
                  </a:cubicBezTo>
                  <a:cubicBezTo>
                    <a:pt x="2169" y="647"/>
                    <a:pt x="1402" y="948"/>
                    <a:pt x="802" y="1548"/>
                  </a:cubicBezTo>
                  <a:cubicBezTo>
                    <a:pt x="768" y="1548"/>
                    <a:pt x="701" y="1581"/>
                    <a:pt x="701" y="1648"/>
                  </a:cubicBezTo>
                  <a:cubicBezTo>
                    <a:pt x="1035" y="6418"/>
                    <a:pt x="968" y="11222"/>
                    <a:pt x="768" y="15992"/>
                  </a:cubicBezTo>
                  <a:cubicBezTo>
                    <a:pt x="535" y="20762"/>
                    <a:pt x="234" y="25565"/>
                    <a:pt x="101" y="30369"/>
                  </a:cubicBezTo>
                  <a:cubicBezTo>
                    <a:pt x="68" y="31469"/>
                    <a:pt x="1" y="32637"/>
                    <a:pt x="68" y="33738"/>
                  </a:cubicBezTo>
                  <a:cubicBezTo>
                    <a:pt x="101" y="34472"/>
                    <a:pt x="301" y="35305"/>
                    <a:pt x="1035" y="35606"/>
                  </a:cubicBezTo>
                  <a:cubicBezTo>
                    <a:pt x="1535" y="35806"/>
                    <a:pt x="2136" y="35739"/>
                    <a:pt x="2636" y="35772"/>
                  </a:cubicBezTo>
                  <a:cubicBezTo>
                    <a:pt x="3237" y="35806"/>
                    <a:pt x="3837" y="35839"/>
                    <a:pt x="4404" y="35839"/>
                  </a:cubicBezTo>
                  <a:cubicBezTo>
                    <a:pt x="5638" y="35906"/>
                    <a:pt x="6839" y="35939"/>
                    <a:pt x="8040" y="35973"/>
                  </a:cubicBezTo>
                  <a:cubicBezTo>
                    <a:pt x="12877" y="36139"/>
                    <a:pt x="17714" y="36239"/>
                    <a:pt x="22550" y="36273"/>
                  </a:cubicBezTo>
                  <a:lnTo>
                    <a:pt x="29789" y="36273"/>
                  </a:lnTo>
                  <a:cubicBezTo>
                    <a:pt x="30990" y="36239"/>
                    <a:pt x="32224" y="36239"/>
                    <a:pt x="33425" y="36239"/>
                  </a:cubicBezTo>
                  <a:cubicBezTo>
                    <a:pt x="34259" y="36206"/>
                    <a:pt x="35193" y="36239"/>
                    <a:pt x="35893" y="35739"/>
                  </a:cubicBezTo>
                  <a:cubicBezTo>
                    <a:pt x="36694" y="35205"/>
                    <a:pt x="36694" y="34238"/>
                    <a:pt x="36694" y="33371"/>
                  </a:cubicBezTo>
                  <a:cubicBezTo>
                    <a:pt x="36627" y="32203"/>
                    <a:pt x="36594" y="31002"/>
                    <a:pt x="36560" y="29802"/>
                  </a:cubicBezTo>
                  <a:cubicBezTo>
                    <a:pt x="36527" y="27366"/>
                    <a:pt x="36460" y="24965"/>
                    <a:pt x="36460" y="22530"/>
                  </a:cubicBezTo>
                  <a:cubicBezTo>
                    <a:pt x="36427" y="17726"/>
                    <a:pt x="36460" y="12923"/>
                    <a:pt x="36594" y="8119"/>
                  </a:cubicBezTo>
                  <a:cubicBezTo>
                    <a:pt x="36627" y="6918"/>
                    <a:pt x="36694" y="5684"/>
                    <a:pt x="36727" y="4483"/>
                  </a:cubicBezTo>
                  <a:cubicBezTo>
                    <a:pt x="36761" y="3883"/>
                    <a:pt x="36794" y="3283"/>
                    <a:pt x="36794" y="2682"/>
                  </a:cubicBezTo>
                  <a:cubicBezTo>
                    <a:pt x="36827" y="2215"/>
                    <a:pt x="36794" y="1748"/>
                    <a:pt x="36527" y="1348"/>
                  </a:cubicBezTo>
                  <a:cubicBezTo>
                    <a:pt x="36060" y="681"/>
                    <a:pt x="35226" y="447"/>
                    <a:pt x="34459" y="347"/>
                  </a:cubicBezTo>
                  <a:cubicBezTo>
                    <a:pt x="33358" y="180"/>
                    <a:pt x="32224" y="114"/>
                    <a:pt x="31090" y="80"/>
                  </a:cubicBezTo>
                  <a:cubicBezTo>
                    <a:pt x="30017" y="20"/>
                    <a:pt x="28944" y="0"/>
                    <a:pt x="27871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53"/>
            <p:cNvSpPr/>
            <p:nvPr/>
          </p:nvSpPr>
          <p:spPr>
            <a:xfrm>
              <a:off x="6884158" y="1957911"/>
              <a:ext cx="455608" cy="18297"/>
            </a:xfrm>
            <a:custGeom>
              <a:rect b="b" l="l" r="r" t="t"/>
              <a:pathLst>
                <a:path extrusionOk="0" h="911" w="22684">
                  <a:moveTo>
                    <a:pt x="19494" y="1"/>
                  </a:moveTo>
                  <a:cubicBezTo>
                    <a:pt x="18423" y="1"/>
                    <a:pt x="17346" y="38"/>
                    <a:pt x="16278" y="38"/>
                  </a:cubicBezTo>
                  <a:cubicBezTo>
                    <a:pt x="14310" y="38"/>
                    <a:pt x="12342" y="72"/>
                    <a:pt x="10374" y="72"/>
                  </a:cubicBezTo>
                  <a:cubicBezTo>
                    <a:pt x="6905" y="72"/>
                    <a:pt x="3436" y="72"/>
                    <a:pt x="0" y="205"/>
                  </a:cubicBezTo>
                  <a:lnTo>
                    <a:pt x="0" y="706"/>
                  </a:lnTo>
                  <a:cubicBezTo>
                    <a:pt x="3436" y="839"/>
                    <a:pt x="6905" y="839"/>
                    <a:pt x="10374" y="839"/>
                  </a:cubicBezTo>
                  <a:lnTo>
                    <a:pt x="16278" y="872"/>
                  </a:lnTo>
                  <a:cubicBezTo>
                    <a:pt x="17346" y="872"/>
                    <a:pt x="18423" y="910"/>
                    <a:pt x="19494" y="910"/>
                  </a:cubicBezTo>
                  <a:cubicBezTo>
                    <a:pt x="20431" y="910"/>
                    <a:pt x="21364" y="881"/>
                    <a:pt x="22283" y="772"/>
                  </a:cubicBezTo>
                  <a:cubicBezTo>
                    <a:pt x="22683" y="706"/>
                    <a:pt x="22683" y="205"/>
                    <a:pt x="22283" y="139"/>
                  </a:cubicBezTo>
                  <a:cubicBezTo>
                    <a:pt x="21364" y="30"/>
                    <a:pt x="20431" y="1"/>
                    <a:pt x="194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4" name="Google Shape;1484;p53"/>
            <p:cNvSpPr/>
            <p:nvPr/>
          </p:nvSpPr>
          <p:spPr>
            <a:xfrm>
              <a:off x="6883475" y="2093284"/>
              <a:ext cx="438194" cy="19563"/>
            </a:xfrm>
            <a:custGeom>
              <a:rect b="b" l="l" r="r" t="t"/>
              <a:pathLst>
                <a:path extrusionOk="0" h="974" w="21817">
                  <a:moveTo>
                    <a:pt x="17204" y="1"/>
                  </a:moveTo>
                  <a:cubicBezTo>
                    <a:pt x="16651" y="1"/>
                    <a:pt x="16098" y="3"/>
                    <a:pt x="15545" y="3"/>
                  </a:cubicBezTo>
                  <a:lnTo>
                    <a:pt x="9641" y="3"/>
                  </a:lnTo>
                  <a:cubicBezTo>
                    <a:pt x="7706" y="3"/>
                    <a:pt x="5772" y="3"/>
                    <a:pt x="3837" y="37"/>
                  </a:cubicBezTo>
                  <a:cubicBezTo>
                    <a:pt x="2569" y="37"/>
                    <a:pt x="1302" y="37"/>
                    <a:pt x="1" y="137"/>
                  </a:cubicBezTo>
                  <a:lnTo>
                    <a:pt x="1" y="837"/>
                  </a:lnTo>
                  <a:cubicBezTo>
                    <a:pt x="1268" y="904"/>
                    <a:pt x="2503" y="937"/>
                    <a:pt x="3737" y="937"/>
                  </a:cubicBezTo>
                  <a:cubicBezTo>
                    <a:pt x="5705" y="971"/>
                    <a:pt x="7673" y="971"/>
                    <a:pt x="9641" y="971"/>
                  </a:cubicBezTo>
                  <a:lnTo>
                    <a:pt x="15445" y="971"/>
                  </a:lnTo>
                  <a:cubicBezTo>
                    <a:pt x="16007" y="971"/>
                    <a:pt x="16570" y="973"/>
                    <a:pt x="17132" y="973"/>
                  </a:cubicBezTo>
                  <a:cubicBezTo>
                    <a:pt x="18538" y="973"/>
                    <a:pt x="19944" y="956"/>
                    <a:pt x="21349" y="837"/>
                  </a:cubicBezTo>
                  <a:cubicBezTo>
                    <a:pt x="21816" y="804"/>
                    <a:pt x="21816" y="170"/>
                    <a:pt x="21349" y="137"/>
                  </a:cubicBezTo>
                  <a:cubicBezTo>
                    <a:pt x="19967" y="18"/>
                    <a:pt x="18586" y="1"/>
                    <a:pt x="172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5" name="Google Shape;1485;p53"/>
            <p:cNvSpPr/>
            <p:nvPr/>
          </p:nvSpPr>
          <p:spPr>
            <a:xfrm>
              <a:off x="6876104" y="2191500"/>
              <a:ext cx="434840" cy="17434"/>
            </a:xfrm>
            <a:custGeom>
              <a:rect b="b" l="l" r="r" t="t"/>
              <a:pathLst>
                <a:path extrusionOk="0" h="868" w="21650">
                  <a:moveTo>
                    <a:pt x="1640" y="0"/>
                  </a:moveTo>
                  <a:cubicBezTo>
                    <a:pt x="1210" y="0"/>
                    <a:pt x="785" y="17"/>
                    <a:pt x="368" y="83"/>
                  </a:cubicBezTo>
                  <a:cubicBezTo>
                    <a:pt x="1" y="117"/>
                    <a:pt x="1" y="751"/>
                    <a:pt x="368" y="784"/>
                  </a:cubicBezTo>
                  <a:cubicBezTo>
                    <a:pt x="785" y="851"/>
                    <a:pt x="1210" y="867"/>
                    <a:pt x="1640" y="867"/>
                  </a:cubicBezTo>
                  <a:cubicBezTo>
                    <a:pt x="2069" y="867"/>
                    <a:pt x="2503" y="851"/>
                    <a:pt x="2936" y="851"/>
                  </a:cubicBezTo>
                  <a:cubicBezTo>
                    <a:pt x="3804" y="851"/>
                    <a:pt x="4704" y="851"/>
                    <a:pt x="5605" y="817"/>
                  </a:cubicBezTo>
                  <a:cubicBezTo>
                    <a:pt x="7339" y="817"/>
                    <a:pt x="9074" y="751"/>
                    <a:pt x="10842" y="651"/>
                  </a:cubicBezTo>
                  <a:cubicBezTo>
                    <a:pt x="11420" y="628"/>
                    <a:pt x="11998" y="621"/>
                    <a:pt x="12578" y="621"/>
                  </a:cubicBezTo>
                  <a:cubicBezTo>
                    <a:pt x="13737" y="621"/>
                    <a:pt x="14900" y="651"/>
                    <a:pt x="16079" y="651"/>
                  </a:cubicBezTo>
                  <a:cubicBezTo>
                    <a:pt x="17847" y="617"/>
                    <a:pt x="19615" y="617"/>
                    <a:pt x="21416" y="617"/>
                  </a:cubicBezTo>
                  <a:cubicBezTo>
                    <a:pt x="21650" y="617"/>
                    <a:pt x="21650" y="250"/>
                    <a:pt x="21416" y="250"/>
                  </a:cubicBezTo>
                  <a:cubicBezTo>
                    <a:pt x="19615" y="217"/>
                    <a:pt x="17847" y="217"/>
                    <a:pt x="16079" y="217"/>
                  </a:cubicBezTo>
                  <a:cubicBezTo>
                    <a:pt x="15069" y="217"/>
                    <a:pt x="14069" y="239"/>
                    <a:pt x="13075" y="239"/>
                  </a:cubicBezTo>
                  <a:cubicBezTo>
                    <a:pt x="12329" y="239"/>
                    <a:pt x="11585" y="226"/>
                    <a:pt x="10842" y="184"/>
                  </a:cubicBezTo>
                  <a:cubicBezTo>
                    <a:pt x="9074" y="117"/>
                    <a:pt x="7339" y="50"/>
                    <a:pt x="5605" y="17"/>
                  </a:cubicBezTo>
                  <a:lnTo>
                    <a:pt x="2936" y="17"/>
                  </a:lnTo>
                  <a:cubicBezTo>
                    <a:pt x="2503" y="17"/>
                    <a:pt x="2069" y="0"/>
                    <a:pt x="16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6" name="Google Shape;1486;p53"/>
            <p:cNvSpPr/>
            <p:nvPr/>
          </p:nvSpPr>
          <p:spPr>
            <a:xfrm>
              <a:off x="6867407" y="2378572"/>
              <a:ext cx="431486" cy="19000"/>
            </a:xfrm>
            <a:custGeom>
              <a:rect b="b" l="l" r="r" t="t"/>
              <a:pathLst>
                <a:path extrusionOk="0" h="946" w="21483">
                  <a:moveTo>
                    <a:pt x="3579" y="1"/>
                  </a:moveTo>
                  <a:cubicBezTo>
                    <a:pt x="2475" y="1"/>
                    <a:pt x="1371" y="28"/>
                    <a:pt x="267" y="176"/>
                  </a:cubicBezTo>
                  <a:cubicBezTo>
                    <a:pt x="0" y="210"/>
                    <a:pt x="0" y="710"/>
                    <a:pt x="267" y="743"/>
                  </a:cubicBezTo>
                  <a:cubicBezTo>
                    <a:pt x="1616" y="925"/>
                    <a:pt x="2965" y="945"/>
                    <a:pt x="4314" y="945"/>
                  </a:cubicBezTo>
                  <a:cubicBezTo>
                    <a:pt x="4700" y="945"/>
                    <a:pt x="5085" y="943"/>
                    <a:pt x="5471" y="943"/>
                  </a:cubicBezTo>
                  <a:lnTo>
                    <a:pt x="10808" y="910"/>
                  </a:lnTo>
                  <a:lnTo>
                    <a:pt x="16145" y="910"/>
                  </a:lnTo>
                  <a:cubicBezTo>
                    <a:pt x="17046" y="910"/>
                    <a:pt x="17946" y="910"/>
                    <a:pt x="18814" y="877"/>
                  </a:cubicBezTo>
                  <a:cubicBezTo>
                    <a:pt x="19214" y="877"/>
                    <a:pt x="19648" y="877"/>
                    <a:pt x="20048" y="843"/>
                  </a:cubicBezTo>
                  <a:cubicBezTo>
                    <a:pt x="20515" y="810"/>
                    <a:pt x="20882" y="710"/>
                    <a:pt x="21315" y="610"/>
                  </a:cubicBezTo>
                  <a:cubicBezTo>
                    <a:pt x="21482" y="577"/>
                    <a:pt x="21482" y="343"/>
                    <a:pt x="21315" y="310"/>
                  </a:cubicBezTo>
                  <a:cubicBezTo>
                    <a:pt x="20882" y="210"/>
                    <a:pt x="20515" y="110"/>
                    <a:pt x="20048" y="76"/>
                  </a:cubicBezTo>
                  <a:cubicBezTo>
                    <a:pt x="19648" y="76"/>
                    <a:pt x="19214" y="43"/>
                    <a:pt x="18814" y="43"/>
                  </a:cubicBezTo>
                  <a:cubicBezTo>
                    <a:pt x="17946" y="9"/>
                    <a:pt x="17046" y="9"/>
                    <a:pt x="16145" y="9"/>
                  </a:cubicBezTo>
                  <a:lnTo>
                    <a:pt x="5471" y="9"/>
                  </a:lnTo>
                  <a:cubicBezTo>
                    <a:pt x="4840" y="9"/>
                    <a:pt x="4209" y="1"/>
                    <a:pt x="35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7" name="Google Shape;1487;p53"/>
            <p:cNvSpPr/>
            <p:nvPr/>
          </p:nvSpPr>
          <p:spPr>
            <a:xfrm>
              <a:off x="6726712" y="1924008"/>
              <a:ext cx="97171" cy="89037"/>
            </a:xfrm>
            <a:custGeom>
              <a:rect b="b" l="l" r="r" t="t"/>
              <a:pathLst>
                <a:path extrusionOk="0" h="4433" w="4838">
                  <a:moveTo>
                    <a:pt x="2593" y="510"/>
                  </a:moveTo>
                  <a:cubicBezTo>
                    <a:pt x="2663" y="510"/>
                    <a:pt x="2733" y="515"/>
                    <a:pt x="2802" y="526"/>
                  </a:cubicBezTo>
                  <a:cubicBezTo>
                    <a:pt x="2836" y="626"/>
                    <a:pt x="2902" y="759"/>
                    <a:pt x="3002" y="792"/>
                  </a:cubicBezTo>
                  <a:cubicBezTo>
                    <a:pt x="3569" y="1059"/>
                    <a:pt x="3903" y="1626"/>
                    <a:pt x="3870" y="2260"/>
                  </a:cubicBezTo>
                  <a:cubicBezTo>
                    <a:pt x="3870" y="2827"/>
                    <a:pt x="3436" y="3361"/>
                    <a:pt x="2902" y="3561"/>
                  </a:cubicBezTo>
                  <a:lnTo>
                    <a:pt x="2902" y="3528"/>
                  </a:lnTo>
                  <a:cubicBezTo>
                    <a:pt x="2712" y="3591"/>
                    <a:pt x="2522" y="3624"/>
                    <a:pt x="2337" y="3624"/>
                  </a:cubicBezTo>
                  <a:cubicBezTo>
                    <a:pt x="1938" y="3624"/>
                    <a:pt x="1564" y="3469"/>
                    <a:pt x="1268" y="3127"/>
                  </a:cubicBezTo>
                  <a:cubicBezTo>
                    <a:pt x="868" y="2627"/>
                    <a:pt x="767" y="1960"/>
                    <a:pt x="1068" y="1426"/>
                  </a:cubicBezTo>
                  <a:cubicBezTo>
                    <a:pt x="1337" y="888"/>
                    <a:pt x="1982" y="510"/>
                    <a:pt x="2593" y="510"/>
                  </a:cubicBezTo>
                  <a:close/>
                  <a:moveTo>
                    <a:pt x="3229" y="0"/>
                  </a:moveTo>
                  <a:cubicBezTo>
                    <a:pt x="3122" y="0"/>
                    <a:pt x="3016" y="45"/>
                    <a:pt x="2936" y="125"/>
                  </a:cubicBezTo>
                  <a:cubicBezTo>
                    <a:pt x="2706" y="42"/>
                    <a:pt x="2468" y="3"/>
                    <a:pt x="2233" y="3"/>
                  </a:cubicBezTo>
                  <a:cubicBezTo>
                    <a:pt x="1617" y="3"/>
                    <a:pt x="1021" y="276"/>
                    <a:pt x="634" y="759"/>
                  </a:cubicBezTo>
                  <a:cubicBezTo>
                    <a:pt x="0" y="1493"/>
                    <a:pt x="0" y="2527"/>
                    <a:pt x="467" y="3328"/>
                  </a:cubicBezTo>
                  <a:cubicBezTo>
                    <a:pt x="893" y="4037"/>
                    <a:pt x="1608" y="4432"/>
                    <a:pt x="2386" y="4432"/>
                  </a:cubicBezTo>
                  <a:cubicBezTo>
                    <a:pt x="2523" y="4432"/>
                    <a:pt x="2662" y="4420"/>
                    <a:pt x="2802" y="4395"/>
                  </a:cubicBezTo>
                  <a:cubicBezTo>
                    <a:pt x="3670" y="4228"/>
                    <a:pt x="4470" y="3528"/>
                    <a:pt x="4637" y="2660"/>
                  </a:cubicBezTo>
                  <a:cubicBezTo>
                    <a:pt x="4837" y="1660"/>
                    <a:pt x="4370" y="526"/>
                    <a:pt x="3436" y="59"/>
                  </a:cubicBezTo>
                  <a:cubicBezTo>
                    <a:pt x="3370" y="19"/>
                    <a:pt x="3299" y="0"/>
                    <a:pt x="32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8" name="Google Shape;1488;p53"/>
            <p:cNvSpPr/>
            <p:nvPr/>
          </p:nvSpPr>
          <p:spPr>
            <a:xfrm>
              <a:off x="6744125" y="2053918"/>
              <a:ext cx="93817" cy="88997"/>
            </a:xfrm>
            <a:custGeom>
              <a:rect b="b" l="l" r="r" t="t"/>
              <a:pathLst>
                <a:path extrusionOk="0" h="4431" w="4671">
                  <a:moveTo>
                    <a:pt x="2744" y="475"/>
                  </a:moveTo>
                  <a:cubicBezTo>
                    <a:pt x="2831" y="475"/>
                    <a:pt x="2918" y="481"/>
                    <a:pt x="3003" y="496"/>
                  </a:cubicBezTo>
                  <a:cubicBezTo>
                    <a:pt x="2836" y="629"/>
                    <a:pt x="2769" y="929"/>
                    <a:pt x="3036" y="1096"/>
                  </a:cubicBezTo>
                  <a:cubicBezTo>
                    <a:pt x="3536" y="1430"/>
                    <a:pt x="3837" y="2130"/>
                    <a:pt x="3636" y="2730"/>
                  </a:cubicBezTo>
                  <a:cubicBezTo>
                    <a:pt x="3476" y="3309"/>
                    <a:pt x="2881" y="3733"/>
                    <a:pt x="2301" y="3733"/>
                  </a:cubicBezTo>
                  <a:cubicBezTo>
                    <a:pt x="2279" y="3733"/>
                    <a:pt x="2257" y="3732"/>
                    <a:pt x="2235" y="3731"/>
                  </a:cubicBezTo>
                  <a:cubicBezTo>
                    <a:pt x="1635" y="3698"/>
                    <a:pt x="1135" y="3197"/>
                    <a:pt x="935" y="2697"/>
                  </a:cubicBezTo>
                  <a:cubicBezTo>
                    <a:pt x="701" y="2130"/>
                    <a:pt x="834" y="1530"/>
                    <a:pt x="1268" y="1096"/>
                  </a:cubicBezTo>
                  <a:cubicBezTo>
                    <a:pt x="1669" y="724"/>
                    <a:pt x="2217" y="475"/>
                    <a:pt x="2744" y="475"/>
                  </a:cubicBezTo>
                  <a:close/>
                  <a:moveTo>
                    <a:pt x="2410" y="1"/>
                  </a:moveTo>
                  <a:cubicBezTo>
                    <a:pt x="1922" y="1"/>
                    <a:pt x="1441" y="157"/>
                    <a:pt x="1035" y="462"/>
                  </a:cubicBezTo>
                  <a:cubicBezTo>
                    <a:pt x="334" y="996"/>
                    <a:pt x="1" y="1863"/>
                    <a:pt x="234" y="2730"/>
                  </a:cubicBezTo>
                  <a:cubicBezTo>
                    <a:pt x="434" y="3531"/>
                    <a:pt x="1101" y="4232"/>
                    <a:pt x="1935" y="4398"/>
                  </a:cubicBezTo>
                  <a:cubicBezTo>
                    <a:pt x="2055" y="4420"/>
                    <a:pt x="2176" y="4430"/>
                    <a:pt x="2296" y="4430"/>
                  </a:cubicBezTo>
                  <a:cubicBezTo>
                    <a:pt x="3109" y="4430"/>
                    <a:pt x="3888" y="3953"/>
                    <a:pt x="4237" y="3197"/>
                  </a:cubicBezTo>
                  <a:cubicBezTo>
                    <a:pt x="4671" y="2230"/>
                    <a:pt x="4304" y="1029"/>
                    <a:pt x="3403" y="462"/>
                  </a:cubicBezTo>
                  <a:lnTo>
                    <a:pt x="3370" y="462"/>
                  </a:lnTo>
                  <a:cubicBezTo>
                    <a:pt x="3436" y="395"/>
                    <a:pt x="3470" y="262"/>
                    <a:pt x="3336" y="195"/>
                  </a:cubicBezTo>
                  <a:cubicBezTo>
                    <a:pt x="3037" y="65"/>
                    <a:pt x="2722" y="1"/>
                    <a:pt x="24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p53"/>
            <p:cNvSpPr/>
            <p:nvPr/>
          </p:nvSpPr>
          <p:spPr>
            <a:xfrm>
              <a:off x="6734083" y="2308857"/>
              <a:ext cx="108559" cy="99822"/>
            </a:xfrm>
            <a:custGeom>
              <a:rect b="b" l="l" r="r" t="t"/>
              <a:pathLst>
                <a:path extrusionOk="0" h="4970" w="5405">
                  <a:moveTo>
                    <a:pt x="3273" y="1"/>
                  </a:moveTo>
                  <a:cubicBezTo>
                    <a:pt x="2881" y="1"/>
                    <a:pt x="2767" y="559"/>
                    <a:pt x="3169" y="745"/>
                  </a:cubicBezTo>
                  <a:cubicBezTo>
                    <a:pt x="3803" y="979"/>
                    <a:pt x="4337" y="1512"/>
                    <a:pt x="4503" y="2179"/>
                  </a:cubicBezTo>
                  <a:cubicBezTo>
                    <a:pt x="4670" y="2813"/>
                    <a:pt x="4370" y="3480"/>
                    <a:pt x="3836" y="3881"/>
                  </a:cubicBezTo>
                  <a:cubicBezTo>
                    <a:pt x="3565" y="4080"/>
                    <a:pt x="3270" y="4158"/>
                    <a:pt x="2965" y="4158"/>
                  </a:cubicBezTo>
                  <a:cubicBezTo>
                    <a:pt x="2558" y="4158"/>
                    <a:pt x="2136" y="4019"/>
                    <a:pt x="1735" y="3847"/>
                  </a:cubicBezTo>
                  <a:cubicBezTo>
                    <a:pt x="1435" y="3681"/>
                    <a:pt x="1101" y="3514"/>
                    <a:pt x="934" y="3214"/>
                  </a:cubicBezTo>
                  <a:cubicBezTo>
                    <a:pt x="734" y="2880"/>
                    <a:pt x="767" y="2513"/>
                    <a:pt x="901" y="2179"/>
                  </a:cubicBezTo>
                  <a:cubicBezTo>
                    <a:pt x="1034" y="1779"/>
                    <a:pt x="1334" y="1412"/>
                    <a:pt x="1668" y="1145"/>
                  </a:cubicBezTo>
                  <a:cubicBezTo>
                    <a:pt x="1884" y="972"/>
                    <a:pt x="2185" y="799"/>
                    <a:pt x="2461" y="799"/>
                  </a:cubicBezTo>
                  <a:cubicBezTo>
                    <a:pt x="2610" y="799"/>
                    <a:pt x="2752" y="850"/>
                    <a:pt x="2869" y="979"/>
                  </a:cubicBezTo>
                  <a:cubicBezTo>
                    <a:pt x="2900" y="1010"/>
                    <a:pt x="2935" y="1023"/>
                    <a:pt x="2968" y="1023"/>
                  </a:cubicBezTo>
                  <a:cubicBezTo>
                    <a:pt x="3079" y="1023"/>
                    <a:pt x="3179" y="881"/>
                    <a:pt x="3102" y="778"/>
                  </a:cubicBezTo>
                  <a:cubicBezTo>
                    <a:pt x="2866" y="516"/>
                    <a:pt x="2465" y="336"/>
                    <a:pt x="2094" y="336"/>
                  </a:cubicBezTo>
                  <a:cubicBezTo>
                    <a:pt x="1993" y="336"/>
                    <a:pt x="1894" y="350"/>
                    <a:pt x="1801" y="378"/>
                  </a:cubicBezTo>
                  <a:cubicBezTo>
                    <a:pt x="1268" y="478"/>
                    <a:pt x="867" y="912"/>
                    <a:pt x="567" y="1346"/>
                  </a:cubicBezTo>
                  <a:cubicBezTo>
                    <a:pt x="234" y="1746"/>
                    <a:pt x="0" y="2280"/>
                    <a:pt x="34" y="2813"/>
                  </a:cubicBezTo>
                  <a:cubicBezTo>
                    <a:pt x="67" y="3347"/>
                    <a:pt x="334" y="3814"/>
                    <a:pt x="734" y="4148"/>
                  </a:cubicBezTo>
                  <a:cubicBezTo>
                    <a:pt x="1168" y="4481"/>
                    <a:pt x="1701" y="4715"/>
                    <a:pt x="2202" y="4848"/>
                  </a:cubicBezTo>
                  <a:cubicBezTo>
                    <a:pt x="2456" y="4928"/>
                    <a:pt x="2719" y="4969"/>
                    <a:pt x="2981" y="4969"/>
                  </a:cubicBezTo>
                  <a:cubicBezTo>
                    <a:pt x="3269" y="4969"/>
                    <a:pt x="3557" y="4919"/>
                    <a:pt x="3836" y="4815"/>
                  </a:cubicBezTo>
                  <a:cubicBezTo>
                    <a:pt x="4737" y="4414"/>
                    <a:pt x="5404" y="3447"/>
                    <a:pt x="5371" y="2480"/>
                  </a:cubicBezTo>
                  <a:cubicBezTo>
                    <a:pt x="5304" y="1346"/>
                    <a:pt x="4470" y="278"/>
                    <a:pt x="3369" y="11"/>
                  </a:cubicBezTo>
                  <a:cubicBezTo>
                    <a:pt x="3335" y="4"/>
                    <a:pt x="3303" y="1"/>
                    <a:pt x="3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53"/>
            <p:cNvSpPr/>
            <p:nvPr/>
          </p:nvSpPr>
          <p:spPr>
            <a:xfrm>
              <a:off x="7488475" y="1476836"/>
              <a:ext cx="868978" cy="549526"/>
            </a:xfrm>
            <a:custGeom>
              <a:rect b="b" l="l" r="r" t="t"/>
              <a:pathLst>
                <a:path extrusionOk="0" h="27360" w="43265">
                  <a:moveTo>
                    <a:pt x="19858" y="0"/>
                  </a:moveTo>
                  <a:cubicBezTo>
                    <a:pt x="19177" y="0"/>
                    <a:pt x="18495" y="2"/>
                    <a:pt x="17813" y="7"/>
                  </a:cubicBezTo>
                  <a:cubicBezTo>
                    <a:pt x="12443" y="40"/>
                    <a:pt x="7072" y="207"/>
                    <a:pt x="1702" y="474"/>
                  </a:cubicBezTo>
                  <a:cubicBezTo>
                    <a:pt x="1568" y="474"/>
                    <a:pt x="1468" y="540"/>
                    <a:pt x="1435" y="674"/>
                  </a:cubicBezTo>
                  <a:cubicBezTo>
                    <a:pt x="1301" y="1174"/>
                    <a:pt x="1168" y="1674"/>
                    <a:pt x="1034" y="2175"/>
                  </a:cubicBezTo>
                  <a:cubicBezTo>
                    <a:pt x="67" y="6311"/>
                    <a:pt x="0" y="10614"/>
                    <a:pt x="100" y="14884"/>
                  </a:cubicBezTo>
                  <a:lnTo>
                    <a:pt x="100" y="14851"/>
                  </a:lnTo>
                  <a:cubicBezTo>
                    <a:pt x="167" y="17052"/>
                    <a:pt x="234" y="19254"/>
                    <a:pt x="334" y="21455"/>
                  </a:cubicBezTo>
                  <a:cubicBezTo>
                    <a:pt x="367" y="22523"/>
                    <a:pt x="367" y="23590"/>
                    <a:pt x="467" y="24658"/>
                  </a:cubicBezTo>
                  <a:cubicBezTo>
                    <a:pt x="534" y="25391"/>
                    <a:pt x="768" y="26192"/>
                    <a:pt x="1501" y="26459"/>
                  </a:cubicBezTo>
                  <a:cubicBezTo>
                    <a:pt x="1968" y="26626"/>
                    <a:pt x="2502" y="26626"/>
                    <a:pt x="2969" y="26626"/>
                  </a:cubicBezTo>
                  <a:cubicBezTo>
                    <a:pt x="3536" y="26659"/>
                    <a:pt x="4103" y="26692"/>
                    <a:pt x="4637" y="26726"/>
                  </a:cubicBezTo>
                  <a:cubicBezTo>
                    <a:pt x="5771" y="26792"/>
                    <a:pt x="6905" y="26859"/>
                    <a:pt x="8039" y="26893"/>
                  </a:cubicBezTo>
                  <a:cubicBezTo>
                    <a:pt x="10274" y="26993"/>
                    <a:pt x="12509" y="27093"/>
                    <a:pt x="14778" y="27159"/>
                  </a:cubicBezTo>
                  <a:cubicBezTo>
                    <a:pt x="19281" y="27293"/>
                    <a:pt x="23784" y="27360"/>
                    <a:pt x="28287" y="27360"/>
                  </a:cubicBezTo>
                  <a:cubicBezTo>
                    <a:pt x="32524" y="27360"/>
                    <a:pt x="36827" y="27360"/>
                    <a:pt x="41063" y="27093"/>
                  </a:cubicBezTo>
                  <a:cubicBezTo>
                    <a:pt x="41110" y="27116"/>
                    <a:pt x="41157" y="27140"/>
                    <a:pt x="41205" y="27140"/>
                  </a:cubicBezTo>
                  <a:cubicBezTo>
                    <a:pt x="41224" y="27140"/>
                    <a:pt x="41244" y="27136"/>
                    <a:pt x="41263" y="27126"/>
                  </a:cubicBezTo>
                  <a:cubicBezTo>
                    <a:pt x="41330" y="27126"/>
                    <a:pt x="41363" y="27093"/>
                    <a:pt x="41430" y="27059"/>
                  </a:cubicBezTo>
                  <a:cubicBezTo>
                    <a:pt x="41530" y="27059"/>
                    <a:pt x="41663" y="27059"/>
                    <a:pt x="41763" y="27026"/>
                  </a:cubicBezTo>
                  <a:cubicBezTo>
                    <a:pt x="41897" y="27026"/>
                    <a:pt x="41897" y="26859"/>
                    <a:pt x="41763" y="26859"/>
                  </a:cubicBezTo>
                  <a:lnTo>
                    <a:pt x="41697" y="26859"/>
                  </a:lnTo>
                  <a:cubicBezTo>
                    <a:pt x="41997" y="26526"/>
                    <a:pt x="42097" y="26025"/>
                    <a:pt x="42130" y="25592"/>
                  </a:cubicBezTo>
                  <a:cubicBezTo>
                    <a:pt x="42197" y="24591"/>
                    <a:pt x="42264" y="23590"/>
                    <a:pt x="42331" y="22623"/>
                  </a:cubicBezTo>
                  <a:cubicBezTo>
                    <a:pt x="42531" y="19054"/>
                    <a:pt x="42597" y="15484"/>
                    <a:pt x="42564" y="11882"/>
                  </a:cubicBezTo>
                  <a:cubicBezTo>
                    <a:pt x="42564" y="10114"/>
                    <a:pt x="42497" y="8313"/>
                    <a:pt x="42431" y="6511"/>
                  </a:cubicBezTo>
                  <a:cubicBezTo>
                    <a:pt x="42331" y="4743"/>
                    <a:pt x="42264" y="2975"/>
                    <a:pt x="42064" y="1207"/>
                  </a:cubicBezTo>
                  <a:lnTo>
                    <a:pt x="42064" y="1207"/>
                  </a:lnTo>
                  <a:cubicBezTo>
                    <a:pt x="42364" y="1241"/>
                    <a:pt x="42631" y="1241"/>
                    <a:pt x="42931" y="1274"/>
                  </a:cubicBezTo>
                  <a:cubicBezTo>
                    <a:pt x="42941" y="1275"/>
                    <a:pt x="42950" y="1276"/>
                    <a:pt x="42959" y="1276"/>
                  </a:cubicBezTo>
                  <a:cubicBezTo>
                    <a:pt x="43264" y="1276"/>
                    <a:pt x="43255" y="740"/>
                    <a:pt x="42931" y="740"/>
                  </a:cubicBezTo>
                  <a:cubicBezTo>
                    <a:pt x="39895" y="540"/>
                    <a:pt x="36893" y="374"/>
                    <a:pt x="33891" y="273"/>
                  </a:cubicBezTo>
                  <a:cubicBezTo>
                    <a:pt x="29203" y="99"/>
                    <a:pt x="24540" y="0"/>
                    <a:pt x="198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1" name="Google Shape;1491;p53"/>
            <p:cNvSpPr/>
            <p:nvPr/>
          </p:nvSpPr>
          <p:spPr>
            <a:xfrm>
              <a:off x="7484458" y="1474144"/>
              <a:ext cx="877012" cy="554225"/>
            </a:xfrm>
            <a:custGeom>
              <a:rect b="b" l="l" r="r" t="t"/>
              <a:pathLst>
                <a:path extrusionOk="0" h="27594" w="43665">
                  <a:moveTo>
                    <a:pt x="20692" y="583"/>
                  </a:moveTo>
                  <a:cubicBezTo>
                    <a:pt x="22823" y="583"/>
                    <a:pt x="24955" y="602"/>
                    <a:pt x="27086" y="641"/>
                  </a:cubicBezTo>
                  <a:cubicBezTo>
                    <a:pt x="32123" y="741"/>
                    <a:pt x="37160" y="941"/>
                    <a:pt x="42197" y="1241"/>
                  </a:cubicBezTo>
                  <a:cubicBezTo>
                    <a:pt x="42264" y="3176"/>
                    <a:pt x="42397" y="5111"/>
                    <a:pt x="42464" y="7046"/>
                  </a:cubicBezTo>
                  <a:cubicBezTo>
                    <a:pt x="42564" y="10515"/>
                    <a:pt x="42597" y="13984"/>
                    <a:pt x="42497" y="17453"/>
                  </a:cubicBezTo>
                  <a:cubicBezTo>
                    <a:pt x="42464" y="19188"/>
                    <a:pt x="42364" y="20922"/>
                    <a:pt x="42264" y="22657"/>
                  </a:cubicBezTo>
                  <a:cubicBezTo>
                    <a:pt x="42230" y="23557"/>
                    <a:pt x="42164" y="24425"/>
                    <a:pt x="42097" y="25292"/>
                  </a:cubicBezTo>
                  <a:cubicBezTo>
                    <a:pt x="42064" y="25726"/>
                    <a:pt x="42097" y="26193"/>
                    <a:pt x="41863" y="26560"/>
                  </a:cubicBezTo>
                  <a:cubicBezTo>
                    <a:pt x="41595" y="27067"/>
                    <a:pt x="41166" y="27094"/>
                    <a:pt x="40672" y="27094"/>
                  </a:cubicBezTo>
                  <a:cubicBezTo>
                    <a:pt x="40614" y="27094"/>
                    <a:pt x="40555" y="27093"/>
                    <a:pt x="40496" y="27093"/>
                  </a:cubicBezTo>
                  <a:cubicBezTo>
                    <a:pt x="36059" y="27127"/>
                    <a:pt x="31623" y="27193"/>
                    <a:pt x="27186" y="27193"/>
                  </a:cubicBezTo>
                  <a:cubicBezTo>
                    <a:pt x="22750" y="27160"/>
                    <a:pt x="18280" y="27060"/>
                    <a:pt x="13843" y="26926"/>
                  </a:cubicBezTo>
                  <a:cubicBezTo>
                    <a:pt x="11608" y="26860"/>
                    <a:pt x="9407" y="26760"/>
                    <a:pt x="7172" y="26660"/>
                  </a:cubicBezTo>
                  <a:cubicBezTo>
                    <a:pt x="6071" y="26593"/>
                    <a:pt x="4970" y="26526"/>
                    <a:pt x="3870" y="26459"/>
                  </a:cubicBezTo>
                  <a:cubicBezTo>
                    <a:pt x="3336" y="26426"/>
                    <a:pt x="2769" y="26426"/>
                    <a:pt x="2202" y="26359"/>
                  </a:cubicBezTo>
                  <a:cubicBezTo>
                    <a:pt x="1768" y="26326"/>
                    <a:pt x="1401" y="26226"/>
                    <a:pt x="1201" y="25792"/>
                  </a:cubicBezTo>
                  <a:cubicBezTo>
                    <a:pt x="1001" y="25459"/>
                    <a:pt x="968" y="25058"/>
                    <a:pt x="968" y="24692"/>
                  </a:cubicBezTo>
                  <a:cubicBezTo>
                    <a:pt x="934" y="24158"/>
                    <a:pt x="934" y="23624"/>
                    <a:pt x="901" y="23124"/>
                  </a:cubicBezTo>
                  <a:cubicBezTo>
                    <a:pt x="867" y="21990"/>
                    <a:pt x="834" y="20889"/>
                    <a:pt x="801" y="19788"/>
                  </a:cubicBezTo>
                  <a:cubicBezTo>
                    <a:pt x="734" y="17653"/>
                    <a:pt x="667" y="15485"/>
                    <a:pt x="634" y="13317"/>
                  </a:cubicBezTo>
                  <a:cubicBezTo>
                    <a:pt x="601" y="9180"/>
                    <a:pt x="834" y="5011"/>
                    <a:pt x="1968" y="1008"/>
                  </a:cubicBezTo>
                  <a:lnTo>
                    <a:pt x="1968" y="1041"/>
                  </a:lnTo>
                  <a:cubicBezTo>
                    <a:pt x="4937" y="874"/>
                    <a:pt x="7906" y="774"/>
                    <a:pt x="10875" y="708"/>
                  </a:cubicBezTo>
                  <a:cubicBezTo>
                    <a:pt x="14147" y="627"/>
                    <a:pt x="17419" y="583"/>
                    <a:pt x="20692" y="583"/>
                  </a:cubicBezTo>
                  <a:close/>
                  <a:moveTo>
                    <a:pt x="20039" y="1"/>
                  </a:moveTo>
                  <a:cubicBezTo>
                    <a:pt x="19352" y="1"/>
                    <a:pt x="18666" y="3"/>
                    <a:pt x="17980" y="7"/>
                  </a:cubicBezTo>
                  <a:cubicBezTo>
                    <a:pt x="12576" y="41"/>
                    <a:pt x="7172" y="207"/>
                    <a:pt x="1735" y="474"/>
                  </a:cubicBezTo>
                  <a:cubicBezTo>
                    <a:pt x="1635" y="474"/>
                    <a:pt x="1501" y="574"/>
                    <a:pt x="1468" y="674"/>
                  </a:cubicBezTo>
                  <a:cubicBezTo>
                    <a:pt x="1334" y="1175"/>
                    <a:pt x="1201" y="1675"/>
                    <a:pt x="1068" y="2209"/>
                  </a:cubicBezTo>
                  <a:cubicBezTo>
                    <a:pt x="100" y="6378"/>
                    <a:pt x="0" y="10715"/>
                    <a:pt x="134" y="15018"/>
                  </a:cubicBezTo>
                  <a:cubicBezTo>
                    <a:pt x="167" y="17220"/>
                    <a:pt x="267" y="19454"/>
                    <a:pt x="334" y="21656"/>
                  </a:cubicBezTo>
                  <a:cubicBezTo>
                    <a:pt x="400" y="22723"/>
                    <a:pt x="367" y="23824"/>
                    <a:pt x="501" y="24892"/>
                  </a:cubicBezTo>
                  <a:cubicBezTo>
                    <a:pt x="567" y="25592"/>
                    <a:pt x="801" y="26426"/>
                    <a:pt x="1535" y="26693"/>
                  </a:cubicBezTo>
                  <a:cubicBezTo>
                    <a:pt x="1885" y="26843"/>
                    <a:pt x="2273" y="26862"/>
                    <a:pt x="2642" y="26862"/>
                  </a:cubicBezTo>
                  <a:cubicBezTo>
                    <a:pt x="2765" y="26862"/>
                    <a:pt x="2886" y="26860"/>
                    <a:pt x="3002" y="26860"/>
                  </a:cubicBezTo>
                  <a:cubicBezTo>
                    <a:pt x="3569" y="26893"/>
                    <a:pt x="4136" y="26926"/>
                    <a:pt x="4704" y="26960"/>
                  </a:cubicBezTo>
                  <a:cubicBezTo>
                    <a:pt x="5838" y="27027"/>
                    <a:pt x="6972" y="27093"/>
                    <a:pt x="8106" y="27127"/>
                  </a:cubicBezTo>
                  <a:cubicBezTo>
                    <a:pt x="10374" y="27227"/>
                    <a:pt x="12643" y="27327"/>
                    <a:pt x="14911" y="27393"/>
                  </a:cubicBezTo>
                  <a:cubicBezTo>
                    <a:pt x="19447" y="27527"/>
                    <a:pt x="23984" y="27594"/>
                    <a:pt x="28521" y="27594"/>
                  </a:cubicBezTo>
                  <a:cubicBezTo>
                    <a:pt x="30755" y="27594"/>
                    <a:pt x="32957" y="27594"/>
                    <a:pt x="35192" y="27560"/>
                  </a:cubicBezTo>
                  <a:cubicBezTo>
                    <a:pt x="36293" y="27527"/>
                    <a:pt x="37427" y="27494"/>
                    <a:pt x="38528" y="27460"/>
                  </a:cubicBezTo>
                  <a:cubicBezTo>
                    <a:pt x="38659" y="27456"/>
                    <a:pt x="38792" y="27454"/>
                    <a:pt x="38928" y="27454"/>
                  </a:cubicBezTo>
                  <a:cubicBezTo>
                    <a:pt x="39233" y="27454"/>
                    <a:pt x="39549" y="27462"/>
                    <a:pt x="39865" y="27462"/>
                  </a:cubicBezTo>
                  <a:cubicBezTo>
                    <a:pt x="40484" y="27462"/>
                    <a:pt x="41107" y="27433"/>
                    <a:pt x="41663" y="27260"/>
                  </a:cubicBezTo>
                  <a:cubicBezTo>
                    <a:pt x="41697" y="27227"/>
                    <a:pt x="41763" y="27227"/>
                    <a:pt x="41830" y="27193"/>
                  </a:cubicBezTo>
                  <a:cubicBezTo>
                    <a:pt x="42364" y="27027"/>
                    <a:pt x="42464" y="26326"/>
                    <a:pt x="42497" y="25792"/>
                  </a:cubicBezTo>
                  <a:cubicBezTo>
                    <a:pt x="42597" y="24825"/>
                    <a:pt x="42631" y="23824"/>
                    <a:pt x="42697" y="22824"/>
                  </a:cubicBezTo>
                  <a:cubicBezTo>
                    <a:pt x="42897" y="19221"/>
                    <a:pt x="42998" y="15618"/>
                    <a:pt x="42964" y="12016"/>
                  </a:cubicBezTo>
                  <a:cubicBezTo>
                    <a:pt x="42931" y="10181"/>
                    <a:pt x="42897" y="8380"/>
                    <a:pt x="42797" y="6579"/>
                  </a:cubicBezTo>
                  <a:cubicBezTo>
                    <a:pt x="42731" y="4811"/>
                    <a:pt x="42631" y="3009"/>
                    <a:pt x="42430" y="1241"/>
                  </a:cubicBezTo>
                  <a:cubicBezTo>
                    <a:pt x="42731" y="1241"/>
                    <a:pt x="43031" y="1275"/>
                    <a:pt x="43331" y="1275"/>
                  </a:cubicBezTo>
                  <a:cubicBezTo>
                    <a:pt x="43341" y="1276"/>
                    <a:pt x="43351" y="1276"/>
                    <a:pt x="43361" y="1276"/>
                  </a:cubicBezTo>
                  <a:cubicBezTo>
                    <a:pt x="43664" y="1276"/>
                    <a:pt x="43655" y="773"/>
                    <a:pt x="43331" y="741"/>
                  </a:cubicBezTo>
                  <a:cubicBezTo>
                    <a:pt x="40262" y="574"/>
                    <a:pt x="37227" y="407"/>
                    <a:pt x="34191" y="274"/>
                  </a:cubicBezTo>
                  <a:cubicBezTo>
                    <a:pt x="29474" y="99"/>
                    <a:pt x="24756" y="1"/>
                    <a:pt x="2003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2" name="Google Shape;1492;p53"/>
            <p:cNvSpPr/>
            <p:nvPr/>
          </p:nvSpPr>
          <p:spPr>
            <a:xfrm>
              <a:off x="7544071" y="1797372"/>
              <a:ext cx="425461" cy="16430"/>
            </a:xfrm>
            <a:custGeom>
              <a:rect b="b" l="l" r="r" t="t"/>
              <a:pathLst>
                <a:path extrusionOk="0" h="818" w="21183">
                  <a:moveTo>
                    <a:pt x="5522" y="1"/>
                  </a:moveTo>
                  <a:cubicBezTo>
                    <a:pt x="3804" y="1"/>
                    <a:pt x="2086" y="26"/>
                    <a:pt x="368" y="126"/>
                  </a:cubicBezTo>
                  <a:cubicBezTo>
                    <a:pt x="1" y="126"/>
                    <a:pt x="1" y="660"/>
                    <a:pt x="368" y="693"/>
                  </a:cubicBezTo>
                  <a:cubicBezTo>
                    <a:pt x="2086" y="793"/>
                    <a:pt x="3804" y="818"/>
                    <a:pt x="5522" y="818"/>
                  </a:cubicBezTo>
                  <a:cubicBezTo>
                    <a:pt x="7239" y="818"/>
                    <a:pt x="8957" y="793"/>
                    <a:pt x="10675" y="793"/>
                  </a:cubicBezTo>
                  <a:cubicBezTo>
                    <a:pt x="11150" y="788"/>
                    <a:pt x="11626" y="787"/>
                    <a:pt x="12101" y="787"/>
                  </a:cubicBezTo>
                  <a:cubicBezTo>
                    <a:pt x="12871" y="787"/>
                    <a:pt x="13642" y="791"/>
                    <a:pt x="14413" y="791"/>
                  </a:cubicBezTo>
                  <a:cubicBezTo>
                    <a:pt x="16613" y="791"/>
                    <a:pt x="18811" y="760"/>
                    <a:pt x="20983" y="526"/>
                  </a:cubicBezTo>
                  <a:cubicBezTo>
                    <a:pt x="21183" y="526"/>
                    <a:pt x="21183" y="293"/>
                    <a:pt x="20983" y="259"/>
                  </a:cubicBezTo>
                  <a:cubicBezTo>
                    <a:pt x="19013" y="47"/>
                    <a:pt x="17021" y="2"/>
                    <a:pt x="15025" y="2"/>
                  </a:cubicBezTo>
                  <a:cubicBezTo>
                    <a:pt x="13574" y="2"/>
                    <a:pt x="12122" y="26"/>
                    <a:pt x="10675" y="26"/>
                  </a:cubicBezTo>
                  <a:cubicBezTo>
                    <a:pt x="8957" y="26"/>
                    <a:pt x="7239" y="1"/>
                    <a:pt x="55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p53"/>
            <p:cNvSpPr/>
            <p:nvPr/>
          </p:nvSpPr>
          <p:spPr>
            <a:xfrm>
              <a:off x="8161805" y="1892695"/>
              <a:ext cx="111894" cy="61982"/>
            </a:xfrm>
            <a:custGeom>
              <a:rect b="b" l="l" r="r" t="t"/>
              <a:pathLst>
                <a:path extrusionOk="0" h="3086" w="5571">
                  <a:moveTo>
                    <a:pt x="2802" y="884"/>
                  </a:moveTo>
                  <a:cubicBezTo>
                    <a:pt x="3203" y="884"/>
                    <a:pt x="3636" y="917"/>
                    <a:pt x="4036" y="917"/>
                  </a:cubicBezTo>
                  <a:cubicBezTo>
                    <a:pt x="4192" y="917"/>
                    <a:pt x="4363" y="932"/>
                    <a:pt x="4538" y="932"/>
                  </a:cubicBezTo>
                  <a:cubicBezTo>
                    <a:pt x="4626" y="932"/>
                    <a:pt x="4715" y="928"/>
                    <a:pt x="4804" y="917"/>
                  </a:cubicBezTo>
                  <a:lnTo>
                    <a:pt x="4804" y="917"/>
                  </a:lnTo>
                  <a:cubicBezTo>
                    <a:pt x="4770" y="1217"/>
                    <a:pt x="4770" y="1551"/>
                    <a:pt x="4770" y="1851"/>
                  </a:cubicBezTo>
                  <a:lnTo>
                    <a:pt x="4770" y="2151"/>
                  </a:lnTo>
                  <a:cubicBezTo>
                    <a:pt x="4770" y="2185"/>
                    <a:pt x="4770" y="2251"/>
                    <a:pt x="4737" y="2285"/>
                  </a:cubicBezTo>
                  <a:lnTo>
                    <a:pt x="4303" y="2285"/>
                  </a:lnTo>
                  <a:cubicBezTo>
                    <a:pt x="3469" y="2285"/>
                    <a:pt x="2602" y="2251"/>
                    <a:pt x="1768" y="2251"/>
                  </a:cubicBezTo>
                  <a:lnTo>
                    <a:pt x="968" y="2251"/>
                  </a:lnTo>
                  <a:lnTo>
                    <a:pt x="968" y="2218"/>
                  </a:lnTo>
                  <a:cubicBezTo>
                    <a:pt x="1001" y="2051"/>
                    <a:pt x="968" y="1818"/>
                    <a:pt x="968" y="1618"/>
                  </a:cubicBezTo>
                  <a:lnTo>
                    <a:pt x="968" y="1017"/>
                  </a:lnTo>
                  <a:cubicBezTo>
                    <a:pt x="968" y="1017"/>
                    <a:pt x="968" y="917"/>
                    <a:pt x="968" y="884"/>
                  </a:cubicBezTo>
                  <a:close/>
                  <a:moveTo>
                    <a:pt x="1198" y="0"/>
                  </a:moveTo>
                  <a:cubicBezTo>
                    <a:pt x="913" y="0"/>
                    <a:pt x="621" y="36"/>
                    <a:pt x="401" y="217"/>
                  </a:cubicBezTo>
                  <a:cubicBezTo>
                    <a:pt x="0" y="550"/>
                    <a:pt x="134" y="1184"/>
                    <a:pt x="134" y="1618"/>
                  </a:cubicBezTo>
                  <a:cubicBezTo>
                    <a:pt x="134" y="2085"/>
                    <a:pt x="67" y="2652"/>
                    <a:pt x="501" y="2952"/>
                  </a:cubicBezTo>
                  <a:cubicBezTo>
                    <a:pt x="701" y="3085"/>
                    <a:pt x="968" y="3085"/>
                    <a:pt x="1201" y="3085"/>
                  </a:cubicBezTo>
                  <a:lnTo>
                    <a:pt x="3469" y="3085"/>
                  </a:lnTo>
                  <a:cubicBezTo>
                    <a:pt x="3736" y="3085"/>
                    <a:pt x="4036" y="3085"/>
                    <a:pt x="4303" y="3052"/>
                  </a:cubicBezTo>
                  <a:cubicBezTo>
                    <a:pt x="4459" y="3052"/>
                    <a:pt x="4615" y="3067"/>
                    <a:pt x="4770" y="3067"/>
                  </a:cubicBezTo>
                  <a:cubicBezTo>
                    <a:pt x="4848" y="3067"/>
                    <a:pt x="4926" y="3063"/>
                    <a:pt x="5004" y="3052"/>
                  </a:cubicBezTo>
                  <a:cubicBezTo>
                    <a:pt x="5538" y="2919"/>
                    <a:pt x="5538" y="2418"/>
                    <a:pt x="5538" y="1985"/>
                  </a:cubicBezTo>
                  <a:cubicBezTo>
                    <a:pt x="5504" y="1551"/>
                    <a:pt x="5471" y="1151"/>
                    <a:pt x="5437" y="717"/>
                  </a:cubicBezTo>
                  <a:cubicBezTo>
                    <a:pt x="5571" y="550"/>
                    <a:pt x="5538" y="250"/>
                    <a:pt x="5337" y="150"/>
                  </a:cubicBezTo>
                  <a:cubicBezTo>
                    <a:pt x="5137" y="61"/>
                    <a:pt x="4937" y="46"/>
                    <a:pt x="4727" y="46"/>
                  </a:cubicBezTo>
                  <a:cubicBezTo>
                    <a:pt x="4622" y="46"/>
                    <a:pt x="4515" y="50"/>
                    <a:pt x="4403" y="50"/>
                  </a:cubicBezTo>
                  <a:lnTo>
                    <a:pt x="3469" y="50"/>
                  </a:lnTo>
                  <a:cubicBezTo>
                    <a:pt x="2902" y="50"/>
                    <a:pt x="2335" y="50"/>
                    <a:pt x="1735" y="16"/>
                  </a:cubicBezTo>
                  <a:cubicBezTo>
                    <a:pt x="1575" y="16"/>
                    <a:pt x="1388" y="0"/>
                    <a:pt x="11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p53"/>
            <p:cNvSpPr/>
            <p:nvPr/>
          </p:nvSpPr>
          <p:spPr>
            <a:xfrm>
              <a:off x="7827490" y="1890225"/>
              <a:ext cx="157446" cy="64212"/>
            </a:xfrm>
            <a:custGeom>
              <a:rect b="b" l="l" r="r" t="t"/>
              <a:pathLst>
                <a:path extrusionOk="0" h="3197" w="7839">
                  <a:moveTo>
                    <a:pt x="2902" y="840"/>
                  </a:moveTo>
                  <a:cubicBezTo>
                    <a:pt x="3603" y="840"/>
                    <a:pt x="4303" y="840"/>
                    <a:pt x="4970" y="873"/>
                  </a:cubicBezTo>
                  <a:cubicBezTo>
                    <a:pt x="5304" y="873"/>
                    <a:pt x="5604" y="907"/>
                    <a:pt x="5938" y="907"/>
                  </a:cubicBezTo>
                  <a:cubicBezTo>
                    <a:pt x="6197" y="930"/>
                    <a:pt x="6457" y="954"/>
                    <a:pt x="6716" y="954"/>
                  </a:cubicBezTo>
                  <a:cubicBezTo>
                    <a:pt x="6823" y="954"/>
                    <a:pt x="6931" y="950"/>
                    <a:pt x="7038" y="940"/>
                  </a:cubicBezTo>
                  <a:cubicBezTo>
                    <a:pt x="7072" y="940"/>
                    <a:pt x="7105" y="907"/>
                    <a:pt x="7105" y="907"/>
                  </a:cubicBezTo>
                  <a:cubicBezTo>
                    <a:pt x="7105" y="1207"/>
                    <a:pt x="7105" y="1474"/>
                    <a:pt x="7138" y="1774"/>
                  </a:cubicBezTo>
                  <a:cubicBezTo>
                    <a:pt x="7138" y="1941"/>
                    <a:pt x="7138" y="2074"/>
                    <a:pt x="7138" y="2241"/>
                  </a:cubicBezTo>
                  <a:cubicBezTo>
                    <a:pt x="7138" y="2360"/>
                    <a:pt x="7173" y="2377"/>
                    <a:pt x="7119" y="2377"/>
                  </a:cubicBezTo>
                  <a:cubicBezTo>
                    <a:pt x="7098" y="2377"/>
                    <a:pt x="7062" y="2374"/>
                    <a:pt x="7005" y="2374"/>
                  </a:cubicBezTo>
                  <a:cubicBezTo>
                    <a:pt x="6338" y="2374"/>
                    <a:pt x="5671" y="2474"/>
                    <a:pt x="5004" y="2474"/>
                  </a:cubicBezTo>
                  <a:cubicBezTo>
                    <a:pt x="4403" y="2474"/>
                    <a:pt x="3769" y="2441"/>
                    <a:pt x="3169" y="2374"/>
                  </a:cubicBezTo>
                  <a:cubicBezTo>
                    <a:pt x="2802" y="2374"/>
                    <a:pt x="2468" y="2341"/>
                    <a:pt x="2102" y="2274"/>
                  </a:cubicBezTo>
                  <a:cubicBezTo>
                    <a:pt x="1968" y="2274"/>
                    <a:pt x="1835" y="2241"/>
                    <a:pt x="1668" y="2208"/>
                  </a:cubicBezTo>
                  <a:cubicBezTo>
                    <a:pt x="1604" y="2208"/>
                    <a:pt x="1261" y="2208"/>
                    <a:pt x="1206" y="2148"/>
                  </a:cubicBezTo>
                  <a:lnTo>
                    <a:pt x="1206" y="2148"/>
                  </a:lnTo>
                  <a:cubicBezTo>
                    <a:pt x="1206" y="2148"/>
                    <a:pt x="1207" y="2148"/>
                    <a:pt x="1207" y="2148"/>
                  </a:cubicBezTo>
                  <a:cubicBezTo>
                    <a:pt x="1224" y="2148"/>
                    <a:pt x="1168" y="1805"/>
                    <a:pt x="1168" y="1774"/>
                  </a:cubicBezTo>
                  <a:cubicBezTo>
                    <a:pt x="1134" y="1641"/>
                    <a:pt x="1101" y="1507"/>
                    <a:pt x="1101" y="1374"/>
                  </a:cubicBezTo>
                  <a:cubicBezTo>
                    <a:pt x="1067" y="1207"/>
                    <a:pt x="1001" y="1040"/>
                    <a:pt x="967" y="873"/>
                  </a:cubicBezTo>
                  <a:lnTo>
                    <a:pt x="1001" y="873"/>
                  </a:lnTo>
                  <a:cubicBezTo>
                    <a:pt x="1001" y="873"/>
                    <a:pt x="1001" y="840"/>
                    <a:pt x="967" y="840"/>
                  </a:cubicBezTo>
                  <a:lnTo>
                    <a:pt x="1001" y="840"/>
                  </a:lnTo>
                  <a:cubicBezTo>
                    <a:pt x="1101" y="862"/>
                    <a:pt x="1208" y="870"/>
                    <a:pt x="1318" y="870"/>
                  </a:cubicBezTo>
                  <a:cubicBezTo>
                    <a:pt x="1538" y="870"/>
                    <a:pt x="1768" y="840"/>
                    <a:pt x="1968" y="840"/>
                  </a:cubicBezTo>
                  <a:close/>
                  <a:moveTo>
                    <a:pt x="1122" y="1"/>
                  </a:moveTo>
                  <a:cubicBezTo>
                    <a:pt x="939" y="1"/>
                    <a:pt x="747" y="13"/>
                    <a:pt x="567" y="73"/>
                  </a:cubicBezTo>
                  <a:cubicBezTo>
                    <a:pt x="0" y="240"/>
                    <a:pt x="133" y="840"/>
                    <a:pt x="234" y="1307"/>
                  </a:cubicBezTo>
                  <a:cubicBezTo>
                    <a:pt x="334" y="1774"/>
                    <a:pt x="367" y="2608"/>
                    <a:pt x="867" y="2841"/>
                  </a:cubicBezTo>
                  <a:cubicBezTo>
                    <a:pt x="1134" y="2975"/>
                    <a:pt x="1434" y="2975"/>
                    <a:pt x="1701" y="3008"/>
                  </a:cubicBezTo>
                  <a:cubicBezTo>
                    <a:pt x="2035" y="3042"/>
                    <a:pt x="2368" y="3075"/>
                    <a:pt x="2702" y="3108"/>
                  </a:cubicBezTo>
                  <a:cubicBezTo>
                    <a:pt x="3398" y="3162"/>
                    <a:pt x="4094" y="3196"/>
                    <a:pt x="4791" y="3196"/>
                  </a:cubicBezTo>
                  <a:cubicBezTo>
                    <a:pt x="5395" y="3196"/>
                    <a:pt x="6000" y="3170"/>
                    <a:pt x="6605" y="3108"/>
                  </a:cubicBezTo>
                  <a:cubicBezTo>
                    <a:pt x="7105" y="3075"/>
                    <a:pt x="7772" y="3108"/>
                    <a:pt x="7806" y="2474"/>
                  </a:cubicBezTo>
                  <a:cubicBezTo>
                    <a:pt x="7839" y="2174"/>
                    <a:pt x="7772" y="1841"/>
                    <a:pt x="7739" y="1507"/>
                  </a:cubicBezTo>
                  <a:cubicBezTo>
                    <a:pt x="7706" y="1240"/>
                    <a:pt x="7672" y="940"/>
                    <a:pt x="7639" y="640"/>
                  </a:cubicBezTo>
                  <a:cubicBezTo>
                    <a:pt x="7605" y="506"/>
                    <a:pt x="7539" y="473"/>
                    <a:pt x="7405" y="473"/>
                  </a:cubicBezTo>
                  <a:cubicBezTo>
                    <a:pt x="7405" y="340"/>
                    <a:pt x="7305" y="206"/>
                    <a:pt x="7138" y="173"/>
                  </a:cubicBezTo>
                  <a:cubicBezTo>
                    <a:pt x="6738" y="73"/>
                    <a:pt x="6338" y="73"/>
                    <a:pt x="5938" y="73"/>
                  </a:cubicBezTo>
                  <a:cubicBezTo>
                    <a:pt x="5571" y="39"/>
                    <a:pt x="5204" y="39"/>
                    <a:pt x="4837" y="39"/>
                  </a:cubicBezTo>
                  <a:cubicBezTo>
                    <a:pt x="4070" y="6"/>
                    <a:pt x="3269" y="6"/>
                    <a:pt x="2502" y="6"/>
                  </a:cubicBezTo>
                  <a:lnTo>
                    <a:pt x="1468" y="6"/>
                  </a:lnTo>
                  <a:cubicBezTo>
                    <a:pt x="1361" y="6"/>
                    <a:pt x="1244" y="1"/>
                    <a:pt x="11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5" name="Google Shape;1495;p53"/>
            <p:cNvSpPr/>
            <p:nvPr/>
          </p:nvSpPr>
          <p:spPr>
            <a:xfrm>
              <a:off x="7555479" y="1893599"/>
              <a:ext cx="189622" cy="60697"/>
            </a:xfrm>
            <a:custGeom>
              <a:rect b="b" l="l" r="r" t="t"/>
              <a:pathLst>
                <a:path extrusionOk="0" h="3022" w="9441">
                  <a:moveTo>
                    <a:pt x="1060" y="830"/>
                  </a:moveTo>
                  <a:cubicBezTo>
                    <a:pt x="1291" y="830"/>
                    <a:pt x="1546" y="878"/>
                    <a:pt x="1735" y="905"/>
                  </a:cubicBezTo>
                  <a:cubicBezTo>
                    <a:pt x="2068" y="905"/>
                    <a:pt x="2402" y="905"/>
                    <a:pt x="2735" y="939"/>
                  </a:cubicBezTo>
                  <a:cubicBezTo>
                    <a:pt x="3402" y="972"/>
                    <a:pt x="4070" y="1006"/>
                    <a:pt x="4737" y="1039"/>
                  </a:cubicBezTo>
                  <a:cubicBezTo>
                    <a:pt x="6038" y="1072"/>
                    <a:pt x="7372" y="1139"/>
                    <a:pt x="8673" y="1206"/>
                  </a:cubicBezTo>
                  <a:cubicBezTo>
                    <a:pt x="8673" y="1339"/>
                    <a:pt x="8640" y="1473"/>
                    <a:pt x="8640" y="1606"/>
                  </a:cubicBezTo>
                  <a:cubicBezTo>
                    <a:pt x="8606" y="1739"/>
                    <a:pt x="8573" y="1906"/>
                    <a:pt x="8506" y="2040"/>
                  </a:cubicBezTo>
                  <a:cubicBezTo>
                    <a:pt x="8439" y="2340"/>
                    <a:pt x="8439" y="2340"/>
                    <a:pt x="8139" y="2373"/>
                  </a:cubicBezTo>
                  <a:cubicBezTo>
                    <a:pt x="7339" y="2373"/>
                    <a:pt x="6538" y="2306"/>
                    <a:pt x="5737" y="2306"/>
                  </a:cubicBezTo>
                  <a:lnTo>
                    <a:pt x="3302" y="2240"/>
                  </a:lnTo>
                  <a:cubicBezTo>
                    <a:pt x="2952" y="2240"/>
                    <a:pt x="2594" y="2248"/>
                    <a:pt x="2231" y="2248"/>
                  </a:cubicBezTo>
                  <a:cubicBezTo>
                    <a:pt x="1868" y="2248"/>
                    <a:pt x="1501" y="2240"/>
                    <a:pt x="1134" y="2206"/>
                  </a:cubicBezTo>
                  <a:cubicBezTo>
                    <a:pt x="1101" y="2006"/>
                    <a:pt x="1067" y="1839"/>
                    <a:pt x="1034" y="1639"/>
                  </a:cubicBezTo>
                  <a:cubicBezTo>
                    <a:pt x="1001" y="1506"/>
                    <a:pt x="901" y="1072"/>
                    <a:pt x="901" y="839"/>
                  </a:cubicBezTo>
                  <a:cubicBezTo>
                    <a:pt x="952" y="832"/>
                    <a:pt x="1005" y="830"/>
                    <a:pt x="1060" y="830"/>
                  </a:cubicBezTo>
                  <a:close/>
                  <a:moveTo>
                    <a:pt x="870" y="1"/>
                  </a:moveTo>
                  <a:cubicBezTo>
                    <a:pt x="598" y="1"/>
                    <a:pt x="317" y="38"/>
                    <a:pt x="167" y="338"/>
                  </a:cubicBezTo>
                  <a:cubicBezTo>
                    <a:pt x="0" y="672"/>
                    <a:pt x="100" y="1139"/>
                    <a:pt x="167" y="1473"/>
                  </a:cubicBezTo>
                  <a:cubicBezTo>
                    <a:pt x="234" y="1906"/>
                    <a:pt x="334" y="2340"/>
                    <a:pt x="500" y="2740"/>
                  </a:cubicBezTo>
                  <a:cubicBezTo>
                    <a:pt x="567" y="2840"/>
                    <a:pt x="701" y="2940"/>
                    <a:pt x="834" y="2940"/>
                  </a:cubicBezTo>
                  <a:cubicBezTo>
                    <a:pt x="1151" y="2909"/>
                    <a:pt x="1475" y="2897"/>
                    <a:pt x="1801" y="2897"/>
                  </a:cubicBezTo>
                  <a:cubicBezTo>
                    <a:pt x="2505" y="2897"/>
                    <a:pt x="3219" y="2951"/>
                    <a:pt x="3903" y="2974"/>
                  </a:cubicBezTo>
                  <a:cubicBezTo>
                    <a:pt x="4870" y="2974"/>
                    <a:pt x="5838" y="3007"/>
                    <a:pt x="6805" y="3007"/>
                  </a:cubicBezTo>
                  <a:cubicBezTo>
                    <a:pt x="7138" y="3007"/>
                    <a:pt x="7472" y="3022"/>
                    <a:pt x="7806" y="3022"/>
                  </a:cubicBezTo>
                  <a:cubicBezTo>
                    <a:pt x="7972" y="3022"/>
                    <a:pt x="8139" y="3018"/>
                    <a:pt x="8306" y="3007"/>
                  </a:cubicBezTo>
                  <a:cubicBezTo>
                    <a:pt x="8640" y="3007"/>
                    <a:pt x="8873" y="2907"/>
                    <a:pt x="9006" y="2573"/>
                  </a:cubicBezTo>
                  <a:cubicBezTo>
                    <a:pt x="9307" y="1940"/>
                    <a:pt x="9440" y="905"/>
                    <a:pt x="9073" y="238"/>
                  </a:cubicBezTo>
                  <a:cubicBezTo>
                    <a:pt x="9034" y="160"/>
                    <a:pt x="8974" y="127"/>
                    <a:pt x="8913" y="127"/>
                  </a:cubicBezTo>
                  <a:cubicBezTo>
                    <a:pt x="8820" y="127"/>
                    <a:pt x="8726" y="204"/>
                    <a:pt x="8706" y="305"/>
                  </a:cubicBezTo>
                  <a:cubicBezTo>
                    <a:pt x="6705" y="238"/>
                    <a:pt x="4737" y="138"/>
                    <a:pt x="2735" y="72"/>
                  </a:cubicBezTo>
                  <a:cubicBezTo>
                    <a:pt x="2202" y="38"/>
                    <a:pt x="1668" y="38"/>
                    <a:pt x="1134" y="5"/>
                  </a:cubicBezTo>
                  <a:cubicBezTo>
                    <a:pt x="1051" y="5"/>
                    <a:pt x="961" y="1"/>
                    <a:pt x="8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6" name="Google Shape;1496;p53"/>
            <p:cNvSpPr/>
            <p:nvPr/>
          </p:nvSpPr>
          <p:spPr>
            <a:xfrm>
              <a:off x="5303669" y="2385963"/>
              <a:ext cx="841521" cy="531469"/>
            </a:xfrm>
            <a:custGeom>
              <a:rect b="b" l="l" r="r" t="t"/>
              <a:pathLst>
                <a:path extrusionOk="0" h="26461" w="41898">
                  <a:moveTo>
                    <a:pt x="22101" y="0"/>
                  </a:moveTo>
                  <a:cubicBezTo>
                    <a:pt x="17769" y="0"/>
                    <a:pt x="13433" y="74"/>
                    <a:pt x="9074" y="242"/>
                  </a:cubicBezTo>
                  <a:cubicBezTo>
                    <a:pt x="6172" y="342"/>
                    <a:pt x="3270" y="509"/>
                    <a:pt x="334" y="676"/>
                  </a:cubicBezTo>
                  <a:cubicBezTo>
                    <a:pt x="11" y="708"/>
                    <a:pt x="1" y="1211"/>
                    <a:pt x="305" y="1211"/>
                  </a:cubicBezTo>
                  <a:cubicBezTo>
                    <a:pt x="314" y="1211"/>
                    <a:pt x="324" y="1210"/>
                    <a:pt x="334" y="1209"/>
                  </a:cubicBezTo>
                  <a:cubicBezTo>
                    <a:pt x="601" y="1209"/>
                    <a:pt x="901" y="1176"/>
                    <a:pt x="1168" y="1176"/>
                  </a:cubicBezTo>
                  <a:cubicBezTo>
                    <a:pt x="968" y="2877"/>
                    <a:pt x="901" y="4578"/>
                    <a:pt x="835" y="6313"/>
                  </a:cubicBezTo>
                  <a:cubicBezTo>
                    <a:pt x="735" y="8014"/>
                    <a:pt x="701" y="9749"/>
                    <a:pt x="668" y="11483"/>
                  </a:cubicBezTo>
                  <a:cubicBezTo>
                    <a:pt x="634" y="14952"/>
                    <a:pt x="735" y="18422"/>
                    <a:pt x="935" y="21857"/>
                  </a:cubicBezTo>
                  <a:cubicBezTo>
                    <a:pt x="968" y="22825"/>
                    <a:pt x="1035" y="23792"/>
                    <a:pt x="1101" y="24726"/>
                  </a:cubicBezTo>
                  <a:cubicBezTo>
                    <a:pt x="1135" y="25160"/>
                    <a:pt x="1235" y="25660"/>
                    <a:pt x="1535" y="25960"/>
                  </a:cubicBezTo>
                  <a:lnTo>
                    <a:pt x="1435" y="25960"/>
                  </a:lnTo>
                  <a:cubicBezTo>
                    <a:pt x="1335" y="25960"/>
                    <a:pt x="1335" y="26127"/>
                    <a:pt x="1435" y="26160"/>
                  </a:cubicBezTo>
                  <a:lnTo>
                    <a:pt x="1802" y="26160"/>
                  </a:lnTo>
                  <a:cubicBezTo>
                    <a:pt x="1835" y="26194"/>
                    <a:pt x="1869" y="26227"/>
                    <a:pt x="1935" y="26227"/>
                  </a:cubicBezTo>
                  <a:cubicBezTo>
                    <a:pt x="1965" y="26237"/>
                    <a:pt x="1988" y="26241"/>
                    <a:pt x="2009" y="26241"/>
                  </a:cubicBezTo>
                  <a:cubicBezTo>
                    <a:pt x="2058" y="26241"/>
                    <a:pt x="2088" y="26217"/>
                    <a:pt x="2136" y="26194"/>
                  </a:cubicBezTo>
                  <a:cubicBezTo>
                    <a:pt x="6238" y="26461"/>
                    <a:pt x="10375" y="26427"/>
                    <a:pt x="14511" y="26461"/>
                  </a:cubicBezTo>
                  <a:cubicBezTo>
                    <a:pt x="18881" y="26461"/>
                    <a:pt x="23217" y="26394"/>
                    <a:pt x="27587" y="26260"/>
                  </a:cubicBezTo>
                  <a:cubicBezTo>
                    <a:pt x="29755" y="26194"/>
                    <a:pt x="31923" y="26094"/>
                    <a:pt x="34092" y="25994"/>
                  </a:cubicBezTo>
                  <a:cubicBezTo>
                    <a:pt x="35192" y="25960"/>
                    <a:pt x="36293" y="25894"/>
                    <a:pt x="37361" y="25827"/>
                  </a:cubicBezTo>
                  <a:cubicBezTo>
                    <a:pt x="37894" y="25827"/>
                    <a:pt x="38461" y="25793"/>
                    <a:pt x="38995" y="25760"/>
                  </a:cubicBezTo>
                  <a:cubicBezTo>
                    <a:pt x="39462" y="25727"/>
                    <a:pt x="39963" y="25760"/>
                    <a:pt x="40396" y="25593"/>
                  </a:cubicBezTo>
                  <a:cubicBezTo>
                    <a:pt x="41130" y="25326"/>
                    <a:pt x="41330" y="24526"/>
                    <a:pt x="41397" y="23825"/>
                  </a:cubicBezTo>
                  <a:cubicBezTo>
                    <a:pt x="41530" y="22825"/>
                    <a:pt x="41530" y="21791"/>
                    <a:pt x="41564" y="20757"/>
                  </a:cubicBezTo>
                  <a:cubicBezTo>
                    <a:pt x="41630" y="18622"/>
                    <a:pt x="41730" y="16487"/>
                    <a:pt x="41764" y="14352"/>
                  </a:cubicBezTo>
                  <a:cubicBezTo>
                    <a:pt x="41897" y="10249"/>
                    <a:pt x="41797" y="6079"/>
                    <a:pt x="40863" y="2077"/>
                  </a:cubicBezTo>
                  <a:cubicBezTo>
                    <a:pt x="40730" y="1576"/>
                    <a:pt x="40630" y="1109"/>
                    <a:pt x="40463" y="642"/>
                  </a:cubicBezTo>
                  <a:cubicBezTo>
                    <a:pt x="40430" y="509"/>
                    <a:pt x="40329" y="442"/>
                    <a:pt x="40229" y="442"/>
                  </a:cubicBezTo>
                  <a:cubicBezTo>
                    <a:pt x="35026" y="175"/>
                    <a:pt x="29822" y="8"/>
                    <a:pt x="24618" y="8"/>
                  </a:cubicBezTo>
                  <a:cubicBezTo>
                    <a:pt x="23779" y="3"/>
                    <a:pt x="22940" y="0"/>
                    <a:pt x="221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p53"/>
            <p:cNvSpPr/>
            <p:nvPr/>
          </p:nvSpPr>
          <p:spPr>
            <a:xfrm>
              <a:off x="5300335" y="2383312"/>
              <a:ext cx="848210" cy="536129"/>
            </a:xfrm>
            <a:custGeom>
              <a:rect b="b" l="l" r="r" t="t"/>
              <a:pathLst>
                <a:path extrusionOk="0" h="26693" w="42231">
                  <a:moveTo>
                    <a:pt x="22523" y="564"/>
                  </a:moveTo>
                  <a:cubicBezTo>
                    <a:pt x="25581" y="564"/>
                    <a:pt x="28641" y="596"/>
                    <a:pt x="31689" y="674"/>
                  </a:cubicBezTo>
                  <a:cubicBezTo>
                    <a:pt x="34591" y="741"/>
                    <a:pt x="37460" y="841"/>
                    <a:pt x="40329" y="974"/>
                  </a:cubicBezTo>
                  <a:cubicBezTo>
                    <a:pt x="41429" y="4844"/>
                    <a:pt x="41630" y="8880"/>
                    <a:pt x="41596" y="12883"/>
                  </a:cubicBezTo>
                  <a:cubicBezTo>
                    <a:pt x="41596" y="14984"/>
                    <a:pt x="41496" y="17052"/>
                    <a:pt x="41429" y="19154"/>
                  </a:cubicBezTo>
                  <a:cubicBezTo>
                    <a:pt x="41396" y="20221"/>
                    <a:pt x="41363" y="21289"/>
                    <a:pt x="41363" y="22356"/>
                  </a:cubicBezTo>
                  <a:cubicBezTo>
                    <a:pt x="41329" y="22857"/>
                    <a:pt x="41329" y="23390"/>
                    <a:pt x="41296" y="23891"/>
                  </a:cubicBezTo>
                  <a:cubicBezTo>
                    <a:pt x="41263" y="24258"/>
                    <a:pt x="41229" y="24625"/>
                    <a:pt x="41063" y="24958"/>
                  </a:cubicBezTo>
                  <a:cubicBezTo>
                    <a:pt x="40862" y="25358"/>
                    <a:pt x="40495" y="25492"/>
                    <a:pt x="40095" y="25525"/>
                  </a:cubicBezTo>
                  <a:cubicBezTo>
                    <a:pt x="39561" y="25559"/>
                    <a:pt x="38994" y="25592"/>
                    <a:pt x="38461" y="25625"/>
                  </a:cubicBezTo>
                  <a:cubicBezTo>
                    <a:pt x="37393" y="25692"/>
                    <a:pt x="36326" y="25725"/>
                    <a:pt x="35258" y="25792"/>
                  </a:cubicBezTo>
                  <a:cubicBezTo>
                    <a:pt x="33124" y="25892"/>
                    <a:pt x="30989" y="25959"/>
                    <a:pt x="28854" y="26059"/>
                  </a:cubicBezTo>
                  <a:cubicBezTo>
                    <a:pt x="24517" y="26192"/>
                    <a:pt x="20214" y="26292"/>
                    <a:pt x="15911" y="26292"/>
                  </a:cubicBezTo>
                  <a:cubicBezTo>
                    <a:pt x="15122" y="26299"/>
                    <a:pt x="14333" y="26301"/>
                    <a:pt x="13545" y="26301"/>
                  </a:cubicBezTo>
                  <a:cubicBezTo>
                    <a:pt x="10040" y="26301"/>
                    <a:pt x="6549" y="26247"/>
                    <a:pt x="3035" y="26192"/>
                  </a:cubicBezTo>
                  <a:cubicBezTo>
                    <a:pt x="2976" y="26192"/>
                    <a:pt x="2917" y="26193"/>
                    <a:pt x="2859" y="26193"/>
                  </a:cubicBezTo>
                  <a:cubicBezTo>
                    <a:pt x="2393" y="26193"/>
                    <a:pt x="1968" y="26166"/>
                    <a:pt x="1701" y="25692"/>
                  </a:cubicBezTo>
                  <a:cubicBezTo>
                    <a:pt x="1501" y="25325"/>
                    <a:pt x="1501" y="24858"/>
                    <a:pt x="1468" y="24458"/>
                  </a:cubicBezTo>
                  <a:cubicBezTo>
                    <a:pt x="1434" y="23624"/>
                    <a:pt x="1368" y="22757"/>
                    <a:pt x="1301" y="21923"/>
                  </a:cubicBezTo>
                  <a:cubicBezTo>
                    <a:pt x="1234" y="20255"/>
                    <a:pt x="1134" y="18587"/>
                    <a:pt x="1101" y="16886"/>
                  </a:cubicBezTo>
                  <a:cubicBezTo>
                    <a:pt x="1001" y="13550"/>
                    <a:pt x="1034" y="10181"/>
                    <a:pt x="1134" y="6812"/>
                  </a:cubicBezTo>
                  <a:cubicBezTo>
                    <a:pt x="1201" y="4944"/>
                    <a:pt x="1334" y="3076"/>
                    <a:pt x="1401" y="1174"/>
                  </a:cubicBezTo>
                  <a:cubicBezTo>
                    <a:pt x="6271" y="908"/>
                    <a:pt x="11141" y="707"/>
                    <a:pt x="16045" y="607"/>
                  </a:cubicBezTo>
                  <a:cubicBezTo>
                    <a:pt x="18200" y="580"/>
                    <a:pt x="20361" y="564"/>
                    <a:pt x="22523" y="564"/>
                  </a:cubicBezTo>
                  <a:close/>
                  <a:moveTo>
                    <a:pt x="22823" y="1"/>
                  </a:moveTo>
                  <a:cubicBezTo>
                    <a:pt x="18258" y="1"/>
                    <a:pt x="13712" y="99"/>
                    <a:pt x="9140" y="274"/>
                  </a:cubicBezTo>
                  <a:cubicBezTo>
                    <a:pt x="6204" y="374"/>
                    <a:pt x="3269" y="541"/>
                    <a:pt x="333" y="707"/>
                  </a:cubicBezTo>
                  <a:cubicBezTo>
                    <a:pt x="10" y="740"/>
                    <a:pt x="0" y="1243"/>
                    <a:pt x="304" y="1243"/>
                  </a:cubicBezTo>
                  <a:cubicBezTo>
                    <a:pt x="314" y="1243"/>
                    <a:pt x="323" y="1242"/>
                    <a:pt x="333" y="1241"/>
                  </a:cubicBezTo>
                  <a:cubicBezTo>
                    <a:pt x="600" y="1241"/>
                    <a:pt x="901" y="1208"/>
                    <a:pt x="1167" y="1208"/>
                  </a:cubicBezTo>
                  <a:cubicBezTo>
                    <a:pt x="967" y="2909"/>
                    <a:pt x="901" y="4644"/>
                    <a:pt x="834" y="6378"/>
                  </a:cubicBezTo>
                  <a:cubicBezTo>
                    <a:pt x="734" y="8113"/>
                    <a:pt x="700" y="9847"/>
                    <a:pt x="667" y="11615"/>
                  </a:cubicBezTo>
                  <a:cubicBezTo>
                    <a:pt x="634" y="15084"/>
                    <a:pt x="734" y="18587"/>
                    <a:pt x="934" y="22056"/>
                  </a:cubicBezTo>
                  <a:cubicBezTo>
                    <a:pt x="967" y="23023"/>
                    <a:pt x="1034" y="23991"/>
                    <a:pt x="1101" y="24958"/>
                  </a:cubicBezTo>
                  <a:cubicBezTo>
                    <a:pt x="1167" y="25425"/>
                    <a:pt x="1234" y="26126"/>
                    <a:pt x="1768" y="26292"/>
                  </a:cubicBezTo>
                  <a:cubicBezTo>
                    <a:pt x="1835" y="26326"/>
                    <a:pt x="1868" y="26326"/>
                    <a:pt x="1935" y="26359"/>
                  </a:cubicBezTo>
                  <a:cubicBezTo>
                    <a:pt x="2535" y="26537"/>
                    <a:pt x="3254" y="26552"/>
                    <a:pt x="3953" y="26552"/>
                  </a:cubicBezTo>
                  <a:cubicBezTo>
                    <a:pt x="4093" y="26552"/>
                    <a:pt x="4232" y="26551"/>
                    <a:pt x="4369" y="26551"/>
                  </a:cubicBezTo>
                  <a:cubicBezTo>
                    <a:pt x="4575" y="26551"/>
                    <a:pt x="4777" y="26553"/>
                    <a:pt x="4970" y="26559"/>
                  </a:cubicBezTo>
                  <a:cubicBezTo>
                    <a:pt x="6038" y="26593"/>
                    <a:pt x="7105" y="26626"/>
                    <a:pt x="8172" y="26626"/>
                  </a:cubicBezTo>
                  <a:cubicBezTo>
                    <a:pt x="10341" y="26659"/>
                    <a:pt x="12475" y="26659"/>
                    <a:pt x="14644" y="26693"/>
                  </a:cubicBezTo>
                  <a:cubicBezTo>
                    <a:pt x="19013" y="26693"/>
                    <a:pt x="23417" y="26626"/>
                    <a:pt x="27820" y="26493"/>
                  </a:cubicBezTo>
                  <a:cubicBezTo>
                    <a:pt x="29988" y="26426"/>
                    <a:pt x="32190" y="26326"/>
                    <a:pt x="34391" y="26226"/>
                  </a:cubicBezTo>
                  <a:cubicBezTo>
                    <a:pt x="35492" y="26192"/>
                    <a:pt x="36593" y="26126"/>
                    <a:pt x="37660" y="26059"/>
                  </a:cubicBezTo>
                  <a:cubicBezTo>
                    <a:pt x="38227" y="26059"/>
                    <a:pt x="38761" y="26026"/>
                    <a:pt x="39328" y="25992"/>
                  </a:cubicBezTo>
                  <a:cubicBezTo>
                    <a:pt x="39795" y="25959"/>
                    <a:pt x="40295" y="25992"/>
                    <a:pt x="40729" y="25825"/>
                  </a:cubicBezTo>
                  <a:cubicBezTo>
                    <a:pt x="41463" y="25559"/>
                    <a:pt x="41696" y="24758"/>
                    <a:pt x="41763" y="24057"/>
                  </a:cubicBezTo>
                  <a:cubicBezTo>
                    <a:pt x="41863" y="23023"/>
                    <a:pt x="41863" y="21989"/>
                    <a:pt x="41896" y="20955"/>
                  </a:cubicBezTo>
                  <a:cubicBezTo>
                    <a:pt x="41963" y="18787"/>
                    <a:pt x="42063" y="16652"/>
                    <a:pt x="42130" y="14517"/>
                  </a:cubicBezTo>
                  <a:cubicBezTo>
                    <a:pt x="42230" y="10381"/>
                    <a:pt x="42130" y="6178"/>
                    <a:pt x="41196" y="2108"/>
                  </a:cubicBezTo>
                  <a:cubicBezTo>
                    <a:pt x="41063" y="1608"/>
                    <a:pt x="40929" y="1141"/>
                    <a:pt x="40796" y="641"/>
                  </a:cubicBezTo>
                  <a:cubicBezTo>
                    <a:pt x="40762" y="541"/>
                    <a:pt x="40662" y="474"/>
                    <a:pt x="40529" y="441"/>
                  </a:cubicBezTo>
                  <a:cubicBezTo>
                    <a:pt x="35292" y="207"/>
                    <a:pt x="30055" y="40"/>
                    <a:pt x="24818" y="7"/>
                  </a:cubicBezTo>
                  <a:cubicBezTo>
                    <a:pt x="24152" y="3"/>
                    <a:pt x="23488" y="1"/>
                    <a:pt x="228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8" name="Google Shape;1498;p53"/>
            <p:cNvSpPr/>
            <p:nvPr/>
          </p:nvSpPr>
          <p:spPr>
            <a:xfrm>
              <a:off x="5922066" y="2481929"/>
              <a:ext cx="81746" cy="351749"/>
            </a:xfrm>
            <a:custGeom>
              <a:rect b="b" l="l" r="r" t="t"/>
              <a:pathLst>
                <a:path extrusionOk="0" h="17513" w="4070">
                  <a:moveTo>
                    <a:pt x="3870" y="0"/>
                  </a:moveTo>
                  <a:lnTo>
                    <a:pt x="0" y="34"/>
                  </a:lnTo>
                  <a:lnTo>
                    <a:pt x="200" y="17513"/>
                  </a:lnTo>
                  <a:lnTo>
                    <a:pt x="4070" y="17513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9" name="Google Shape;1499;p53"/>
            <p:cNvSpPr/>
            <p:nvPr/>
          </p:nvSpPr>
          <p:spPr>
            <a:xfrm>
              <a:off x="5765966" y="2552267"/>
              <a:ext cx="81083" cy="282757"/>
            </a:xfrm>
            <a:custGeom>
              <a:rect b="b" l="l" r="r" t="t"/>
              <a:pathLst>
                <a:path extrusionOk="0" h="14078" w="4037">
                  <a:moveTo>
                    <a:pt x="3870" y="1"/>
                  </a:moveTo>
                  <a:lnTo>
                    <a:pt x="0" y="34"/>
                  </a:lnTo>
                  <a:lnTo>
                    <a:pt x="167" y="14078"/>
                  </a:lnTo>
                  <a:lnTo>
                    <a:pt x="4036" y="14044"/>
                  </a:lnTo>
                  <a:lnTo>
                    <a:pt x="387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p53"/>
            <p:cNvSpPr/>
            <p:nvPr/>
          </p:nvSpPr>
          <p:spPr>
            <a:xfrm>
              <a:off x="5609845" y="2613908"/>
              <a:ext cx="80420" cy="221799"/>
            </a:xfrm>
            <a:custGeom>
              <a:rect b="b" l="l" r="r" t="t"/>
              <a:pathLst>
                <a:path extrusionOk="0" h="11043" w="4004">
                  <a:moveTo>
                    <a:pt x="1" y="1"/>
                  </a:moveTo>
                  <a:lnTo>
                    <a:pt x="134" y="11042"/>
                  </a:lnTo>
                  <a:lnTo>
                    <a:pt x="4004" y="11009"/>
                  </a:lnTo>
                  <a:lnTo>
                    <a:pt x="387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53"/>
            <p:cNvSpPr/>
            <p:nvPr/>
          </p:nvSpPr>
          <p:spPr>
            <a:xfrm>
              <a:off x="5450390" y="2707042"/>
              <a:ext cx="79095" cy="129327"/>
            </a:xfrm>
            <a:custGeom>
              <a:rect b="b" l="l" r="r" t="t"/>
              <a:pathLst>
                <a:path extrusionOk="0" h="6439" w="3938">
                  <a:moveTo>
                    <a:pt x="1" y="0"/>
                  </a:moveTo>
                  <a:lnTo>
                    <a:pt x="68" y="6438"/>
                  </a:lnTo>
                  <a:lnTo>
                    <a:pt x="3937" y="6405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53"/>
            <p:cNvSpPr/>
            <p:nvPr/>
          </p:nvSpPr>
          <p:spPr>
            <a:xfrm>
              <a:off x="5369327" y="2829380"/>
              <a:ext cx="685421" cy="11609"/>
            </a:xfrm>
            <a:custGeom>
              <a:rect b="b" l="l" r="r" t="t"/>
              <a:pathLst>
                <a:path extrusionOk="0" h="578" w="34126">
                  <a:moveTo>
                    <a:pt x="30239" y="1"/>
                  </a:moveTo>
                  <a:cubicBezTo>
                    <a:pt x="29261" y="1"/>
                    <a:pt x="28284" y="14"/>
                    <a:pt x="27320" y="14"/>
                  </a:cubicBezTo>
                  <a:lnTo>
                    <a:pt x="334" y="14"/>
                  </a:lnTo>
                  <a:cubicBezTo>
                    <a:pt x="1" y="14"/>
                    <a:pt x="1" y="548"/>
                    <a:pt x="334" y="548"/>
                  </a:cubicBezTo>
                  <a:cubicBezTo>
                    <a:pt x="6161" y="548"/>
                    <a:pt x="11972" y="562"/>
                    <a:pt x="17789" y="562"/>
                  </a:cubicBezTo>
                  <a:cubicBezTo>
                    <a:pt x="20697" y="562"/>
                    <a:pt x="23606" y="559"/>
                    <a:pt x="26520" y="548"/>
                  </a:cubicBezTo>
                  <a:cubicBezTo>
                    <a:pt x="27848" y="548"/>
                    <a:pt x="29196" y="577"/>
                    <a:pt x="30542" y="577"/>
                  </a:cubicBezTo>
                  <a:cubicBezTo>
                    <a:pt x="31664" y="577"/>
                    <a:pt x="32785" y="557"/>
                    <a:pt x="33892" y="481"/>
                  </a:cubicBezTo>
                  <a:cubicBezTo>
                    <a:pt x="34125" y="447"/>
                    <a:pt x="34125" y="114"/>
                    <a:pt x="33892" y="114"/>
                  </a:cubicBezTo>
                  <a:cubicBezTo>
                    <a:pt x="32687" y="21"/>
                    <a:pt x="31462" y="1"/>
                    <a:pt x="3023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3" name="Google Shape;1503;p53"/>
            <p:cNvSpPr/>
            <p:nvPr/>
          </p:nvSpPr>
          <p:spPr>
            <a:xfrm>
              <a:off x="6239610" y="2142573"/>
              <a:ext cx="226378" cy="244475"/>
            </a:xfrm>
            <a:custGeom>
              <a:rect b="b" l="l" r="r" t="t"/>
              <a:pathLst>
                <a:path extrusionOk="0" h="12172" w="11271">
                  <a:moveTo>
                    <a:pt x="10583" y="1"/>
                  </a:moveTo>
                  <a:cubicBezTo>
                    <a:pt x="10467" y="1"/>
                    <a:pt x="10348" y="37"/>
                    <a:pt x="10242" y="118"/>
                  </a:cubicBezTo>
                  <a:lnTo>
                    <a:pt x="10276" y="118"/>
                  </a:lnTo>
                  <a:cubicBezTo>
                    <a:pt x="10042" y="318"/>
                    <a:pt x="9875" y="518"/>
                    <a:pt x="9709" y="752"/>
                  </a:cubicBezTo>
                  <a:cubicBezTo>
                    <a:pt x="9575" y="885"/>
                    <a:pt x="9575" y="1052"/>
                    <a:pt x="9642" y="1152"/>
                  </a:cubicBezTo>
                  <a:cubicBezTo>
                    <a:pt x="7774" y="4387"/>
                    <a:pt x="5939" y="7656"/>
                    <a:pt x="4105" y="10925"/>
                  </a:cubicBezTo>
                  <a:cubicBezTo>
                    <a:pt x="2837" y="9658"/>
                    <a:pt x="1669" y="8290"/>
                    <a:pt x="535" y="6889"/>
                  </a:cubicBezTo>
                  <a:cubicBezTo>
                    <a:pt x="487" y="6833"/>
                    <a:pt x="430" y="6810"/>
                    <a:pt x="372" y="6810"/>
                  </a:cubicBezTo>
                  <a:cubicBezTo>
                    <a:pt x="188" y="6810"/>
                    <a:pt x="0" y="7045"/>
                    <a:pt x="102" y="7223"/>
                  </a:cubicBezTo>
                  <a:cubicBezTo>
                    <a:pt x="1136" y="8991"/>
                    <a:pt x="2437" y="10592"/>
                    <a:pt x="3871" y="12026"/>
                  </a:cubicBezTo>
                  <a:cubicBezTo>
                    <a:pt x="3971" y="12127"/>
                    <a:pt x="4096" y="12172"/>
                    <a:pt x="4220" y="12172"/>
                  </a:cubicBezTo>
                  <a:cubicBezTo>
                    <a:pt x="4383" y="12172"/>
                    <a:pt x="4543" y="12093"/>
                    <a:pt x="4638" y="11960"/>
                  </a:cubicBezTo>
                  <a:cubicBezTo>
                    <a:pt x="6806" y="8224"/>
                    <a:pt x="8941" y="4488"/>
                    <a:pt x="11043" y="752"/>
                  </a:cubicBezTo>
                  <a:cubicBezTo>
                    <a:pt x="11270" y="348"/>
                    <a:pt x="10943" y="1"/>
                    <a:pt x="10583" y="1"/>
                  </a:cubicBezTo>
                  <a:close/>
                </a:path>
              </a:pathLst>
            </a:custGeom>
            <a:solidFill>
              <a:srgbClr val="2C6A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p53"/>
            <p:cNvSpPr/>
            <p:nvPr/>
          </p:nvSpPr>
          <p:spPr>
            <a:xfrm>
              <a:off x="6582702" y="2447041"/>
              <a:ext cx="226217" cy="244515"/>
            </a:xfrm>
            <a:custGeom>
              <a:rect b="b" l="l" r="r" t="t"/>
              <a:pathLst>
                <a:path extrusionOk="0" h="12174" w="11263">
                  <a:moveTo>
                    <a:pt x="10601" y="0"/>
                  </a:moveTo>
                  <a:cubicBezTo>
                    <a:pt x="10479" y="0"/>
                    <a:pt x="10351" y="41"/>
                    <a:pt x="10239" y="136"/>
                  </a:cubicBezTo>
                  <a:lnTo>
                    <a:pt x="10272" y="136"/>
                  </a:lnTo>
                  <a:cubicBezTo>
                    <a:pt x="10039" y="303"/>
                    <a:pt x="9872" y="503"/>
                    <a:pt x="9705" y="737"/>
                  </a:cubicBezTo>
                  <a:cubicBezTo>
                    <a:pt x="9572" y="870"/>
                    <a:pt x="9572" y="1037"/>
                    <a:pt x="9639" y="1137"/>
                  </a:cubicBezTo>
                  <a:cubicBezTo>
                    <a:pt x="7771" y="4373"/>
                    <a:pt x="5936" y="7642"/>
                    <a:pt x="4101" y="10911"/>
                  </a:cubicBezTo>
                  <a:cubicBezTo>
                    <a:pt x="2834" y="9643"/>
                    <a:pt x="1666" y="8309"/>
                    <a:pt x="532" y="6908"/>
                  </a:cubicBezTo>
                  <a:cubicBezTo>
                    <a:pt x="480" y="6838"/>
                    <a:pt x="416" y="6809"/>
                    <a:pt x="352" y="6809"/>
                  </a:cubicBezTo>
                  <a:cubicBezTo>
                    <a:pt x="174" y="6809"/>
                    <a:pt x="0" y="7036"/>
                    <a:pt x="99" y="7208"/>
                  </a:cubicBezTo>
                  <a:cubicBezTo>
                    <a:pt x="1133" y="9009"/>
                    <a:pt x="2434" y="10577"/>
                    <a:pt x="3868" y="12045"/>
                  </a:cubicBezTo>
                  <a:cubicBezTo>
                    <a:pt x="3968" y="12131"/>
                    <a:pt x="4093" y="12173"/>
                    <a:pt x="4215" y="12173"/>
                  </a:cubicBezTo>
                  <a:cubicBezTo>
                    <a:pt x="4379" y="12173"/>
                    <a:pt x="4540" y="12097"/>
                    <a:pt x="4635" y="11945"/>
                  </a:cubicBezTo>
                  <a:cubicBezTo>
                    <a:pt x="6803" y="8209"/>
                    <a:pt x="8938" y="4506"/>
                    <a:pt x="11040" y="737"/>
                  </a:cubicBezTo>
                  <a:cubicBezTo>
                    <a:pt x="11262" y="341"/>
                    <a:pt x="10953" y="0"/>
                    <a:pt x="10601" y="0"/>
                  </a:cubicBezTo>
                  <a:close/>
                </a:path>
              </a:pathLst>
            </a:custGeom>
            <a:solidFill>
              <a:srgbClr val="2C6A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p53"/>
            <p:cNvSpPr/>
            <p:nvPr/>
          </p:nvSpPr>
          <p:spPr>
            <a:xfrm>
              <a:off x="8421745" y="2219298"/>
              <a:ext cx="122639" cy="167509"/>
            </a:xfrm>
            <a:custGeom>
              <a:rect b="b" l="l" r="r" t="t"/>
              <a:pathLst>
                <a:path extrusionOk="0" fill="none" h="8340" w="6106">
                  <a:moveTo>
                    <a:pt x="6105" y="0"/>
                  </a:moveTo>
                  <a:lnTo>
                    <a:pt x="1" y="834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53"/>
            <p:cNvSpPr/>
            <p:nvPr/>
          </p:nvSpPr>
          <p:spPr>
            <a:xfrm>
              <a:off x="8437170" y="2359330"/>
              <a:ext cx="46919" cy="64332"/>
            </a:xfrm>
            <a:custGeom>
              <a:rect b="b" l="l" r="r" t="t"/>
              <a:pathLst>
                <a:path extrusionOk="0" fill="none" h="3203" w="2336">
                  <a:moveTo>
                    <a:pt x="0" y="3202"/>
                  </a:moveTo>
                  <a:lnTo>
                    <a:pt x="2335" y="0"/>
                  </a:lnTo>
                </a:path>
              </a:pathLst>
            </a:custGeom>
            <a:noFill/>
            <a:ln cap="flat" cmpd="sng" w="9525">
              <a:solidFill>
                <a:srgbClr val="DEDEDE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53"/>
            <p:cNvSpPr/>
            <p:nvPr/>
          </p:nvSpPr>
          <p:spPr>
            <a:xfrm>
              <a:off x="5405500" y="2023670"/>
              <a:ext cx="121293" cy="203682"/>
            </a:xfrm>
            <a:custGeom>
              <a:rect b="b" l="l" r="r" t="t"/>
              <a:pathLst>
                <a:path extrusionOk="0" fill="none" h="10141" w="6039">
                  <a:moveTo>
                    <a:pt x="802" y="10141"/>
                  </a:moveTo>
                  <a:lnTo>
                    <a:pt x="1" y="7806"/>
                  </a:lnTo>
                  <a:lnTo>
                    <a:pt x="2336" y="7706"/>
                  </a:lnTo>
                  <a:lnTo>
                    <a:pt x="1736" y="5170"/>
                  </a:lnTo>
                  <a:lnTo>
                    <a:pt x="4204" y="5137"/>
                  </a:lnTo>
                  <a:lnTo>
                    <a:pt x="3537" y="2635"/>
                  </a:lnTo>
                  <a:lnTo>
                    <a:pt x="6039" y="2469"/>
                  </a:lnTo>
                  <a:lnTo>
                    <a:pt x="5438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53"/>
            <p:cNvSpPr/>
            <p:nvPr/>
          </p:nvSpPr>
          <p:spPr>
            <a:xfrm>
              <a:off x="6855336" y="3540489"/>
              <a:ext cx="44247" cy="87792"/>
            </a:xfrm>
            <a:custGeom>
              <a:rect b="b" l="l" r="r" t="t"/>
              <a:pathLst>
                <a:path extrusionOk="0" fill="none" h="4371" w="2203">
                  <a:moveTo>
                    <a:pt x="1" y="1"/>
                  </a:moveTo>
                  <a:cubicBezTo>
                    <a:pt x="1235" y="1"/>
                    <a:pt x="2202" y="968"/>
                    <a:pt x="2202" y="2202"/>
                  </a:cubicBezTo>
                  <a:cubicBezTo>
                    <a:pt x="2202" y="3403"/>
                    <a:pt x="1235" y="4371"/>
                    <a:pt x="1" y="4371"/>
                  </a:cubicBezTo>
                </a:path>
              </a:pathLst>
            </a:custGeom>
            <a:noFill/>
            <a:ln cap="flat" cmpd="sng" w="9525">
              <a:solidFill>
                <a:srgbClr val="DEDEDE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53"/>
            <p:cNvSpPr/>
            <p:nvPr/>
          </p:nvSpPr>
          <p:spPr>
            <a:xfrm>
              <a:off x="8519559" y="3414536"/>
              <a:ext cx="99863" cy="160821"/>
            </a:xfrm>
            <a:custGeom>
              <a:rect b="b" l="l" r="r" t="t"/>
              <a:pathLst>
                <a:path extrusionOk="0" fill="none" h="8007" w="4972">
                  <a:moveTo>
                    <a:pt x="868" y="8006"/>
                  </a:moveTo>
                  <a:lnTo>
                    <a:pt x="1" y="5371"/>
                  </a:lnTo>
                  <a:lnTo>
                    <a:pt x="2736" y="5538"/>
                  </a:lnTo>
                  <a:lnTo>
                    <a:pt x="2036" y="2669"/>
                  </a:lnTo>
                  <a:lnTo>
                    <a:pt x="4971" y="2536"/>
                  </a:lnTo>
                  <a:lnTo>
                    <a:pt x="4037" y="1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0" name="Google Shape;1510;p53"/>
            <p:cNvSpPr/>
            <p:nvPr/>
          </p:nvSpPr>
          <p:spPr>
            <a:xfrm>
              <a:off x="6263172" y="3708439"/>
              <a:ext cx="330318" cy="164838"/>
            </a:xfrm>
            <a:custGeom>
              <a:rect b="b" l="l" r="r" t="t"/>
              <a:pathLst>
                <a:path extrusionOk="0" fill="none" h="8207" w="16446">
                  <a:moveTo>
                    <a:pt x="4504" y="268"/>
                  </a:moveTo>
                  <a:cubicBezTo>
                    <a:pt x="4737" y="301"/>
                    <a:pt x="4971" y="334"/>
                    <a:pt x="5238" y="401"/>
                  </a:cubicBezTo>
                  <a:cubicBezTo>
                    <a:pt x="6439" y="668"/>
                    <a:pt x="7606" y="1168"/>
                    <a:pt x="8840" y="1335"/>
                  </a:cubicBezTo>
                  <a:cubicBezTo>
                    <a:pt x="9874" y="1435"/>
                    <a:pt x="10942" y="1302"/>
                    <a:pt x="11909" y="935"/>
                  </a:cubicBezTo>
                  <a:cubicBezTo>
                    <a:pt x="12843" y="601"/>
                    <a:pt x="13811" y="1"/>
                    <a:pt x="14778" y="301"/>
                  </a:cubicBezTo>
                  <a:cubicBezTo>
                    <a:pt x="15478" y="501"/>
                    <a:pt x="15979" y="1168"/>
                    <a:pt x="16112" y="1869"/>
                  </a:cubicBezTo>
                  <a:cubicBezTo>
                    <a:pt x="16446" y="3803"/>
                    <a:pt x="14211" y="5338"/>
                    <a:pt x="12543" y="5705"/>
                  </a:cubicBezTo>
                  <a:cubicBezTo>
                    <a:pt x="11676" y="5905"/>
                    <a:pt x="10742" y="5838"/>
                    <a:pt x="9841" y="5938"/>
                  </a:cubicBezTo>
                  <a:cubicBezTo>
                    <a:pt x="7039" y="6305"/>
                    <a:pt x="3503" y="8207"/>
                    <a:pt x="1168" y="5538"/>
                  </a:cubicBezTo>
                  <a:cubicBezTo>
                    <a:pt x="134" y="4404"/>
                    <a:pt x="1" y="2903"/>
                    <a:pt x="901" y="1635"/>
                  </a:cubicBezTo>
                  <a:cubicBezTo>
                    <a:pt x="1802" y="368"/>
                    <a:pt x="3070" y="67"/>
                    <a:pt x="4504" y="26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1" name="Google Shape;1511;p53"/>
            <p:cNvSpPr/>
            <p:nvPr/>
          </p:nvSpPr>
          <p:spPr>
            <a:xfrm>
              <a:off x="8457255" y="3808483"/>
              <a:ext cx="264660" cy="251263"/>
            </a:xfrm>
            <a:custGeom>
              <a:rect b="b" l="l" r="r" t="t"/>
              <a:pathLst>
                <a:path extrusionOk="0" fill="none" h="12510" w="13177">
                  <a:moveTo>
                    <a:pt x="1569" y="7473"/>
                  </a:moveTo>
                  <a:cubicBezTo>
                    <a:pt x="2769" y="6138"/>
                    <a:pt x="4737" y="5705"/>
                    <a:pt x="6072" y="4471"/>
                  </a:cubicBezTo>
                  <a:cubicBezTo>
                    <a:pt x="6806" y="3803"/>
                    <a:pt x="7306" y="2936"/>
                    <a:pt x="7873" y="2169"/>
                  </a:cubicBezTo>
                  <a:cubicBezTo>
                    <a:pt x="8473" y="1368"/>
                    <a:pt x="9174" y="635"/>
                    <a:pt x="10075" y="301"/>
                  </a:cubicBezTo>
                  <a:cubicBezTo>
                    <a:pt x="11009" y="1"/>
                    <a:pt x="12176" y="234"/>
                    <a:pt x="12643" y="1102"/>
                  </a:cubicBezTo>
                  <a:cubicBezTo>
                    <a:pt x="13177" y="2002"/>
                    <a:pt x="12710" y="3170"/>
                    <a:pt x="12109" y="4004"/>
                  </a:cubicBezTo>
                  <a:cubicBezTo>
                    <a:pt x="11409" y="4938"/>
                    <a:pt x="10575" y="5772"/>
                    <a:pt x="9574" y="6405"/>
                  </a:cubicBezTo>
                  <a:cubicBezTo>
                    <a:pt x="8340" y="7206"/>
                    <a:pt x="6906" y="7740"/>
                    <a:pt x="5872" y="8807"/>
                  </a:cubicBezTo>
                  <a:cubicBezTo>
                    <a:pt x="5171" y="9574"/>
                    <a:pt x="4704" y="10608"/>
                    <a:pt x="3937" y="11342"/>
                  </a:cubicBezTo>
                  <a:cubicBezTo>
                    <a:pt x="3036" y="12143"/>
                    <a:pt x="1202" y="12510"/>
                    <a:pt x="568" y="11242"/>
                  </a:cubicBezTo>
                  <a:cubicBezTo>
                    <a:pt x="1" y="10108"/>
                    <a:pt x="801" y="8340"/>
                    <a:pt x="1569" y="7506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2" name="Google Shape;1512;p53"/>
            <p:cNvSpPr/>
            <p:nvPr/>
          </p:nvSpPr>
          <p:spPr>
            <a:xfrm>
              <a:off x="5408192" y="3433295"/>
              <a:ext cx="102534" cy="144733"/>
            </a:xfrm>
            <a:custGeom>
              <a:rect b="b" l="l" r="r" t="t"/>
              <a:pathLst>
                <a:path extrusionOk="0" fill="none" h="7206" w="5105">
                  <a:moveTo>
                    <a:pt x="5104" y="1"/>
                  </a:moveTo>
                  <a:cubicBezTo>
                    <a:pt x="3403" y="2402"/>
                    <a:pt x="1702" y="4804"/>
                    <a:pt x="0" y="7206"/>
                  </a:cubicBez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p53"/>
            <p:cNvSpPr/>
            <p:nvPr/>
          </p:nvSpPr>
          <p:spPr>
            <a:xfrm>
              <a:off x="5456436" y="3473505"/>
              <a:ext cx="61641" cy="87109"/>
            </a:xfrm>
            <a:custGeom>
              <a:rect b="b" l="l" r="r" t="t"/>
              <a:pathLst>
                <a:path extrusionOk="0" fill="none" h="4337" w="3069">
                  <a:moveTo>
                    <a:pt x="0" y="4337"/>
                  </a:moveTo>
                  <a:cubicBezTo>
                    <a:pt x="1068" y="2936"/>
                    <a:pt x="2102" y="1468"/>
                    <a:pt x="3069" y="0"/>
                  </a:cubicBez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p53"/>
            <p:cNvSpPr/>
            <p:nvPr/>
          </p:nvSpPr>
          <p:spPr>
            <a:xfrm>
              <a:off x="6100943" y="2967946"/>
              <a:ext cx="548742" cy="690723"/>
            </a:xfrm>
            <a:custGeom>
              <a:rect b="b" l="l" r="r" t="t"/>
              <a:pathLst>
                <a:path extrusionOk="0" h="34390" w="27321">
                  <a:moveTo>
                    <a:pt x="21620" y="1"/>
                  </a:moveTo>
                  <a:cubicBezTo>
                    <a:pt x="21507" y="1"/>
                    <a:pt x="21394" y="7"/>
                    <a:pt x="21283" y="20"/>
                  </a:cubicBezTo>
                  <a:cubicBezTo>
                    <a:pt x="19448" y="220"/>
                    <a:pt x="18047" y="1888"/>
                    <a:pt x="17513" y="3689"/>
                  </a:cubicBezTo>
                  <a:cubicBezTo>
                    <a:pt x="17013" y="5457"/>
                    <a:pt x="17246" y="7358"/>
                    <a:pt x="17446" y="9226"/>
                  </a:cubicBezTo>
                  <a:cubicBezTo>
                    <a:pt x="17613" y="10561"/>
                    <a:pt x="17780" y="11895"/>
                    <a:pt x="17913" y="13263"/>
                  </a:cubicBezTo>
                  <a:cubicBezTo>
                    <a:pt x="18247" y="15898"/>
                    <a:pt x="17880" y="18633"/>
                    <a:pt x="17880" y="21268"/>
                  </a:cubicBezTo>
                  <a:cubicBezTo>
                    <a:pt x="17880" y="21602"/>
                    <a:pt x="17880" y="21935"/>
                    <a:pt x="17713" y="22236"/>
                  </a:cubicBezTo>
                  <a:cubicBezTo>
                    <a:pt x="17413" y="22736"/>
                    <a:pt x="16746" y="22903"/>
                    <a:pt x="16146" y="23003"/>
                  </a:cubicBezTo>
                  <a:cubicBezTo>
                    <a:pt x="13567" y="23423"/>
                    <a:pt x="10907" y="23923"/>
                    <a:pt x="8264" y="23923"/>
                  </a:cubicBezTo>
                  <a:cubicBezTo>
                    <a:pt x="7966" y="23923"/>
                    <a:pt x="7669" y="23917"/>
                    <a:pt x="7373" y="23904"/>
                  </a:cubicBezTo>
                  <a:cubicBezTo>
                    <a:pt x="6447" y="23879"/>
                    <a:pt x="5464" y="23753"/>
                    <a:pt x="4530" y="23753"/>
                  </a:cubicBezTo>
                  <a:cubicBezTo>
                    <a:pt x="2905" y="23753"/>
                    <a:pt x="1430" y="24135"/>
                    <a:pt x="668" y="26105"/>
                  </a:cubicBezTo>
                  <a:cubicBezTo>
                    <a:pt x="1" y="27840"/>
                    <a:pt x="568" y="29874"/>
                    <a:pt x="1769" y="31275"/>
                  </a:cubicBezTo>
                  <a:cubicBezTo>
                    <a:pt x="3003" y="32676"/>
                    <a:pt x="4771" y="33510"/>
                    <a:pt x="6605" y="33844"/>
                  </a:cubicBezTo>
                  <a:cubicBezTo>
                    <a:pt x="8200" y="34169"/>
                    <a:pt x="7494" y="34389"/>
                    <a:pt x="8584" y="34389"/>
                  </a:cubicBezTo>
                  <a:cubicBezTo>
                    <a:pt x="8725" y="34389"/>
                    <a:pt x="8897" y="34385"/>
                    <a:pt x="9107" y="34378"/>
                  </a:cubicBezTo>
                  <a:cubicBezTo>
                    <a:pt x="11809" y="34278"/>
                    <a:pt x="17580" y="33811"/>
                    <a:pt x="20148" y="33043"/>
                  </a:cubicBezTo>
                  <a:cubicBezTo>
                    <a:pt x="22016" y="32510"/>
                    <a:pt x="23818" y="31576"/>
                    <a:pt x="25252" y="30275"/>
                  </a:cubicBezTo>
                  <a:cubicBezTo>
                    <a:pt x="26553" y="29041"/>
                    <a:pt x="26887" y="27506"/>
                    <a:pt x="27020" y="25738"/>
                  </a:cubicBezTo>
                  <a:cubicBezTo>
                    <a:pt x="27320" y="22036"/>
                    <a:pt x="26153" y="18300"/>
                    <a:pt x="25152" y="14764"/>
                  </a:cubicBezTo>
                  <a:cubicBezTo>
                    <a:pt x="24218" y="11461"/>
                    <a:pt x="22383" y="8426"/>
                    <a:pt x="21516" y="5157"/>
                  </a:cubicBezTo>
                  <a:cubicBezTo>
                    <a:pt x="21516" y="5123"/>
                    <a:pt x="21516" y="5057"/>
                    <a:pt x="21483" y="5023"/>
                  </a:cubicBezTo>
                  <a:cubicBezTo>
                    <a:pt x="22350" y="4790"/>
                    <a:pt x="23050" y="3822"/>
                    <a:pt x="23384" y="3022"/>
                  </a:cubicBezTo>
                  <a:cubicBezTo>
                    <a:pt x="23751" y="2155"/>
                    <a:pt x="23684" y="1054"/>
                    <a:pt x="22984" y="453"/>
                  </a:cubicBezTo>
                  <a:cubicBezTo>
                    <a:pt x="22604" y="128"/>
                    <a:pt x="22113" y="1"/>
                    <a:pt x="21620" y="1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5" name="Google Shape;1515;p53"/>
            <p:cNvSpPr/>
            <p:nvPr/>
          </p:nvSpPr>
          <p:spPr>
            <a:xfrm>
              <a:off x="5745861" y="3120170"/>
              <a:ext cx="354440" cy="455548"/>
            </a:xfrm>
            <a:custGeom>
              <a:rect b="b" l="l" r="r" t="t"/>
              <a:pathLst>
                <a:path extrusionOk="0" h="22681" w="17647">
                  <a:moveTo>
                    <a:pt x="10405" y="0"/>
                  </a:moveTo>
                  <a:cubicBezTo>
                    <a:pt x="9639" y="0"/>
                    <a:pt x="8874" y="158"/>
                    <a:pt x="8173" y="480"/>
                  </a:cubicBezTo>
                  <a:cubicBezTo>
                    <a:pt x="6505" y="1214"/>
                    <a:pt x="5237" y="2815"/>
                    <a:pt x="4871" y="4583"/>
                  </a:cubicBezTo>
                  <a:cubicBezTo>
                    <a:pt x="4570" y="5917"/>
                    <a:pt x="5037" y="6351"/>
                    <a:pt x="5171" y="7685"/>
                  </a:cubicBezTo>
                  <a:cubicBezTo>
                    <a:pt x="5304" y="8819"/>
                    <a:pt x="5471" y="9953"/>
                    <a:pt x="5504" y="11121"/>
                  </a:cubicBezTo>
                  <a:cubicBezTo>
                    <a:pt x="5571" y="12422"/>
                    <a:pt x="5471" y="14123"/>
                    <a:pt x="5171" y="15057"/>
                  </a:cubicBezTo>
                  <a:cubicBezTo>
                    <a:pt x="5071" y="15391"/>
                    <a:pt x="4670" y="15524"/>
                    <a:pt x="4370" y="15657"/>
                  </a:cubicBezTo>
                  <a:cubicBezTo>
                    <a:pt x="4270" y="15702"/>
                    <a:pt x="4148" y="15709"/>
                    <a:pt x="4021" y="15709"/>
                  </a:cubicBezTo>
                  <a:cubicBezTo>
                    <a:pt x="3957" y="15709"/>
                    <a:pt x="3892" y="15707"/>
                    <a:pt x="3828" y="15707"/>
                  </a:cubicBezTo>
                  <a:cubicBezTo>
                    <a:pt x="3636" y="15707"/>
                    <a:pt x="3453" y="15724"/>
                    <a:pt x="3336" y="15858"/>
                  </a:cubicBezTo>
                  <a:cubicBezTo>
                    <a:pt x="2235" y="17058"/>
                    <a:pt x="1201" y="18359"/>
                    <a:pt x="0" y="19460"/>
                  </a:cubicBezTo>
                  <a:cubicBezTo>
                    <a:pt x="2802" y="20628"/>
                    <a:pt x="5771" y="21495"/>
                    <a:pt x="8773" y="21995"/>
                  </a:cubicBezTo>
                  <a:cubicBezTo>
                    <a:pt x="9940" y="22199"/>
                    <a:pt x="11774" y="22680"/>
                    <a:pt x="13426" y="22680"/>
                  </a:cubicBezTo>
                  <a:cubicBezTo>
                    <a:pt x="14751" y="22680"/>
                    <a:pt x="15959" y="22371"/>
                    <a:pt x="16612" y="21361"/>
                  </a:cubicBezTo>
                  <a:cubicBezTo>
                    <a:pt x="16946" y="20894"/>
                    <a:pt x="17079" y="20327"/>
                    <a:pt x="17213" y="19760"/>
                  </a:cubicBezTo>
                  <a:cubicBezTo>
                    <a:pt x="17213" y="19594"/>
                    <a:pt x="17246" y="19460"/>
                    <a:pt x="17279" y="19327"/>
                  </a:cubicBezTo>
                  <a:cubicBezTo>
                    <a:pt x="17413" y="18326"/>
                    <a:pt x="17646" y="16958"/>
                    <a:pt x="16946" y="16124"/>
                  </a:cubicBezTo>
                  <a:cubicBezTo>
                    <a:pt x="16679" y="15858"/>
                    <a:pt x="16412" y="15724"/>
                    <a:pt x="16112" y="15691"/>
                  </a:cubicBezTo>
                  <a:cubicBezTo>
                    <a:pt x="15211" y="15557"/>
                    <a:pt x="14311" y="15591"/>
                    <a:pt x="13443" y="15257"/>
                  </a:cubicBezTo>
                  <a:cubicBezTo>
                    <a:pt x="13310" y="15224"/>
                    <a:pt x="13176" y="15157"/>
                    <a:pt x="13076" y="15024"/>
                  </a:cubicBezTo>
                  <a:cubicBezTo>
                    <a:pt x="12976" y="14890"/>
                    <a:pt x="12976" y="14723"/>
                    <a:pt x="12976" y="14590"/>
                  </a:cubicBezTo>
                  <a:lnTo>
                    <a:pt x="12910" y="13289"/>
                  </a:lnTo>
                  <a:cubicBezTo>
                    <a:pt x="12910" y="13256"/>
                    <a:pt x="12910" y="13222"/>
                    <a:pt x="12910" y="13189"/>
                  </a:cubicBezTo>
                  <a:cubicBezTo>
                    <a:pt x="14844" y="12622"/>
                    <a:pt x="15612" y="10387"/>
                    <a:pt x="15812" y="8319"/>
                  </a:cubicBezTo>
                  <a:cubicBezTo>
                    <a:pt x="16045" y="5717"/>
                    <a:pt x="15778" y="2481"/>
                    <a:pt x="13410" y="880"/>
                  </a:cubicBezTo>
                  <a:cubicBezTo>
                    <a:pt x="12520" y="300"/>
                    <a:pt x="11462" y="0"/>
                    <a:pt x="10405" y="0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6" name="Google Shape;1516;p53"/>
            <p:cNvSpPr/>
            <p:nvPr/>
          </p:nvSpPr>
          <p:spPr>
            <a:xfrm>
              <a:off x="5538162" y="3418553"/>
              <a:ext cx="795948" cy="752203"/>
            </a:xfrm>
            <a:custGeom>
              <a:rect b="b" l="l" r="r" t="t"/>
              <a:pathLst>
                <a:path extrusionOk="0" h="37451" w="39629">
                  <a:moveTo>
                    <a:pt x="23351" y="1"/>
                  </a:moveTo>
                  <a:cubicBezTo>
                    <a:pt x="23017" y="601"/>
                    <a:pt x="22583" y="1102"/>
                    <a:pt x="22016" y="1469"/>
                  </a:cubicBezTo>
                  <a:cubicBezTo>
                    <a:pt x="21305" y="1920"/>
                    <a:pt x="20495" y="2127"/>
                    <a:pt x="19680" y="2127"/>
                  </a:cubicBezTo>
                  <a:cubicBezTo>
                    <a:pt x="18089" y="2127"/>
                    <a:pt x="16483" y="1336"/>
                    <a:pt x="15578" y="34"/>
                  </a:cubicBezTo>
                  <a:cubicBezTo>
                    <a:pt x="14211" y="134"/>
                    <a:pt x="12877" y="334"/>
                    <a:pt x="11542" y="601"/>
                  </a:cubicBezTo>
                  <a:cubicBezTo>
                    <a:pt x="9708" y="968"/>
                    <a:pt x="7906" y="1502"/>
                    <a:pt x="6238" y="2369"/>
                  </a:cubicBezTo>
                  <a:cubicBezTo>
                    <a:pt x="4637" y="3170"/>
                    <a:pt x="3070" y="4237"/>
                    <a:pt x="2136" y="5805"/>
                  </a:cubicBezTo>
                  <a:cubicBezTo>
                    <a:pt x="1602" y="6772"/>
                    <a:pt x="1235" y="7873"/>
                    <a:pt x="901" y="8941"/>
                  </a:cubicBezTo>
                  <a:cubicBezTo>
                    <a:pt x="568" y="10041"/>
                    <a:pt x="368" y="11209"/>
                    <a:pt x="268" y="12343"/>
                  </a:cubicBezTo>
                  <a:cubicBezTo>
                    <a:pt x="1" y="15679"/>
                    <a:pt x="668" y="18714"/>
                    <a:pt x="1135" y="21950"/>
                  </a:cubicBezTo>
                  <a:cubicBezTo>
                    <a:pt x="1735" y="26153"/>
                    <a:pt x="1902" y="33358"/>
                    <a:pt x="6038" y="35793"/>
                  </a:cubicBezTo>
                  <a:cubicBezTo>
                    <a:pt x="7506" y="36660"/>
                    <a:pt x="9274" y="36827"/>
                    <a:pt x="10975" y="36961"/>
                  </a:cubicBezTo>
                  <a:cubicBezTo>
                    <a:pt x="13687" y="37220"/>
                    <a:pt x="16482" y="37451"/>
                    <a:pt x="19249" y="37451"/>
                  </a:cubicBezTo>
                  <a:cubicBezTo>
                    <a:pt x="22541" y="37451"/>
                    <a:pt x="25795" y="37124"/>
                    <a:pt x="28821" y="36127"/>
                  </a:cubicBezTo>
                  <a:cubicBezTo>
                    <a:pt x="29355" y="33725"/>
                    <a:pt x="29722" y="31323"/>
                    <a:pt x="29955" y="28855"/>
                  </a:cubicBezTo>
                  <a:cubicBezTo>
                    <a:pt x="30156" y="26720"/>
                    <a:pt x="30322" y="24552"/>
                    <a:pt x="30389" y="22384"/>
                  </a:cubicBezTo>
                  <a:cubicBezTo>
                    <a:pt x="30489" y="20349"/>
                    <a:pt x="30623" y="18347"/>
                    <a:pt x="30689" y="16313"/>
                  </a:cubicBezTo>
                  <a:cubicBezTo>
                    <a:pt x="30723" y="15245"/>
                    <a:pt x="30723" y="14211"/>
                    <a:pt x="30723" y="13177"/>
                  </a:cubicBezTo>
                  <a:cubicBezTo>
                    <a:pt x="30723" y="12911"/>
                    <a:pt x="31440" y="12818"/>
                    <a:pt x="32452" y="12818"/>
                  </a:cubicBezTo>
                  <a:cubicBezTo>
                    <a:pt x="34104" y="12818"/>
                    <a:pt x="36542" y="13065"/>
                    <a:pt x="37928" y="13210"/>
                  </a:cubicBezTo>
                  <a:cubicBezTo>
                    <a:pt x="38428" y="10975"/>
                    <a:pt x="38662" y="8707"/>
                    <a:pt x="38828" y="6439"/>
                  </a:cubicBezTo>
                  <a:cubicBezTo>
                    <a:pt x="38928" y="5305"/>
                    <a:pt x="38995" y="4137"/>
                    <a:pt x="39095" y="3003"/>
                  </a:cubicBezTo>
                  <a:cubicBezTo>
                    <a:pt x="39162" y="2136"/>
                    <a:pt x="39629" y="1268"/>
                    <a:pt x="38461" y="1135"/>
                  </a:cubicBezTo>
                  <a:lnTo>
                    <a:pt x="38361" y="1135"/>
                  </a:lnTo>
                  <a:cubicBezTo>
                    <a:pt x="38117" y="1155"/>
                    <a:pt x="37873" y="1163"/>
                    <a:pt x="37628" y="1163"/>
                  </a:cubicBezTo>
                  <a:cubicBezTo>
                    <a:pt x="37036" y="1163"/>
                    <a:pt x="36440" y="1115"/>
                    <a:pt x="35826" y="1068"/>
                  </a:cubicBezTo>
                  <a:cubicBezTo>
                    <a:pt x="34392" y="968"/>
                    <a:pt x="32924" y="901"/>
                    <a:pt x="31490" y="801"/>
                  </a:cubicBezTo>
                  <a:cubicBezTo>
                    <a:pt x="28788" y="635"/>
                    <a:pt x="26053" y="368"/>
                    <a:pt x="233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7" name="Google Shape;1517;p53"/>
            <p:cNvSpPr/>
            <p:nvPr/>
          </p:nvSpPr>
          <p:spPr>
            <a:xfrm>
              <a:off x="5990395" y="4377732"/>
              <a:ext cx="420098" cy="209547"/>
            </a:xfrm>
            <a:custGeom>
              <a:rect b="b" l="l" r="r" t="t"/>
              <a:pathLst>
                <a:path extrusionOk="0" h="10433" w="20916">
                  <a:moveTo>
                    <a:pt x="6617" y="0"/>
                  </a:moveTo>
                  <a:cubicBezTo>
                    <a:pt x="6457" y="0"/>
                    <a:pt x="6298" y="4"/>
                    <a:pt x="6138" y="12"/>
                  </a:cubicBezTo>
                  <a:cubicBezTo>
                    <a:pt x="3803" y="146"/>
                    <a:pt x="568" y="1747"/>
                    <a:pt x="67" y="4182"/>
                  </a:cubicBezTo>
                  <a:cubicBezTo>
                    <a:pt x="34" y="4482"/>
                    <a:pt x="1" y="4782"/>
                    <a:pt x="101" y="5049"/>
                  </a:cubicBezTo>
                  <a:cubicBezTo>
                    <a:pt x="401" y="5683"/>
                    <a:pt x="1268" y="5750"/>
                    <a:pt x="1969" y="5750"/>
                  </a:cubicBezTo>
                  <a:cubicBezTo>
                    <a:pt x="4971" y="5783"/>
                    <a:pt x="7873" y="6684"/>
                    <a:pt x="10675" y="7685"/>
                  </a:cubicBezTo>
                  <a:cubicBezTo>
                    <a:pt x="12143" y="8218"/>
                    <a:pt x="13577" y="8752"/>
                    <a:pt x="15045" y="9219"/>
                  </a:cubicBezTo>
                  <a:cubicBezTo>
                    <a:pt x="15918" y="9510"/>
                    <a:pt x="17633" y="10432"/>
                    <a:pt x="18938" y="10432"/>
                  </a:cubicBezTo>
                  <a:cubicBezTo>
                    <a:pt x="19578" y="10432"/>
                    <a:pt x="20119" y="10211"/>
                    <a:pt x="20415" y="9586"/>
                  </a:cubicBezTo>
                  <a:cubicBezTo>
                    <a:pt x="20916" y="8518"/>
                    <a:pt x="20215" y="7351"/>
                    <a:pt x="19648" y="6484"/>
                  </a:cubicBezTo>
                  <a:cubicBezTo>
                    <a:pt x="19581" y="6384"/>
                    <a:pt x="19515" y="6284"/>
                    <a:pt x="19415" y="6183"/>
                  </a:cubicBezTo>
                  <a:cubicBezTo>
                    <a:pt x="17980" y="4349"/>
                    <a:pt x="15512" y="3148"/>
                    <a:pt x="13477" y="2047"/>
                  </a:cubicBezTo>
                  <a:cubicBezTo>
                    <a:pt x="11381" y="921"/>
                    <a:pt x="9021" y="0"/>
                    <a:pt x="661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8" name="Google Shape;1518;p53"/>
            <p:cNvSpPr/>
            <p:nvPr/>
          </p:nvSpPr>
          <p:spPr>
            <a:xfrm>
              <a:off x="5266833" y="4002484"/>
              <a:ext cx="1345333" cy="598714"/>
            </a:xfrm>
            <a:custGeom>
              <a:rect b="b" l="l" r="r" t="t"/>
              <a:pathLst>
                <a:path extrusionOk="0" h="29809" w="66982">
                  <a:moveTo>
                    <a:pt x="56905" y="1"/>
                  </a:moveTo>
                  <a:cubicBezTo>
                    <a:pt x="51736" y="1"/>
                    <a:pt x="46957" y="2587"/>
                    <a:pt x="41963" y="3885"/>
                  </a:cubicBezTo>
                  <a:cubicBezTo>
                    <a:pt x="40837" y="4179"/>
                    <a:pt x="39903" y="4273"/>
                    <a:pt x="38976" y="4273"/>
                  </a:cubicBezTo>
                  <a:cubicBezTo>
                    <a:pt x="38009" y="4273"/>
                    <a:pt x="37051" y="4170"/>
                    <a:pt x="35892" y="4085"/>
                  </a:cubicBezTo>
                  <a:cubicBezTo>
                    <a:pt x="34907" y="4005"/>
                    <a:pt x="33914" y="3984"/>
                    <a:pt x="32919" y="3984"/>
                  </a:cubicBezTo>
                  <a:cubicBezTo>
                    <a:pt x="31804" y="3984"/>
                    <a:pt x="30686" y="4010"/>
                    <a:pt x="29572" y="4010"/>
                  </a:cubicBezTo>
                  <a:cubicBezTo>
                    <a:pt x="28785" y="4010"/>
                    <a:pt x="28000" y="3997"/>
                    <a:pt x="27219" y="3951"/>
                  </a:cubicBezTo>
                  <a:cubicBezTo>
                    <a:pt x="26016" y="3876"/>
                    <a:pt x="24757" y="3794"/>
                    <a:pt x="23509" y="3794"/>
                  </a:cubicBezTo>
                  <a:cubicBezTo>
                    <a:pt x="21991" y="3794"/>
                    <a:pt x="20487" y="3916"/>
                    <a:pt x="19114" y="4318"/>
                  </a:cubicBezTo>
                  <a:cubicBezTo>
                    <a:pt x="18780" y="4118"/>
                    <a:pt x="18447" y="3885"/>
                    <a:pt x="18113" y="3685"/>
                  </a:cubicBezTo>
                  <a:cubicBezTo>
                    <a:pt x="15713" y="2085"/>
                    <a:pt x="13313" y="509"/>
                    <a:pt x="10452" y="509"/>
                  </a:cubicBezTo>
                  <a:cubicBezTo>
                    <a:pt x="9973" y="509"/>
                    <a:pt x="9480" y="553"/>
                    <a:pt x="8973" y="649"/>
                  </a:cubicBezTo>
                  <a:cubicBezTo>
                    <a:pt x="6204" y="1183"/>
                    <a:pt x="3536" y="2584"/>
                    <a:pt x="1801" y="4885"/>
                  </a:cubicBezTo>
                  <a:cubicBezTo>
                    <a:pt x="0" y="7321"/>
                    <a:pt x="534" y="10456"/>
                    <a:pt x="2168" y="12891"/>
                  </a:cubicBezTo>
                  <a:cubicBezTo>
                    <a:pt x="3536" y="14893"/>
                    <a:pt x="5537" y="16360"/>
                    <a:pt x="7605" y="17595"/>
                  </a:cubicBezTo>
                  <a:cubicBezTo>
                    <a:pt x="14066" y="21489"/>
                    <a:pt x="21073" y="24017"/>
                    <a:pt x="28602" y="24017"/>
                  </a:cubicBezTo>
                  <a:cubicBezTo>
                    <a:pt x="29392" y="24017"/>
                    <a:pt x="30187" y="23989"/>
                    <a:pt x="30989" y="23932"/>
                  </a:cubicBezTo>
                  <a:cubicBezTo>
                    <a:pt x="31102" y="23923"/>
                    <a:pt x="31220" y="23919"/>
                    <a:pt x="31342" y="23919"/>
                  </a:cubicBezTo>
                  <a:cubicBezTo>
                    <a:pt x="32554" y="23919"/>
                    <a:pt x="34143" y="24382"/>
                    <a:pt x="34658" y="25534"/>
                  </a:cubicBezTo>
                  <a:cubicBezTo>
                    <a:pt x="34825" y="25967"/>
                    <a:pt x="35058" y="26334"/>
                    <a:pt x="35259" y="26734"/>
                  </a:cubicBezTo>
                  <a:cubicBezTo>
                    <a:pt x="35692" y="27535"/>
                    <a:pt x="35892" y="28836"/>
                    <a:pt x="36493" y="29536"/>
                  </a:cubicBezTo>
                  <a:cubicBezTo>
                    <a:pt x="36680" y="29734"/>
                    <a:pt x="36928" y="29808"/>
                    <a:pt x="37201" y="29808"/>
                  </a:cubicBezTo>
                  <a:cubicBezTo>
                    <a:pt x="37806" y="29808"/>
                    <a:pt x="38535" y="29443"/>
                    <a:pt x="38995" y="29236"/>
                  </a:cubicBezTo>
                  <a:cubicBezTo>
                    <a:pt x="40496" y="28569"/>
                    <a:pt x="41797" y="27502"/>
                    <a:pt x="43298" y="26835"/>
                  </a:cubicBezTo>
                  <a:cubicBezTo>
                    <a:pt x="47868" y="24766"/>
                    <a:pt x="52638" y="22865"/>
                    <a:pt x="57007" y="20430"/>
                  </a:cubicBezTo>
                  <a:cubicBezTo>
                    <a:pt x="59943" y="18795"/>
                    <a:pt x="62545" y="17528"/>
                    <a:pt x="64112" y="14526"/>
                  </a:cubicBezTo>
                  <a:cubicBezTo>
                    <a:pt x="65547" y="11857"/>
                    <a:pt x="66981" y="8455"/>
                    <a:pt x="66047" y="5352"/>
                  </a:cubicBezTo>
                  <a:cubicBezTo>
                    <a:pt x="65880" y="4752"/>
                    <a:pt x="65580" y="4185"/>
                    <a:pt x="65247" y="3651"/>
                  </a:cubicBezTo>
                  <a:lnTo>
                    <a:pt x="65213" y="3685"/>
                  </a:lnTo>
                  <a:cubicBezTo>
                    <a:pt x="64012" y="1917"/>
                    <a:pt x="61911" y="716"/>
                    <a:pt x="59776" y="282"/>
                  </a:cubicBezTo>
                  <a:cubicBezTo>
                    <a:pt x="58804" y="87"/>
                    <a:pt x="57848" y="1"/>
                    <a:pt x="56905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9" name="Google Shape;1519;p53"/>
            <p:cNvSpPr/>
            <p:nvPr/>
          </p:nvSpPr>
          <p:spPr>
            <a:xfrm>
              <a:off x="5594199" y="4092244"/>
              <a:ext cx="436427" cy="220091"/>
            </a:xfrm>
            <a:custGeom>
              <a:rect b="b" l="l" r="r" t="t"/>
              <a:pathLst>
                <a:path extrusionOk="0" h="10958" w="21729">
                  <a:moveTo>
                    <a:pt x="215" y="1"/>
                  </a:moveTo>
                  <a:cubicBezTo>
                    <a:pt x="101" y="1"/>
                    <a:pt x="1" y="132"/>
                    <a:pt x="113" y="216"/>
                  </a:cubicBezTo>
                  <a:cubicBezTo>
                    <a:pt x="1314" y="1150"/>
                    <a:pt x="2748" y="1851"/>
                    <a:pt x="4116" y="2518"/>
                  </a:cubicBezTo>
                  <a:cubicBezTo>
                    <a:pt x="5517" y="3218"/>
                    <a:pt x="6918" y="3852"/>
                    <a:pt x="8352" y="4486"/>
                  </a:cubicBezTo>
                  <a:cubicBezTo>
                    <a:pt x="9853" y="5153"/>
                    <a:pt x="11354" y="5820"/>
                    <a:pt x="12855" y="6454"/>
                  </a:cubicBezTo>
                  <a:cubicBezTo>
                    <a:pt x="14323" y="7088"/>
                    <a:pt x="15757" y="7655"/>
                    <a:pt x="17158" y="8355"/>
                  </a:cubicBezTo>
                  <a:cubicBezTo>
                    <a:pt x="17959" y="8722"/>
                    <a:pt x="18693" y="9156"/>
                    <a:pt x="19427" y="9590"/>
                  </a:cubicBezTo>
                  <a:cubicBezTo>
                    <a:pt x="20160" y="10023"/>
                    <a:pt x="20828" y="10524"/>
                    <a:pt x="21528" y="10957"/>
                  </a:cubicBezTo>
                  <a:cubicBezTo>
                    <a:pt x="21548" y="10938"/>
                    <a:pt x="21568" y="10932"/>
                    <a:pt x="21587" y="10932"/>
                  </a:cubicBezTo>
                  <a:cubicBezTo>
                    <a:pt x="21608" y="10932"/>
                    <a:pt x="21630" y="10938"/>
                    <a:pt x="21651" y="10938"/>
                  </a:cubicBezTo>
                  <a:cubicBezTo>
                    <a:pt x="21676" y="10938"/>
                    <a:pt x="21702" y="10929"/>
                    <a:pt x="21728" y="10891"/>
                  </a:cubicBezTo>
                  <a:cubicBezTo>
                    <a:pt x="21194" y="10424"/>
                    <a:pt x="20594" y="10023"/>
                    <a:pt x="19960" y="9656"/>
                  </a:cubicBezTo>
                  <a:cubicBezTo>
                    <a:pt x="19326" y="9223"/>
                    <a:pt x="18659" y="8856"/>
                    <a:pt x="17992" y="8489"/>
                  </a:cubicBezTo>
                  <a:cubicBezTo>
                    <a:pt x="16591" y="7788"/>
                    <a:pt x="15157" y="7188"/>
                    <a:pt x="13722" y="6588"/>
                  </a:cubicBezTo>
                  <a:cubicBezTo>
                    <a:pt x="10787" y="5353"/>
                    <a:pt x="7852" y="4052"/>
                    <a:pt x="4950" y="2685"/>
                  </a:cubicBezTo>
                  <a:cubicBezTo>
                    <a:pt x="4149" y="2284"/>
                    <a:pt x="3348" y="1717"/>
                    <a:pt x="2581" y="1284"/>
                  </a:cubicBezTo>
                  <a:cubicBezTo>
                    <a:pt x="1814" y="850"/>
                    <a:pt x="1047" y="383"/>
                    <a:pt x="280" y="16"/>
                  </a:cubicBezTo>
                  <a:cubicBezTo>
                    <a:pt x="258" y="6"/>
                    <a:pt x="236" y="1"/>
                    <a:pt x="21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0" name="Google Shape;1520;p53"/>
            <p:cNvSpPr/>
            <p:nvPr/>
          </p:nvSpPr>
          <p:spPr>
            <a:xfrm>
              <a:off x="5813527" y="4399344"/>
              <a:ext cx="155458" cy="145054"/>
            </a:xfrm>
            <a:custGeom>
              <a:rect b="b" l="l" r="r" t="t"/>
              <a:pathLst>
                <a:path extrusionOk="0" h="7222" w="7740">
                  <a:moveTo>
                    <a:pt x="4959" y="0"/>
                  </a:moveTo>
                  <a:cubicBezTo>
                    <a:pt x="4715" y="0"/>
                    <a:pt x="1093" y="1845"/>
                    <a:pt x="768" y="2105"/>
                  </a:cubicBezTo>
                  <a:cubicBezTo>
                    <a:pt x="601" y="2239"/>
                    <a:pt x="467" y="2372"/>
                    <a:pt x="367" y="2539"/>
                  </a:cubicBezTo>
                  <a:cubicBezTo>
                    <a:pt x="234" y="2772"/>
                    <a:pt x="201" y="3039"/>
                    <a:pt x="167" y="3273"/>
                  </a:cubicBezTo>
                  <a:cubicBezTo>
                    <a:pt x="101" y="4007"/>
                    <a:pt x="0" y="4741"/>
                    <a:pt x="134" y="5474"/>
                  </a:cubicBezTo>
                  <a:cubicBezTo>
                    <a:pt x="267" y="6208"/>
                    <a:pt x="701" y="6909"/>
                    <a:pt x="1401" y="7142"/>
                  </a:cubicBezTo>
                  <a:cubicBezTo>
                    <a:pt x="1585" y="7199"/>
                    <a:pt x="1772" y="7221"/>
                    <a:pt x="1960" y="7221"/>
                  </a:cubicBezTo>
                  <a:cubicBezTo>
                    <a:pt x="2320" y="7221"/>
                    <a:pt x="2685" y="7141"/>
                    <a:pt x="3036" y="7076"/>
                  </a:cubicBezTo>
                  <a:cubicBezTo>
                    <a:pt x="4070" y="6842"/>
                    <a:pt x="5104" y="6609"/>
                    <a:pt x="6105" y="6308"/>
                  </a:cubicBezTo>
                  <a:cubicBezTo>
                    <a:pt x="6538" y="6175"/>
                    <a:pt x="7005" y="6242"/>
                    <a:pt x="7472" y="6142"/>
                  </a:cubicBezTo>
                  <a:cubicBezTo>
                    <a:pt x="7506" y="6142"/>
                    <a:pt x="7539" y="6142"/>
                    <a:pt x="7573" y="6108"/>
                  </a:cubicBezTo>
                  <a:cubicBezTo>
                    <a:pt x="7739" y="5941"/>
                    <a:pt x="7072" y="4874"/>
                    <a:pt x="6972" y="4674"/>
                  </a:cubicBezTo>
                  <a:lnTo>
                    <a:pt x="6972" y="4640"/>
                  </a:lnTo>
                  <a:cubicBezTo>
                    <a:pt x="6739" y="4140"/>
                    <a:pt x="6538" y="3606"/>
                    <a:pt x="6305" y="3106"/>
                  </a:cubicBezTo>
                  <a:cubicBezTo>
                    <a:pt x="5871" y="2072"/>
                    <a:pt x="5404" y="1038"/>
                    <a:pt x="4971" y="4"/>
                  </a:cubicBezTo>
                  <a:cubicBezTo>
                    <a:pt x="4969" y="1"/>
                    <a:pt x="4965" y="0"/>
                    <a:pt x="4959" y="0"/>
                  </a:cubicBezTo>
                  <a:close/>
                </a:path>
              </a:pathLst>
            </a:custGeom>
            <a:solidFill>
              <a:srgbClr val="EBC0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1" name="Google Shape;1521;p53"/>
            <p:cNvSpPr/>
            <p:nvPr/>
          </p:nvSpPr>
          <p:spPr>
            <a:xfrm>
              <a:off x="5690928" y="4416155"/>
              <a:ext cx="191631" cy="359401"/>
            </a:xfrm>
            <a:custGeom>
              <a:rect b="b" l="l" r="r" t="t"/>
              <a:pathLst>
                <a:path extrusionOk="0" h="17894" w="9541">
                  <a:moveTo>
                    <a:pt x="7872" y="1"/>
                  </a:moveTo>
                  <a:lnTo>
                    <a:pt x="2936" y="1669"/>
                  </a:lnTo>
                  <a:cubicBezTo>
                    <a:pt x="2669" y="1735"/>
                    <a:pt x="2402" y="1835"/>
                    <a:pt x="2202" y="2036"/>
                  </a:cubicBezTo>
                  <a:cubicBezTo>
                    <a:pt x="2068" y="2236"/>
                    <a:pt x="2002" y="2503"/>
                    <a:pt x="1968" y="2769"/>
                  </a:cubicBezTo>
                  <a:cubicBezTo>
                    <a:pt x="1601" y="5238"/>
                    <a:pt x="1068" y="7706"/>
                    <a:pt x="734" y="10208"/>
                  </a:cubicBezTo>
                  <a:cubicBezTo>
                    <a:pt x="400" y="12476"/>
                    <a:pt x="434" y="14645"/>
                    <a:pt x="100" y="16913"/>
                  </a:cubicBezTo>
                  <a:cubicBezTo>
                    <a:pt x="0" y="17562"/>
                    <a:pt x="778" y="17893"/>
                    <a:pt x="1442" y="17893"/>
                  </a:cubicBezTo>
                  <a:cubicBezTo>
                    <a:pt x="1665" y="17893"/>
                    <a:pt x="1875" y="17856"/>
                    <a:pt x="2035" y="17780"/>
                  </a:cubicBezTo>
                  <a:cubicBezTo>
                    <a:pt x="2502" y="17513"/>
                    <a:pt x="2869" y="17046"/>
                    <a:pt x="3169" y="16613"/>
                  </a:cubicBezTo>
                  <a:cubicBezTo>
                    <a:pt x="4437" y="14745"/>
                    <a:pt x="5337" y="12977"/>
                    <a:pt x="5738" y="10775"/>
                  </a:cubicBezTo>
                  <a:cubicBezTo>
                    <a:pt x="5871" y="10108"/>
                    <a:pt x="5971" y="9407"/>
                    <a:pt x="6338" y="8840"/>
                  </a:cubicBezTo>
                  <a:cubicBezTo>
                    <a:pt x="6772" y="8173"/>
                    <a:pt x="7472" y="7740"/>
                    <a:pt x="8173" y="7339"/>
                  </a:cubicBezTo>
                  <a:cubicBezTo>
                    <a:pt x="8473" y="7173"/>
                    <a:pt x="9040" y="6939"/>
                    <a:pt x="9540" y="6672"/>
                  </a:cubicBezTo>
                  <a:cubicBezTo>
                    <a:pt x="8840" y="4471"/>
                    <a:pt x="8306" y="2269"/>
                    <a:pt x="78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2" name="Google Shape;1522;p53"/>
            <p:cNvSpPr/>
            <p:nvPr/>
          </p:nvSpPr>
          <p:spPr>
            <a:xfrm>
              <a:off x="5498634" y="3530808"/>
              <a:ext cx="564147" cy="650392"/>
            </a:xfrm>
            <a:custGeom>
              <a:rect b="b" l="l" r="r" t="t"/>
              <a:pathLst>
                <a:path extrusionOk="0" h="32382" w="28088">
                  <a:moveTo>
                    <a:pt x="7136" y="1"/>
                  </a:moveTo>
                  <a:cubicBezTo>
                    <a:pt x="7037" y="1"/>
                    <a:pt x="6938" y="6"/>
                    <a:pt x="6839" y="16"/>
                  </a:cubicBezTo>
                  <a:cubicBezTo>
                    <a:pt x="5771" y="149"/>
                    <a:pt x="4837" y="883"/>
                    <a:pt x="4237" y="1784"/>
                  </a:cubicBezTo>
                  <a:cubicBezTo>
                    <a:pt x="3637" y="2684"/>
                    <a:pt x="3303" y="3718"/>
                    <a:pt x="3003" y="4753"/>
                  </a:cubicBezTo>
                  <a:cubicBezTo>
                    <a:pt x="1902" y="8222"/>
                    <a:pt x="634" y="11724"/>
                    <a:pt x="134" y="15327"/>
                  </a:cubicBezTo>
                  <a:cubicBezTo>
                    <a:pt x="1" y="16261"/>
                    <a:pt x="34" y="17228"/>
                    <a:pt x="34" y="18162"/>
                  </a:cubicBezTo>
                  <a:cubicBezTo>
                    <a:pt x="34" y="20897"/>
                    <a:pt x="101" y="23800"/>
                    <a:pt x="1602" y="26068"/>
                  </a:cubicBezTo>
                  <a:cubicBezTo>
                    <a:pt x="4992" y="31199"/>
                    <a:pt x="11464" y="32382"/>
                    <a:pt x="17672" y="32382"/>
                  </a:cubicBezTo>
                  <a:cubicBezTo>
                    <a:pt x="20504" y="32382"/>
                    <a:pt x="23282" y="32135"/>
                    <a:pt x="25686" y="31905"/>
                  </a:cubicBezTo>
                  <a:cubicBezTo>
                    <a:pt x="26253" y="31872"/>
                    <a:pt x="26686" y="31839"/>
                    <a:pt x="27053" y="31672"/>
                  </a:cubicBezTo>
                  <a:cubicBezTo>
                    <a:pt x="27353" y="31505"/>
                    <a:pt x="27587" y="31238"/>
                    <a:pt x="27754" y="30704"/>
                  </a:cubicBezTo>
                  <a:cubicBezTo>
                    <a:pt x="28087" y="29837"/>
                    <a:pt x="27887" y="28770"/>
                    <a:pt x="27387" y="28003"/>
                  </a:cubicBezTo>
                  <a:cubicBezTo>
                    <a:pt x="26753" y="27002"/>
                    <a:pt x="25586" y="26235"/>
                    <a:pt x="24418" y="26001"/>
                  </a:cubicBezTo>
                  <a:cubicBezTo>
                    <a:pt x="23217" y="25734"/>
                    <a:pt x="22083" y="25301"/>
                    <a:pt x="20849" y="25067"/>
                  </a:cubicBezTo>
                  <a:cubicBezTo>
                    <a:pt x="19982" y="24900"/>
                    <a:pt x="19114" y="24633"/>
                    <a:pt x="18247" y="24400"/>
                  </a:cubicBezTo>
                  <a:cubicBezTo>
                    <a:pt x="15645" y="23666"/>
                    <a:pt x="12810" y="23099"/>
                    <a:pt x="10308" y="21998"/>
                  </a:cubicBezTo>
                  <a:cubicBezTo>
                    <a:pt x="10141" y="21932"/>
                    <a:pt x="9974" y="21865"/>
                    <a:pt x="9908" y="21731"/>
                  </a:cubicBezTo>
                  <a:cubicBezTo>
                    <a:pt x="9774" y="21531"/>
                    <a:pt x="9841" y="21264"/>
                    <a:pt x="9908" y="21064"/>
                  </a:cubicBezTo>
                  <a:cubicBezTo>
                    <a:pt x="10742" y="17695"/>
                    <a:pt x="11509" y="14326"/>
                    <a:pt x="12209" y="10924"/>
                  </a:cubicBezTo>
                  <a:cubicBezTo>
                    <a:pt x="12443" y="9756"/>
                    <a:pt x="12676" y="8589"/>
                    <a:pt x="12643" y="7421"/>
                  </a:cubicBezTo>
                  <a:cubicBezTo>
                    <a:pt x="12643" y="5253"/>
                    <a:pt x="11776" y="3151"/>
                    <a:pt x="10308" y="1584"/>
                  </a:cubicBezTo>
                  <a:cubicBezTo>
                    <a:pt x="9445" y="721"/>
                    <a:pt x="8327" y="1"/>
                    <a:pt x="7136" y="1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3" name="Google Shape;1523;p53"/>
            <p:cNvSpPr/>
            <p:nvPr/>
          </p:nvSpPr>
          <p:spPr>
            <a:xfrm>
              <a:off x="5805493" y="3089159"/>
              <a:ext cx="279402" cy="260523"/>
            </a:xfrm>
            <a:custGeom>
              <a:rect b="b" l="l" r="r" t="t"/>
              <a:pathLst>
                <a:path extrusionOk="0" h="12971" w="13911">
                  <a:moveTo>
                    <a:pt x="6616" y="0"/>
                  </a:moveTo>
                  <a:cubicBezTo>
                    <a:pt x="5515" y="0"/>
                    <a:pt x="4387" y="262"/>
                    <a:pt x="3503" y="890"/>
                  </a:cubicBezTo>
                  <a:cubicBezTo>
                    <a:pt x="3102" y="1157"/>
                    <a:pt x="2735" y="1557"/>
                    <a:pt x="2569" y="2024"/>
                  </a:cubicBezTo>
                  <a:cubicBezTo>
                    <a:pt x="2502" y="2291"/>
                    <a:pt x="2502" y="2624"/>
                    <a:pt x="2335" y="2858"/>
                  </a:cubicBezTo>
                  <a:cubicBezTo>
                    <a:pt x="2202" y="3025"/>
                    <a:pt x="2002" y="3125"/>
                    <a:pt x="1801" y="3225"/>
                  </a:cubicBezTo>
                  <a:cubicBezTo>
                    <a:pt x="1368" y="3425"/>
                    <a:pt x="1001" y="3692"/>
                    <a:pt x="667" y="4025"/>
                  </a:cubicBezTo>
                  <a:cubicBezTo>
                    <a:pt x="400" y="4259"/>
                    <a:pt x="167" y="4526"/>
                    <a:pt x="100" y="4826"/>
                  </a:cubicBezTo>
                  <a:cubicBezTo>
                    <a:pt x="0" y="5126"/>
                    <a:pt x="34" y="5460"/>
                    <a:pt x="100" y="5760"/>
                  </a:cubicBezTo>
                  <a:cubicBezTo>
                    <a:pt x="167" y="6394"/>
                    <a:pt x="267" y="6994"/>
                    <a:pt x="400" y="7595"/>
                  </a:cubicBezTo>
                  <a:cubicBezTo>
                    <a:pt x="467" y="7861"/>
                    <a:pt x="567" y="8128"/>
                    <a:pt x="567" y="8395"/>
                  </a:cubicBezTo>
                  <a:cubicBezTo>
                    <a:pt x="567" y="8695"/>
                    <a:pt x="467" y="8962"/>
                    <a:pt x="534" y="9296"/>
                  </a:cubicBezTo>
                  <a:cubicBezTo>
                    <a:pt x="634" y="9696"/>
                    <a:pt x="901" y="9963"/>
                    <a:pt x="1034" y="10330"/>
                  </a:cubicBezTo>
                  <a:cubicBezTo>
                    <a:pt x="1101" y="10463"/>
                    <a:pt x="1101" y="10597"/>
                    <a:pt x="1168" y="10763"/>
                  </a:cubicBezTo>
                  <a:cubicBezTo>
                    <a:pt x="1234" y="10930"/>
                    <a:pt x="1334" y="11064"/>
                    <a:pt x="1368" y="11264"/>
                  </a:cubicBezTo>
                  <a:cubicBezTo>
                    <a:pt x="1435" y="11464"/>
                    <a:pt x="1368" y="11697"/>
                    <a:pt x="1468" y="11898"/>
                  </a:cubicBezTo>
                  <a:cubicBezTo>
                    <a:pt x="1501" y="11998"/>
                    <a:pt x="1568" y="12098"/>
                    <a:pt x="1635" y="12164"/>
                  </a:cubicBezTo>
                  <a:cubicBezTo>
                    <a:pt x="1855" y="12448"/>
                    <a:pt x="2046" y="12970"/>
                    <a:pt x="2461" y="12970"/>
                  </a:cubicBezTo>
                  <a:cubicBezTo>
                    <a:pt x="2485" y="12970"/>
                    <a:pt x="2510" y="12969"/>
                    <a:pt x="2535" y="12965"/>
                  </a:cubicBezTo>
                  <a:cubicBezTo>
                    <a:pt x="2836" y="12898"/>
                    <a:pt x="3102" y="12698"/>
                    <a:pt x="3269" y="12431"/>
                  </a:cubicBezTo>
                  <a:cubicBezTo>
                    <a:pt x="3436" y="12198"/>
                    <a:pt x="3536" y="11864"/>
                    <a:pt x="3636" y="11597"/>
                  </a:cubicBezTo>
                  <a:cubicBezTo>
                    <a:pt x="3803" y="11097"/>
                    <a:pt x="4003" y="10630"/>
                    <a:pt x="4203" y="10196"/>
                  </a:cubicBezTo>
                  <a:cubicBezTo>
                    <a:pt x="4370" y="9763"/>
                    <a:pt x="4537" y="9262"/>
                    <a:pt x="4770" y="8895"/>
                  </a:cubicBezTo>
                  <a:cubicBezTo>
                    <a:pt x="5004" y="8595"/>
                    <a:pt x="5404" y="8562"/>
                    <a:pt x="5704" y="8395"/>
                  </a:cubicBezTo>
                  <a:cubicBezTo>
                    <a:pt x="6171" y="8162"/>
                    <a:pt x="6171" y="7961"/>
                    <a:pt x="6305" y="7494"/>
                  </a:cubicBezTo>
                  <a:cubicBezTo>
                    <a:pt x="6438" y="6927"/>
                    <a:pt x="7072" y="6594"/>
                    <a:pt x="7639" y="6527"/>
                  </a:cubicBezTo>
                  <a:cubicBezTo>
                    <a:pt x="7939" y="6477"/>
                    <a:pt x="8239" y="6477"/>
                    <a:pt x="8535" y="6477"/>
                  </a:cubicBezTo>
                  <a:cubicBezTo>
                    <a:pt x="8831" y="6477"/>
                    <a:pt x="9123" y="6477"/>
                    <a:pt x="9407" y="6427"/>
                  </a:cubicBezTo>
                  <a:cubicBezTo>
                    <a:pt x="10041" y="6294"/>
                    <a:pt x="10608" y="5927"/>
                    <a:pt x="11242" y="5927"/>
                  </a:cubicBezTo>
                  <a:cubicBezTo>
                    <a:pt x="11475" y="5927"/>
                    <a:pt x="11742" y="5960"/>
                    <a:pt x="12009" y="5960"/>
                  </a:cubicBezTo>
                  <a:cubicBezTo>
                    <a:pt x="13043" y="5927"/>
                    <a:pt x="13910" y="5059"/>
                    <a:pt x="13810" y="3992"/>
                  </a:cubicBezTo>
                  <a:cubicBezTo>
                    <a:pt x="13777" y="3558"/>
                    <a:pt x="13543" y="3125"/>
                    <a:pt x="13176" y="2891"/>
                  </a:cubicBezTo>
                  <a:cubicBezTo>
                    <a:pt x="12743" y="2591"/>
                    <a:pt x="12142" y="2524"/>
                    <a:pt x="11875" y="2091"/>
                  </a:cubicBezTo>
                  <a:cubicBezTo>
                    <a:pt x="11675" y="1824"/>
                    <a:pt x="11675" y="1423"/>
                    <a:pt x="11442" y="1190"/>
                  </a:cubicBezTo>
                  <a:cubicBezTo>
                    <a:pt x="11308" y="1057"/>
                    <a:pt x="11108" y="990"/>
                    <a:pt x="10908" y="923"/>
                  </a:cubicBezTo>
                  <a:cubicBezTo>
                    <a:pt x="9674" y="489"/>
                    <a:pt x="8440" y="123"/>
                    <a:pt x="7172" y="22"/>
                  </a:cubicBezTo>
                  <a:cubicBezTo>
                    <a:pt x="6988" y="8"/>
                    <a:pt x="6803" y="0"/>
                    <a:pt x="661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4" name="Google Shape;1524;p53"/>
            <p:cNvSpPr/>
            <p:nvPr/>
          </p:nvSpPr>
          <p:spPr>
            <a:xfrm>
              <a:off x="5906661" y="4074208"/>
              <a:ext cx="480694" cy="332286"/>
            </a:xfrm>
            <a:custGeom>
              <a:rect b="b" l="l" r="r" t="t"/>
              <a:pathLst>
                <a:path extrusionOk="0" h="16544" w="23933">
                  <a:moveTo>
                    <a:pt x="23717" y="0"/>
                  </a:moveTo>
                  <a:cubicBezTo>
                    <a:pt x="23696" y="0"/>
                    <a:pt x="23673" y="4"/>
                    <a:pt x="23650" y="14"/>
                  </a:cubicBezTo>
                  <a:lnTo>
                    <a:pt x="23684" y="14"/>
                  </a:lnTo>
                  <a:cubicBezTo>
                    <a:pt x="22016" y="914"/>
                    <a:pt x="20548" y="2148"/>
                    <a:pt x="19114" y="3349"/>
                  </a:cubicBezTo>
                  <a:cubicBezTo>
                    <a:pt x="17679" y="4550"/>
                    <a:pt x="16212" y="5784"/>
                    <a:pt x="14644" y="6852"/>
                  </a:cubicBezTo>
                  <a:cubicBezTo>
                    <a:pt x="13843" y="7352"/>
                    <a:pt x="13043" y="7852"/>
                    <a:pt x="12175" y="8253"/>
                  </a:cubicBezTo>
                  <a:cubicBezTo>
                    <a:pt x="11275" y="8653"/>
                    <a:pt x="10374" y="9020"/>
                    <a:pt x="9474" y="9387"/>
                  </a:cubicBezTo>
                  <a:cubicBezTo>
                    <a:pt x="8573" y="9787"/>
                    <a:pt x="7706" y="10221"/>
                    <a:pt x="6905" y="10788"/>
                  </a:cubicBezTo>
                  <a:cubicBezTo>
                    <a:pt x="6038" y="11355"/>
                    <a:pt x="5337" y="12122"/>
                    <a:pt x="4470" y="12723"/>
                  </a:cubicBezTo>
                  <a:cubicBezTo>
                    <a:pt x="3569" y="13356"/>
                    <a:pt x="2535" y="13857"/>
                    <a:pt x="1501" y="14324"/>
                  </a:cubicBezTo>
                  <a:lnTo>
                    <a:pt x="734" y="14691"/>
                  </a:lnTo>
                  <a:cubicBezTo>
                    <a:pt x="534" y="14757"/>
                    <a:pt x="300" y="14857"/>
                    <a:pt x="134" y="15024"/>
                  </a:cubicBezTo>
                  <a:cubicBezTo>
                    <a:pt x="0" y="15158"/>
                    <a:pt x="0" y="15324"/>
                    <a:pt x="0" y="15525"/>
                  </a:cubicBezTo>
                  <a:cubicBezTo>
                    <a:pt x="67" y="15825"/>
                    <a:pt x="100" y="16158"/>
                    <a:pt x="200" y="16459"/>
                  </a:cubicBezTo>
                  <a:cubicBezTo>
                    <a:pt x="215" y="16517"/>
                    <a:pt x="268" y="16544"/>
                    <a:pt x="320" y="16544"/>
                  </a:cubicBezTo>
                  <a:cubicBezTo>
                    <a:pt x="387" y="16544"/>
                    <a:pt x="452" y="16500"/>
                    <a:pt x="434" y="16425"/>
                  </a:cubicBezTo>
                  <a:cubicBezTo>
                    <a:pt x="434" y="16192"/>
                    <a:pt x="400" y="15958"/>
                    <a:pt x="367" y="15725"/>
                  </a:cubicBezTo>
                  <a:cubicBezTo>
                    <a:pt x="334" y="15591"/>
                    <a:pt x="300" y="15458"/>
                    <a:pt x="334" y="15324"/>
                  </a:cubicBezTo>
                  <a:cubicBezTo>
                    <a:pt x="400" y="15191"/>
                    <a:pt x="534" y="15124"/>
                    <a:pt x="667" y="15091"/>
                  </a:cubicBezTo>
                  <a:cubicBezTo>
                    <a:pt x="1101" y="14857"/>
                    <a:pt x="1535" y="14657"/>
                    <a:pt x="2002" y="14457"/>
                  </a:cubicBezTo>
                  <a:cubicBezTo>
                    <a:pt x="2869" y="14024"/>
                    <a:pt x="3769" y="13590"/>
                    <a:pt x="4570" y="13023"/>
                  </a:cubicBezTo>
                  <a:cubicBezTo>
                    <a:pt x="5404" y="12456"/>
                    <a:pt x="6104" y="11722"/>
                    <a:pt x="6905" y="11155"/>
                  </a:cubicBezTo>
                  <a:cubicBezTo>
                    <a:pt x="7672" y="10588"/>
                    <a:pt x="8540" y="10154"/>
                    <a:pt x="9407" y="9787"/>
                  </a:cubicBezTo>
                  <a:cubicBezTo>
                    <a:pt x="10274" y="9387"/>
                    <a:pt x="11175" y="9053"/>
                    <a:pt x="12042" y="8653"/>
                  </a:cubicBezTo>
                  <a:cubicBezTo>
                    <a:pt x="12876" y="8253"/>
                    <a:pt x="13710" y="7819"/>
                    <a:pt x="14477" y="7319"/>
                  </a:cubicBezTo>
                  <a:cubicBezTo>
                    <a:pt x="16012" y="6318"/>
                    <a:pt x="17413" y="5151"/>
                    <a:pt x="18814" y="3983"/>
                  </a:cubicBezTo>
                  <a:cubicBezTo>
                    <a:pt x="19614" y="3316"/>
                    <a:pt x="20415" y="2649"/>
                    <a:pt x="21249" y="2015"/>
                  </a:cubicBezTo>
                  <a:cubicBezTo>
                    <a:pt x="22083" y="1381"/>
                    <a:pt x="22950" y="814"/>
                    <a:pt x="23817" y="247"/>
                  </a:cubicBezTo>
                  <a:cubicBezTo>
                    <a:pt x="23932" y="161"/>
                    <a:pt x="23849" y="0"/>
                    <a:pt x="2371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5" name="Google Shape;1525;p53"/>
            <p:cNvSpPr/>
            <p:nvPr/>
          </p:nvSpPr>
          <p:spPr>
            <a:xfrm>
              <a:off x="5852090" y="3244054"/>
              <a:ext cx="70659" cy="68550"/>
            </a:xfrm>
            <a:custGeom>
              <a:rect b="b" l="l" r="r" t="t"/>
              <a:pathLst>
                <a:path extrusionOk="0" h="3413" w="3518">
                  <a:moveTo>
                    <a:pt x="1888" y="1"/>
                  </a:moveTo>
                  <a:cubicBezTo>
                    <a:pt x="1260" y="1"/>
                    <a:pt x="634" y="353"/>
                    <a:pt x="349" y="1083"/>
                  </a:cubicBezTo>
                  <a:cubicBezTo>
                    <a:pt x="0" y="2071"/>
                    <a:pt x="764" y="3413"/>
                    <a:pt x="1981" y="3413"/>
                  </a:cubicBezTo>
                  <a:cubicBezTo>
                    <a:pt x="2161" y="3413"/>
                    <a:pt x="2352" y="3383"/>
                    <a:pt x="2550" y="3318"/>
                  </a:cubicBezTo>
                  <a:lnTo>
                    <a:pt x="3518" y="1250"/>
                  </a:lnTo>
                  <a:cubicBezTo>
                    <a:pt x="3273" y="428"/>
                    <a:pt x="2579" y="1"/>
                    <a:pt x="1888" y="1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p53"/>
            <p:cNvSpPr/>
            <p:nvPr/>
          </p:nvSpPr>
          <p:spPr>
            <a:xfrm>
              <a:off x="5506668" y="3480254"/>
              <a:ext cx="302862" cy="323569"/>
            </a:xfrm>
            <a:custGeom>
              <a:rect b="b" l="l" r="r" t="t"/>
              <a:pathLst>
                <a:path extrusionOk="0" h="16110" w="15079">
                  <a:moveTo>
                    <a:pt x="6618" y="0"/>
                  </a:moveTo>
                  <a:cubicBezTo>
                    <a:pt x="6547" y="0"/>
                    <a:pt x="6476" y="19"/>
                    <a:pt x="6405" y="64"/>
                  </a:cubicBezTo>
                  <a:cubicBezTo>
                    <a:pt x="6339" y="98"/>
                    <a:pt x="6305" y="131"/>
                    <a:pt x="6272" y="164"/>
                  </a:cubicBezTo>
                  <a:cubicBezTo>
                    <a:pt x="4771" y="1132"/>
                    <a:pt x="3770" y="2466"/>
                    <a:pt x="2903" y="4034"/>
                  </a:cubicBezTo>
                  <a:cubicBezTo>
                    <a:pt x="2002" y="5668"/>
                    <a:pt x="1335" y="7436"/>
                    <a:pt x="868" y="9271"/>
                  </a:cubicBezTo>
                  <a:cubicBezTo>
                    <a:pt x="501" y="10605"/>
                    <a:pt x="234" y="11940"/>
                    <a:pt x="1" y="13307"/>
                  </a:cubicBezTo>
                  <a:cubicBezTo>
                    <a:pt x="2536" y="14341"/>
                    <a:pt x="5171" y="15175"/>
                    <a:pt x="7840" y="15709"/>
                  </a:cubicBezTo>
                  <a:cubicBezTo>
                    <a:pt x="9908" y="16109"/>
                    <a:pt x="11776" y="15976"/>
                    <a:pt x="13844" y="16043"/>
                  </a:cubicBezTo>
                  <a:cubicBezTo>
                    <a:pt x="14478" y="12707"/>
                    <a:pt x="15078" y="9171"/>
                    <a:pt x="13844" y="6035"/>
                  </a:cubicBezTo>
                  <a:cubicBezTo>
                    <a:pt x="13277" y="4568"/>
                    <a:pt x="12243" y="3267"/>
                    <a:pt x="10975" y="2299"/>
                  </a:cubicBezTo>
                  <a:cubicBezTo>
                    <a:pt x="10375" y="1799"/>
                    <a:pt x="9674" y="1399"/>
                    <a:pt x="8941" y="1098"/>
                  </a:cubicBezTo>
                  <a:cubicBezTo>
                    <a:pt x="8440" y="865"/>
                    <a:pt x="7940" y="698"/>
                    <a:pt x="7473" y="465"/>
                  </a:cubicBezTo>
                  <a:cubicBezTo>
                    <a:pt x="7204" y="330"/>
                    <a:pt x="6913" y="0"/>
                    <a:pt x="6618" y="0"/>
                  </a:cubicBezTo>
                  <a:close/>
                </a:path>
              </a:pathLst>
            </a:custGeom>
            <a:solidFill>
              <a:srgbClr val="2C6A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53"/>
            <p:cNvSpPr/>
            <p:nvPr/>
          </p:nvSpPr>
          <p:spPr>
            <a:xfrm>
              <a:off x="5725756" y="4175637"/>
              <a:ext cx="574873" cy="28822"/>
            </a:xfrm>
            <a:custGeom>
              <a:rect b="b" l="l" r="r" t="t"/>
              <a:pathLst>
                <a:path extrusionOk="0" h="1435" w="28622">
                  <a:moveTo>
                    <a:pt x="701" y="0"/>
                  </a:moveTo>
                  <a:cubicBezTo>
                    <a:pt x="301" y="0"/>
                    <a:pt x="1" y="334"/>
                    <a:pt x="1" y="734"/>
                  </a:cubicBezTo>
                  <a:cubicBezTo>
                    <a:pt x="1" y="1135"/>
                    <a:pt x="301" y="1435"/>
                    <a:pt x="701" y="1435"/>
                  </a:cubicBezTo>
                  <a:lnTo>
                    <a:pt x="27921" y="1435"/>
                  </a:lnTo>
                  <a:cubicBezTo>
                    <a:pt x="28321" y="1435"/>
                    <a:pt x="28621" y="1135"/>
                    <a:pt x="28621" y="734"/>
                  </a:cubicBezTo>
                  <a:cubicBezTo>
                    <a:pt x="28621" y="334"/>
                    <a:pt x="28321" y="0"/>
                    <a:pt x="2792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53"/>
            <p:cNvSpPr/>
            <p:nvPr/>
          </p:nvSpPr>
          <p:spPr>
            <a:xfrm>
              <a:off x="5820898" y="3923048"/>
              <a:ext cx="580898" cy="261989"/>
            </a:xfrm>
            <a:custGeom>
              <a:rect b="b" l="l" r="r" t="t"/>
              <a:pathLst>
                <a:path extrusionOk="0" h="13044" w="28922">
                  <a:moveTo>
                    <a:pt x="5704" y="1"/>
                  </a:moveTo>
                  <a:cubicBezTo>
                    <a:pt x="5471" y="1"/>
                    <a:pt x="5237" y="134"/>
                    <a:pt x="5137" y="368"/>
                  </a:cubicBezTo>
                  <a:lnTo>
                    <a:pt x="0" y="13043"/>
                  </a:lnTo>
                  <a:lnTo>
                    <a:pt x="23817" y="13043"/>
                  </a:lnTo>
                  <a:lnTo>
                    <a:pt x="28754" y="835"/>
                  </a:lnTo>
                  <a:cubicBezTo>
                    <a:pt x="28921" y="434"/>
                    <a:pt x="28621" y="1"/>
                    <a:pt x="2822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9" name="Google Shape;1529;p53"/>
            <p:cNvSpPr/>
            <p:nvPr/>
          </p:nvSpPr>
          <p:spPr>
            <a:xfrm>
              <a:off x="6096926" y="4030242"/>
              <a:ext cx="68349" cy="48264"/>
            </a:xfrm>
            <a:custGeom>
              <a:rect b="b" l="l" r="r" t="t"/>
              <a:pathLst>
                <a:path extrusionOk="0" fill="none" h="2403" w="3403">
                  <a:moveTo>
                    <a:pt x="3136" y="1202"/>
                  </a:moveTo>
                  <a:cubicBezTo>
                    <a:pt x="2903" y="1836"/>
                    <a:pt x="2035" y="2403"/>
                    <a:pt x="1235" y="2403"/>
                  </a:cubicBezTo>
                  <a:cubicBezTo>
                    <a:pt x="434" y="2403"/>
                    <a:pt x="1" y="1836"/>
                    <a:pt x="267" y="1202"/>
                  </a:cubicBezTo>
                  <a:cubicBezTo>
                    <a:pt x="501" y="535"/>
                    <a:pt x="1368" y="1"/>
                    <a:pt x="2169" y="1"/>
                  </a:cubicBezTo>
                  <a:cubicBezTo>
                    <a:pt x="2969" y="1"/>
                    <a:pt x="3403" y="535"/>
                    <a:pt x="3136" y="1202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0" name="Google Shape;1530;p53"/>
            <p:cNvSpPr/>
            <p:nvPr/>
          </p:nvSpPr>
          <p:spPr>
            <a:xfrm>
              <a:off x="6008070" y="3322567"/>
              <a:ext cx="43323" cy="12272"/>
            </a:xfrm>
            <a:custGeom>
              <a:rect b="b" l="l" r="r" t="t"/>
              <a:pathLst>
                <a:path extrusionOk="0" h="611" w="2157">
                  <a:moveTo>
                    <a:pt x="2059" y="1"/>
                  </a:moveTo>
                  <a:cubicBezTo>
                    <a:pt x="2047" y="1"/>
                    <a:pt x="2035" y="4"/>
                    <a:pt x="2023" y="10"/>
                  </a:cubicBezTo>
                  <a:cubicBezTo>
                    <a:pt x="1856" y="43"/>
                    <a:pt x="1756" y="177"/>
                    <a:pt x="1623" y="243"/>
                  </a:cubicBezTo>
                  <a:cubicBezTo>
                    <a:pt x="1489" y="310"/>
                    <a:pt x="1322" y="343"/>
                    <a:pt x="1156" y="343"/>
                  </a:cubicBezTo>
                  <a:cubicBezTo>
                    <a:pt x="789" y="343"/>
                    <a:pt x="455" y="210"/>
                    <a:pt x="121" y="43"/>
                  </a:cubicBezTo>
                  <a:cubicBezTo>
                    <a:pt x="115" y="37"/>
                    <a:pt x="107" y="34"/>
                    <a:pt x="98" y="34"/>
                  </a:cubicBezTo>
                  <a:cubicBezTo>
                    <a:pt x="57" y="34"/>
                    <a:pt x="0" y="89"/>
                    <a:pt x="55" y="143"/>
                  </a:cubicBezTo>
                  <a:cubicBezTo>
                    <a:pt x="388" y="377"/>
                    <a:pt x="755" y="577"/>
                    <a:pt x="1189" y="610"/>
                  </a:cubicBezTo>
                  <a:cubicBezTo>
                    <a:pt x="1356" y="610"/>
                    <a:pt x="1556" y="577"/>
                    <a:pt x="1723" y="510"/>
                  </a:cubicBezTo>
                  <a:cubicBezTo>
                    <a:pt x="1889" y="443"/>
                    <a:pt x="2123" y="310"/>
                    <a:pt x="2156" y="110"/>
                  </a:cubicBezTo>
                  <a:cubicBezTo>
                    <a:pt x="2156" y="55"/>
                    <a:pt x="2112" y="1"/>
                    <a:pt x="205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p53"/>
            <p:cNvSpPr/>
            <p:nvPr/>
          </p:nvSpPr>
          <p:spPr>
            <a:xfrm>
              <a:off x="6500253" y="2859407"/>
              <a:ext cx="199022" cy="209145"/>
            </a:xfrm>
            <a:custGeom>
              <a:rect b="b" l="l" r="r" t="t"/>
              <a:pathLst>
                <a:path extrusionOk="0" h="10413" w="9909">
                  <a:moveTo>
                    <a:pt x="9539" y="0"/>
                  </a:moveTo>
                  <a:cubicBezTo>
                    <a:pt x="9447" y="0"/>
                    <a:pt x="9350" y="45"/>
                    <a:pt x="9274" y="153"/>
                  </a:cubicBezTo>
                  <a:lnTo>
                    <a:pt x="9274" y="120"/>
                  </a:lnTo>
                  <a:cubicBezTo>
                    <a:pt x="8473" y="1254"/>
                    <a:pt x="8006" y="2622"/>
                    <a:pt x="7439" y="3823"/>
                  </a:cubicBezTo>
                  <a:cubicBezTo>
                    <a:pt x="6839" y="5124"/>
                    <a:pt x="6272" y="6391"/>
                    <a:pt x="5671" y="7692"/>
                  </a:cubicBezTo>
                  <a:cubicBezTo>
                    <a:pt x="5538" y="7959"/>
                    <a:pt x="5371" y="8259"/>
                    <a:pt x="5238" y="8559"/>
                  </a:cubicBezTo>
                  <a:cubicBezTo>
                    <a:pt x="5171" y="8759"/>
                    <a:pt x="5071" y="8926"/>
                    <a:pt x="5004" y="9093"/>
                  </a:cubicBezTo>
                  <a:cubicBezTo>
                    <a:pt x="4971" y="9160"/>
                    <a:pt x="4837" y="9460"/>
                    <a:pt x="4837" y="9460"/>
                  </a:cubicBezTo>
                  <a:cubicBezTo>
                    <a:pt x="4835" y="9461"/>
                    <a:pt x="4832" y="9462"/>
                    <a:pt x="4829" y="9462"/>
                  </a:cubicBezTo>
                  <a:cubicBezTo>
                    <a:pt x="4737" y="9462"/>
                    <a:pt x="4267" y="9023"/>
                    <a:pt x="4170" y="8926"/>
                  </a:cubicBezTo>
                  <a:cubicBezTo>
                    <a:pt x="3937" y="8726"/>
                    <a:pt x="3703" y="8559"/>
                    <a:pt x="3470" y="8359"/>
                  </a:cubicBezTo>
                  <a:cubicBezTo>
                    <a:pt x="2969" y="7892"/>
                    <a:pt x="2469" y="7425"/>
                    <a:pt x="1969" y="6925"/>
                  </a:cubicBezTo>
                  <a:cubicBezTo>
                    <a:pt x="1535" y="6491"/>
                    <a:pt x="1101" y="5991"/>
                    <a:pt x="601" y="5624"/>
                  </a:cubicBezTo>
                  <a:cubicBezTo>
                    <a:pt x="555" y="5591"/>
                    <a:pt x="502" y="5576"/>
                    <a:pt x="448" y="5576"/>
                  </a:cubicBezTo>
                  <a:cubicBezTo>
                    <a:pt x="231" y="5576"/>
                    <a:pt x="0" y="5817"/>
                    <a:pt x="134" y="6058"/>
                  </a:cubicBezTo>
                  <a:cubicBezTo>
                    <a:pt x="501" y="6691"/>
                    <a:pt x="1068" y="7225"/>
                    <a:pt x="1602" y="7759"/>
                  </a:cubicBezTo>
                  <a:cubicBezTo>
                    <a:pt x="2069" y="8259"/>
                    <a:pt x="2602" y="8726"/>
                    <a:pt x="3103" y="9193"/>
                  </a:cubicBezTo>
                  <a:cubicBezTo>
                    <a:pt x="3570" y="9593"/>
                    <a:pt x="4137" y="10294"/>
                    <a:pt x="4737" y="10394"/>
                  </a:cubicBezTo>
                  <a:cubicBezTo>
                    <a:pt x="4799" y="10406"/>
                    <a:pt x="4856" y="10412"/>
                    <a:pt x="4911" y="10412"/>
                  </a:cubicBezTo>
                  <a:cubicBezTo>
                    <a:pt x="5447" y="10412"/>
                    <a:pt x="5659" y="9851"/>
                    <a:pt x="5871" y="9427"/>
                  </a:cubicBezTo>
                  <a:cubicBezTo>
                    <a:pt x="6572" y="7926"/>
                    <a:pt x="7239" y="6458"/>
                    <a:pt x="7940" y="4957"/>
                  </a:cubicBezTo>
                  <a:cubicBezTo>
                    <a:pt x="8273" y="4223"/>
                    <a:pt x="8607" y="3522"/>
                    <a:pt x="8907" y="2822"/>
                  </a:cubicBezTo>
                  <a:cubicBezTo>
                    <a:pt x="9274" y="2055"/>
                    <a:pt x="9641" y="1254"/>
                    <a:pt x="9841" y="420"/>
                  </a:cubicBezTo>
                  <a:cubicBezTo>
                    <a:pt x="9908" y="195"/>
                    <a:pt x="9733" y="0"/>
                    <a:pt x="9539" y="0"/>
                  </a:cubicBezTo>
                  <a:close/>
                </a:path>
              </a:pathLst>
            </a:custGeom>
            <a:solidFill>
              <a:srgbClr val="2C6A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53"/>
            <p:cNvSpPr/>
            <p:nvPr/>
          </p:nvSpPr>
          <p:spPr>
            <a:xfrm>
              <a:off x="5892582" y="3261107"/>
              <a:ext cx="19442" cy="28701"/>
            </a:xfrm>
            <a:custGeom>
              <a:rect b="b" l="l" r="r" t="t"/>
              <a:pathLst>
                <a:path extrusionOk="0" h="1429" w="968">
                  <a:moveTo>
                    <a:pt x="67" y="1"/>
                  </a:moveTo>
                  <a:cubicBezTo>
                    <a:pt x="34" y="1"/>
                    <a:pt x="1" y="68"/>
                    <a:pt x="67" y="101"/>
                  </a:cubicBezTo>
                  <a:cubicBezTo>
                    <a:pt x="334" y="134"/>
                    <a:pt x="534" y="301"/>
                    <a:pt x="634" y="568"/>
                  </a:cubicBezTo>
                  <a:cubicBezTo>
                    <a:pt x="734" y="801"/>
                    <a:pt x="634" y="1102"/>
                    <a:pt x="501" y="1302"/>
                  </a:cubicBezTo>
                  <a:cubicBezTo>
                    <a:pt x="453" y="1374"/>
                    <a:pt x="509" y="1429"/>
                    <a:pt x="569" y="1429"/>
                  </a:cubicBezTo>
                  <a:cubicBezTo>
                    <a:pt x="592" y="1429"/>
                    <a:pt x="616" y="1421"/>
                    <a:pt x="634" y="1402"/>
                  </a:cubicBezTo>
                  <a:cubicBezTo>
                    <a:pt x="901" y="1168"/>
                    <a:pt x="968" y="801"/>
                    <a:pt x="835" y="468"/>
                  </a:cubicBezTo>
                  <a:cubicBezTo>
                    <a:pt x="701" y="201"/>
                    <a:pt x="368" y="1"/>
                    <a:pt x="67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p53"/>
            <p:cNvSpPr/>
            <p:nvPr/>
          </p:nvSpPr>
          <p:spPr>
            <a:xfrm>
              <a:off x="6518350" y="2997993"/>
              <a:ext cx="80420" cy="72206"/>
            </a:xfrm>
            <a:custGeom>
              <a:rect b="b" l="l" r="r" t="t"/>
              <a:pathLst>
                <a:path extrusionOk="0" h="3595" w="4004">
                  <a:moveTo>
                    <a:pt x="3493" y="1"/>
                  </a:moveTo>
                  <a:cubicBezTo>
                    <a:pt x="3260" y="1"/>
                    <a:pt x="3069" y="191"/>
                    <a:pt x="2902" y="358"/>
                  </a:cubicBezTo>
                  <a:cubicBezTo>
                    <a:pt x="2102" y="1092"/>
                    <a:pt x="1068" y="1559"/>
                    <a:pt x="0" y="1659"/>
                  </a:cubicBezTo>
                  <a:lnTo>
                    <a:pt x="667" y="3594"/>
                  </a:lnTo>
                  <a:cubicBezTo>
                    <a:pt x="1701" y="2894"/>
                    <a:pt x="2735" y="2193"/>
                    <a:pt x="3569" y="1259"/>
                  </a:cubicBezTo>
                  <a:cubicBezTo>
                    <a:pt x="3736" y="1059"/>
                    <a:pt x="3903" y="859"/>
                    <a:pt x="3936" y="625"/>
                  </a:cubicBezTo>
                  <a:cubicBezTo>
                    <a:pt x="4003" y="358"/>
                    <a:pt x="3870" y="58"/>
                    <a:pt x="3636" y="25"/>
                  </a:cubicBezTo>
                  <a:cubicBezTo>
                    <a:pt x="3587" y="8"/>
                    <a:pt x="3539" y="1"/>
                    <a:pt x="3493" y="1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p53"/>
            <p:cNvSpPr/>
            <p:nvPr/>
          </p:nvSpPr>
          <p:spPr>
            <a:xfrm>
              <a:off x="5958239" y="3382380"/>
              <a:ext cx="49610" cy="8054"/>
            </a:xfrm>
            <a:custGeom>
              <a:rect b="b" l="l" r="r" t="t"/>
              <a:pathLst>
                <a:path extrusionOk="0" h="401" w="2470">
                  <a:moveTo>
                    <a:pt x="234" y="1"/>
                  </a:moveTo>
                  <a:cubicBezTo>
                    <a:pt x="67" y="1"/>
                    <a:pt x="1" y="267"/>
                    <a:pt x="167" y="301"/>
                  </a:cubicBezTo>
                  <a:cubicBezTo>
                    <a:pt x="568" y="367"/>
                    <a:pt x="935" y="401"/>
                    <a:pt x="1302" y="401"/>
                  </a:cubicBezTo>
                  <a:cubicBezTo>
                    <a:pt x="1502" y="401"/>
                    <a:pt x="1702" y="367"/>
                    <a:pt x="1869" y="367"/>
                  </a:cubicBezTo>
                  <a:cubicBezTo>
                    <a:pt x="2035" y="367"/>
                    <a:pt x="2302" y="367"/>
                    <a:pt x="2402" y="234"/>
                  </a:cubicBezTo>
                  <a:cubicBezTo>
                    <a:pt x="2469" y="167"/>
                    <a:pt x="2469" y="101"/>
                    <a:pt x="2402" y="34"/>
                  </a:cubicBezTo>
                  <a:lnTo>
                    <a:pt x="2402" y="67"/>
                  </a:lnTo>
                  <a:cubicBezTo>
                    <a:pt x="2345" y="24"/>
                    <a:pt x="2270" y="12"/>
                    <a:pt x="2189" y="12"/>
                  </a:cubicBezTo>
                  <a:cubicBezTo>
                    <a:pt x="2081" y="12"/>
                    <a:pt x="1964" y="34"/>
                    <a:pt x="1869" y="34"/>
                  </a:cubicBezTo>
                  <a:cubicBezTo>
                    <a:pt x="1702" y="34"/>
                    <a:pt x="1502" y="67"/>
                    <a:pt x="1302" y="67"/>
                  </a:cubicBezTo>
                  <a:cubicBezTo>
                    <a:pt x="935" y="67"/>
                    <a:pt x="601" y="34"/>
                    <a:pt x="234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5" name="Google Shape;1535;p53"/>
            <p:cNvSpPr/>
            <p:nvPr/>
          </p:nvSpPr>
          <p:spPr>
            <a:xfrm>
              <a:off x="5766629" y="4674327"/>
              <a:ext cx="46919" cy="23439"/>
            </a:xfrm>
            <a:custGeom>
              <a:rect b="b" l="l" r="r" t="t"/>
              <a:pathLst>
                <a:path extrusionOk="0" h="1167" w="2336">
                  <a:moveTo>
                    <a:pt x="307" y="1"/>
                  </a:moveTo>
                  <a:cubicBezTo>
                    <a:pt x="197" y="1"/>
                    <a:pt x="85" y="79"/>
                    <a:pt x="34" y="156"/>
                  </a:cubicBezTo>
                  <a:cubicBezTo>
                    <a:pt x="0" y="289"/>
                    <a:pt x="0" y="423"/>
                    <a:pt x="101" y="523"/>
                  </a:cubicBezTo>
                  <a:cubicBezTo>
                    <a:pt x="234" y="656"/>
                    <a:pt x="367" y="756"/>
                    <a:pt x="501" y="857"/>
                  </a:cubicBezTo>
                  <a:cubicBezTo>
                    <a:pt x="634" y="957"/>
                    <a:pt x="834" y="1023"/>
                    <a:pt x="1001" y="1057"/>
                  </a:cubicBezTo>
                  <a:cubicBezTo>
                    <a:pt x="1202" y="1111"/>
                    <a:pt x="1423" y="1166"/>
                    <a:pt x="1637" y="1166"/>
                  </a:cubicBezTo>
                  <a:cubicBezTo>
                    <a:pt x="1813" y="1166"/>
                    <a:pt x="1984" y="1129"/>
                    <a:pt x="2135" y="1023"/>
                  </a:cubicBezTo>
                  <a:cubicBezTo>
                    <a:pt x="2269" y="957"/>
                    <a:pt x="2335" y="790"/>
                    <a:pt x="2335" y="656"/>
                  </a:cubicBezTo>
                  <a:cubicBezTo>
                    <a:pt x="2302" y="490"/>
                    <a:pt x="2202" y="390"/>
                    <a:pt x="2069" y="323"/>
                  </a:cubicBezTo>
                  <a:cubicBezTo>
                    <a:pt x="1969" y="289"/>
                    <a:pt x="1868" y="256"/>
                    <a:pt x="1768" y="256"/>
                  </a:cubicBezTo>
                  <a:lnTo>
                    <a:pt x="1201" y="256"/>
                  </a:lnTo>
                  <a:cubicBezTo>
                    <a:pt x="1068" y="223"/>
                    <a:pt x="934" y="189"/>
                    <a:pt x="801" y="156"/>
                  </a:cubicBezTo>
                  <a:cubicBezTo>
                    <a:pt x="668" y="123"/>
                    <a:pt x="534" y="56"/>
                    <a:pt x="401" y="23"/>
                  </a:cubicBezTo>
                  <a:cubicBezTo>
                    <a:pt x="371" y="8"/>
                    <a:pt x="339" y="1"/>
                    <a:pt x="307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6" name="Google Shape;1536;p53"/>
            <p:cNvSpPr/>
            <p:nvPr/>
          </p:nvSpPr>
          <p:spPr>
            <a:xfrm>
              <a:off x="5778017" y="4641107"/>
              <a:ext cx="40210" cy="18940"/>
            </a:xfrm>
            <a:custGeom>
              <a:rect b="b" l="l" r="r" t="t"/>
              <a:pathLst>
                <a:path extrusionOk="0" h="943" w="2002">
                  <a:moveTo>
                    <a:pt x="1452" y="0"/>
                  </a:moveTo>
                  <a:cubicBezTo>
                    <a:pt x="1377" y="0"/>
                    <a:pt x="1301" y="9"/>
                    <a:pt x="1235" y="9"/>
                  </a:cubicBezTo>
                  <a:lnTo>
                    <a:pt x="935" y="9"/>
                  </a:lnTo>
                  <a:cubicBezTo>
                    <a:pt x="801" y="9"/>
                    <a:pt x="701" y="9"/>
                    <a:pt x="601" y="42"/>
                  </a:cubicBezTo>
                  <a:lnTo>
                    <a:pt x="367" y="42"/>
                  </a:lnTo>
                  <a:cubicBezTo>
                    <a:pt x="334" y="42"/>
                    <a:pt x="267" y="75"/>
                    <a:pt x="234" y="109"/>
                  </a:cubicBezTo>
                  <a:cubicBezTo>
                    <a:pt x="101" y="142"/>
                    <a:pt x="34" y="209"/>
                    <a:pt x="1" y="342"/>
                  </a:cubicBezTo>
                  <a:cubicBezTo>
                    <a:pt x="1" y="476"/>
                    <a:pt x="67" y="576"/>
                    <a:pt x="167" y="643"/>
                  </a:cubicBezTo>
                  <a:cubicBezTo>
                    <a:pt x="234" y="676"/>
                    <a:pt x="301" y="709"/>
                    <a:pt x="367" y="743"/>
                  </a:cubicBezTo>
                  <a:cubicBezTo>
                    <a:pt x="401" y="743"/>
                    <a:pt x="468" y="776"/>
                    <a:pt x="534" y="776"/>
                  </a:cubicBezTo>
                  <a:lnTo>
                    <a:pt x="834" y="843"/>
                  </a:lnTo>
                  <a:lnTo>
                    <a:pt x="1135" y="909"/>
                  </a:lnTo>
                  <a:cubicBezTo>
                    <a:pt x="1168" y="909"/>
                    <a:pt x="1235" y="909"/>
                    <a:pt x="1268" y="943"/>
                  </a:cubicBezTo>
                  <a:lnTo>
                    <a:pt x="1668" y="943"/>
                  </a:lnTo>
                  <a:lnTo>
                    <a:pt x="1768" y="876"/>
                  </a:lnTo>
                  <a:cubicBezTo>
                    <a:pt x="1835" y="843"/>
                    <a:pt x="1869" y="809"/>
                    <a:pt x="1902" y="776"/>
                  </a:cubicBezTo>
                  <a:cubicBezTo>
                    <a:pt x="1969" y="676"/>
                    <a:pt x="2002" y="576"/>
                    <a:pt x="2002" y="476"/>
                  </a:cubicBezTo>
                  <a:cubicBezTo>
                    <a:pt x="2002" y="276"/>
                    <a:pt x="1869" y="109"/>
                    <a:pt x="1668" y="9"/>
                  </a:cubicBezTo>
                  <a:lnTo>
                    <a:pt x="1668" y="42"/>
                  </a:lnTo>
                  <a:cubicBezTo>
                    <a:pt x="1602" y="9"/>
                    <a:pt x="1527" y="0"/>
                    <a:pt x="1452" y="0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7" name="Google Shape;1537;p53"/>
            <p:cNvSpPr/>
            <p:nvPr/>
          </p:nvSpPr>
          <p:spPr>
            <a:xfrm>
              <a:off x="5789405" y="4599973"/>
              <a:ext cx="45573" cy="28581"/>
            </a:xfrm>
            <a:custGeom>
              <a:rect b="b" l="l" r="r" t="t"/>
              <a:pathLst>
                <a:path extrusionOk="0" h="1423" w="2269">
                  <a:moveTo>
                    <a:pt x="307" y="0"/>
                  </a:moveTo>
                  <a:cubicBezTo>
                    <a:pt x="199" y="0"/>
                    <a:pt x="93" y="78"/>
                    <a:pt x="67" y="155"/>
                  </a:cubicBezTo>
                  <a:cubicBezTo>
                    <a:pt x="1" y="289"/>
                    <a:pt x="67" y="456"/>
                    <a:pt x="167" y="522"/>
                  </a:cubicBezTo>
                  <a:cubicBezTo>
                    <a:pt x="434" y="689"/>
                    <a:pt x="701" y="823"/>
                    <a:pt x="968" y="989"/>
                  </a:cubicBezTo>
                  <a:cubicBezTo>
                    <a:pt x="1101" y="1089"/>
                    <a:pt x="1235" y="1189"/>
                    <a:pt x="1368" y="1256"/>
                  </a:cubicBezTo>
                  <a:cubicBezTo>
                    <a:pt x="1468" y="1356"/>
                    <a:pt x="1602" y="1423"/>
                    <a:pt x="1735" y="1423"/>
                  </a:cubicBezTo>
                  <a:cubicBezTo>
                    <a:pt x="1935" y="1423"/>
                    <a:pt x="2102" y="1323"/>
                    <a:pt x="2202" y="1156"/>
                  </a:cubicBezTo>
                  <a:cubicBezTo>
                    <a:pt x="2269" y="956"/>
                    <a:pt x="2236" y="756"/>
                    <a:pt x="2069" y="622"/>
                  </a:cubicBezTo>
                  <a:cubicBezTo>
                    <a:pt x="1969" y="522"/>
                    <a:pt x="1835" y="489"/>
                    <a:pt x="1702" y="456"/>
                  </a:cubicBezTo>
                  <a:cubicBezTo>
                    <a:pt x="1568" y="389"/>
                    <a:pt x="1402" y="356"/>
                    <a:pt x="1268" y="322"/>
                  </a:cubicBezTo>
                  <a:cubicBezTo>
                    <a:pt x="968" y="222"/>
                    <a:pt x="668" y="122"/>
                    <a:pt x="401" y="22"/>
                  </a:cubicBezTo>
                  <a:cubicBezTo>
                    <a:pt x="371" y="7"/>
                    <a:pt x="339" y="0"/>
                    <a:pt x="307" y="0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8" name="Google Shape;1538;p53"/>
            <p:cNvSpPr/>
            <p:nvPr/>
          </p:nvSpPr>
          <p:spPr>
            <a:xfrm>
              <a:off x="6182006" y="4507240"/>
              <a:ext cx="32196" cy="43464"/>
            </a:xfrm>
            <a:custGeom>
              <a:rect b="b" l="l" r="r" t="t"/>
              <a:pathLst>
                <a:path extrusionOk="0" h="2164" w="1603">
                  <a:moveTo>
                    <a:pt x="1326" y="1"/>
                  </a:moveTo>
                  <a:cubicBezTo>
                    <a:pt x="1281" y="1"/>
                    <a:pt x="1237" y="12"/>
                    <a:pt x="1202" y="36"/>
                  </a:cubicBezTo>
                  <a:cubicBezTo>
                    <a:pt x="1068" y="136"/>
                    <a:pt x="902" y="269"/>
                    <a:pt x="801" y="369"/>
                  </a:cubicBezTo>
                  <a:cubicBezTo>
                    <a:pt x="668" y="536"/>
                    <a:pt x="535" y="669"/>
                    <a:pt x="435" y="836"/>
                  </a:cubicBezTo>
                  <a:cubicBezTo>
                    <a:pt x="334" y="970"/>
                    <a:pt x="268" y="1136"/>
                    <a:pt x="168" y="1270"/>
                  </a:cubicBezTo>
                  <a:cubicBezTo>
                    <a:pt x="134" y="1370"/>
                    <a:pt x="68" y="1470"/>
                    <a:pt x="68" y="1570"/>
                  </a:cubicBezTo>
                  <a:cubicBezTo>
                    <a:pt x="34" y="1603"/>
                    <a:pt x="34" y="1637"/>
                    <a:pt x="34" y="1704"/>
                  </a:cubicBezTo>
                  <a:cubicBezTo>
                    <a:pt x="1" y="1770"/>
                    <a:pt x="1" y="1870"/>
                    <a:pt x="34" y="1937"/>
                  </a:cubicBezTo>
                  <a:cubicBezTo>
                    <a:pt x="76" y="2082"/>
                    <a:pt x="208" y="2163"/>
                    <a:pt x="342" y="2163"/>
                  </a:cubicBezTo>
                  <a:cubicBezTo>
                    <a:pt x="423" y="2163"/>
                    <a:pt x="505" y="2133"/>
                    <a:pt x="568" y="2070"/>
                  </a:cubicBezTo>
                  <a:cubicBezTo>
                    <a:pt x="601" y="2037"/>
                    <a:pt x="668" y="2004"/>
                    <a:pt x="668" y="1937"/>
                  </a:cubicBezTo>
                  <a:lnTo>
                    <a:pt x="701" y="1904"/>
                  </a:lnTo>
                  <a:cubicBezTo>
                    <a:pt x="701" y="1904"/>
                    <a:pt x="701" y="1870"/>
                    <a:pt x="701" y="1837"/>
                  </a:cubicBezTo>
                  <a:cubicBezTo>
                    <a:pt x="768" y="1737"/>
                    <a:pt x="801" y="1637"/>
                    <a:pt x="835" y="1570"/>
                  </a:cubicBezTo>
                  <a:cubicBezTo>
                    <a:pt x="835" y="1503"/>
                    <a:pt x="835" y="1470"/>
                    <a:pt x="868" y="1437"/>
                  </a:cubicBezTo>
                  <a:cubicBezTo>
                    <a:pt x="868" y="1437"/>
                    <a:pt x="868" y="1403"/>
                    <a:pt x="902" y="1403"/>
                  </a:cubicBezTo>
                  <a:cubicBezTo>
                    <a:pt x="935" y="1303"/>
                    <a:pt x="968" y="1237"/>
                    <a:pt x="1002" y="1170"/>
                  </a:cubicBezTo>
                  <a:cubicBezTo>
                    <a:pt x="1068" y="1036"/>
                    <a:pt x="1168" y="903"/>
                    <a:pt x="1235" y="770"/>
                  </a:cubicBezTo>
                  <a:cubicBezTo>
                    <a:pt x="1302" y="703"/>
                    <a:pt x="1335" y="636"/>
                    <a:pt x="1369" y="569"/>
                  </a:cubicBezTo>
                  <a:cubicBezTo>
                    <a:pt x="1402" y="569"/>
                    <a:pt x="1435" y="536"/>
                    <a:pt x="1435" y="503"/>
                  </a:cubicBezTo>
                  <a:lnTo>
                    <a:pt x="1469" y="469"/>
                  </a:lnTo>
                  <a:lnTo>
                    <a:pt x="1502" y="403"/>
                  </a:lnTo>
                  <a:cubicBezTo>
                    <a:pt x="1602" y="303"/>
                    <a:pt x="1602" y="202"/>
                    <a:pt x="1535" y="102"/>
                  </a:cubicBezTo>
                  <a:cubicBezTo>
                    <a:pt x="1492" y="38"/>
                    <a:pt x="1407" y="1"/>
                    <a:pt x="1326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9" name="Google Shape;1539;p53"/>
            <p:cNvSpPr/>
            <p:nvPr/>
          </p:nvSpPr>
          <p:spPr>
            <a:xfrm>
              <a:off x="6221534" y="4523589"/>
              <a:ext cx="28842" cy="40752"/>
            </a:xfrm>
            <a:custGeom>
              <a:rect b="b" l="l" r="r" t="t"/>
              <a:pathLst>
                <a:path extrusionOk="0" h="2029" w="1436">
                  <a:moveTo>
                    <a:pt x="1027" y="0"/>
                  </a:moveTo>
                  <a:cubicBezTo>
                    <a:pt x="969" y="0"/>
                    <a:pt x="907" y="17"/>
                    <a:pt x="868" y="56"/>
                  </a:cubicBezTo>
                  <a:cubicBezTo>
                    <a:pt x="802" y="89"/>
                    <a:pt x="701" y="156"/>
                    <a:pt x="668" y="189"/>
                  </a:cubicBezTo>
                  <a:cubicBezTo>
                    <a:pt x="601" y="256"/>
                    <a:pt x="535" y="322"/>
                    <a:pt x="468" y="389"/>
                  </a:cubicBezTo>
                  <a:cubicBezTo>
                    <a:pt x="401" y="489"/>
                    <a:pt x="335" y="623"/>
                    <a:pt x="268" y="723"/>
                  </a:cubicBezTo>
                  <a:cubicBezTo>
                    <a:pt x="201" y="856"/>
                    <a:pt x="134" y="990"/>
                    <a:pt x="101" y="1123"/>
                  </a:cubicBezTo>
                  <a:cubicBezTo>
                    <a:pt x="68" y="1190"/>
                    <a:pt x="34" y="1256"/>
                    <a:pt x="34" y="1323"/>
                  </a:cubicBezTo>
                  <a:cubicBezTo>
                    <a:pt x="1" y="1390"/>
                    <a:pt x="1" y="1523"/>
                    <a:pt x="1" y="1590"/>
                  </a:cubicBezTo>
                  <a:cubicBezTo>
                    <a:pt x="1" y="1824"/>
                    <a:pt x="168" y="2024"/>
                    <a:pt x="368" y="2024"/>
                  </a:cubicBezTo>
                  <a:cubicBezTo>
                    <a:pt x="392" y="2027"/>
                    <a:pt x="416" y="2029"/>
                    <a:pt x="439" y="2029"/>
                  </a:cubicBezTo>
                  <a:cubicBezTo>
                    <a:pt x="641" y="2029"/>
                    <a:pt x="808" y="1903"/>
                    <a:pt x="868" y="1723"/>
                  </a:cubicBezTo>
                  <a:cubicBezTo>
                    <a:pt x="868" y="1657"/>
                    <a:pt x="902" y="1590"/>
                    <a:pt x="902" y="1557"/>
                  </a:cubicBezTo>
                  <a:cubicBezTo>
                    <a:pt x="935" y="1490"/>
                    <a:pt x="935" y="1423"/>
                    <a:pt x="935" y="1357"/>
                  </a:cubicBezTo>
                  <a:cubicBezTo>
                    <a:pt x="968" y="1256"/>
                    <a:pt x="1002" y="1156"/>
                    <a:pt x="1035" y="1090"/>
                  </a:cubicBezTo>
                  <a:cubicBezTo>
                    <a:pt x="1102" y="990"/>
                    <a:pt x="1135" y="890"/>
                    <a:pt x="1168" y="823"/>
                  </a:cubicBezTo>
                  <a:cubicBezTo>
                    <a:pt x="1235" y="723"/>
                    <a:pt x="1302" y="623"/>
                    <a:pt x="1335" y="523"/>
                  </a:cubicBezTo>
                  <a:cubicBezTo>
                    <a:pt x="1435" y="389"/>
                    <a:pt x="1402" y="189"/>
                    <a:pt x="1302" y="89"/>
                  </a:cubicBezTo>
                  <a:cubicBezTo>
                    <a:pt x="1235" y="56"/>
                    <a:pt x="1202" y="22"/>
                    <a:pt x="1135" y="22"/>
                  </a:cubicBezTo>
                  <a:cubicBezTo>
                    <a:pt x="1107" y="8"/>
                    <a:pt x="1068" y="0"/>
                    <a:pt x="1027" y="0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0" name="Google Shape;1540;p53"/>
            <p:cNvSpPr/>
            <p:nvPr/>
          </p:nvSpPr>
          <p:spPr>
            <a:xfrm>
              <a:off x="5736220" y="3680763"/>
              <a:ext cx="42620" cy="124346"/>
            </a:xfrm>
            <a:custGeom>
              <a:rect b="b" l="l" r="r" t="t"/>
              <a:pathLst>
                <a:path extrusionOk="0" h="6191" w="2122">
                  <a:moveTo>
                    <a:pt x="1849" y="1"/>
                  </a:moveTo>
                  <a:cubicBezTo>
                    <a:pt x="1760" y="1"/>
                    <a:pt x="1675" y="49"/>
                    <a:pt x="1648" y="155"/>
                  </a:cubicBezTo>
                  <a:cubicBezTo>
                    <a:pt x="1448" y="1123"/>
                    <a:pt x="1248" y="2090"/>
                    <a:pt x="1047" y="3091"/>
                  </a:cubicBezTo>
                  <a:cubicBezTo>
                    <a:pt x="947" y="3558"/>
                    <a:pt x="847" y="4058"/>
                    <a:pt x="747" y="4525"/>
                  </a:cubicBezTo>
                  <a:lnTo>
                    <a:pt x="614" y="5226"/>
                  </a:lnTo>
                  <a:cubicBezTo>
                    <a:pt x="584" y="5315"/>
                    <a:pt x="527" y="5885"/>
                    <a:pt x="349" y="5885"/>
                  </a:cubicBezTo>
                  <a:cubicBezTo>
                    <a:pt x="328" y="5885"/>
                    <a:pt x="305" y="5877"/>
                    <a:pt x="280" y="5859"/>
                  </a:cubicBezTo>
                  <a:cubicBezTo>
                    <a:pt x="255" y="5844"/>
                    <a:pt x="230" y="5837"/>
                    <a:pt x="207" y="5837"/>
                  </a:cubicBezTo>
                  <a:cubicBezTo>
                    <a:pt x="79" y="5837"/>
                    <a:pt x="0" y="6042"/>
                    <a:pt x="113" y="6126"/>
                  </a:cubicBezTo>
                  <a:cubicBezTo>
                    <a:pt x="195" y="6171"/>
                    <a:pt x="272" y="6191"/>
                    <a:pt x="344" y="6191"/>
                  </a:cubicBezTo>
                  <a:cubicBezTo>
                    <a:pt x="591" y="6191"/>
                    <a:pt x="770" y="5952"/>
                    <a:pt x="847" y="5693"/>
                  </a:cubicBezTo>
                  <a:cubicBezTo>
                    <a:pt x="1014" y="5126"/>
                    <a:pt x="1114" y="4492"/>
                    <a:pt x="1248" y="3891"/>
                  </a:cubicBezTo>
                  <a:cubicBezTo>
                    <a:pt x="1548" y="2690"/>
                    <a:pt x="1815" y="1490"/>
                    <a:pt x="2082" y="289"/>
                  </a:cubicBezTo>
                  <a:cubicBezTo>
                    <a:pt x="2122" y="109"/>
                    <a:pt x="1981" y="1"/>
                    <a:pt x="184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p53"/>
            <p:cNvSpPr/>
            <p:nvPr/>
          </p:nvSpPr>
          <p:spPr>
            <a:xfrm>
              <a:off x="6128420" y="3659754"/>
              <a:ext cx="31092" cy="23901"/>
            </a:xfrm>
            <a:custGeom>
              <a:rect b="b" l="l" r="r" t="t"/>
              <a:pathLst>
                <a:path extrusionOk="0" h="1190" w="1548">
                  <a:moveTo>
                    <a:pt x="267" y="0"/>
                  </a:moveTo>
                  <a:cubicBezTo>
                    <a:pt x="200" y="0"/>
                    <a:pt x="100" y="34"/>
                    <a:pt x="67" y="100"/>
                  </a:cubicBezTo>
                  <a:cubicBezTo>
                    <a:pt x="0" y="167"/>
                    <a:pt x="0" y="234"/>
                    <a:pt x="0" y="334"/>
                  </a:cubicBezTo>
                  <a:cubicBezTo>
                    <a:pt x="34" y="501"/>
                    <a:pt x="200" y="601"/>
                    <a:pt x="334" y="701"/>
                  </a:cubicBezTo>
                  <a:cubicBezTo>
                    <a:pt x="434" y="734"/>
                    <a:pt x="534" y="801"/>
                    <a:pt x="634" y="868"/>
                  </a:cubicBezTo>
                  <a:cubicBezTo>
                    <a:pt x="768" y="934"/>
                    <a:pt x="868" y="968"/>
                    <a:pt x="968" y="1034"/>
                  </a:cubicBezTo>
                  <a:cubicBezTo>
                    <a:pt x="1034" y="1034"/>
                    <a:pt x="1068" y="1068"/>
                    <a:pt x="1101" y="1068"/>
                  </a:cubicBezTo>
                  <a:cubicBezTo>
                    <a:pt x="1168" y="1101"/>
                    <a:pt x="1201" y="1135"/>
                    <a:pt x="1268" y="1168"/>
                  </a:cubicBezTo>
                  <a:cubicBezTo>
                    <a:pt x="1293" y="1183"/>
                    <a:pt x="1318" y="1190"/>
                    <a:pt x="1341" y="1190"/>
                  </a:cubicBezTo>
                  <a:cubicBezTo>
                    <a:pt x="1469" y="1190"/>
                    <a:pt x="1548" y="986"/>
                    <a:pt x="1435" y="901"/>
                  </a:cubicBezTo>
                  <a:cubicBezTo>
                    <a:pt x="1368" y="868"/>
                    <a:pt x="1335" y="868"/>
                    <a:pt x="1301" y="801"/>
                  </a:cubicBezTo>
                  <a:cubicBezTo>
                    <a:pt x="1235" y="801"/>
                    <a:pt x="1201" y="734"/>
                    <a:pt x="1168" y="701"/>
                  </a:cubicBezTo>
                  <a:cubicBezTo>
                    <a:pt x="1101" y="634"/>
                    <a:pt x="1001" y="567"/>
                    <a:pt x="934" y="467"/>
                  </a:cubicBezTo>
                  <a:cubicBezTo>
                    <a:pt x="868" y="401"/>
                    <a:pt x="768" y="334"/>
                    <a:pt x="701" y="234"/>
                  </a:cubicBezTo>
                  <a:cubicBezTo>
                    <a:pt x="667" y="201"/>
                    <a:pt x="634" y="167"/>
                    <a:pt x="567" y="100"/>
                  </a:cubicBezTo>
                  <a:cubicBezTo>
                    <a:pt x="501" y="34"/>
                    <a:pt x="401" y="0"/>
                    <a:pt x="26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2" name="Google Shape;1542;p53"/>
            <p:cNvSpPr/>
            <p:nvPr/>
          </p:nvSpPr>
          <p:spPr>
            <a:xfrm>
              <a:off x="5851046" y="3413612"/>
              <a:ext cx="166846" cy="49429"/>
            </a:xfrm>
            <a:custGeom>
              <a:rect b="b" l="l" r="r" t="t"/>
              <a:pathLst>
                <a:path extrusionOk="0" h="2461" w="8307">
                  <a:moveTo>
                    <a:pt x="208" y="1"/>
                  </a:moveTo>
                  <a:cubicBezTo>
                    <a:pt x="142" y="1"/>
                    <a:pt x="67" y="38"/>
                    <a:pt x="67" y="113"/>
                  </a:cubicBezTo>
                  <a:cubicBezTo>
                    <a:pt x="0" y="380"/>
                    <a:pt x="234" y="647"/>
                    <a:pt x="367" y="847"/>
                  </a:cubicBezTo>
                  <a:cubicBezTo>
                    <a:pt x="568" y="1114"/>
                    <a:pt x="801" y="1348"/>
                    <a:pt x="1068" y="1514"/>
                  </a:cubicBezTo>
                  <a:cubicBezTo>
                    <a:pt x="1668" y="1915"/>
                    <a:pt x="2369" y="2148"/>
                    <a:pt x="3069" y="2248"/>
                  </a:cubicBezTo>
                  <a:cubicBezTo>
                    <a:pt x="3660" y="2364"/>
                    <a:pt x="4275" y="2460"/>
                    <a:pt x="4881" y="2460"/>
                  </a:cubicBezTo>
                  <a:cubicBezTo>
                    <a:pt x="5677" y="2460"/>
                    <a:pt x="6457" y="2293"/>
                    <a:pt x="7139" y="1781"/>
                  </a:cubicBezTo>
                  <a:cubicBezTo>
                    <a:pt x="7406" y="1581"/>
                    <a:pt x="7673" y="1314"/>
                    <a:pt x="7873" y="1047"/>
                  </a:cubicBezTo>
                  <a:cubicBezTo>
                    <a:pt x="8040" y="814"/>
                    <a:pt x="8306" y="480"/>
                    <a:pt x="8206" y="180"/>
                  </a:cubicBezTo>
                  <a:cubicBezTo>
                    <a:pt x="8206" y="131"/>
                    <a:pt x="8171" y="100"/>
                    <a:pt x="8125" y="100"/>
                  </a:cubicBezTo>
                  <a:cubicBezTo>
                    <a:pt x="8109" y="100"/>
                    <a:pt x="8091" y="104"/>
                    <a:pt x="8073" y="113"/>
                  </a:cubicBezTo>
                  <a:cubicBezTo>
                    <a:pt x="7806" y="247"/>
                    <a:pt x="7673" y="647"/>
                    <a:pt x="7472" y="881"/>
                  </a:cubicBezTo>
                  <a:cubicBezTo>
                    <a:pt x="7239" y="1147"/>
                    <a:pt x="6972" y="1381"/>
                    <a:pt x="6672" y="1581"/>
                  </a:cubicBezTo>
                  <a:cubicBezTo>
                    <a:pt x="6119" y="1923"/>
                    <a:pt x="5504" y="2037"/>
                    <a:pt x="4876" y="2037"/>
                  </a:cubicBezTo>
                  <a:cubicBezTo>
                    <a:pt x="4708" y="2037"/>
                    <a:pt x="4539" y="2029"/>
                    <a:pt x="4370" y="2015"/>
                  </a:cubicBezTo>
                  <a:cubicBezTo>
                    <a:pt x="3503" y="1915"/>
                    <a:pt x="2569" y="1848"/>
                    <a:pt x="1802" y="1448"/>
                  </a:cubicBezTo>
                  <a:cubicBezTo>
                    <a:pt x="1468" y="1314"/>
                    <a:pt x="1135" y="1081"/>
                    <a:pt x="868" y="847"/>
                  </a:cubicBezTo>
                  <a:cubicBezTo>
                    <a:pt x="768" y="714"/>
                    <a:pt x="634" y="580"/>
                    <a:pt x="568" y="414"/>
                  </a:cubicBezTo>
                  <a:cubicBezTo>
                    <a:pt x="467" y="280"/>
                    <a:pt x="401" y="113"/>
                    <a:pt x="267" y="13"/>
                  </a:cubicBezTo>
                  <a:cubicBezTo>
                    <a:pt x="251" y="5"/>
                    <a:pt x="230" y="1"/>
                    <a:pt x="20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3" name="Google Shape;1543;p53"/>
            <p:cNvSpPr/>
            <p:nvPr/>
          </p:nvSpPr>
          <p:spPr>
            <a:xfrm>
              <a:off x="6585956" y="3509759"/>
              <a:ext cx="41395" cy="57102"/>
            </a:xfrm>
            <a:custGeom>
              <a:rect b="b" l="l" r="r" t="t"/>
              <a:pathLst>
                <a:path extrusionOk="0" h="2843" w="2061">
                  <a:moveTo>
                    <a:pt x="1912" y="0"/>
                  </a:moveTo>
                  <a:cubicBezTo>
                    <a:pt x="1879" y="0"/>
                    <a:pt x="1849" y="19"/>
                    <a:pt x="1838" y="63"/>
                  </a:cubicBezTo>
                  <a:cubicBezTo>
                    <a:pt x="1571" y="497"/>
                    <a:pt x="1371" y="964"/>
                    <a:pt x="1071" y="1397"/>
                  </a:cubicBezTo>
                  <a:cubicBezTo>
                    <a:pt x="770" y="1831"/>
                    <a:pt x="437" y="2231"/>
                    <a:pt x="103" y="2598"/>
                  </a:cubicBezTo>
                  <a:cubicBezTo>
                    <a:pt x="1" y="2701"/>
                    <a:pt x="95" y="2842"/>
                    <a:pt x="205" y="2842"/>
                  </a:cubicBezTo>
                  <a:cubicBezTo>
                    <a:pt x="238" y="2842"/>
                    <a:pt x="272" y="2829"/>
                    <a:pt x="303" y="2798"/>
                  </a:cubicBezTo>
                  <a:cubicBezTo>
                    <a:pt x="704" y="2431"/>
                    <a:pt x="1037" y="2031"/>
                    <a:pt x="1338" y="1564"/>
                  </a:cubicBezTo>
                  <a:cubicBezTo>
                    <a:pt x="1638" y="1131"/>
                    <a:pt x="1905" y="664"/>
                    <a:pt x="2038" y="163"/>
                  </a:cubicBezTo>
                  <a:cubicBezTo>
                    <a:pt x="2060" y="74"/>
                    <a:pt x="1979" y="0"/>
                    <a:pt x="1912" y="0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4" name="Google Shape;1544;p53"/>
            <p:cNvSpPr/>
            <p:nvPr/>
          </p:nvSpPr>
          <p:spPr>
            <a:xfrm>
              <a:off x="5538162" y="4009956"/>
              <a:ext cx="20005" cy="39246"/>
            </a:xfrm>
            <a:custGeom>
              <a:rect b="b" l="l" r="r" t="t"/>
              <a:pathLst>
                <a:path extrusionOk="0" h="1954" w="996">
                  <a:moveTo>
                    <a:pt x="140" y="1"/>
                  </a:moveTo>
                  <a:cubicBezTo>
                    <a:pt x="71" y="1"/>
                    <a:pt x="1" y="52"/>
                    <a:pt x="1" y="144"/>
                  </a:cubicBezTo>
                  <a:cubicBezTo>
                    <a:pt x="1" y="477"/>
                    <a:pt x="67" y="811"/>
                    <a:pt x="201" y="1111"/>
                  </a:cubicBezTo>
                  <a:cubicBezTo>
                    <a:pt x="268" y="1278"/>
                    <a:pt x="334" y="1445"/>
                    <a:pt x="434" y="1578"/>
                  </a:cubicBezTo>
                  <a:cubicBezTo>
                    <a:pt x="501" y="1711"/>
                    <a:pt x="634" y="1912"/>
                    <a:pt x="801" y="1945"/>
                  </a:cubicBezTo>
                  <a:cubicBezTo>
                    <a:pt x="813" y="1951"/>
                    <a:pt x="827" y="1954"/>
                    <a:pt x="842" y="1954"/>
                  </a:cubicBezTo>
                  <a:cubicBezTo>
                    <a:pt x="910" y="1954"/>
                    <a:pt x="995" y="1894"/>
                    <a:pt x="968" y="1812"/>
                  </a:cubicBezTo>
                  <a:cubicBezTo>
                    <a:pt x="968" y="1645"/>
                    <a:pt x="835" y="1545"/>
                    <a:pt x="768" y="1411"/>
                  </a:cubicBezTo>
                  <a:cubicBezTo>
                    <a:pt x="668" y="1278"/>
                    <a:pt x="601" y="1111"/>
                    <a:pt x="534" y="978"/>
                  </a:cubicBezTo>
                  <a:cubicBezTo>
                    <a:pt x="401" y="711"/>
                    <a:pt x="301" y="411"/>
                    <a:pt x="268" y="110"/>
                  </a:cubicBezTo>
                  <a:cubicBezTo>
                    <a:pt x="252" y="35"/>
                    <a:pt x="197" y="1"/>
                    <a:pt x="140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5" name="Google Shape;1545;p53"/>
            <p:cNvSpPr/>
            <p:nvPr/>
          </p:nvSpPr>
          <p:spPr>
            <a:xfrm>
              <a:off x="7706880" y="2416211"/>
              <a:ext cx="483747" cy="500940"/>
            </a:xfrm>
            <a:custGeom>
              <a:rect b="b" l="l" r="r" t="t"/>
              <a:pathLst>
                <a:path extrusionOk="0" h="24941" w="24085">
                  <a:moveTo>
                    <a:pt x="2257" y="1"/>
                  </a:moveTo>
                  <a:cubicBezTo>
                    <a:pt x="2251" y="1"/>
                    <a:pt x="2244" y="1"/>
                    <a:pt x="2236" y="3"/>
                  </a:cubicBezTo>
                  <a:lnTo>
                    <a:pt x="2236" y="37"/>
                  </a:lnTo>
                  <a:cubicBezTo>
                    <a:pt x="2257" y="43"/>
                    <a:pt x="2279" y="48"/>
                    <a:pt x="2301" y="54"/>
                  </a:cubicBezTo>
                  <a:lnTo>
                    <a:pt x="2301" y="54"/>
                  </a:lnTo>
                  <a:cubicBezTo>
                    <a:pt x="2297" y="23"/>
                    <a:pt x="2287" y="1"/>
                    <a:pt x="2257" y="1"/>
                  </a:cubicBezTo>
                  <a:close/>
                  <a:moveTo>
                    <a:pt x="2301" y="54"/>
                  </a:moveTo>
                  <a:cubicBezTo>
                    <a:pt x="2307" y="115"/>
                    <a:pt x="2287" y="206"/>
                    <a:pt x="2348" y="206"/>
                  </a:cubicBezTo>
                  <a:cubicBezTo>
                    <a:pt x="2351" y="206"/>
                    <a:pt x="2354" y="206"/>
                    <a:pt x="2357" y="206"/>
                  </a:cubicBezTo>
                  <a:lnTo>
                    <a:pt x="2357" y="206"/>
                  </a:lnTo>
                  <a:cubicBezTo>
                    <a:pt x="1465" y="380"/>
                    <a:pt x="1134" y="1475"/>
                    <a:pt x="968" y="2372"/>
                  </a:cubicBezTo>
                  <a:cubicBezTo>
                    <a:pt x="601" y="4440"/>
                    <a:pt x="268" y="6541"/>
                    <a:pt x="168" y="8643"/>
                  </a:cubicBezTo>
                  <a:cubicBezTo>
                    <a:pt x="1" y="12446"/>
                    <a:pt x="768" y="16282"/>
                    <a:pt x="2136" y="19818"/>
                  </a:cubicBezTo>
                  <a:cubicBezTo>
                    <a:pt x="2603" y="20985"/>
                    <a:pt x="3136" y="22153"/>
                    <a:pt x="3970" y="23120"/>
                  </a:cubicBezTo>
                  <a:cubicBezTo>
                    <a:pt x="4804" y="24087"/>
                    <a:pt x="5938" y="24821"/>
                    <a:pt x="7206" y="24921"/>
                  </a:cubicBezTo>
                  <a:cubicBezTo>
                    <a:pt x="7382" y="24934"/>
                    <a:pt x="7557" y="24941"/>
                    <a:pt x="7731" y="24941"/>
                  </a:cubicBezTo>
                  <a:cubicBezTo>
                    <a:pt x="9338" y="24941"/>
                    <a:pt x="10858" y="24400"/>
                    <a:pt x="12243" y="23587"/>
                  </a:cubicBezTo>
                  <a:cubicBezTo>
                    <a:pt x="16346" y="21252"/>
                    <a:pt x="20048" y="18717"/>
                    <a:pt x="22016" y="15915"/>
                  </a:cubicBezTo>
                  <a:cubicBezTo>
                    <a:pt x="23985" y="13146"/>
                    <a:pt x="24085" y="10044"/>
                    <a:pt x="21116" y="7442"/>
                  </a:cubicBezTo>
                  <a:cubicBezTo>
                    <a:pt x="17424" y="4149"/>
                    <a:pt x="9686" y="2017"/>
                    <a:pt x="2301" y="54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6" name="Google Shape;1546;p53"/>
            <p:cNvSpPr/>
            <p:nvPr/>
          </p:nvSpPr>
          <p:spPr>
            <a:xfrm>
              <a:off x="7847575" y="4231915"/>
              <a:ext cx="178917" cy="302179"/>
            </a:xfrm>
            <a:custGeom>
              <a:rect b="b" l="l" r="r" t="t"/>
              <a:pathLst>
                <a:path extrusionOk="0" h="15045" w="8908">
                  <a:moveTo>
                    <a:pt x="8440" y="0"/>
                  </a:moveTo>
                  <a:lnTo>
                    <a:pt x="1" y="568"/>
                  </a:lnTo>
                  <a:cubicBezTo>
                    <a:pt x="67" y="1802"/>
                    <a:pt x="1468" y="15045"/>
                    <a:pt x="1468" y="15045"/>
                  </a:cubicBezTo>
                  <a:lnTo>
                    <a:pt x="8907" y="14311"/>
                  </a:lnTo>
                  <a:lnTo>
                    <a:pt x="8440" y="0"/>
                  </a:ln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7" name="Google Shape;1547;p53"/>
            <p:cNvSpPr/>
            <p:nvPr/>
          </p:nvSpPr>
          <p:spPr>
            <a:xfrm>
              <a:off x="7682095" y="4475144"/>
              <a:ext cx="366491" cy="142021"/>
            </a:xfrm>
            <a:custGeom>
              <a:rect b="b" l="l" r="r" t="t"/>
              <a:pathLst>
                <a:path extrusionOk="0" h="7071" w="18247">
                  <a:moveTo>
                    <a:pt x="9686" y="0"/>
                  </a:moveTo>
                  <a:cubicBezTo>
                    <a:pt x="9608" y="0"/>
                    <a:pt x="9537" y="10"/>
                    <a:pt x="9474" y="33"/>
                  </a:cubicBezTo>
                  <a:cubicBezTo>
                    <a:pt x="9107" y="166"/>
                    <a:pt x="8573" y="1000"/>
                    <a:pt x="8173" y="1233"/>
                  </a:cubicBezTo>
                  <a:cubicBezTo>
                    <a:pt x="7606" y="1600"/>
                    <a:pt x="6939" y="1834"/>
                    <a:pt x="6305" y="2101"/>
                  </a:cubicBezTo>
                  <a:cubicBezTo>
                    <a:pt x="5071" y="2634"/>
                    <a:pt x="3837" y="3201"/>
                    <a:pt x="2702" y="3969"/>
                  </a:cubicBezTo>
                  <a:cubicBezTo>
                    <a:pt x="2002" y="4469"/>
                    <a:pt x="401" y="5503"/>
                    <a:pt x="101" y="6370"/>
                  </a:cubicBezTo>
                  <a:cubicBezTo>
                    <a:pt x="1" y="6604"/>
                    <a:pt x="101" y="6937"/>
                    <a:pt x="367" y="7038"/>
                  </a:cubicBezTo>
                  <a:cubicBezTo>
                    <a:pt x="434" y="7071"/>
                    <a:pt x="534" y="7071"/>
                    <a:pt x="634" y="7071"/>
                  </a:cubicBezTo>
                  <a:cubicBezTo>
                    <a:pt x="6038" y="6937"/>
                    <a:pt x="11409" y="6837"/>
                    <a:pt x="16779" y="6704"/>
                  </a:cubicBezTo>
                  <a:cubicBezTo>
                    <a:pt x="17280" y="6704"/>
                    <a:pt x="17613" y="6604"/>
                    <a:pt x="17813" y="6404"/>
                  </a:cubicBezTo>
                  <a:cubicBezTo>
                    <a:pt x="18247" y="6037"/>
                    <a:pt x="18180" y="5303"/>
                    <a:pt x="17980" y="4402"/>
                  </a:cubicBezTo>
                  <a:cubicBezTo>
                    <a:pt x="17880" y="4002"/>
                    <a:pt x="17747" y="3602"/>
                    <a:pt x="17646" y="3201"/>
                  </a:cubicBezTo>
                  <a:cubicBezTo>
                    <a:pt x="17513" y="2601"/>
                    <a:pt x="17680" y="1400"/>
                    <a:pt x="17413" y="900"/>
                  </a:cubicBezTo>
                  <a:cubicBezTo>
                    <a:pt x="17179" y="466"/>
                    <a:pt x="16779" y="533"/>
                    <a:pt x="16312" y="500"/>
                  </a:cubicBezTo>
                  <a:cubicBezTo>
                    <a:pt x="15895" y="466"/>
                    <a:pt x="15462" y="449"/>
                    <a:pt x="15024" y="449"/>
                  </a:cubicBezTo>
                  <a:cubicBezTo>
                    <a:pt x="14586" y="449"/>
                    <a:pt x="14144" y="466"/>
                    <a:pt x="13710" y="500"/>
                  </a:cubicBezTo>
                  <a:cubicBezTo>
                    <a:pt x="13354" y="546"/>
                    <a:pt x="12998" y="571"/>
                    <a:pt x="12642" y="571"/>
                  </a:cubicBezTo>
                  <a:cubicBezTo>
                    <a:pt x="12231" y="571"/>
                    <a:pt x="11820" y="538"/>
                    <a:pt x="11409" y="466"/>
                  </a:cubicBezTo>
                  <a:cubicBezTo>
                    <a:pt x="10975" y="408"/>
                    <a:pt x="10192" y="0"/>
                    <a:pt x="968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53"/>
            <p:cNvSpPr/>
            <p:nvPr/>
          </p:nvSpPr>
          <p:spPr>
            <a:xfrm>
              <a:off x="7625154" y="2892366"/>
              <a:ext cx="436849" cy="1475786"/>
            </a:xfrm>
            <a:custGeom>
              <a:rect b="b" l="l" r="r" t="t"/>
              <a:pathLst>
                <a:path extrusionOk="0" h="73477" w="21750">
                  <a:moveTo>
                    <a:pt x="4781" y="0"/>
                  </a:moveTo>
                  <a:cubicBezTo>
                    <a:pt x="4633" y="0"/>
                    <a:pt x="4485" y="5"/>
                    <a:pt x="4337" y="13"/>
                  </a:cubicBezTo>
                  <a:cubicBezTo>
                    <a:pt x="2035" y="147"/>
                    <a:pt x="667" y="1414"/>
                    <a:pt x="434" y="3649"/>
                  </a:cubicBezTo>
                  <a:cubicBezTo>
                    <a:pt x="0" y="7319"/>
                    <a:pt x="534" y="11255"/>
                    <a:pt x="501" y="14957"/>
                  </a:cubicBezTo>
                  <a:cubicBezTo>
                    <a:pt x="434" y="18960"/>
                    <a:pt x="801" y="22963"/>
                    <a:pt x="1168" y="26966"/>
                  </a:cubicBezTo>
                  <a:cubicBezTo>
                    <a:pt x="1168" y="41143"/>
                    <a:pt x="4437" y="55853"/>
                    <a:pt x="5871" y="69997"/>
                  </a:cubicBezTo>
                  <a:cubicBezTo>
                    <a:pt x="5971" y="70731"/>
                    <a:pt x="6071" y="71531"/>
                    <a:pt x="6538" y="72098"/>
                  </a:cubicBezTo>
                  <a:cubicBezTo>
                    <a:pt x="7072" y="72732"/>
                    <a:pt x="7939" y="72932"/>
                    <a:pt x="8740" y="73066"/>
                  </a:cubicBezTo>
                  <a:cubicBezTo>
                    <a:pt x="10339" y="73339"/>
                    <a:pt x="11962" y="73476"/>
                    <a:pt x="13587" y="73476"/>
                  </a:cubicBezTo>
                  <a:cubicBezTo>
                    <a:pt x="15724" y="73476"/>
                    <a:pt x="17863" y="73239"/>
                    <a:pt x="19948" y="72765"/>
                  </a:cubicBezTo>
                  <a:cubicBezTo>
                    <a:pt x="20448" y="72665"/>
                    <a:pt x="21015" y="72532"/>
                    <a:pt x="21349" y="72098"/>
                  </a:cubicBezTo>
                  <a:cubicBezTo>
                    <a:pt x="21749" y="71598"/>
                    <a:pt x="21716" y="70931"/>
                    <a:pt x="21649" y="70297"/>
                  </a:cubicBezTo>
                  <a:cubicBezTo>
                    <a:pt x="20582" y="56921"/>
                    <a:pt x="19281" y="43511"/>
                    <a:pt x="17646" y="30168"/>
                  </a:cubicBezTo>
                  <a:cubicBezTo>
                    <a:pt x="17079" y="25365"/>
                    <a:pt x="15845" y="20662"/>
                    <a:pt x="15411" y="15825"/>
                  </a:cubicBezTo>
                  <a:cubicBezTo>
                    <a:pt x="14978" y="11388"/>
                    <a:pt x="14811" y="7018"/>
                    <a:pt x="11709" y="3416"/>
                  </a:cubicBezTo>
                  <a:cubicBezTo>
                    <a:pt x="10003" y="1394"/>
                    <a:pt x="7429" y="0"/>
                    <a:pt x="47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p53"/>
            <p:cNvSpPr/>
            <p:nvPr/>
          </p:nvSpPr>
          <p:spPr>
            <a:xfrm>
              <a:off x="7273405" y="4253346"/>
              <a:ext cx="191631" cy="290791"/>
            </a:xfrm>
            <a:custGeom>
              <a:rect b="b" l="l" r="r" t="t"/>
              <a:pathLst>
                <a:path extrusionOk="0" h="14478" w="9541">
                  <a:moveTo>
                    <a:pt x="9541" y="1"/>
                  </a:moveTo>
                  <a:lnTo>
                    <a:pt x="301" y="1202"/>
                  </a:lnTo>
                  <a:lnTo>
                    <a:pt x="301" y="1235"/>
                  </a:lnTo>
                  <a:cubicBezTo>
                    <a:pt x="234" y="2469"/>
                    <a:pt x="1" y="14478"/>
                    <a:pt x="1" y="14478"/>
                  </a:cubicBezTo>
                  <a:lnTo>
                    <a:pt x="7506" y="14011"/>
                  </a:lnTo>
                  <a:lnTo>
                    <a:pt x="9541" y="1"/>
                  </a:ln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0" name="Google Shape;1550;p53"/>
            <p:cNvSpPr/>
            <p:nvPr/>
          </p:nvSpPr>
          <p:spPr>
            <a:xfrm>
              <a:off x="7603703" y="2243420"/>
              <a:ext cx="133344" cy="168172"/>
            </a:xfrm>
            <a:custGeom>
              <a:rect b="b" l="l" r="r" t="t"/>
              <a:pathLst>
                <a:path extrusionOk="0" h="8373" w="6639">
                  <a:moveTo>
                    <a:pt x="1" y="0"/>
                  </a:moveTo>
                  <a:lnTo>
                    <a:pt x="1" y="8373"/>
                  </a:lnTo>
                  <a:lnTo>
                    <a:pt x="6639" y="8373"/>
                  </a:lnTo>
                  <a:lnTo>
                    <a:pt x="6639" y="0"/>
                  </a:ln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1" name="Google Shape;1551;p53"/>
            <p:cNvSpPr/>
            <p:nvPr/>
          </p:nvSpPr>
          <p:spPr>
            <a:xfrm>
              <a:off x="7178945" y="2819217"/>
              <a:ext cx="649890" cy="1567474"/>
            </a:xfrm>
            <a:custGeom>
              <a:rect b="b" l="l" r="r" t="t"/>
              <a:pathLst>
                <a:path extrusionOk="0" h="78042" w="32357">
                  <a:moveTo>
                    <a:pt x="23271" y="1"/>
                  </a:moveTo>
                  <a:cubicBezTo>
                    <a:pt x="19471" y="1"/>
                    <a:pt x="16340" y="4304"/>
                    <a:pt x="15044" y="7625"/>
                  </a:cubicBezTo>
                  <a:cubicBezTo>
                    <a:pt x="6538" y="29507"/>
                    <a:pt x="3169" y="52991"/>
                    <a:pt x="67" y="76274"/>
                  </a:cubicBezTo>
                  <a:cubicBezTo>
                    <a:pt x="0" y="76941"/>
                    <a:pt x="434" y="77575"/>
                    <a:pt x="1101" y="77675"/>
                  </a:cubicBezTo>
                  <a:lnTo>
                    <a:pt x="1134" y="77675"/>
                  </a:lnTo>
                  <a:cubicBezTo>
                    <a:pt x="1535" y="77775"/>
                    <a:pt x="1935" y="77808"/>
                    <a:pt x="2335" y="77875"/>
                  </a:cubicBezTo>
                  <a:cubicBezTo>
                    <a:pt x="3095" y="77796"/>
                    <a:pt x="3977" y="77763"/>
                    <a:pt x="4926" y="77763"/>
                  </a:cubicBezTo>
                  <a:cubicBezTo>
                    <a:pt x="6768" y="77763"/>
                    <a:pt x="8859" y="77888"/>
                    <a:pt x="10775" y="78042"/>
                  </a:cubicBezTo>
                  <a:cubicBezTo>
                    <a:pt x="13010" y="77909"/>
                    <a:pt x="15211" y="77675"/>
                    <a:pt x="17413" y="77508"/>
                  </a:cubicBezTo>
                  <a:cubicBezTo>
                    <a:pt x="18380" y="74773"/>
                    <a:pt x="18213" y="70437"/>
                    <a:pt x="18614" y="67868"/>
                  </a:cubicBezTo>
                  <a:cubicBezTo>
                    <a:pt x="19281" y="63765"/>
                    <a:pt x="19915" y="59696"/>
                    <a:pt x="20582" y="55593"/>
                  </a:cubicBezTo>
                  <a:cubicBezTo>
                    <a:pt x="21916" y="47687"/>
                    <a:pt x="23350" y="39815"/>
                    <a:pt x="25218" y="32042"/>
                  </a:cubicBezTo>
                  <a:cubicBezTo>
                    <a:pt x="25819" y="29574"/>
                    <a:pt x="26453" y="27139"/>
                    <a:pt x="27120" y="24737"/>
                  </a:cubicBezTo>
                  <a:cubicBezTo>
                    <a:pt x="27153" y="24637"/>
                    <a:pt x="28421" y="20134"/>
                    <a:pt x="28854" y="17465"/>
                  </a:cubicBezTo>
                  <a:lnTo>
                    <a:pt x="28854" y="17432"/>
                  </a:lnTo>
                  <a:cubicBezTo>
                    <a:pt x="28821" y="16965"/>
                    <a:pt x="28821" y="16431"/>
                    <a:pt x="29154" y="16131"/>
                  </a:cubicBezTo>
                  <a:cubicBezTo>
                    <a:pt x="29255" y="16064"/>
                    <a:pt x="29321" y="15998"/>
                    <a:pt x="29421" y="15964"/>
                  </a:cubicBezTo>
                  <a:cubicBezTo>
                    <a:pt x="29722" y="15264"/>
                    <a:pt x="30088" y="14597"/>
                    <a:pt x="30455" y="13929"/>
                  </a:cubicBezTo>
                  <a:cubicBezTo>
                    <a:pt x="32357" y="10327"/>
                    <a:pt x="29488" y="2788"/>
                    <a:pt x="26052" y="787"/>
                  </a:cubicBezTo>
                  <a:cubicBezTo>
                    <a:pt x="25098" y="240"/>
                    <a:pt x="24166" y="1"/>
                    <a:pt x="232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2" name="Google Shape;1552;p53"/>
            <p:cNvSpPr/>
            <p:nvPr/>
          </p:nvSpPr>
          <p:spPr>
            <a:xfrm>
              <a:off x="7398033" y="2357061"/>
              <a:ext cx="557439" cy="701569"/>
            </a:xfrm>
            <a:custGeom>
              <a:rect b="b" l="l" r="r" t="t"/>
              <a:pathLst>
                <a:path extrusionOk="0" h="34930" w="27754">
                  <a:moveTo>
                    <a:pt x="15149" y="1"/>
                  </a:moveTo>
                  <a:cubicBezTo>
                    <a:pt x="14992" y="1"/>
                    <a:pt x="14835" y="5"/>
                    <a:pt x="14677" y="13"/>
                  </a:cubicBezTo>
                  <a:cubicBezTo>
                    <a:pt x="14239" y="28"/>
                    <a:pt x="13801" y="33"/>
                    <a:pt x="13362" y="33"/>
                  </a:cubicBezTo>
                  <a:cubicBezTo>
                    <a:pt x="12581" y="33"/>
                    <a:pt x="11799" y="18"/>
                    <a:pt x="11017" y="18"/>
                  </a:cubicBezTo>
                  <a:cubicBezTo>
                    <a:pt x="10302" y="18"/>
                    <a:pt x="9588" y="30"/>
                    <a:pt x="8873" y="80"/>
                  </a:cubicBezTo>
                  <a:cubicBezTo>
                    <a:pt x="5738" y="280"/>
                    <a:pt x="4703" y="2248"/>
                    <a:pt x="3436" y="4883"/>
                  </a:cubicBezTo>
                  <a:cubicBezTo>
                    <a:pt x="2902" y="6017"/>
                    <a:pt x="2535" y="7185"/>
                    <a:pt x="2268" y="8419"/>
                  </a:cubicBezTo>
                  <a:cubicBezTo>
                    <a:pt x="1568" y="11888"/>
                    <a:pt x="1835" y="15457"/>
                    <a:pt x="1801" y="18993"/>
                  </a:cubicBezTo>
                  <a:cubicBezTo>
                    <a:pt x="1801" y="24230"/>
                    <a:pt x="1201" y="29467"/>
                    <a:pt x="0" y="34571"/>
                  </a:cubicBezTo>
                  <a:cubicBezTo>
                    <a:pt x="2693" y="34844"/>
                    <a:pt x="5397" y="34929"/>
                    <a:pt x="8106" y="34929"/>
                  </a:cubicBezTo>
                  <a:cubicBezTo>
                    <a:pt x="12547" y="34929"/>
                    <a:pt x="17002" y="34701"/>
                    <a:pt x="21439" y="34701"/>
                  </a:cubicBezTo>
                  <a:cubicBezTo>
                    <a:pt x="23549" y="34701"/>
                    <a:pt x="25654" y="34753"/>
                    <a:pt x="27753" y="34905"/>
                  </a:cubicBezTo>
                  <a:cubicBezTo>
                    <a:pt x="27553" y="32836"/>
                    <a:pt x="27353" y="30735"/>
                    <a:pt x="27153" y="28667"/>
                  </a:cubicBezTo>
                  <a:cubicBezTo>
                    <a:pt x="26786" y="24430"/>
                    <a:pt x="26486" y="20227"/>
                    <a:pt x="26252" y="15958"/>
                  </a:cubicBezTo>
                  <a:cubicBezTo>
                    <a:pt x="26152" y="14390"/>
                    <a:pt x="26252" y="12722"/>
                    <a:pt x="26019" y="11188"/>
                  </a:cubicBezTo>
                  <a:cubicBezTo>
                    <a:pt x="25819" y="9987"/>
                    <a:pt x="25185" y="8919"/>
                    <a:pt x="24551" y="7852"/>
                  </a:cubicBezTo>
                  <a:cubicBezTo>
                    <a:pt x="23884" y="6718"/>
                    <a:pt x="23217" y="5517"/>
                    <a:pt x="22616" y="4349"/>
                  </a:cubicBezTo>
                  <a:cubicBezTo>
                    <a:pt x="22283" y="3716"/>
                    <a:pt x="21982" y="3115"/>
                    <a:pt x="21716" y="2481"/>
                  </a:cubicBezTo>
                  <a:cubicBezTo>
                    <a:pt x="21315" y="1681"/>
                    <a:pt x="21249" y="1147"/>
                    <a:pt x="20315" y="914"/>
                  </a:cubicBezTo>
                  <a:cubicBezTo>
                    <a:pt x="18632" y="485"/>
                    <a:pt x="16893" y="1"/>
                    <a:pt x="151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3" name="Google Shape;1553;p53"/>
            <p:cNvSpPr/>
            <p:nvPr/>
          </p:nvSpPr>
          <p:spPr>
            <a:xfrm>
              <a:off x="6924348" y="2313717"/>
              <a:ext cx="653927" cy="614360"/>
            </a:xfrm>
            <a:custGeom>
              <a:rect b="b" l="l" r="r" t="t"/>
              <a:pathLst>
                <a:path extrusionOk="0" h="30588" w="32558">
                  <a:moveTo>
                    <a:pt x="2544" y="0"/>
                  </a:moveTo>
                  <a:cubicBezTo>
                    <a:pt x="2530" y="0"/>
                    <a:pt x="2516" y="1"/>
                    <a:pt x="2502" y="3"/>
                  </a:cubicBezTo>
                  <a:cubicBezTo>
                    <a:pt x="2202" y="3"/>
                    <a:pt x="2002" y="303"/>
                    <a:pt x="2002" y="603"/>
                  </a:cubicBezTo>
                  <a:cubicBezTo>
                    <a:pt x="1969" y="870"/>
                    <a:pt x="2102" y="1137"/>
                    <a:pt x="2236" y="1404"/>
                  </a:cubicBezTo>
                  <a:lnTo>
                    <a:pt x="3270" y="3605"/>
                  </a:lnTo>
                  <a:cubicBezTo>
                    <a:pt x="3303" y="3672"/>
                    <a:pt x="3336" y="3739"/>
                    <a:pt x="3303" y="3839"/>
                  </a:cubicBezTo>
                  <a:cubicBezTo>
                    <a:pt x="3303" y="3906"/>
                    <a:pt x="3236" y="3939"/>
                    <a:pt x="3170" y="4006"/>
                  </a:cubicBezTo>
                  <a:cubicBezTo>
                    <a:pt x="2736" y="4273"/>
                    <a:pt x="2236" y="4439"/>
                    <a:pt x="1835" y="4740"/>
                  </a:cubicBezTo>
                  <a:cubicBezTo>
                    <a:pt x="1368" y="5040"/>
                    <a:pt x="1035" y="5707"/>
                    <a:pt x="768" y="6174"/>
                  </a:cubicBezTo>
                  <a:cubicBezTo>
                    <a:pt x="1" y="7542"/>
                    <a:pt x="901" y="8609"/>
                    <a:pt x="1702" y="9576"/>
                  </a:cubicBezTo>
                  <a:cubicBezTo>
                    <a:pt x="2636" y="10744"/>
                    <a:pt x="3203" y="12145"/>
                    <a:pt x="3803" y="13479"/>
                  </a:cubicBezTo>
                  <a:cubicBezTo>
                    <a:pt x="5138" y="16615"/>
                    <a:pt x="6672" y="19684"/>
                    <a:pt x="8373" y="22652"/>
                  </a:cubicBezTo>
                  <a:cubicBezTo>
                    <a:pt x="9107" y="23920"/>
                    <a:pt x="9774" y="25187"/>
                    <a:pt x="10842" y="26188"/>
                  </a:cubicBezTo>
                  <a:cubicBezTo>
                    <a:pt x="11976" y="27222"/>
                    <a:pt x="13077" y="28323"/>
                    <a:pt x="14244" y="29357"/>
                  </a:cubicBezTo>
                  <a:cubicBezTo>
                    <a:pt x="14878" y="29891"/>
                    <a:pt x="15545" y="30425"/>
                    <a:pt x="16346" y="30558"/>
                  </a:cubicBezTo>
                  <a:cubicBezTo>
                    <a:pt x="16478" y="30578"/>
                    <a:pt x="16611" y="30588"/>
                    <a:pt x="16742" y="30588"/>
                  </a:cubicBezTo>
                  <a:cubicBezTo>
                    <a:pt x="17702" y="30588"/>
                    <a:pt x="18626" y="30085"/>
                    <a:pt x="19448" y="29557"/>
                  </a:cubicBezTo>
                  <a:cubicBezTo>
                    <a:pt x="22417" y="27656"/>
                    <a:pt x="25152" y="25354"/>
                    <a:pt x="27520" y="22719"/>
                  </a:cubicBezTo>
                  <a:cubicBezTo>
                    <a:pt x="30622" y="19317"/>
                    <a:pt x="32557" y="13979"/>
                    <a:pt x="31023" y="9643"/>
                  </a:cubicBezTo>
                  <a:cubicBezTo>
                    <a:pt x="30492" y="8177"/>
                    <a:pt x="29320" y="6652"/>
                    <a:pt x="27833" y="6652"/>
                  </a:cubicBezTo>
                  <a:cubicBezTo>
                    <a:pt x="27730" y="6652"/>
                    <a:pt x="27626" y="6659"/>
                    <a:pt x="27520" y="6674"/>
                  </a:cubicBezTo>
                  <a:cubicBezTo>
                    <a:pt x="26820" y="6741"/>
                    <a:pt x="26219" y="7175"/>
                    <a:pt x="25652" y="7575"/>
                  </a:cubicBezTo>
                  <a:cubicBezTo>
                    <a:pt x="21517" y="10576"/>
                    <a:pt x="17816" y="14277"/>
                    <a:pt x="15248" y="18678"/>
                  </a:cubicBezTo>
                  <a:lnTo>
                    <a:pt x="15248" y="18678"/>
                  </a:lnTo>
                  <a:cubicBezTo>
                    <a:pt x="15320" y="18517"/>
                    <a:pt x="14109" y="16980"/>
                    <a:pt x="13977" y="16781"/>
                  </a:cubicBezTo>
                  <a:cubicBezTo>
                    <a:pt x="13544" y="16114"/>
                    <a:pt x="13110" y="15414"/>
                    <a:pt x="12676" y="14747"/>
                  </a:cubicBezTo>
                  <a:cubicBezTo>
                    <a:pt x="11375" y="12812"/>
                    <a:pt x="10208" y="10710"/>
                    <a:pt x="8807" y="8842"/>
                  </a:cubicBezTo>
                  <a:cubicBezTo>
                    <a:pt x="6772" y="6174"/>
                    <a:pt x="4804" y="3539"/>
                    <a:pt x="3203" y="603"/>
                  </a:cubicBezTo>
                  <a:cubicBezTo>
                    <a:pt x="3044" y="317"/>
                    <a:pt x="2824" y="0"/>
                    <a:pt x="2544" y="0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4" name="Google Shape;1554;p53"/>
            <p:cNvSpPr/>
            <p:nvPr/>
          </p:nvSpPr>
          <p:spPr>
            <a:xfrm>
              <a:off x="7272060" y="2360716"/>
              <a:ext cx="432169" cy="453800"/>
            </a:xfrm>
            <a:custGeom>
              <a:rect b="b" l="l" r="r" t="t"/>
              <a:pathLst>
                <a:path extrusionOk="0" h="22594" w="21517">
                  <a:moveTo>
                    <a:pt x="14682" y="0"/>
                  </a:moveTo>
                  <a:cubicBezTo>
                    <a:pt x="13162" y="0"/>
                    <a:pt x="11561" y="510"/>
                    <a:pt x="10175" y="1365"/>
                  </a:cubicBezTo>
                  <a:cubicBezTo>
                    <a:pt x="9241" y="1966"/>
                    <a:pt x="8440" y="2733"/>
                    <a:pt x="7673" y="3534"/>
                  </a:cubicBezTo>
                  <a:cubicBezTo>
                    <a:pt x="5105" y="6069"/>
                    <a:pt x="2569" y="8637"/>
                    <a:pt x="1" y="11172"/>
                  </a:cubicBezTo>
                  <a:lnTo>
                    <a:pt x="9991" y="22017"/>
                  </a:lnTo>
                  <a:lnTo>
                    <a:pt x="9991" y="22017"/>
                  </a:lnTo>
                  <a:cubicBezTo>
                    <a:pt x="12484" y="19729"/>
                    <a:pt x="14938" y="17382"/>
                    <a:pt x="16880" y="14608"/>
                  </a:cubicBezTo>
                  <a:cubicBezTo>
                    <a:pt x="19148" y="11373"/>
                    <a:pt x="21516" y="6569"/>
                    <a:pt x="19448" y="2766"/>
                  </a:cubicBezTo>
                  <a:cubicBezTo>
                    <a:pt x="18387" y="812"/>
                    <a:pt x="16600" y="0"/>
                    <a:pt x="14682" y="0"/>
                  </a:cubicBezTo>
                  <a:close/>
                  <a:moveTo>
                    <a:pt x="9991" y="22017"/>
                  </a:moveTo>
                  <a:lnTo>
                    <a:pt x="9991" y="22017"/>
                  </a:lnTo>
                  <a:cubicBezTo>
                    <a:pt x="9785" y="22205"/>
                    <a:pt x="9580" y="22393"/>
                    <a:pt x="9374" y="22581"/>
                  </a:cubicBezTo>
                  <a:cubicBezTo>
                    <a:pt x="9414" y="22589"/>
                    <a:pt x="9454" y="22594"/>
                    <a:pt x="9494" y="22594"/>
                  </a:cubicBezTo>
                  <a:cubicBezTo>
                    <a:pt x="9759" y="22594"/>
                    <a:pt x="10026" y="22412"/>
                    <a:pt x="10142" y="22180"/>
                  </a:cubicBezTo>
                  <a:lnTo>
                    <a:pt x="9991" y="22017"/>
                  </a:ln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p53"/>
            <p:cNvSpPr/>
            <p:nvPr/>
          </p:nvSpPr>
          <p:spPr>
            <a:xfrm>
              <a:off x="7566867" y="2117467"/>
              <a:ext cx="157466" cy="205088"/>
            </a:xfrm>
            <a:custGeom>
              <a:rect b="b" l="l" r="r" t="t"/>
              <a:pathLst>
                <a:path extrusionOk="0" h="10211" w="7840">
                  <a:moveTo>
                    <a:pt x="2735" y="0"/>
                  </a:moveTo>
                  <a:cubicBezTo>
                    <a:pt x="2268" y="0"/>
                    <a:pt x="1735" y="67"/>
                    <a:pt x="1434" y="434"/>
                  </a:cubicBezTo>
                  <a:cubicBezTo>
                    <a:pt x="1334" y="601"/>
                    <a:pt x="1268" y="767"/>
                    <a:pt x="1234" y="967"/>
                  </a:cubicBezTo>
                  <a:cubicBezTo>
                    <a:pt x="967" y="1868"/>
                    <a:pt x="701" y="2802"/>
                    <a:pt x="500" y="3736"/>
                  </a:cubicBezTo>
                  <a:cubicBezTo>
                    <a:pt x="167" y="5170"/>
                    <a:pt x="0" y="6605"/>
                    <a:pt x="200" y="8039"/>
                  </a:cubicBezTo>
                  <a:cubicBezTo>
                    <a:pt x="334" y="8940"/>
                    <a:pt x="1034" y="9540"/>
                    <a:pt x="1835" y="9874"/>
                  </a:cubicBezTo>
                  <a:cubicBezTo>
                    <a:pt x="2349" y="10101"/>
                    <a:pt x="2911" y="10211"/>
                    <a:pt x="3471" y="10211"/>
                  </a:cubicBezTo>
                  <a:cubicBezTo>
                    <a:pt x="4147" y="10211"/>
                    <a:pt x="4820" y="10050"/>
                    <a:pt x="5404" y="9740"/>
                  </a:cubicBezTo>
                  <a:cubicBezTo>
                    <a:pt x="6238" y="9273"/>
                    <a:pt x="6772" y="8540"/>
                    <a:pt x="6938" y="7606"/>
                  </a:cubicBezTo>
                  <a:cubicBezTo>
                    <a:pt x="7038" y="7005"/>
                    <a:pt x="7072" y="6405"/>
                    <a:pt x="7205" y="5804"/>
                  </a:cubicBezTo>
                  <a:cubicBezTo>
                    <a:pt x="7372" y="4904"/>
                    <a:pt x="7839" y="4036"/>
                    <a:pt x="7806" y="3136"/>
                  </a:cubicBezTo>
                  <a:cubicBezTo>
                    <a:pt x="7739" y="2035"/>
                    <a:pt x="6905" y="1101"/>
                    <a:pt x="5938" y="601"/>
                  </a:cubicBezTo>
                  <a:cubicBezTo>
                    <a:pt x="4970" y="100"/>
                    <a:pt x="3836" y="0"/>
                    <a:pt x="2735" y="0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6" name="Google Shape;1556;p53"/>
            <p:cNvSpPr/>
            <p:nvPr/>
          </p:nvSpPr>
          <p:spPr>
            <a:xfrm>
              <a:off x="7572210" y="2092320"/>
              <a:ext cx="219107" cy="217782"/>
            </a:xfrm>
            <a:custGeom>
              <a:rect b="b" l="l" r="r" t="t"/>
              <a:pathLst>
                <a:path extrusionOk="0" h="10843" w="10909">
                  <a:moveTo>
                    <a:pt x="3922" y="0"/>
                  </a:moveTo>
                  <a:cubicBezTo>
                    <a:pt x="3397" y="0"/>
                    <a:pt x="2876" y="47"/>
                    <a:pt x="2369" y="185"/>
                  </a:cubicBezTo>
                  <a:cubicBezTo>
                    <a:pt x="1269" y="485"/>
                    <a:pt x="201" y="1319"/>
                    <a:pt x="1" y="2420"/>
                  </a:cubicBezTo>
                  <a:cubicBezTo>
                    <a:pt x="1" y="2553"/>
                    <a:pt x="1" y="2653"/>
                    <a:pt x="34" y="2787"/>
                  </a:cubicBezTo>
                  <a:cubicBezTo>
                    <a:pt x="101" y="2920"/>
                    <a:pt x="268" y="2987"/>
                    <a:pt x="401" y="3053"/>
                  </a:cubicBezTo>
                  <a:cubicBezTo>
                    <a:pt x="899" y="3267"/>
                    <a:pt x="1448" y="3463"/>
                    <a:pt x="1975" y="3463"/>
                  </a:cubicBezTo>
                  <a:cubicBezTo>
                    <a:pt x="2189" y="3463"/>
                    <a:pt x="2400" y="3431"/>
                    <a:pt x="2603" y="3354"/>
                  </a:cubicBezTo>
                  <a:cubicBezTo>
                    <a:pt x="2805" y="3273"/>
                    <a:pt x="3202" y="3070"/>
                    <a:pt x="3447" y="3070"/>
                  </a:cubicBezTo>
                  <a:cubicBezTo>
                    <a:pt x="3607" y="3070"/>
                    <a:pt x="3703" y="3157"/>
                    <a:pt x="3637" y="3420"/>
                  </a:cubicBezTo>
                  <a:cubicBezTo>
                    <a:pt x="3503" y="3987"/>
                    <a:pt x="2836" y="4354"/>
                    <a:pt x="3036" y="4988"/>
                  </a:cubicBezTo>
                  <a:cubicBezTo>
                    <a:pt x="3137" y="5388"/>
                    <a:pt x="3570" y="5589"/>
                    <a:pt x="3870" y="5889"/>
                  </a:cubicBezTo>
                  <a:cubicBezTo>
                    <a:pt x="4204" y="6222"/>
                    <a:pt x="4404" y="6723"/>
                    <a:pt x="4337" y="7223"/>
                  </a:cubicBezTo>
                  <a:lnTo>
                    <a:pt x="4304" y="7356"/>
                  </a:lnTo>
                  <a:cubicBezTo>
                    <a:pt x="4271" y="7590"/>
                    <a:pt x="4204" y="7823"/>
                    <a:pt x="4271" y="8024"/>
                  </a:cubicBezTo>
                  <a:cubicBezTo>
                    <a:pt x="4404" y="8391"/>
                    <a:pt x="4871" y="8524"/>
                    <a:pt x="5205" y="8791"/>
                  </a:cubicBezTo>
                  <a:cubicBezTo>
                    <a:pt x="5638" y="9158"/>
                    <a:pt x="5872" y="9625"/>
                    <a:pt x="6339" y="9992"/>
                  </a:cubicBezTo>
                  <a:cubicBezTo>
                    <a:pt x="6873" y="10392"/>
                    <a:pt x="7440" y="10659"/>
                    <a:pt x="8107" y="10792"/>
                  </a:cubicBezTo>
                  <a:cubicBezTo>
                    <a:pt x="8190" y="10826"/>
                    <a:pt x="8282" y="10842"/>
                    <a:pt x="8378" y="10842"/>
                  </a:cubicBezTo>
                  <a:cubicBezTo>
                    <a:pt x="8474" y="10842"/>
                    <a:pt x="8574" y="10826"/>
                    <a:pt x="8674" y="10792"/>
                  </a:cubicBezTo>
                  <a:cubicBezTo>
                    <a:pt x="8974" y="10692"/>
                    <a:pt x="9141" y="10359"/>
                    <a:pt x="9241" y="10025"/>
                  </a:cubicBezTo>
                  <a:cubicBezTo>
                    <a:pt x="9474" y="9425"/>
                    <a:pt x="9741" y="8791"/>
                    <a:pt x="9875" y="8124"/>
                  </a:cubicBezTo>
                  <a:cubicBezTo>
                    <a:pt x="9975" y="7590"/>
                    <a:pt x="10242" y="7290"/>
                    <a:pt x="10508" y="6789"/>
                  </a:cubicBezTo>
                  <a:cubicBezTo>
                    <a:pt x="10875" y="6156"/>
                    <a:pt x="10909" y="5355"/>
                    <a:pt x="10709" y="4621"/>
                  </a:cubicBezTo>
                  <a:cubicBezTo>
                    <a:pt x="10508" y="3754"/>
                    <a:pt x="10041" y="2920"/>
                    <a:pt x="9508" y="2219"/>
                  </a:cubicBezTo>
                  <a:cubicBezTo>
                    <a:pt x="9007" y="1586"/>
                    <a:pt x="8640" y="919"/>
                    <a:pt x="7873" y="552"/>
                  </a:cubicBezTo>
                  <a:cubicBezTo>
                    <a:pt x="7239" y="251"/>
                    <a:pt x="6506" y="185"/>
                    <a:pt x="5772" y="118"/>
                  </a:cubicBezTo>
                  <a:cubicBezTo>
                    <a:pt x="5160" y="64"/>
                    <a:pt x="4538" y="0"/>
                    <a:pt x="392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p53"/>
            <p:cNvSpPr/>
            <p:nvPr/>
          </p:nvSpPr>
          <p:spPr>
            <a:xfrm>
              <a:off x="7623808" y="2202547"/>
              <a:ext cx="72386" cy="50273"/>
            </a:xfrm>
            <a:custGeom>
              <a:rect b="b" l="l" r="r" t="t"/>
              <a:pathLst>
                <a:path extrusionOk="0" h="2503" w="3604">
                  <a:moveTo>
                    <a:pt x="1802" y="0"/>
                  </a:moveTo>
                  <a:cubicBezTo>
                    <a:pt x="0" y="0"/>
                    <a:pt x="0" y="2502"/>
                    <a:pt x="1802" y="2502"/>
                  </a:cubicBezTo>
                  <a:cubicBezTo>
                    <a:pt x="3603" y="2502"/>
                    <a:pt x="3603" y="0"/>
                    <a:pt x="1802" y="0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p53"/>
            <p:cNvSpPr/>
            <p:nvPr/>
          </p:nvSpPr>
          <p:spPr>
            <a:xfrm>
              <a:off x="7072415" y="4486513"/>
              <a:ext cx="370528" cy="130653"/>
            </a:xfrm>
            <a:custGeom>
              <a:rect b="b" l="l" r="r" t="t"/>
              <a:pathLst>
                <a:path extrusionOk="0" h="6505" w="18448">
                  <a:moveTo>
                    <a:pt x="10441" y="0"/>
                  </a:moveTo>
                  <a:cubicBezTo>
                    <a:pt x="9541" y="0"/>
                    <a:pt x="8907" y="1401"/>
                    <a:pt x="7940" y="1768"/>
                  </a:cubicBezTo>
                  <a:cubicBezTo>
                    <a:pt x="6405" y="2369"/>
                    <a:pt x="4771" y="2702"/>
                    <a:pt x="3270" y="3403"/>
                  </a:cubicBezTo>
                  <a:cubicBezTo>
                    <a:pt x="1969" y="3970"/>
                    <a:pt x="434" y="5071"/>
                    <a:pt x="1" y="6505"/>
                  </a:cubicBezTo>
                  <a:lnTo>
                    <a:pt x="17146" y="6505"/>
                  </a:lnTo>
                  <a:cubicBezTo>
                    <a:pt x="17880" y="6505"/>
                    <a:pt x="18447" y="5804"/>
                    <a:pt x="18280" y="5071"/>
                  </a:cubicBezTo>
                  <a:cubicBezTo>
                    <a:pt x="18080" y="4070"/>
                    <a:pt x="17980" y="3069"/>
                    <a:pt x="18080" y="2068"/>
                  </a:cubicBezTo>
                  <a:cubicBezTo>
                    <a:pt x="18113" y="1835"/>
                    <a:pt x="18147" y="1568"/>
                    <a:pt x="18113" y="1335"/>
                  </a:cubicBezTo>
                  <a:cubicBezTo>
                    <a:pt x="18047" y="1101"/>
                    <a:pt x="17913" y="868"/>
                    <a:pt x="17680" y="767"/>
                  </a:cubicBezTo>
                  <a:cubicBezTo>
                    <a:pt x="17596" y="751"/>
                    <a:pt x="17513" y="742"/>
                    <a:pt x="17425" y="742"/>
                  </a:cubicBezTo>
                  <a:cubicBezTo>
                    <a:pt x="17338" y="742"/>
                    <a:pt x="17246" y="751"/>
                    <a:pt x="17146" y="767"/>
                  </a:cubicBezTo>
                  <a:cubicBezTo>
                    <a:pt x="16943" y="794"/>
                    <a:pt x="16741" y="805"/>
                    <a:pt x="16538" y="805"/>
                  </a:cubicBezTo>
                  <a:cubicBezTo>
                    <a:pt x="15800" y="805"/>
                    <a:pt x="15061" y="664"/>
                    <a:pt x="14323" y="664"/>
                  </a:cubicBezTo>
                  <a:cubicBezTo>
                    <a:pt x="14263" y="664"/>
                    <a:pt x="14204" y="665"/>
                    <a:pt x="14144" y="667"/>
                  </a:cubicBezTo>
                  <a:cubicBezTo>
                    <a:pt x="13994" y="676"/>
                    <a:pt x="13846" y="680"/>
                    <a:pt x="13699" y="680"/>
                  </a:cubicBezTo>
                  <a:cubicBezTo>
                    <a:pt x="13260" y="680"/>
                    <a:pt x="12835" y="642"/>
                    <a:pt x="12409" y="567"/>
                  </a:cubicBezTo>
                  <a:cubicBezTo>
                    <a:pt x="11776" y="467"/>
                    <a:pt x="11042" y="0"/>
                    <a:pt x="1044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9" name="Google Shape;1559;p53"/>
            <p:cNvSpPr/>
            <p:nvPr/>
          </p:nvSpPr>
          <p:spPr>
            <a:xfrm>
              <a:off x="7580766" y="2356679"/>
              <a:ext cx="546894" cy="373440"/>
            </a:xfrm>
            <a:custGeom>
              <a:rect b="b" l="l" r="r" t="t"/>
              <a:pathLst>
                <a:path extrusionOk="0" h="18593" w="27229">
                  <a:moveTo>
                    <a:pt x="5608" y="0"/>
                  </a:moveTo>
                  <a:cubicBezTo>
                    <a:pt x="0" y="0"/>
                    <a:pt x="7491" y="7637"/>
                    <a:pt x="8681" y="9439"/>
                  </a:cubicBezTo>
                  <a:lnTo>
                    <a:pt x="8715" y="9439"/>
                  </a:lnTo>
                  <a:cubicBezTo>
                    <a:pt x="9515" y="10673"/>
                    <a:pt x="10349" y="11907"/>
                    <a:pt x="11183" y="13141"/>
                  </a:cubicBezTo>
                  <a:cubicBezTo>
                    <a:pt x="11750" y="14009"/>
                    <a:pt x="12317" y="15109"/>
                    <a:pt x="13418" y="15343"/>
                  </a:cubicBezTo>
                  <a:cubicBezTo>
                    <a:pt x="14352" y="15543"/>
                    <a:pt x="15019" y="17378"/>
                    <a:pt x="15686" y="17978"/>
                  </a:cubicBezTo>
                  <a:cubicBezTo>
                    <a:pt x="16165" y="18416"/>
                    <a:pt x="16585" y="18593"/>
                    <a:pt x="16976" y="18593"/>
                  </a:cubicBezTo>
                  <a:cubicBezTo>
                    <a:pt x="17865" y="18593"/>
                    <a:pt x="18606" y="17678"/>
                    <a:pt x="19556" y="16844"/>
                  </a:cubicBezTo>
                  <a:cubicBezTo>
                    <a:pt x="22325" y="14376"/>
                    <a:pt x="24893" y="11674"/>
                    <a:pt x="27228" y="8772"/>
                  </a:cubicBezTo>
                  <a:cubicBezTo>
                    <a:pt x="21024" y="4135"/>
                    <a:pt x="13718" y="699"/>
                    <a:pt x="6280" y="32"/>
                  </a:cubicBezTo>
                  <a:cubicBezTo>
                    <a:pt x="6037" y="11"/>
                    <a:pt x="5814" y="0"/>
                    <a:pt x="5608" y="0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0" name="Google Shape;1560;p53"/>
            <p:cNvSpPr/>
            <p:nvPr/>
          </p:nvSpPr>
          <p:spPr>
            <a:xfrm>
              <a:off x="7016136" y="2389277"/>
              <a:ext cx="59652" cy="69052"/>
            </a:xfrm>
            <a:custGeom>
              <a:rect b="b" l="l" r="r" t="t"/>
              <a:pathLst>
                <a:path extrusionOk="0" h="3438" w="2970">
                  <a:moveTo>
                    <a:pt x="766" y="0"/>
                  </a:moveTo>
                  <a:cubicBezTo>
                    <a:pt x="389" y="0"/>
                    <a:pt x="76" y="180"/>
                    <a:pt x="34" y="711"/>
                  </a:cubicBezTo>
                  <a:cubicBezTo>
                    <a:pt x="1" y="911"/>
                    <a:pt x="34" y="1111"/>
                    <a:pt x="167" y="1278"/>
                  </a:cubicBezTo>
                  <a:cubicBezTo>
                    <a:pt x="267" y="1378"/>
                    <a:pt x="367" y="1445"/>
                    <a:pt x="501" y="1545"/>
                  </a:cubicBezTo>
                  <a:cubicBezTo>
                    <a:pt x="668" y="1678"/>
                    <a:pt x="834" y="1845"/>
                    <a:pt x="968" y="2012"/>
                  </a:cubicBezTo>
                  <a:cubicBezTo>
                    <a:pt x="1068" y="2112"/>
                    <a:pt x="1168" y="2212"/>
                    <a:pt x="1201" y="2345"/>
                  </a:cubicBezTo>
                  <a:cubicBezTo>
                    <a:pt x="1359" y="2686"/>
                    <a:pt x="1619" y="3438"/>
                    <a:pt x="2046" y="3438"/>
                  </a:cubicBezTo>
                  <a:cubicBezTo>
                    <a:pt x="2163" y="3438"/>
                    <a:pt x="2292" y="3382"/>
                    <a:pt x="2436" y="3246"/>
                  </a:cubicBezTo>
                  <a:cubicBezTo>
                    <a:pt x="2602" y="3046"/>
                    <a:pt x="2702" y="2812"/>
                    <a:pt x="2769" y="2545"/>
                  </a:cubicBezTo>
                  <a:cubicBezTo>
                    <a:pt x="2903" y="2012"/>
                    <a:pt x="2969" y="1378"/>
                    <a:pt x="2669" y="911"/>
                  </a:cubicBezTo>
                  <a:cubicBezTo>
                    <a:pt x="2469" y="577"/>
                    <a:pt x="2069" y="377"/>
                    <a:pt x="1668" y="210"/>
                  </a:cubicBezTo>
                  <a:cubicBezTo>
                    <a:pt x="1602" y="177"/>
                    <a:pt x="1535" y="177"/>
                    <a:pt x="1435" y="144"/>
                  </a:cubicBezTo>
                  <a:cubicBezTo>
                    <a:pt x="1217" y="59"/>
                    <a:pt x="981" y="0"/>
                    <a:pt x="766" y="0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1" name="Google Shape;1561;p53"/>
            <p:cNvSpPr/>
            <p:nvPr/>
          </p:nvSpPr>
          <p:spPr>
            <a:xfrm>
              <a:off x="7150405" y="4523589"/>
              <a:ext cx="32578" cy="51377"/>
            </a:xfrm>
            <a:custGeom>
              <a:rect b="b" l="l" r="r" t="t"/>
              <a:pathLst>
                <a:path extrusionOk="0" h="2558" w="1622">
                  <a:moveTo>
                    <a:pt x="248" y="1"/>
                  </a:moveTo>
                  <a:cubicBezTo>
                    <a:pt x="124" y="1"/>
                    <a:pt x="0" y="109"/>
                    <a:pt x="20" y="289"/>
                  </a:cubicBezTo>
                  <a:cubicBezTo>
                    <a:pt x="120" y="956"/>
                    <a:pt x="454" y="1623"/>
                    <a:pt x="854" y="2157"/>
                  </a:cubicBezTo>
                  <a:cubicBezTo>
                    <a:pt x="954" y="2324"/>
                    <a:pt x="1088" y="2557"/>
                    <a:pt x="1321" y="2557"/>
                  </a:cubicBezTo>
                  <a:cubicBezTo>
                    <a:pt x="1455" y="2557"/>
                    <a:pt x="1555" y="2491"/>
                    <a:pt x="1588" y="2357"/>
                  </a:cubicBezTo>
                  <a:cubicBezTo>
                    <a:pt x="1621" y="2224"/>
                    <a:pt x="1588" y="2124"/>
                    <a:pt x="1488" y="2024"/>
                  </a:cubicBezTo>
                  <a:lnTo>
                    <a:pt x="1521" y="2024"/>
                  </a:lnTo>
                  <a:cubicBezTo>
                    <a:pt x="1321" y="1757"/>
                    <a:pt x="1088" y="1490"/>
                    <a:pt x="921" y="1190"/>
                  </a:cubicBezTo>
                  <a:cubicBezTo>
                    <a:pt x="754" y="856"/>
                    <a:pt x="587" y="523"/>
                    <a:pt x="454" y="156"/>
                  </a:cubicBezTo>
                  <a:cubicBezTo>
                    <a:pt x="414" y="49"/>
                    <a:pt x="331" y="1"/>
                    <a:pt x="248" y="1"/>
                  </a:cubicBezTo>
                  <a:close/>
                </a:path>
              </a:pathLst>
            </a:custGeom>
            <a:solidFill>
              <a:srgbClr val="5CC9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2" name="Google Shape;1562;p53"/>
            <p:cNvSpPr/>
            <p:nvPr/>
          </p:nvSpPr>
          <p:spPr>
            <a:xfrm>
              <a:off x="7186979" y="4519954"/>
              <a:ext cx="34185" cy="34988"/>
            </a:xfrm>
            <a:custGeom>
              <a:rect b="b" l="l" r="r" t="t"/>
              <a:pathLst>
                <a:path extrusionOk="0" h="1742" w="1702">
                  <a:moveTo>
                    <a:pt x="221" y="0"/>
                  </a:moveTo>
                  <a:cubicBezTo>
                    <a:pt x="163" y="0"/>
                    <a:pt x="109" y="29"/>
                    <a:pt x="67" y="70"/>
                  </a:cubicBezTo>
                  <a:cubicBezTo>
                    <a:pt x="1" y="170"/>
                    <a:pt x="34" y="270"/>
                    <a:pt x="101" y="337"/>
                  </a:cubicBezTo>
                  <a:cubicBezTo>
                    <a:pt x="267" y="503"/>
                    <a:pt x="434" y="704"/>
                    <a:pt x="601" y="870"/>
                  </a:cubicBezTo>
                  <a:cubicBezTo>
                    <a:pt x="668" y="970"/>
                    <a:pt x="768" y="1071"/>
                    <a:pt x="835" y="1171"/>
                  </a:cubicBezTo>
                  <a:cubicBezTo>
                    <a:pt x="868" y="1204"/>
                    <a:pt x="901" y="1237"/>
                    <a:pt x="901" y="1271"/>
                  </a:cubicBezTo>
                  <a:cubicBezTo>
                    <a:pt x="935" y="1304"/>
                    <a:pt x="968" y="1371"/>
                    <a:pt x="1001" y="1404"/>
                  </a:cubicBezTo>
                  <a:cubicBezTo>
                    <a:pt x="1125" y="1558"/>
                    <a:pt x="1248" y="1741"/>
                    <a:pt x="1451" y="1741"/>
                  </a:cubicBezTo>
                  <a:cubicBezTo>
                    <a:pt x="1467" y="1741"/>
                    <a:pt x="1484" y="1740"/>
                    <a:pt x="1502" y="1738"/>
                  </a:cubicBezTo>
                  <a:cubicBezTo>
                    <a:pt x="1635" y="1671"/>
                    <a:pt x="1702" y="1504"/>
                    <a:pt x="1668" y="1371"/>
                  </a:cubicBezTo>
                  <a:cubicBezTo>
                    <a:pt x="1635" y="1271"/>
                    <a:pt x="1602" y="1204"/>
                    <a:pt x="1568" y="1137"/>
                  </a:cubicBezTo>
                  <a:cubicBezTo>
                    <a:pt x="1402" y="937"/>
                    <a:pt x="1235" y="704"/>
                    <a:pt x="1035" y="537"/>
                  </a:cubicBezTo>
                  <a:cubicBezTo>
                    <a:pt x="835" y="337"/>
                    <a:pt x="601" y="170"/>
                    <a:pt x="334" y="36"/>
                  </a:cubicBezTo>
                  <a:cubicBezTo>
                    <a:pt x="296" y="11"/>
                    <a:pt x="258" y="0"/>
                    <a:pt x="221" y="0"/>
                  </a:cubicBezTo>
                  <a:close/>
                </a:path>
              </a:pathLst>
            </a:custGeom>
            <a:solidFill>
              <a:srgbClr val="5CC9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3" name="Google Shape;1563;p53"/>
            <p:cNvSpPr/>
            <p:nvPr/>
          </p:nvSpPr>
          <p:spPr>
            <a:xfrm>
              <a:off x="7227852" y="4506236"/>
              <a:ext cx="41235" cy="26713"/>
            </a:xfrm>
            <a:custGeom>
              <a:rect b="b" l="l" r="r" t="t"/>
              <a:pathLst>
                <a:path extrusionOk="0" h="1330" w="2053">
                  <a:moveTo>
                    <a:pt x="260" y="0"/>
                  </a:moveTo>
                  <a:cubicBezTo>
                    <a:pt x="186" y="0"/>
                    <a:pt x="112" y="30"/>
                    <a:pt x="67" y="119"/>
                  </a:cubicBezTo>
                  <a:cubicBezTo>
                    <a:pt x="0" y="219"/>
                    <a:pt x="34" y="353"/>
                    <a:pt x="134" y="419"/>
                  </a:cubicBezTo>
                  <a:cubicBezTo>
                    <a:pt x="367" y="586"/>
                    <a:pt x="634" y="753"/>
                    <a:pt x="868" y="886"/>
                  </a:cubicBezTo>
                  <a:cubicBezTo>
                    <a:pt x="1135" y="1053"/>
                    <a:pt x="1368" y="1253"/>
                    <a:pt x="1668" y="1320"/>
                  </a:cubicBezTo>
                  <a:cubicBezTo>
                    <a:pt x="1691" y="1326"/>
                    <a:pt x="1713" y="1329"/>
                    <a:pt x="1734" y="1329"/>
                  </a:cubicBezTo>
                  <a:cubicBezTo>
                    <a:pt x="1931" y="1329"/>
                    <a:pt x="2052" y="1070"/>
                    <a:pt x="1902" y="920"/>
                  </a:cubicBezTo>
                  <a:lnTo>
                    <a:pt x="1902" y="920"/>
                  </a:lnTo>
                  <a:lnTo>
                    <a:pt x="1902" y="953"/>
                  </a:lnTo>
                  <a:cubicBezTo>
                    <a:pt x="1668" y="719"/>
                    <a:pt x="1401" y="586"/>
                    <a:pt x="1135" y="419"/>
                  </a:cubicBezTo>
                  <a:cubicBezTo>
                    <a:pt x="901" y="286"/>
                    <a:pt x="634" y="152"/>
                    <a:pt x="367" y="19"/>
                  </a:cubicBezTo>
                  <a:cubicBezTo>
                    <a:pt x="334" y="8"/>
                    <a:pt x="297" y="0"/>
                    <a:pt x="260" y="0"/>
                  </a:cubicBezTo>
                  <a:close/>
                </a:path>
              </a:pathLst>
            </a:custGeom>
            <a:solidFill>
              <a:srgbClr val="5CC9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4" name="Google Shape;1564;p53"/>
            <p:cNvSpPr/>
            <p:nvPr/>
          </p:nvSpPr>
          <p:spPr>
            <a:xfrm>
              <a:off x="7793305" y="4496214"/>
              <a:ext cx="34868" cy="36535"/>
            </a:xfrm>
            <a:custGeom>
              <a:rect b="b" l="l" r="r" t="t"/>
              <a:pathLst>
                <a:path extrusionOk="0" h="1819" w="1736">
                  <a:moveTo>
                    <a:pt x="218" y="1"/>
                  </a:moveTo>
                  <a:cubicBezTo>
                    <a:pt x="176" y="1"/>
                    <a:pt x="134" y="18"/>
                    <a:pt x="101" y="51"/>
                  </a:cubicBezTo>
                  <a:cubicBezTo>
                    <a:pt x="1" y="118"/>
                    <a:pt x="1" y="218"/>
                    <a:pt x="34" y="284"/>
                  </a:cubicBezTo>
                  <a:cubicBezTo>
                    <a:pt x="201" y="585"/>
                    <a:pt x="401" y="852"/>
                    <a:pt x="635" y="1118"/>
                  </a:cubicBezTo>
                  <a:cubicBezTo>
                    <a:pt x="735" y="1252"/>
                    <a:pt x="835" y="1385"/>
                    <a:pt x="935" y="1485"/>
                  </a:cubicBezTo>
                  <a:cubicBezTo>
                    <a:pt x="1002" y="1552"/>
                    <a:pt x="1068" y="1619"/>
                    <a:pt x="1135" y="1652"/>
                  </a:cubicBezTo>
                  <a:cubicBezTo>
                    <a:pt x="1168" y="1685"/>
                    <a:pt x="1202" y="1719"/>
                    <a:pt x="1235" y="1752"/>
                  </a:cubicBezTo>
                  <a:cubicBezTo>
                    <a:pt x="1268" y="1786"/>
                    <a:pt x="1335" y="1786"/>
                    <a:pt x="1402" y="1819"/>
                  </a:cubicBezTo>
                  <a:cubicBezTo>
                    <a:pt x="1502" y="1819"/>
                    <a:pt x="1569" y="1819"/>
                    <a:pt x="1635" y="1752"/>
                  </a:cubicBezTo>
                  <a:cubicBezTo>
                    <a:pt x="1702" y="1685"/>
                    <a:pt x="1735" y="1619"/>
                    <a:pt x="1702" y="1519"/>
                  </a:cubicBezTo>
                  <a:cubicBezTo>
                    <a:pt x="1702" y="1452"/>
                    <a:pt x="1669" y="1419"/>
                    <a:pt x="1669" y="1385"/>
                  </a:cubicBezTo>
                  <a:cubicBezTo>
                    <a:pt x="1635" y="1319"/>
                    <a:pt x="1569" y="1285"/>
                    <a:pt x="1535" y="1252"/>
                  </a:cubicBezTo>
                  <a:cubicBezTo>
                    <a:pt x="1469" y="1185"/>
                    <a:pt x="1402" y="1152"/>
                    <a:pt x="1368" y="1085"/>
                  </a:cubicBezTo>
                  <a:cubicBezTo>
                    <a:pt x="1235" y="985"/>
                    <a:pt x="1102" y="885"/>
                    <a:pt x="1002" y="785"/>
                  </a:cubicBezTo>
                  <a:cubicBezTo>
                    <a:pt x="768" y="551"/>
                    <a:pt x="568" y="318"/>
                    <a:pt x="334" y="51"/>
                  </a:cubicBezTo>
                  <a:cubicBezTo>
                    <a:pt x="301" y="18"/>
                    <a:pt x="259" y="1"/>
                    <a:pt x="218" y="1"/>
                  </a:cubicBezTo>
                  <a:close/>
                </a:path>
              </a:pathLst>
            </a:custGeom>
            <a:solidFill>
              <a:srgbClr val="5CC9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5" name="Google Shape;1565;p53"/>
            <p:cNvSpPr/>
            <p:nvPr/>
          </p:nvSpPr>
          <p:spPr>
            <a:xfrm>
              <a:off x="7830784" y="4481612"/>
              <a:ext cx="40933" cy="41194"/>
            </a:xfrm>
            <a:custGeom>
              <a:rect b="b" l="l" r="r" t="t"/>
              <a:pathLst>
                <a:path extrusionOk="0" h="2051" w="2038">
                  <a:moveTo>
                    <a:pt x="219" y="0"/>
                  </a:moveTo>
                  <a:cubicBezTo>
                    <a:pt x="95" y="0"/>
                    <a:pt x="0" y="142"/>
                    <a:pt x="103" y="244"/>
                  </a:cubicBezTo>
                  <a:cubicBezTo>
                    <a:pt x="403" y="578"/>
                    <a:pt x="670" y="878"/>
                    <a:pt x="970" y="1212"/>
                  </a:cubicBezTo>
                  <a:cubicBezTo>
                    <a:pt x="1104" y="1345"/>
                    <a:pt x="1237" y="1512"/>
                    <a:pt x="1404" y="1645"/>
                  </a:cubicBezTo>
                  <a:cubicBezTo>
                    <a:pt x="1404" y="1679"/>
                    <a:pt x="1437" y="1712"/>
                    <a:pt x="1471" y="1712"/>
                  </a:cubicBezTo>
                  <a:lnTo>
                    <a:pt x="1471" y="1745"/>
                  </a:lnTo>
                  <a:lnTo>
                    <a:pt x="1471" y="1779"/>
                  </a:lnTo>
                  <a:cubicBezTo>
                    <a:pt x="1471" y="1779"/>
                    <a:pt x="1471" y="1812"/>
                    <a:pt x="1471" y="1845"/>
                  </a:cubicBezTo>
                  <a:cubicBezTo>
                    <a:pt x="1471" y="1879"/>
                    <a:pt x="1504" y="1945"/>
                    <a:pt x="1537" y="1979"/>
                  </a:cubicBezTo>
                  <a:cubicBezTo>
                    <a:pt x="1584" y="2025"/>
                    <a:pt x="1652" y="2050"/>
                    <a:pt x="1721" y="2050"/>
                  </a:cubicBezTo>
                  <a:cubicBezTo>
                    <a:pt x="1802" y="2050"/>
                    <a:pt x="1884" y="2017"/>
                    <a:pt x="1938" y="1945"/>
                  </a:cubicBezTo>
                  <a:cubicBezTo>
                    <a:pt x="2038" y="1845"/>
                    <a:pt x="2038" y="1712"/>
                    <a:pt x="2004" y="1579"/>
                  </a:cubicBezTo>
                  <a:cubicBezTo>
                    <a:pt x="1971" y="1445"/>
                    <a:pt x="1904" y="1378"/>
                    <a:pt x="1804" y="1278"/>
                  </a:cubicBezTo>
                  <a:cubicBezTo>
                    <a:pt x="1704" y="1212"/>
                    <a:pt x="1604" y="1112"/>
                    <a:pt x="1504" y="1045"/>
                  </a:cubicBezTo>
                  <a:cubicBezTo>
                    <a:pt x="1337" y="845"/>
                    <a:pt x="1137" y="711"/>
                    <a:pt x="937" y="511"/>
                  </a:cubicBezTo>
                  <a:cubicBezTo>
                    <a:pt x="737" y="344"/>
                    <a:pt x="537" y="211"/>
                    <a:pt x="336" y="44"/>
                  </a:cubicBezTo>
                  <a:cubicBezTo>
                    <a:pt x="298" y="13"/>
                    <a:pt x="257" y="0"/>
                    <a:pt x="219" y="0"/>
                  </a:cubicBezTo>
                  <a:close/>
                </a:path>
              </a:pathLst>
            </a:custGeom>
            <a:solidFill>
              <a:srgbClr val="5CC9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6" name="Google Shape;1566;p53"/>
            <p:cNvSpPr/>
            <p:nvPr/>
          </p:nvSpPr>
          <p:spPr>
            <a:xfrm>
              <a:off x="7765789" y="4513105"/>
              <a:ext cx="40270" cy="41255"/>
            </a:xfrm>
            <a:custGeom>
              <a:rect b="b" l="l" r="r" t="t"/>
              <a:pathLst>
                <a:path extrusionOk="0" h="2054" w="2005">
                  <a:moveTo>
                    <a:pt x="221" y="0"/>
                  </a:moveTo>
                  <a:cubicBezTo>
                    <a:pt x="96" y="0"/>
                    <a:pt x="0" y="149"/>
                    <a:pt x="103" y="277"/>
                  </a:cubicBezTo>
                  <a:cubicBezTo>
                    <a:pt x="370" y="578"/>
                    <a:pt x="670" y="911"/>
                    <a:pt x="937" y="1211"/>
                  </a:cubicBezTo>
                  <a:cubicBezTo>
                    <a:pt x="1071" y="1378"/>
                    <a:pt x="1237" y="1512"/>
                    <a:pt x="1371" y="1678"/>
                  </a:cubicBezTo>
                  <a:cubicBezTo>
                    <a:pt x="1404" y="1678"/>
                    <a:pt x="1404" y="1712"/>
                    <a:pt x="1438" y="1712"/>
                  </a:cubicBezTo>
                  <a:lnTo>
                    <a:pt x="1438" y="1745"/>
                  </a:lnTo>
                  <a:lnTo>
                    <a:pt x="1438" y="1778"/>
                  </a:lnTo>
                  <a:cubicBezTo>
                    <a:pt x="1438" y="1812"/>
                    <a:pt x="1438" y="1845"/>
                    <a:pt x="1471" y="1845"/>
                  </a:cubicBezTo>
                  <a:cubicBezTo>
                    <a:pt x="1471" y="1912"/>
                    <a:pt x="1504" y="1945"/>
                    <a:pt x="1504" y="1979"/>
                  </a:cubicBezTo>
                  <a:cubicBezTo>
                    <a:pt x="1571" y="2029"/>
                    <a:pt x="1646" y="2054"/>
                    <a:pt x="1717" y="2054"/>
                  </a:cubicBezTo>
                  <a:cubicBezTo>
                    <a:pt x="1788" y="2054"/>
                    <a:pt x="1855" y="2029"/>
                    <a:pt x="1905" y="1979"/>
                  </a:cubicBezTo>
                  <a:cubicBezTo>
                    <a:pt x="2005" y="1845"/>
                    <a:pt x="2005" y="1712"/>
                    <a:pt x="1971" y="1578"/>
                  </a:cubicBezTo>
                  <a:cubicBezTo>
                    <a:pt x="1938" y="1445"/>
                    <a:pt x="1871" y="1378"/>
                    <a:pt x="1771" y="1278"/>
                  </a:cubicBezTo>
                  <a:cubicBezTo>
                    <a:pt x="1671" y="1211"/>
                    <a:pt x="1604" y="1111"/>
                    <a:pt x="1504" y="1045"/>
                  </a:cubicBezTo>
                  <a:cubicBezTo>
                    <a:pt x="1304" y="878"/>
                    <a:pt x="1104" y="711"/>
                    <a:pt x="937" y="544"/>
                  </a:cubicBezTo>
                  <a:cubicBezTo>
                    <a:pt x="737" y="377"/>
                    <a:pt x="537" y="211"/>
                    <a:pt x="337" y="44"/>
                  </a:cubicBezTo>
                  <a:cubicBezTo>
                    <a:pt x="299" y="13"/>
                    <a:pt x="259" y="0"/>
                    <a:pt x="221" y="0"/>
                  </a:cubicBezTo>
                  <a:close/>
                </a:path>
              </a:pathLst>
            </a:custGeom>
            <a:solidFill>
              <a:srgbClr val="5CC9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7" name="Google Shape;1567;p53"/>
            <p:cNvSpPr/>
            <p:nvPr/>
          </p:nvSpPr>
          <p:spPr>
            <a:xfrm>
              <a:off x="7860309" y="4515977"/>
              <a:ext cx="20" cy="703"/>
            </a:xfrm>
            <a:custGeom>
              <a:rect b="b" l="l" r="r" t="t"/>
              <a:pathLst>
                <a:path extrusionOk="0" h="35" w="1">
                  <a:moveTo>
                    <a:pt x="1" y="1"/>
                  </a:moveTo>
                  <a:lnTo>
                    <a:pt x="1" y="1"/>
                  </a:lnTo>
                  <a:lnTo>
                    <a:pt x="1" y="34"/>
                  </a:lnTo>
                  <a:lnTo>
                    <a:pt x="1" y="34"/>
                  </a:lnTo>
                  <a:close/>
                </a:path>
              </a:pathLst>
            </a:custGeom>
            <a:solidFill>
              <a:srgbClr val="5CC9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8" name="Google Shape;1568;p53"/>
            <p:cNvSpPr/>
            <p:nvPr/>
          </p:nvSpPr>
          <p:spPr>
            <a:xfrm>
              <a:off x="7860309" y="4515977"/>
              <a:ext cx="20" cy="20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5CC9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9" name="Google Shape;1569;p53"/>
            <p:cNvSpPr/>
            <p:nvPr/>
          </p:nvSpPr>
          <p:spPr>
            <a:xfrm>
              <a:off x="7652891" y="3110108"/>
              <a:ext cx="109624" cy="499353"/>
            </a:xfrm>
            <a:custGeom>
              <a:rect b="b" l="l" r="r" t="t"/>
              <a:pathLst>
                <a:path extrusionOk="0" h="24862" w="5458">
                  <a:moveTo>
                    <a:pt x="5082" y="1"/>
                  </a:moveTo>
                  <a:cubicBezTo>
                    <a:pt x="4985" y="1"/>
                    <a:pt x="4890" y="68"/>
                    <a:pt x="4890" y="214"/>
                  </a:cubicBezTo>
                  <a:cubicBezTo>
                    <a:pt x="4857" y="981"/>
                    <a:pt x="4790" y="1748"/>
                    <a:pt x="4657" y="2515"/>
                  </a:cubicBezTo>
                  <a:cubicBezTo>
                    <a:pt x="4490" y="3249"/>
                    <a:pt x="4290" y="3983"/>
                    <a:pt x="4056" y="4684"/>
                  </a:cubicBezTo>
                  <a:cubicBezTo>
                    <a:pt x="3556" y="6185"/>
                    <a:pt x="3022" y="7652"/>
                    <a:pt x="2655" y="9187"/>
                  </a:cubicBezTo>
                  <a:cubicBezTo>
                    <a:pt x="2288" y="10788"/>
                    <a:pt x="2022" y="12422"/>
                    <a:pt x="1755" y="14057"/>
                  </a:cubicBezTo>
                  <a:cubicBezTo>
                    <a:pt x="1455" y="15725"/>
                    <a:pt x="1188" y="17393"/>
                    <a:pt x="921" y="19060"/>
                  </a:cubicBezTo>
                  <a:cubicBezTo>
                    <a:pt x="587" y="20962"/>
                    <a:pt x="287" y="22830"/>
                    <a:pt x="20" y="24698"/>
                  </a:cubicBezTo>
                  <a:cubicBezTo>
                    <a:pt x="0" y="24797"/>
                    <a:pt x="75" y="24861"/>
                    <a:pt x="146" y="24861"/>
                  </a:cubicBezTo>
                  <a:cubicBezTo>
                    <a:pt x="194" y="24861"/>
                    <a:pt x="240" y="24832"/>
                    <a:pt x="254" y="24765"/>
                  </a:cubicBezTo>
                  <a:cubicBezTo>
                    <a:pt x="887" y="21429"/>
                    <a:pt x="1455" y="18060"/>
                    <a:pt x="2055" y="14691"/>
                  </a:cubicBezTo>
                  <a:cubicBezTo>
                    <a:pt x="2322" y="13056"/>
                    <a:pt x="2589" y="11388"/>
                    <a:pt x="2956" y="9787"/>
                  </a:cubicBezTo>
                  <a:cubicBezTo>
                    <a:pt x="3289" y="8253"/>
                    <a:pt x="3823" y="6752"/>
                    <a:pt x="4323" y="5251"/>
                  </a:cubicBezTo>
                  <a:cubicBezTo>
                    <a:pt x="4890" y="3649"/>
                    <a:pt x="5457" y="1915"/>
                    <a:pt x="5291" y="180"/>
                  </a:cubicBezTo>
                  <a:lnTo>
                    <a:pt x="5291" y="180"/>
                  </a:lnTo>
                  <a:lnTo>
                    <a:pt x="5291" y="214"/>
                  </a:lnTo>
                  <a:cubicBezTo>
                    <a:pt x="5291" y="76"/>
                    <a:pt x="5185" y="1"/>
                    <a:pt x="508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0" name="Google Shape;1570;p53"/>
            <p:cNvSpPr/>
            <p:nvPr/>
          </p:nvSpPr>
          <p:spPr>
            <a:xfrm>
              <a:off x="7466061" y="2614289"/>
              <a:ext cx="145375" cy="180223"/>
            </a:xfrm>
            <a:custGeom>
              <a:rect b="b" l="l" r="r" t="t"/>
              <a:pathLst>
                <a:path extrusionOk="0" h="8973" w="7238">
                  <a:moveTo>
                    <a:pt x="7030" y="0"/>
                  </a:moveTo>
                  <a:cubicBezTo>
                    <a:pt x="6993" y="0"/>
                    <a:pt x="6954" y="15"/>
                    <a:pt x="6920" y="49"/>
                  </a:cubicBezTo>
                  <a:cubicBezTo>
                    <a:pt x="6320" y="716"/>
                    <a:pt x="5853" y="1516"/>
                    <a:pt x="5353" y="2250"/>
                  </a:cubicBezTo>
                  <a:cubicBezTo>
                    <a:pt x="4786" y="3017"/>
                    <a:pt x="4219" y="3785"/>
                    <a:pt x="3651" y="4518"/>
                  </a:cubicBezTo>
                  <a:cubicBezTo>
                    <a:pt x="3084" y="5252"/>
                    <a:pt x="2484" y="5953"/>
                    <a:pt x="1884" y="6653"/>
                  </a:cubicBezTo>
                  <a:cubicBezTo>
                    <a:pt x="1283" y="7354"/>
                    <a:pt x="649" y="8054"/>
                    <a:pt x="82" y="8788"/>
                  </a:cubicBezTo>
                  <a:cubicBezTo>
                    <a:pt x="1" y="8869"/>
                    <a:pt x="74" y="8973"/>
                    <a:pt x="158" y="8973"/>
                  </a:cubicBezTo>
                  <a:cubicBezTo>
                    <a:pt x="177" y="8973"/>
                    <a:pt x="197" y="8967"/>
                    <a:pt x="216" y="8955"/>
                  </a:cubicBezTo>
                  <a:cubicBezTo>
                    <a:pt x="916" y="8321"/>
                    <a:pt x="1583" y="7587"/>
                    <a:pt x="2184" y="6887"/>
                  </a:cubicBezTo>
                  <a:cubicBezTo>
                    <a:pt x="2784" y="6220"/>
                    <a:pt x="3385" y="5486"/>
                    <a:pt x="3952" y="4785"/>
                  </a:cubicBezTo>
                  <a:cubicBezTo>
                    <a:pt x="4519" y="4085"/>
                    <a:pt x="5086" y="3351"/>
                    <a:pt x="5620" y="2617"/>
                  </a:cubicBezTo>
                  <a:cubicBezTo>
                    <a:pt x="5886" y="2250"/>
                    <a:pt x="6153" y="1850"/>
                    <a:pt x="6420" y="1450"/>
                  </a:cubicBezTo>
                  <a:cubicBezTo>
                    <a:pt x="6687" y="1083"/>
                    <a:pt x="6987" y="682"/>
                    <a:pt x="7187" y="249"/>
                  </a:cubicBezTo>
                  <a:cubicBezTo>
                    <a:pt x="7237" y="124"/>
                    <a:pt x="7139" y="0"/>
                    <a:pt x="703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p53"/>
            <p:cNvSpPr/>
            <p:nvPr/>
          </p:nvSpPr>
          <p:spPr>
            <a:xfrm>
              <a:off x="7899173" y="2530073"/>
              <a:ext cx="38202" cy="208984"/>
            </a:xfrm>
            <a:custGeom>
              <a:rect b="b" l="l" r="r" t="t"/>
              <a:pathLst>
                <a:path extrusionOk="0" h="10405" w="1902">
                  <a:moveTo>
                    <a:pt x="116" y="1"/>
                  </a:moveTo>
                  <a:cubicBezTo>
                    <a:pt x="58" y="1"/>
                    <a:pt x="0" y="34"/>
                    <a:pt x="0" y="105"/>
                  </a:cubicBezTo>
                  <a:cubicBezTo>
                    <a:pt x="100" y="939"/>
                    <a:pt x="300" y="1806"/>
                    <a:pt x="467" y="2640"/>
                  </a:cubicBezTo>
                  <a:cubicBezTo>
                    <a:pt x="634" y="3474"/>
                    <a:pt x="801" y="4342"/>
                    <a:pt x="968" y="5176"/>
                  </a:cubicBezTo>
                  <a:cubicBezTo>
                    <a:pt x="1301" y="6877"/>
                    <a:pt x="1635" y="8578"/>
                    <a:pt x="1268" y="10279"/>
                  </a:cubicBezTo>
                  <a:cubicBezTo>
                    <a:pt x="1248" y="10360"/>
                    <a:pt x="1313" y="10404"/>
                    <a:pt x="1375" y="10404"/>
                  </a:cubicBezTo>
                  <a:cubicBezTo>
                    <a:pt x="1416" y="10404"/>
                    <a:pt x="1455" y="10385"/>
                    <a:pt x="1468" y="10346"/>
                  </a:cubicBezTo>
                  <a:cubicBezTo>
                    <a:pt x="1902" y="8678"/>
                    <a:pt x="1601" y="6977"/>
                    <a:pt x="1301" y="5342"/>
                  </a:cubicBezTo>
                  <a:cubicBezTo>
                    <a:pt x="1134" y="4475"/>
                    <a:pt x="968" y="3608"/>
                    <a:pt x="801" y="2740"/>
                  </a:cubicBezTo>
                  <a:cubicBezTo>
                    <a:pt x="634" y="1873"/>
                    <a:pt x="501" y="939"/>
                    <a:pt x="234" y="72"/>
                  </a:cubicBezTo>
                  <a:cubicBezTo>
                    <a:pt x="218" y="25"/>
                    <a:pt x="167" y="1"/>
                    <a:pt x="11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2" name="Google Shape;1572;p53"/>
            <p:cNvSpPr/>
            <p:nvPr/>
          </p:nvSpPr>
          <p:spPr>
            <a:xfrm>
              <a:off x="7567711" y="2255330"/>
              <a:ext cx="33221" cy="7773"/>
            </a:xfrm>
            <a:custGeom>
              <a:rect b="b" l="l" r="r" t="t"/>
              <a:pathLst>
                <a:path extrusionOk="0" h="387" w="1654">
                  <a:moveTo>
                    <a:pt x="97" y="1"/>
                  </a:moveTo>
                  <a:cubicBezTo>
                    <a:pt x="42" y="1"/>
                    <a:pt x="1" y="79"/>
                    <a:pt x="58" y="108"/>
                  </a:cubicBezTo>
                  <a:cubicBezTo>
                    <a:pt x="258" y="275"/>
                    <a:pt x="525" y="341"/>
                    <a:pt x="792" y="375"/>
                  </a:cubicBezTo>
                  <a:cubicBezTo>
                    <a:pt x="855" y="383"/>
                    <a:pt x="918" y="387"/>
                    <a:pt x="981" y="387"/>
                  </a:cubicBezTo>
                  <a:cubicBezTo>
                    <a:pt x="1185" y="387"/>
                    <a:pt x="1389" y="343"/>
                    <a:pt x="1593" y="241"/>
                  </a:cubicBezTo>
                  <a:cubicBezTo>
                    <a:pt x="1653" y="211"/>
                    <a:pt x="1604" y="70"/>
                    <a:pt x="1519" y="70"/>
                  </a:cubicBezTo>
                  <a:cubicBezTo>
                    <a:pt x="1510" y="70"/>
                    <a:pt x="1502" y="71"/>
                    <a:pt x="1493" y="74"/>
                  </a:cubicBezTo>
                  <a:cubicBezTo>
                    <a:pt x="1329" y="129"/>
                    <a:pt x="1143" y="183"/>
                    <a:pt x="936" y="183"/>
                  </a:cubicBezTo>
                  <a:cubicBezTo>
                    <a:pt x="889" y="183"/>
                    <a:pt x="841" y="181"/>
                    <a:pt x="792" y="174"/>
                  </a:cubicBezTo>
                  <a:cubicBezTo>
                    <a:pt x="559" y="174"/>
                    <a:pt x="325" y="74"/>
                    <a:pt x="125" y="8"/>
                  </a:cubicBezTo>
                  <a:cubicBezTo>
                    <a:pt x="116" y="3"/>
                    <a:pt x="106" y="1"/>
                    <a:pt x="9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3" name="Google Shape;1573;p53"/>
            <p:cNvSpPr/>
            <p:nvPr/>
          </p:nvSpPr>
          <p:spPr>
            <a:xfrm>
              <a:off x="7647247" y="2216606"/>
              <a:ext cx="27316" cy="15988"/>
            </a:xfrm>
            <a:custGeom>
              <a:rect b="b" l="l" r="r" t="t"/>
              <a:pathLst>
                <a:path extrusionOk="0" h="796" w="1360">
                  <a:moveTo>
                    <a:pt x="935" y="1"/>
                  </a:moveTo>
                  <a:cubicBezTo>
                    <a:pt x="768" y="1"/>
                    <a:pt x="635" y="34"/>
                    <a:pt x="535" y="101"/>
                  </a:cubicBezTo>
                  <a:cubicBezTo>
                    <a:pt x="401" y="134"/>
                    <a:pt x="301" y="234"/>
                    <a:pt x="201" y="301"/>
                  </a:cubicBezTo>
                  <a:cubicBezTo>
                    <a:pt x="168" y="368"/>
                    <a:pt x="101" y="435"/>
                    <a:pt x="68" y="468"/>
                  </a:cubicBezTo>
                  <a:cubicBezTo>
                    <a:pt x="34" y="535"/>
                    <a:pt x="1" y="601"/>
                    <a:pt x="1" y="701"/>
                  </a:cubicBezTo>
                  <a:cubicBezTo>
                    <a:pt x="1" y="760"/>
                    <a:pt x="46" y="795"/>
                    <a:pt x="97" y="795"/>
                  </a:cubicBezTo>
                  <a:cubicBezTo>
                    <a:pt x="134" y="795"/>
                    <a:pt x="173" y="777"/>
                    <a:pt x="201" y="735"/>
                  </a:cubicBezTo>
                  <a:cubicBezTo>
                    <a:pt x="234" y="701"/>
                    <a:pt x="268" y="668"/>
                    <a:pt x="301" y="601"/>
                  </a:cubicBezTo>
                  <a:cubicBezTo>
                    <a:pt x="301" y="568"/>
                    <a:pt x="335" y="535"/>
                    <a:pt x="368" y="501"/>
                  </a:cubicBezTo>
                  <a:cubicBezTo>
                    <a:pt x="468" y="401"/>
                    <a:pt x="535" y="335"/>
                    <a:pt x="635" y="301"/>
                  </a:cubicBezTo>
                  <a:cubicBezTo>
                    <a:pt x="785" y="226"/>
                    <a:pt x="954" y="189"/>
                    <a:pt x="1113" y="189"/>
                  </a:cubicBezTo>
                  <a:cubicBezTo>
                    <a:pt x="1166" y="189"/>
                    <a:pt x="1219" y="193"/>
                    <a:pt x="1269" y="201"/>
                  </a:cubicBezTo>
                  <a:cubicBezTo>
                    <a:pt x="1278" y="206"/>
                    <a:pt x="1287" y="208"/>
                    <a:pt x="1294" y="208"/>
                  </a:cubicBezTo>
                  <a:cubicBezTo>
                    <a:pt x="1343" y="208"/>
                    <a:pt x="1359" y="130"/>
                    <a:pt x="1302" y="101"/>
                  </a:cubicBezTo>
                  <a:lnTo>
                    <a:pt x="1302" y="101"/>
                  </a:lnTo>
                  <a:lnTo>
                    <a:pt x="1302" y="134"/>
                  </a:lnTo>
                  <a:cubicBezTo>
                    <a:pt x="1168" y="34"/>
                    <a:pt x="1068" y="1"/>
                    <a:pt x="93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4" name="Google Shape;1574;p53"/>
            <p:cNvSpPr/>
            <p:nvPr/>
          </p:nvSpPr>
          <p:spPr>
            <a:xfrm>
              <a:off x="7409421" y="3117097"/>
              <a:ext cx="58970" cy="102132"/>
            </a:xfrm>
            <a:custGeom>
              <a:rect b="b" l="l" r="r" t="t"/>
              <a:pathLst>
                <a:path extrusionOk="0" h="5085" w="2936">
                  <a:moveTo>
                    <a:pt x="289" y="0"/>
                  </a:moveTo>
                  <a:cubicBezTo>
                    <a:pt x="242" y="0"/>
                    <a:pt x="200" y="29"/>
                    <a:pt x="200" y="99"/>
                  </a:cubicBezTo>
                  <a:cubicBezTo>
                    <a:pt x="0" y="1167"/>
                    <a:pt x="67" y="2367"/>
                    <a:pt x="534" y="3335"/>
                  </a:cubicBezTo>
                  <a:cubicBezTo>
                    <a:pt x="767" y="3768"/>
                    <a:pt x="1068" y="4135"/>
                    <a:pt x="1435" y="4469"/>
                  </a:cubicBezTo>
                  <a:cubicBezTo>
                    <a:pt x="1635" y="4602"/>
                    <a:pt x="1801" y="4736"/>
                    <a:pt x="2002" y="4869"/>
                  </a:cubicBezTo>
                  <a:cubicBezTo>
                    <a:pt x="2198" y="4953"/>
                    <a:pt x="2418" y="5085"/>
                    <a:pt x="2622" y="5085"/>
                  </a:cubicBezTo>
                  <a:cubicBezTo>
                    <a:pt x="2660" y="5085"/>
                    <a:pt x="2698" y="5080"/>
                    <a:pt x="2735" y="5069"/>
                  </a:cubicBezTo>
                  <a:cubicBezTo>
                    <a:pt x="2936" y="5036"/>
                    <a:pt x="2936" y="4803"/>
                    <a:pt x="2836" y="4669"/>
                  </a:cubicBezTo>
                  <a:cubicBezTo>
                    <a:pt x="2735" y="4536"/>
                    <a:pt x="2469" y="4469"/>
                    <a:pt x="2302" y="4402"/>
                  </a:cubicBezTo>
                  <a:cubicBezTo>
                    <a:pt x="2102" y="4302"/>
                    <a:pt x="1935" y="4169"/>
                    <a:pt x="1768" y="4035"/>
                  </a:cubicBezTo>
                  <a:cubicBezTo>
                    <a:pt x="1435" y="3768"/>
                    <a:pt x="1168" y="3435"/>
                    <a:pt x="968" y="3068"/>
                  </a:cubicBezTo>
                  <a:cubicBezTo>
                    <a:pt x="501" y="2134"/>
                    <a:pt x="567" y="1133"/>
                    <a:pt x="434" y="133"/>
                  </a:cubicBezTo>
                  <a:cubicBezTo>
                    <a:pt x="434" y="55"/>
                    <a:pt x="355" y="0"/>
                    <a:pt x="2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5" name="Google Shape;1575;p53"/>
            <p:cNvSpPr/>
            <p:nvPr/>
          </p:nvSpPr>
          <p:spPr>
            <a:xfrm>
              <a:off x="8132220" y="2662071"/>
              <a:ext cx="26251" cy="41455"/>
            </a:xfrm>
            <a:custGeom>
              <a:rect b="b" l="l" r="r" t="t"/>
              <a:pathLst>
                <a:path extrusionOk="0" h="2064" w="1307">
                  <a:moveTo>
                    <a:pt x="1063" y="0"/>
                  </a:moveTo>
                  <a:cubicBezTo>
                    <a:pt x="991" y="0"/>
                    <a:pt x="922" y="42"/>
                    <a:pt x="906" y="138"/>
                  </a:cubicBezTo>
                  <a:cubicBezTo>
                    <a:pt x="873" y="271"/>
                    <a:pt x="906" y="438"/>
                    <a:pt x="873" y="605"/>
                  </a:cubicBezTo>
                  <a:cubicBezTo>
                    <a:pt x="839" y="738"/>
                    <a:pt x="773" y="905"/>
                    <a:pt x="706" y="1005"/>
                  </a:cubicBezTo>
                  <a:cubicBezTo>
                    <a:pt x="573" y="1305"/>
                    <a:pt x="372" y="1539"/>
                    <a:pt x="139" y="1739"/>
                  </a:cubicBezTo>
                  <a:cubicBezTo>
                    <a:pt x="0" y="1878"/>
                    <a:pt x="139" y="2063"/>
                    <a:pt x="305" y="2063"/>
                  </a:cubicBezTo>
                  <a:cubicBezTo>
                    <a:pt x="338" y="2063"/>
                    <a:pt x="372" y="2056"/>
                    <a:pt x="406" y="2039"/>
                  </a:cubicBezTo>
                  <a:cubicBezTo>
                    <a:pt x="739" y="1873"/>
                    <a:pt x="973" y="1572"/>
                    <a:pt x="1106" y="1205"/>
                  </a:cubicBezTo>
                  <a:cubicBezTo>
                    <a:pt x="1206" y="1039"/>
                    <a:pt x="1240" y="872"/>
                    <a:pt x="1273" y="705"/>
                  </a:cubicBezTo>
                  <a:cubicBezTo>
                    <a:pt x="1306" y="538"/>
                    <a:pt x="1306" y="305"/>
                    <a:pt x="1273" y="138"/>
                  </a:cubicBezTo>
                  <a:lnTo>
                    <a:pt x="1240" y="138"/>
                  </a:lnTo>
                  <a:cubicBezTo>
                    <a:pt x="1222" y="51"/>
                    <a:pt x="1141" y="0"/>
                    <a:pt x="1063" y="0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6" name="Google Shape;1576;p53"/>
            <p:cNvSpPr/>
            <p:nvPr/>
          </p:nvSpPr>
          <p:spPr>
            <a:xfrm>
              <a:off x="7233155" y="2864950"/>
              <a:ext cx="44970" cy="19442"/>
            </a:xfrm>
            <a:custGeom>
              <a:rect b="b" l="l" r="r" t="t"/>
              <a:pathLst>
                <a:path extrusionOk="0" h="968" w="2239">
                  <a:moveTo>
                    <a:pt x="235" y="1"/>
                  </a:moveTo>
                  <a:cubicBezTo>
                    <a:pt x="116" y="1"/>
                    <a:pt x="0" y="149"/>
                    <a:pt x="103" y="278"/>
                  </a:cubicBezTo>
                  <a:cubicBezTo>
                    <a:pt x="508" y="655"/>
                    <a:pt x="1087" y="967"/>
                    <a:pt x="1664" y="967"/>
                  </a:cubicBezTo>
                  <a:cubicBezTo>
                    <a:pt x="1801" y="967"/>
                    <a:pt x="1937" y="950"/>
                    <a:pt x="2071" y="911"/>
                  </a:cubicBezTo>
                  <a:cubicBezTo>
                    <a:pt x="2238" y="845"/>
                    <a:pt x="2205" y="611"/>
                    <a:pt x="2005" y="578"/>
                  </a:cubicBezTo>
                  <a:cubicBezTo>
                    <a:pt x="1704" y="578"/>
                    <a:pt x="1404" y="578"/>
                    <a:pt x="1137" y="478"/>
                  </a:cubicBezTo>
                  <a:cubicBezTo>
                    <a:pt x="837" y="378"/>
                    <a:pt x="570" y="244"/>
                    <a:pt x="337" y="44"/>
                  </a:cubicBezTo>
                  <a:cubicBezTo>
                    <a:pt x="306" y="14"/>
                    <a:pt x="271" y="1"/>
                    <a:pt x="235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7" name="Google Shape;1577;p53"/>
            <p:cNvSpPr/>
            <p:nvPr/>
          </p:nvSpPr>
          <p:spPr>
            <a:xfrm>
              <a:off x="7226888" y="2682096"/>
              <a:ext cx="29625" cy="39065"/>
            </a:xfrm>
            <a:custGeom>
              <a:rect b="b" l="l" r="r" t="t"/>
              <a:pathLst>
                <a:path extrusionOk="0" h="1945" w="1475">
                  <a:moveTo>
                    <a:pt x="169" y="1"/>
                  </a:moveTo>
                  <a:cubicBezTo>
                    <a:pt x="90" y="1"/>
                    <a:pt x="1" y="79"/>
                    <a:pt x="48" y="175"/>
                  </a:cubicBezTo>
                  <a:cubicBezTo>
                    <a:pt x="249" y="475"/>
                    <a:pt x="415" y="775"/>
                    <a:pt x="615" y="1042"/>
                  </a:cubicBezTo>
                  <a:lnTo>
                    <a:pt x="882" y="1476"/>
                  </a:lnTo>
                  <a:cubicBezTo>
                    <a:pt x="982" y="1643"/>
                    <a:pt x="1116" y="1776"/>
                    <a:pt x="1216" y="1910"/>
                  </a:cubicBezTo>
                  <a:cubicBezTo>
                    <a:pt x="1248" y="1934"/>
                    <a:pt x="1281" y="1945"/>
                    <a:pt x="1311" y="1945"/>
                  </a:cubicBezTo>
                  <a:cubicBezTo>
                    <a:pt x="1405" y="1945"/>
                    <a:pt x="1475" y="1844"/>
                    <a:pt x="1449" y="1743"/>
                  </a:cubicBezTo>
                  <a:cubicBezTo>
                    <a:pt x="1383" y="1609"/>
                    <a:pt x="1283" y="1443"/>
                    <a:pt x="1183" y="1309"/>
                  </a:cubicBezTo>
                  <a:cubicBezTo>
                    <a:pt x="1082" y="1176"/>
                    <a:pt x="982" y="1042"/>
                    <a:pt x="882" y="876"/>
                  </a:cubicBezTo>
                  <a:cubicBezTo>
                    <a:pt x="682" y="609"/>
                    <a:pt x="482" y="308"/>
                    <a:pt x="249" y="42"/>
                  </a:cubicBezTo>
                  <a:cubicBezTo>
                    <a:pt x="230" y="13"/>
                    <a:pt x="200" y="1"/>
                    <a:pt x="169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8" name="Google Shape;1578;p53"/>
            <p:cNvSpPr/>
            <p:nvPr/>
          </p:nvSpPr>
          <p:spPr>
            <a:xfrm>
              <a:off x="7601695" y="2306326"/>
              <a:ext cx="44709" cy="13216"/>
            </a:xfrm>
            <a:custGeom>
              <a:rect b="b" l="l" r="r" t="t"/>
              <a:pathLst>
                <a:path extrusionOk="0" h="658" w="2226">
                  <a:moveTo>
                    <a:pt x="1997" y="1"/>
                  </a:moveTo>
                  <a:cubicBezTo>
                    <a:pt x="1988" y="1"/>
                    <a:pt x="1979" y="2"/>
                    <a:pt x="1969" y="4"/>
                  </a:cubicBezTo>
                  <a:lnTo>
                    <a:pt x="1969" y="37"/>
                  </a:lnTo>
                  <a:cubicBezTo>
                    <a:pt x="1669" y="104"/>
                    <a:pt x="1368" y="204"/>
                    <a:pt x="1068" y="271"/>
                  </a:cubicBezTo>
                  <a:cubicBezTo>
                    <a:pt x="768" y="337"/>
                    <a:pt x="434" y="371"/>
                    <a:pt x="134" y="404"/>
                  </a:cubicBezTo>
                  <a:cubicBezTo>
                    <a:pt x="1" y="404"/>
                    <a:pt x="1" y="638"/>
                    <a:pt x="134" y="638"/>
                  </a:cubicBezTo>
                  <a:cubicBezTo>
                    <a:pt x="265" y="651"/>
                    <a:pt x="397" y="657"/>
                    <a:pt x="529" y="657"/>
                  </a:cubicBezTo>
                  <a:cubicBezTo>
                    <a:pt x="1071" y="657"/>
                    <a:pt x="1613" y="545"/>
                    <a:pt x="2069" y="304"/>
                  </a:cubicBezTo>
                  <a:cubicBezTo>
                    <a:pt x="2226" y="241"/>
                    <a:pt x="2146" y="1"/>
                    <a:pt x="1997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79" name="Google Shape;1579;p53"/>
          <p:cNvSpPr txBox="1"/>
          <p:nvPr/>
        </p:nvSpPr>
        <p:spPr>
          <a:xfrm>
            <a:off x="147000" y="2827125"/>
            <a:ext cx="5331000" cy="21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				: CSE495</a:t>
            </a:r>
            <a:endParaRPr b="1" sz="22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Section				: 02</a:t>
            </a:r>
            <a:endParaRPr b="1" sz="22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				: 04</a:t>
            </a:r>
            <a:endParaRPr b="1" sz="22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2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Instructor	: Deepak Chandra Ray</a:t>
            </a:r>
            <a:endParaRPr b="1" sz="22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0" name="Google Shape;1580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4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p54"/>
          <p:cNvSpPr/>
          <p:nvPr/>
        </p:nvSpPr>
        <p:spPr>
          <a:xfrm>
            <a:off x="667788" y="2689700"/>
            <a:ext cx="1587300" cy="4992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6" name="Google Shape;1586;p5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Group Members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7" name="Google Shape;1587;p54"/>
          <p:cNvSpPr txBox="1"/>
          <p:nvPr>
            <p:ph idx="1" type="subTitle"/>
          </p:nvPr>
        </p:nvSpPr>
        <p:spPr>
          <a:xfrm>
            <a:off x="726750" y="2690600"/>
            <a:ext cx="14694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Arial"/>
              <a:buNone/>
            </a:pPr>
            <a:r>
              <a:rPr lang="en"/>
              <a:t>2022-1-60-070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1588" name="Google Shape;1588;p54"/>
          <p:cNvSpPr/>
          <p:nvPr/>
        </p:nvSpPr>
        <p:spPr>
          <a:xfrm>
            <a:off x="6966003" y="2662813"/>
            <a:ext cx="1587300" cy="4992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9" name="Google Shape;1589;p54"/>
          <p:cNvSpPr txBox="1"/>
          <p:nvPr>
            <p:ph idx="2" type="subTitle"/>
          </p:nvPr>
        </p:nvSpPr>
        <p:spPr>
          <a:xfrm>
            <a:off x="540963" y="3249043"/>
            <a:ext cx="19215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600"/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Maria Hasan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0" name="Google Shape;1590;p54"/>
          <p:cNvSpPr txBox="1"/>
          <p:nvPr>
            <p:ph idx="3" type="subTitle"/>
          </p:nvPr>
        </p:nvSpPr>
        <p:spPr>
          <a:xfrm>
            <a:off x="7041075" y="2662813"/>
            <a:ext cx="13500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Arial"/>
              <a:buNone/>
            </a:pPr>
            <a:r>
              <a:rPr lang="en"/>
              <a:t>2022-1-60-132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1591" name="Google Shape;1591;p54"/>
          <p:cNvSpPr txBox="1"/>
          <p:nvPr>
            <p:ph idx="4" type="subTitle"/>
          </p:nvPr>
        </p:nvSpPr>
        <p:spPr>
          <a:xfrm>
            <a:off x="6819903" y="3179931"/>
            <a:ext cx="19215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Arial"/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Jerin Anan Proma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t/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2" name="Google Shape;1592;p54"/>
          <p:cNvSpPr/>
          <p:nvPr/>
        </p:nvSpPr>
        <p:spPr>
          <a:xfrm>
            <a:off x="2609438" y="2670775"/>
            <a:ext cx="1587300" cy="4992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3" name="Google Shape;1593;p54"/>
          <p:cNvSpPr txBox="1"/>
          <p:nvPr>
            <p:ph idx="5" type="subTitle"/>
          </p:nvPr>
        </p:nvSpPr>
        <p:spPr>
          <a:xfrm>
            <a:off x="2701188" y="2690600"/>
            <a:ext cx="13500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">
                <a:solidFill>
                  <a:srgbClr val="FCFCFC"/>
                </a:solidFill>
              </a:rPr>
              <a:t>2022-1-60-153</a:t>
            </a:r>
            <a:endParaRPr>
              <a:solidFill>
                <a:srgbClr val="FCFCF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FCFCFC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1594" name="Google Shape;1594;p54"/>
          <p:cNvSpPr txBox="1"/>
          <p:nvPr>
            <p:ph idx="6" type="subTitle"/>
          </p:nvPr>
        </p:nvSpPr>
        <p:spPr>
          <a:xfrm>
            <a:off x="2442338" y="3248518"/>
            <a:ext cx="19215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Fatema Tuz Zannat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600"/>
              <a:buNone/>
            </a:pPr>
            <a:r>
              <a:t/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5" name="Google Shape;1595;p54"/>
          <p:cNvSpPr/>
          <p:nvPr/>
        </p:nvSpPr>
        <p:spPr>
          <a:xfrm>
            <a:off x="4781943" y="2679288"/>
            <a:ext cx="1587300" cy="4992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6" name="Google Shape;1596;p54"/>
          <p:cNvSpPr txBox="1"/>
          <p:nvPr>
            <p:ph idx="7" type="subTitle"/>
          </p:nvPr>
        </p:nvSpPr>
        <p:spPr>
          <a:xfrm>
            <a:off x="4900588" y="2721700"/>
            <a:ext cx="13500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Arial"/>
              <a:buNone/>
            </a:pPr>
            <a:r>
              <a:rPr lang="en"/>
              <a:t>2022-1-60-148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1597" name="Google Shape;1597;p54"/>
          <p:cNvSpPr txBox="1"/>
          <p:nvPr>
            <p:ph idx="8" type="subTitle"/>
          </p:nvPr>
        </p:nvSpPr>
        <p:spPr>
          <a:xfrm>
            <a:off x="4567762" y="3238763"/>
            <a:ext cx="21822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600"/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Shamima Sharmin Ananna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598" name="Google Shape;1598;p54"/>
          <p:cNvGrpSpPr/>
          <p:nvPr/>
        </p:nvGrpSpPr>
        <p:grpSpPr>
          <a:xfrm>
            <a:off x="1078921" y="1954610"/>
            <a:ext cx="611994" cy="572697"/>
            <a:chOff x="3938800" y="4399275"/>
            <a:chExt cx="359700" cy="481825"/>
          </a:xfrm>
        </p:grpSpPr>
        <p:sp>
          <p:nvSpPr>
            <p:cNvPr id="1599" name="Google Shape;1599;p54"/>
            <p:cNvSpPr/>
            <p:nvPr/>
          </p:nvSpPr>
          <p:spPr>
            <a:xfrm>
              <a:off x="4022650" y="4427525"/>
              <a:ext cx="166625" cy="84700"/>
            </a:xfrm>
            <a:custGeom>
              <a:rect b="b" l="l" r="r" t="t"/>
              <a:pathLst>
                <a:path extrusionOk="0" h="3388" w="6665">
                  <a:moveTo>
                    <a:pt x="3909" y="0"/>
                  </a:moveTo>
                  <a:cubicBezTo>
                    <a:pt x="1946" y="3"/>
                    <a:pt x="284" y="1446"/>
                    <a:pt x="1" y="3388"/>
                  </a:cubicBezTo>
                  <a:lnTo>
                    <a:pt x="3909" y="3388"/>
                  </a:lnTo>
                  <a:cubicBezTo>
                    <a:pt x="4807" y="3385"/>
                    <a:pt x="5647" y="2957"/>
                    <a:pt x="6180" y="2235"/>
                  </a:cubicBezTo>
                  <a:cubicBezTo>
                    <a:pt x="6421" y="1909"/>
                    <a:pt x="6589" y="1530"/>
                    <a:pt x="6665" y="1129"/>
                  </a:cubicBezTo>
                  <a:cubicBezTo>
                    <a:pt x="6135" y="602"/>
                    <a:pt x="5463" y="241"/>
                    <a:pt x="4734" y="91"/>
                  </a:cubicBezTo>
                  <a:cubicBezTo>
                    <a:pt x="4463" y="30"/>
                    <a:pt x="4186" y="0"/>
                    <a:pt x="390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0" name="Google Shape;1600;p54"/>
            <p:cNvSpPr/>
            <p:nvPr/>
          </p:nvSpPr>
          <p:spPr>
            <a:xfrm>
              <a:off x="4021450" y="4484275"/>
              <a:ext cx="197650" cy="199225"/>
            </a:xfrm>
            <a:custGeom>
              <a:rect b="b" l="l" r="r" t="t"/>
              <a:pathLst>
                <a:path extrusionOk="0" h="7969" w="7906">
                  <a:moveTo>
                    <a:pt x="7526" y="1"/>
                  </a:moveTo>
                  <a:cubicBezTo>
                    <a:pt x="7420" y="223"/>
                    <a:pt x="7291" y="434"/>
                    <a:pt x="7140" y="633"/>
                  </a:cubicBezTo>
                  <a:cubicBezTo>
                    <a:pt x="6396" y="1648"/>
                    <a:pt x="5216" y="2247"/>
                    <a:pt x="3957" y="2247"/>
                  </a:cubicBezTo>
                  <a:lnTo>
                    <a:pt x="4" y="2247"/>
                  </a:lnTo>
                  <a:lnTo>
                    <a:pt x="4" y="4018"/>
                  </a:lnTo>
                  <a:cubicBezTo>
                    <a:pt x="1" y="4635"/>
                    <a:pt x="148" y="5243"/>
                    <a:pt x="434" y="5788"/>
                  </a:cubicBezTo>
                  <a:lnTo>
                    <a:pt x="434" y="5800"/>
                  </a:lnTo>
                  <a:cubicBezTo>
                    <a:pt x="615" y="6159"/>
                    <a:pt x="850" y="6487"/>
                    <a:pt x="1133" y="6773"/>
                  </a:cubicBezTo>
                  <a:lnTo>
                    <a:pt x="1202" y="6839"/>
                  </a:lnTo>
                  <a:cubicBezTo>
                    <a:pt x="1967" y="7592"/>
                    <a:pt x="2962" y="7968"/>
                    <a:pt x="3958" y="7968"/>
                  </a:cubicBezTo>
                  <a:cubicBezTo>
                    <a:pt x="4959" y="7968"/>
                    <a:pt x="5959" y="7588"/>
                    <a:pt x="6725" y="6827"/>
                  </a:cubicBezTo>
                  <a:lnTo>
                    <a:pt x="6758" y="6794"/>
                  </a:lnTo>
                  <a:cubicBezTo>
                    <a:pt x="6972" y="6583"/>
                    <a:pt x="7158" y="6342"/>
                    <a:pt x="7312" y="6083"/>
                  </a:cubicBezTo>
                  <a:lnTo>
                    <a:pt x="7321" y="6083"/>
                  </a:lnTo>
                  <a:cubicBezTo>
                    <a:pt x="7703" y="5463"/>
                    <a:pt x="7905" y="4746"/>
                    <a:pt x="7902" y="4018"/>
                  </a:cubicBezTo>
                  <a:lnTo>
                    <a:pt x="7902" y="1684"/>
                  </a:lnTo>
                  <a:cubicBezTo>
                    <a:pt x="7902" y="1407"/>
                    <a:pt x="7875" y="1130"/>
                    <a:pt x="7818" y="859"/>
                  </a:cubicBezTo>
                  <a:cubicBezTo>
                    <a:pt x="7764" y="561"/>
                    <a:pt x="7664" y="272"/>
                    <a:pt x="752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1" name="Google Shape;1601;p54"/>
            <p:cNvSpPr/>
            <p:nvPr/>
          </p:nvSpPr>
          <p:spPr>
            <a:xfrm>
              <a:off x="4054050" y="4692500"/>
              <a:ext cx="132975" cy="47450"/>
            </a:xfrm>
            <a:custGeom>
              <a:rect b="b" l="l" r="r" t="t"/>
              <a:pathLst>
                <a:path extrusionOk="0" h="1898" w="5319">
                  <a:moveTo>
                    <a:pt x="5318" y="1"/>
                  </a:moveTo>
                  <a:lnTo>
                    <a:pt x="5318" y="1"/>
                  </a:lnTo>
                  <a:cubicBezTo>
                    <a:pt x="4550" y="498"/>
                    <a:pt x="3635" y="769"/>
                    <a:pt x="2653" y="769"/>
                  </a:cubicBezTo>
                  <a:cubicBezTo>
                    <a:pt x="2648" y="769"/>
                    <a:pt x="2643" y="769"/>
                    <a:pt x="2637" y="769"/>
                  </a:cubicBezTo>
                  <a:cubicBezTo>
                    <a:pt x="1703" y="769"/>
                    <a:pt x="791" y="507"/>
                    <a:pt x="0" y="13"/>
                  </a:cubicBezTo>
                  <a:lnTo>
                    <a:pt x="0" y="13"/>
                  </a:lnTo>
                  <a:cubicBezTo>
                    <a:pt x="82" y="272"/>
                    <a:pt x="202" y="516"/>
                    <a:pt x="362" y="736"/>
                  </a:cubicBezTo>
                  <a:cubicBezTo>
                    <a:pt x="898" y="1464"/>
                    <a:pt x="1747" y="1895"/>
                    <a:pt x="2653" y="1898"/>
                  </a:cubicBezTo>
                  <a:cubicBezTo>
                    <a:pt x="2660" y="1898"/>
                    <a:pt x="2667" y="1898"/>
                    <a:pt x="2674" y="1898"/>
                  </a:cubicBezTo>
                  <a:cubicBezTo>
                    <a:pt x="3870" y="1898"/>
                    <a:pt x="4935" y="1135"/>
                    <a:pt x="531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2" name="Google Shape;1602;p54"/>
            <p:cNvSpPr/>
            <p:nvPr/>
          </p:nvSpPr>
          <p:spPr>
            <a:xfrm>
              <a:off x="4163275" y="4399275"/>
              <a:ext cx="84275" cy="84200"/>
            </a:xfrm>
            <a:custGeom>
              <a:rect b="b" l="l" r="r" t="t"/>
              <a:pathLst>
                <a:path extrusionOk="0" h="3368" w="3371">
                  <a:moveTo>
                    <a:pt x="1090" y="1"/>
                  </a:moveTo>
                  <a:cubicBezTo>
                    <a:pt x="707" y="1"/>
                    <a:pt x="330" y="106"/>
                    <a:pt x="1" y="305"/>
                  </a:cubicBezTo>
                  <a:cubicBezTo>
                    <a:pt x="338" y="420"/>
                    <a:pt x="660" y="573"/>
                    <a:pt x="961" y="769"/>
                  </a:cubicBezTo>
                  <a:lnTo>
                    <a:pt x="961" y="781"/>
                  </a:lnTo>
                  <a:cubicBezTo>
                    <a:pt x="1443" y="1070"/>
                    <a:pt x="1874" y="1446"/>
                    <a:pt x="2226" y="1886"/>
                  </a:cubicBezTo>
                  <a:cubicBezTo>
                    <a:pt x="2587" y="2329"/>
                    <a:pt x="2871" y="2829"/>
                    <a:pt x="3060" y="3368"/>
                  </a:cubicBezTo>
                  <a:cubicBezTo>
                    <a:pt x="3262" y="3033"/>
                    <a:pt x="3370" y="2651"/>
                    <a:pt x="3364" y="2259"/>
                  </a:cubicBezTo>
                  <a:cubicBezTo>
                    <a:pt x="3361" y="1236"/>
                    <a:pt x="2672" y="341"/>
                    <a:pt x="1684" y="79"/>
                  </a:cubicBezTo>
                  <a:cubicBezTo>
                    <a:pt x="1615" y="58"/>
                    <a:pt x="1543" y="46"/>
                    <a:pt x="1467" y="46"/>
                  </a:cubicBezTo>
                  <a:cubicBezTo>
                    <a:pt x="1344" y="34"/>
                    <a:pt x="1232" y="1"/>
                    <a:pt x="1106" y="1"/>
                  </a:cubicBezTo>
                  <a:cubicBezTo>
                    <a:pt x="1101" y="1"/>
                    <a:pt x="1095" y="1"/>
                    <a:pt x="109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3" name="Google Shape;1603;p54"/>
            <p:cNvSpPr/>
            <p:nvPr/>
          </p:nvSpPr>
          <p:spPr>
            <a:xfrm>
              <a:off x="3938800" y="4692800"/>
              <a:ext cx="359700" cy="188300"/>
            </a:xfrm>
            <a:custGeom>
              <a:rect b="b" l="l" r="r" t="t"/>
              <a:pathLst>
                <a:path extrusionOk="0" h="7532" w="14388">
                  <a:moveTo>
                    <a:pt x="11160" y="4144"/>
                  </a:moveTo>
                  <a:cubicBezTo>
                    <a:pt x="11470" y="4144"/>
                    <a:pt x="11723" y="4397"/>
                    <a:pt x="11723" y="4710"/>
                  </a:cubicBezTo>
                  <a:cubicBezTo>
                    <a:pt x="11723" y="5021"/>
                    <a:pt x="11470" y="5274"/>
                    <a:pt x="11160" y="5274"/>
                  </a:cubicBezTo>
                  <a:lnTo>
                    <a:pt x="10031" y="5274"/>
                  </a:lnTo>
                  <a:cubicBezTo>
                    <a:pt x="9718" y="5274"/>
                    <a:pt x="9465" y="5021"/>
                    <a:pt x="9465" y="4710"/>
                  </a:cubicBezTo>
                  <a:cubicBezTo>
                    <a:pt x="9465" y="4397"/>
                    <a:pt x="9718" y="4144"/>
                    <a:pt x="10031" y="4144"/>
                  </a:cubicBezTo>
                  <a:close/>
                  <a:moveTo>
                    <a:pt x="3379" y="1"/>
                  </a:moveTo>
                  <a:lnTo>
                    <a:pt x="2385" y="248"/>
                  </a:lnTo>
                  <a:cubicBezTo>
                    <a:pt x="922" y="615"/>
                    <a:pt x="0" y="2067"/>
                    <a:pt x="295" y="3545"/>
                  </a:cubicBezTo>
                  <a:lnTo>
                    <a:pt x="1006" y="7080"/>
                  </a:lnTo>
                  <a:cubicBezTo>
                    <a:pt x="1060" y="7342"/>
                    <a:pt x="1292" y="7532"/>
                    <a:pt x="1560" y="7532"/>
                  </a:cubicBezTo>
                  <a:lnTo>
                    <a:pt x="12831" y="7532"/>
                  </a:lnTo>
                  <a:cubicBezTo>
                    <a:pt x="12833" y="7532"/>
                    <a:pt x="12835" y="7532"/>
                    <a:pt x="12837" y="7532"/>
                  </a:cubicBezTo>
                  <a:cubicBezTo>
                    <a:pt x="13103" y="7532"/>
                    <a:pt x="13331" y="7343"/>
                    <a:pt x="13382" y="7080"/>
                  </a:cubicBezTo>
                  <a:lnTo>
                    <a:pt x="14096" y="3545"/>
                  </a:lnTo>
                  <a:cubicBezTo>
                    <a:pt x="14388" y="2070"/>
                    <a:pt x="13476" y="621"/>
                    <a:pt x="12018" y="248"/>
                  </a:cubicBezTo>
                  <a:lnTo>
                    <a:pt x="11046" y="13"/>
                  </a:lnTo>
                  <a:cubicBezTo>
                    <a:pt x="10678" y="1506"/>
                    <a:pt x="9474" y="2648"/>
                    <a:pt x="7965" y="2943"/>
                  </a:cubicBezTo>
                  <a:cubicBezTo>
                    <a:pt x="7714" y="2991"/>
                    <a:pt x="7463" y="3015"/>
                    <a:pt x="7214" y="3015"/>
                  </a:cubicBezTo>
                  <a:cubicBezTo>
                    <a:pt x="5960" y="3015"/>
                    <a:pt x="4762" y="2417"/>
                    <a:pt x="4011" y="1377"/>
                  </a:cubicBezTo>
                  <a:cubicBezTo>
                    <a:pt x="3707" y="967"/>
                    <a:pt x="3493" y="498"/>
                    <a:pt x="337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04" name="Google Shape;1604;p54"/>
          <p:cNvGrpSpPr/>
          <p:nvPr/>
        </p:nvGrpSpPr>
        <p:grpSpPr>
          <a:xfrm>
            <a:off x="7410071" y="1885673"/>
            <a:ext cx="611994" cy="572697"/>
            <a:chOff x="3938800" y="4399275"/>
            <a:chExt cx="359700" cy="481825"/>
          </a:xfrm>
        </p:grpSpPr>
        <p:sp>
          <p:nvSpPr>
            <p:cNvPr id="1605" name="Google Shape;1605;p54"/>
            <p:cNvSpPr/>
            <p:nvPr/>
          </p:nvSpPr>
          <p:spPr>
            <a:xfrm>
              <a:off x="4022650" y="4427525"/>
              <a:ext cx="166625" cy="84700"/>
            </a:xfrm>
            <a:custGeom>
              <a:rect b="b" l="l" r="r" t="t"/>
              <a:pathLst>
                <a:path extrusionOk="0" h="3388" w="6665">
                  <a:moveTo>
                    <a:pt x="3909" y="0"/>
                  </a:moveTo>
                  <a:cubicBezTo>
                    <a:pt x="1946" y="3"/>
                    <a:pt x="284" y="1446"/>
                    <a:pt x="1" y="3388"/>
                  </a:cubicBezTo>
                  <a:lnTo>
                    <a:pt x="3909" y="3388"/>
                  </a:lnTo>
                  <a:cubicBezTo>
                    <a:pt x="4807" y="3385"/>
                    <a:pt x="5647" y="2957"/>
                    <a:pt x="6180" y="2235"/>
                  </a:cubicBezTo>
                  <a:cubicBezTo>
                    <a:pt x="6421" y="1909"/>
                    <a:pt x="6589" y="1530"/>
                    <a:pt x="6665" y="1129"/>
                  </a:cubicBezTo>
                  <a:cubicBezTo>
                    <a:pt x="6135" y="602"/>
                    <a:pt x="5463" y="241"/>
                    <a:pt x="4734" y="91"/>
                  </a:cubicBezTo>
                  <a:cubicBezTo>
                    <a:pt x="4463" y="30"/>
                    <a:pt x="4186" y="0"/>
                    <a:pt x="390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6" name="Google Shape;1606;p54"/>
            <p:cNvSpPr/>
            <p:nvPr/>
          </p:nvSpPr>
          <p:spPr>
            <a:xfrm>
              <a:off x="4021450" y="4484275"/>
              <a:ext cx="197650" cy="199225"/>
            </a:xfrm>
            <a:custGeom>
              <a:rect b="b" l="l" r="r" t="t"/>
              <a:pathLst>
                <a:path extrusionOk="0" h="7969" w="7906">
                  <a:moveTo>
                    <a:pt x="7526" y="1"/>
                  </a:moveTo>
                  <a:cubicBezTo>
                    <a:pt x="7420" y="223"/>
                    <a:pt x="7291" y="434"/>
                    <a:pt x="7140" y="633"/>
                  </a:cubicBezTo>
                  <a:cubicBezTo>
                    <a:pt x="6396" y="1648"/>
                    <a:pt x="5216" y="2247"/>
                    <a:pt x="3957" y="2247"/>
                  </a:cubicBezTo>
                  <a:lnTo>
                    <a:pt x="4" y="2247"/>
                  </a:lnTo>
                  <a:lnTo>
                    <a:pt x="4" y="4018"/>
                  </a:lnTo>
                  <a:cubicBezTo>
                    <a:pt x="1" y="4635"/>
                    <a:pt x="148" y="5243"/>
                    <a:pt x="434" y="5788"/>
                  </a:cubicBezTo>
                  <a:lnTo>
                    <a:pt x="434" y="5800"/>
                  </a:lnTo>
                  <a:cubicBezTo>
                    <a:pt x="615" y="6159"/>
                    <a:pt x="850" y="6487"/>
                    <a:pt x="1133" y="6773"/>
                  </a:cubicBezTo>
                  <a:lnTo>
                    <a:pt x="1202" y="6839"/>
                  </a:lnTo>
                  <a:cubicBezTo>
                    <a:pt x="1967" y="7592"/>
                    <a:pt x="2962" y="7968"/>
                    <a:pt x="3958" y="7968"/>
                  </a:cubicBezTo>
                  <a:cubicBezTo>
                    <a:pt x="4959" y="7968"/>
                    <a:pt x="5959" y="7588"/>
                    <a:pt x="6725" y="6827"/>
                  </a:cubicBezTo>
                  <a:lnTo>
                    <a:pt x="6758" y="6794"/>
                  </a:lnTo>
                  <a:cubicBezTo>
                    <a:pt x="6972" y="6583"/>
                    <a:pt x="7158" y="6342"/>
                    <a:pt x="7312" y="6083"/>
                  </a:cubicBezTo>
                  <a:lnTo>
                    <a:pt x="7321" y="6083"/>
                  </a:lnTo>
                  <a:cubicBezTo>
                    <a:pt x="7703" y="5463"/>
                    <a:pt x="7905" y="4746"/>
                    <a:pt x="7902" y="4018"/>
                  </a:cubicBezTo>
                  <a:lnTo>
                    <a:pt x="7902" y="1684"/>
                  </a:lnTo>
                  <a:cubicBezTo>
                    <a:pt x="7902" y="1407"/>
                    <a:pt x="7875" y="1130"/>
                    <a:pt x="7818" y="859"/>
                  </a:cubicBezTo>
                  <a:cubicBezTo>
                    <a:pt x="7764" y="561"/>
                    <a:pt x="7664" y="272"/>
                    <a:pt x="752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7" name="Google Shape;1607;p54"/>
            <p:cNvSpPr/>
            <p:nvPr/>
          </p:nvSpPr>
          <p:spPr>
            <a:xfrm>
              <a:off x="4054050" y="4692500"/>
              <a:ext cx="132975" cy="47450"/>
            </a:xfrm>
            <a:custGeom>
              <a:rect b="b" l="l" r="r" t="t"/>
              <a:pathLst>
                <a:path extrusionOk="0" h="1898" w="5319">
                  <a:moveTo>
                    <a:pt x="5318" y="1"/>
                  </a:moveTo>
                  <a:lnTo>
                    <a:pt x="5318" y="1"/>
                  </a:lnTo>
                  <a:cubicBezTo>
                    <a:pt x="4550" y="498"/>
                    <a:pt x="3635" y="769"/>
                    <a:pt x="2653" y="769"/>
                  </a:cubicBezTo>
                  <a:cubicBezTo>
                    <a:pt x="2648" y="769"/>
                    <a:pt x="2643" y="769"/>
                    <a:pt x="2637" y="769"/>
                  </a:cubicBezTo>
                  <a:cubicBezTo>
                    <a:pt x="1703" y="769"/>
                    <a:pt x="791" y="507"/>
                    <a:pt x="0" y="13"/>
                  </a:cubicBezTo>
                  <a:lnTo>
                    <a:pt x="0" y="13"/>
                  </a:lnTo>
                  <a:cubicBezTo>
                    <a:pt x="82" y="272"/>
                    <a:pt x="202" y="516"/>
                    <a:pt x="362" y="736"/>
                  </a:cubicBezTo>
                  <a:cubicBezTo>
                    <a:pt x="898" y="1464"/>
                    <a:pt x="1747" y="1895"/>
                    <a:pt x="2653" y="1898"/>
                  </a:cubicBezTo>
                  <a:cubicBezTo>
                    <a:pt x="2660" y="1898"/>
                    <a:pt x="2667" y="1898"/>
                    <a:pt x="2674" y="1898"/>
                  </a:cubicBezTo>
                  <a:cubicBezTo>
                    <a:pt x="3870" y="1898"/>
                    <a:pt x="4935" y="1135"/>
                    <a:pt x="531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8" name="Google Shape;1608;p54"/>
            <p:cNvSpPr/>
            <p:nvPr/>
          </p:nvSpPr>
          <p:spPr>
            <a:xfrm>
              <a:off x="4163275" y="4399275"/>
              <a:ext cx="84275" cy="84200"/>
            </a:xfrm>
            <a:custGeom>
              <a:rect b="b" l="l" r="r" t="t"/>
              <a:pathLst>
                <a:path extrusionOk="0" h="3368" w="3371">
                  <a:moveTo>
                    <a:pt x="1090" y="1"/>
                  </a:moveTo>
                  <a:cubicBezTo>
                    <a:pt x="707" y="1"/>
                    <a:pt x="330" y="106"/>
                    <a:pt x="1" y="305"/>
                  </a:cubicBezTo>
                  <a:cubicBezTo>
                    <a:pt x="338" y="420"/>
                    <a:pt x="660" y="573"/>
                    <a:pt x="961" y="769"/>
                  </a:cubicBezTo>
                  <a:lnTo>
                    <a:pt x="961" y="781"/>
                  </a:lnTo>
                  <a:cubicBezTo>
                    <a:pt x="1443" y="1070"/>
                    <a:pt x="1874" y="1446"/>
                    <a:pt x="2226" y="1886"/>
                  </a:cubicBezTo>
                  <a:cubicBezTo>
                    <a:pt x="2587" y="2329"/>
                    <a:pt x="2871" y="2829"/>
                    <a:pt x="3060" y="3368"/>
                  </a:cubicBezTo>
                  <a:cubicBezTo>
                    <a:pt x="3262" y="3033"/>
                    <a:pt x="3370" y="2651"/>
                    <a:pt x="3364" y="2259"/>
                  </a:cubicBezTo>
                  <a:cubicBezTo>
                    <a:pt x="3361" y="1236"/>
                    <a:pt x="2672" y="341"/>
                    <a:pt x="1684" y="79"/>
                  </a:cubicBezTo>
                  <a:cubicBezTo>
                    <a:pt x="1615" y="58"/>
                    <a:pt x="1543" y="46"/>
                    <a:pt x="1467" y="46"/>
                  </a:cubicBezTo>
                  <a:cubicBezTo>
                    <a:pt x="1344" y="34"/>
                    <a:pt x="1232" y="1"/>
                    <a:pt x="1106" y="1"/>
                  </a:cubicBezTo>
                  <a:cubicBezTo>
                    <a:pt x="1101" y="1"/>
                    <a:pt x="1095" y="1"/>
                    <a:pt x="109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9" name="Google Shape;1609;p54"/>
            <p:cNvSpPr/>
            <p:nvPr/>
          </p:nvSpPr>
          <p:spPr>
            <a:xfrm>
              <a:off x="3938800" y="4692800"/>
              <a:ext cx="359700" cy="188300"/>
            </a:xfrm>
            <a:custGeom>
              <a:rect b="b" l="l" r="r" t="t"/>
              <a:pathLst>
                <a:path extrusionOk="0" h="7532" w="14388">
                  <a:moveTo>
                    <a:pt x="11160" y="4144"/>
                  </a:moveTo>
                  <a:cubicBezTo>
                    <a:pt x="11470" y="4144"/>
                    <a:pt x="11723" y="4397"/>
                    <a:pt x="11723" y="4710"/>
                  </a:cubicBezTo>
                  <a:cubicBezTo>
                    <a:pt x="11723" y="5021"/>
                    <a:pt x="11470" y="5274"/>
                    <a:pt x="11160" y="5274"/>
                  </a:cubicBezTo>
                  <a:lnTo>
                    <a:pt x="10031" y="5274"/>
                  </a:lnTo>
                  <a:cubicBezTo>
                    <a:pt x="9718" y="5274"/>
                    <a:pt x="9465" y="5021"/>
                    <a:pt x="9465" y="4710"/>
                  </a:cubicBezTo>
                  <a:cubicBezTo>
                    <a:pt x="9465" y="4397"/>
                    <a:pt x="9718" y="4144"/>
                    <a:pt x="10031" y="4144"/>
                  </a:cubicBezTo>
                  <a:close/>
                  <a:moveTo>
                    <a:pt x="3379" y="1"/>
                  </a:moveTo>
                  <a:lnTo>
                    <a:pt x="2385" y="248"/>
                  </a:lnTo>
                  <a:cubicBezTo>
                    <a:pt x="922" y="615"/>
                    <a:pt x="0" y="2067"/>
                    <a:pt x="295" y="3545"/>
                  </a:cubicBezTo>
                  <a:lnTo>
                    <a:pt x="1006" y="7080"/>
                  </a:lnTo>
                  <a:cubicBezTo>
                    <a:pt x="1060" y="7342"/>
                    <a:pt x="1292" y="7532"/>
                    <a:pt x="1560" y="7532"/>
                  </a:cubicBezTo>
                  <a:lnTo>
                    <a:pt x="12831" y="7532"/>
                  </a:lnTo>
                  <a:cubicBezTo>
                    <a:pt x="12833" y="7532"/>
                    <a:pt x="12835" y="7532"/>
                    <a:pt x="12837" y="7532"/>
                  </a:cubicBezTo>
                  <a:cubicBezTo>
                    <a:pt x="13103" y="7532"/>
                    <a:pt x="13331" y="7343"/>
                    <a:pt x="13382" y="7080"/>
                  </a:cubicBezTo>
                  <a:lnTo>
                    <a:pt x="14096" y="3545"/>
                  </a:lnTo>
                  <a:cubicBezTo>
                    <a:pt x="14388" y="2070"/>
                    <a:pt x="13476" y="621"/>
                    <a:pt x="12018" y="248"/>
                  </a:cubicBezTo>
                  <a:lnTo>
                    <a:pt x="11046" y="13"/>
                  </a:lnTo>
                  <a:cubicBezTo>
                    <a:pt x="10678" y="1506"/>
                    <a:pt x="9474" y="2648"/>
                    <a:pt x="7965" y="2943"/>
                  </a:cubicBezTo>
                  <a:cubicBezTo>
                    <a:pt x="7714" y="2991"/>
                    <a:pt x="7463" y="3015"/>
                    <a:pt x="7214" y="3015"/>
                  </a:cubicBezTo>
                  <a:cubicBezTo>
                    <a:pt x="5960" y="3015"/>
                    <a:pt x="4762" y="2417"/>
                    <a:pt x="4011" y="1377"/>
                  </a:cubicBezTo>
                  <a:cubicBezTo>
                    <a:pt x="3707" y="967"/>
                    <a:pt x="3493" y="498"/>
                    <a:pt x="337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10" name="Google Shape;1610;p54"/>
          <p:cNvGrpSpPr/>
          <p:nvPr/>
        </p:nvGrpSpPr>
        <p:grpSpPr>
          <a:xfrm>
            <a:off x="5191358" y="1944448"/>
            <a:ext cx="611994" cy="572697"/>
            <a:chOff x="3938800" y="4399275"/>
            <a:chExt cx="359700" cy="481825"/>
          </a:xfrm>
        </p:grpSpPr>
        <p:sp>
          <p:nvSpPr>
            <p:cNvPr id="1611" name="Google Shape;1611;p54"/>
            <p:cNvSpPr/>
            <p:nvPr/>
          </p:nvSpPr>
          <p:spPr>
            <a:xfrm>
              <a:off x="4022650" y="4427525"/>
              <a:ext cx="166625" cy="84700"/>
            </a:xfrm>
            <a:custGeom>
              <a:rect b="b" l="l" r="r" t="t"/>
              <a:pathLst>
                <a:path extrusionOk="0" h="3388" w="6665">
                  <a:moveTo>
                    <a:pt x="3909" y="0"/>
                  </a:moveTo>
                  <a:cubicBezTo>
                    <a:pt x="1946" y="3"/>
                    <a:pt x="284" y="1446"/>
                    <a:pt x="1" y="3388"/>
                  </a:cubicBezTo>
                  <a:lnTo>
                    <a:pt x="3909" y="3388"/>
                  </a:lnTo>
                  <a:cubicBezTo>
                    <a:pt x="4807" y="3385"/>
                    <a:pt x="5647" y="2957"/>
                    <a:pt x="6180" y="2235"/>
                  </a:cubicBezTo>
                  <a:cubicBezTo>
                    <a:pt x="6421" y="1909"/>
                    <a:pt x="6589" y="1530"/>
                    <a:pt x="6665" y="1129"/>
                  </a:cubicBezTo>
                  <a:cubicBezTo>
                    <a:pt x="6135" y="602"/>
                    <a:pt x="5463" y="241"/>
                    <a:pt x="4734" y="91"/>
                  </a:cubicBezTo>
                  <a:cubicBezTo>
                    <a:pt x="4463" y="30"/>
                    <a:pt x="4186" y="0"/>
                    <a:pt x="390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p54"/>
            <p:cNvSpPr/>
            <p:nvPr/>
          </p:nvSpPr>
          <p:spPr>
            <a:xfrm>
              <a:off x="4021450" y="4484275"/>
              <a:ext cx="197650" cy="199225"/>
            </a:xfrm>
            <a:custGeom>
              <a:rect b="b" l="l" r="r" t="t"/>
              <a:pathLst>
                <a:path extrusionOk="0" h="7969" w="7906">
                  <a:moveTo>
                    <a:pt x="7526" y="1"/>
                  </a:moveTo>
                  <a:cubicBezTo>
                    <a:pt x="7420" y="223"/>
                    <a:pt x="7291" y="434"/>
                    <a:pt x="7140" y="633"/>
                  </a:cubicBezTo>
                  <a:cubicBezTo>
                    <a:pt x="6396" y="1648"/>
                    <a:pt x="5216" y="2247"/>
                    <a:pt x="3957" y="2247"/>
                  </a:cubicBezTo>
                  <a:lnTo>
                    <a:pt x="4" y="2247"/>
                  </a:lnTo>
                  <a:lnTo>
                    <a:pt x="4" y="4018"/>
                  </a:lnTo>
                  <a:cubicBezTo>
                    <a:pt x="1" y="4635"/>
                    <a:pt x="148" y="5243"/>
                    <a:pt x="434" y="5788"/>
                  </a:cubicBezTo>
                  <a:lnTo>
                    <a:pt x="434" y="5800"/>
                  </a:lnTo>
                  <a:cubicBezTo>
                    <a:pt x="615" y="6159"/>
                    <a:pt x="850" y="6487"/>
                    <a:pt x="1133" y="6773"/>
                  </a:cubicBezTo>
                  <a:lnTo>
                    <a:pt x="1202" y="6839"/>
                  </a:lnTo>
                  <a:cubicBezTo>
                    <a:pt x="1967" y="7592"/>
                    <a:pt x="2962" y="7968"/>
                    <a:pt x="3958" y="7968"/>
                  </a:cubicBezTo>
                  <a:cubicBezTo>
                    <a:pt x="4959" y="7968"/>
                    <a:pt x="5959" y="7588"/>
                    <a:pt x="6725" y="6827"/>
                  </a:cubicBezTo>
                  <a:lnTo>
                    <a:pt x="6758" y="6794"/>
                  </a:lnTo>
                  <a:cubicBezTo>
                    <a:pt x="6972" y="6583"/>
                    <a:pt x="7158" y="6342"/>
                    <a:pt x="7312" y="6083"/>
                  </a:cubicBezTo>
                  <a:lnTo>
                    <a:pt x="7321" y="6083"/>
                  </a:lnTo>
                  <a:cubicBezTo>
                    <a:pt x="7703" y="5463"/>
                    <a:pt x="7905" y="4746"/>
                    <a:pt x="7902" y="4018"/>
                  </a:cubicBezTo>
                  <a:lnTo>
                    <a:pt x="7902" y="1684"/>
                  </a:lnTo>
                  <a:cubicBezTo>
                    <a:pt x="7902" y="1407"/>
                    <a:pt x="7875" y="1130"/>
                    <a:pt x="7818" y="859"/>
                  </a:cubicBezTo>
                  <a:cubicBezTo>
                    <a:pt x="7764" y="561"/>
                    <a:pt x="7664" y="272"/>
                    <a:pt x="752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p54"/>
            <p:cNvSpPr/>
            <p:nvPr/>
          </p:nvSpPr>
          <p:spPr>
            <a:xfrm>
              <a:off x="4054050" y="4692500"/>
              <a:ext cx="132975" cy="47450"/>
            </a:xfrm>
            <a:custGeom>
              <a:rect b="b" l="l" r="r" t="t"/>
              <a:pathLst>
                <a:path extrusionOk="0" h="1898" w="5319">
                  <a:moveTo>
                    <a:pt x="5318" y="1"/>
                  </a:moveTo>
                  <a:lnTo>
                    <a:pt x="5318" y="1"/>
                  </a:lnTo>
                  <a:cubicBezTo>
                    <a:pt x="4550" y="498"/>
                    <a:pt x="3635" y="769"/>
                    <a:pt x="2653" y="769"/>
                  </a:cubicBezTo>
                  <a:cubicBezTo>
                    <a:pt x="2648" y="769"/>
                    <a:pt x="2643" y="769"/>
                    <a:pt x="2637" y="769"/>
                  </a:cubicBezTo>
                  <a:cubicBezTo>
                    <a:pt x="1703" y="769"/>
                    <a:pt x="791" y="507"/>
                    <a:pt x="0" y="13"/>
                  </a:cubicBezTo>
                  <a:lnTo>
                    <a:pt x="0" y="13"/>
                  </a:lnTo>
                  <a:cubicBezTo>
                    <a:pt x="82" y="272"/>
                    <a:pt x="202" y="516"/>
                    <a:pt x="362" y="736"/>
                  </a:cubicBezTo>
                  <a:cubicBezTo>
                    <a:pt x="898" y="1464"/>
                    <a:pt x="1747" y="1895"/>
                    <a:pt x="2653" y="1898"/>
                  </a:cubicBezTo>
                  <a:cubicBezTo>
                    <a:pt x="2660" y="1898"/>
                    <a:pt x="2667" y="1898"/>
                    <a:pt x="2674" y="1898"/>
                  </a:cubicBezTo>
                  <a:cubicBezTo>
                    <a:pt x="3870" y="1898"/>
                    <a:pt x="4935" y="1135"/>
                    <a:pt x="531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4" name="Google Shape;1614;p54"/>
            <p:cNvSpPr/>
            <p:nvPr/>
          </p:nvSpPr>
          <p:spPr>
            <a:xfrm>
              <a:off x="4163275" y="4399275"/>
              <a:ext cx="84275" cy="84200"/>
            </a:xfrm>
            <a:custGeom>
              <a:rect b="b" l="l" r="r" t="t"/>
              <a:pathLst>
                <a:path extrusionOk="0" h="3368" w="3371">
                  <a:moveTo>
                    <a:pt x="1090" y="1"/>
                  </a:moveTo>
                  <a:cubicBezTo>
                    <a:pt x="707" y="1"/>
                    <a:pt x="330" y="106"/>
                    <a:pt x="1" y="305"/>
                  </a:cubicBezTo>
                  <a:cubicBezTo>
                    <a:pt x="338" y="420"/>
                    <a:pt x="660" y="573"/>
                    <a:pt x="961" y="769"/>
                  </a:cubicBezTo>
                  <a:lnTo>
                    <a:pt x="961" y="781"/>
                  </a:lnTo>
                  <a:cubicBezTo>
                    <a:pt x="1443" y="1070"/>
                    <a:pt x="1874" y="1446"/>
                    <a:pt x="2226" y="1886"/>
                  </a:cubicBezTo>
                  <a:cubicBezTo>
                    <a:pt x="2587" y="2329"/>
                    <a:pt x="2871" y="2829"/>
                    <a:pt x="3060" y="3368"/>
                  </a:cubicBezTo>
                  <a:cubicBezTo>
                    <a:pt x="3262" y="3033"/>
                    <a:pt x="3370" y="2651"/>
                    <a:pt x="3364" y="2259"/>
                  </a:cubicBezTo>
                  <a:cubicBezTo>
                    <a:pt x="3361" y="1236"/>
                    <a:pt x="2672" y="341"/>
                    <a:pt x="1684" y="79"/>
                  </a:cubicBezTo>
                  <a:cubicBezTo>
                    <a:pt x="1615" y="58"/>
                    <a:pt x="1543" y="46"/>
                    <a:pt x="1467" y="46"/>
                  </a:cubicBezTo>
                  <a:cubicBezTo>
                    <a:pt x="1344" y="34"/>
                    <a:pt x="1232" y="1"/>
                    <a:pt x="1106" y="1"/>
                  </a:cubicBezTo>
                  <a:cubicBezTo>
                    <a:pt x="1101" y="1"/>
                    <a:pt x="1095" y="1"/>
                    <a:pt x="109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5" name="Google Shape;1615;p54"/>
            <p:cNvSpPr/>
            <p:nvPr/>
          </p:nvSpPr>
          <p:spPr>
            <a:xfrm>
              <a:off x="3938800" y="4692800"/>
              <a:ext cx="359700" cy="188300"/>
            </a:xfrm>
            <a:custGeom>
              <a:rect b="b" l="l" r="r" t="t"/>
              <a:pathLst>
                <a:path extrusionOk="0" h="7532" w="14388">
                  <a:moveTo>
                    <a:pt x="11160" y="4144"/>
                  </a:moveTo>
                  <a:cubicBezTo>
                    <a:pt x="11470" y="4144"/>
                    <a:pt x="11723" y="4397"/>
                    <a:pt x="11723" y="4710"/>
                  </a:cubicBezTo>
                  <a:cubicBezTo>
                    <a:pt x="11723" y="5021"/>
                    <a:pt x="11470" y="5274"/>
                    <a:pt x="11160" y="5274"/>
                  </a:cubicBezTo>
                  <a:lnTo>
                    <a:pt x="10031" y="5274"/>
                  </a:lnTo>
                  <a:cubicBezTo>
                    <a:pt x="9718" y="5274"/>
                    <a:pt x="9465" y="5021"/>
                    <a:pt x="9465" y="4710"/>
                  </a:cubicBezTo>
                  <a:cubicBezTo>
                    <a:pt x="9465" y="4397"/>
                    <a:pt x="9718" y="4144"/>
                    <a:pt x="10031" y="4144"/>
                  </a:cubicBezTo>
                  <a:close/>
                  <a:moveTo>
                    <a:pt x="3379" y="1"/>
                  </a:moveTo>
                  <a:lnTo>
                    <a:pt x="2385" y="248"/>
                  </a:lnTo>
                  <a:cubicBezTo>
                    <a:pt x="922" y="615"/>
                    <a:pt x="0" y="2067"/>
                    <a:pt x="295" y="3545"/>
                  </a:cubicBezTo>
                  <a:lnTo>
                    <a:pt x="1006" y="7080"/>
                  </a:lnTo>
                  <a:cubicBezTo>
                    <a:pt x="1060" y="7342"/>
                    <a:pt x="1292" y="7532"/>
                    <a:pt x="1560" y="7532"/>
                  </a:cubicBezTo>
                  <a:lnTo>
                    <a:pt x="12831" y="7532"/>
                  </a:lnTo>
                  <a:cubicBezTo>
                    <a:pt x="12833" y="7532"/>
                    <a:pt x="12835" y="7532"/>
                    <a:pt x="12837" y="7532"/>
                  </a:cubicBezTo>
                  <a:cubicBezTo>
                    <a:pt x="13103" y="7532"/>
                    <a:pt x="13331" y="7343"/>
                    <a:pt x="13382" y="7080"/>
                  </a:cubicBezTo>
                  <a:lnTo>
                    <a:pt x="14096" y="3545"/>
                  </a:lnTo>
                  <a:cubicBezTo>
                    <a:pt x="14388" y="2070"/>
                    <a:pt x="13476" y="621"/>
                    <a:pt x="12018" y="248"/>
                  </a:cubicBezTo>
                  <a:lnTo>
                    <a:pt x="11046" y="13"/>
                  </a:lnTo>
                  <a:cubicBezTo>
                    <a:pt x="10678" y="1506"/>
                    <a:pt x="9474" y="2648"/>
                    <a:pt x="7965" y="2943"/>
                  </a:cubicBezTo>
                  <a:cubicBezTo>
                    <a:pt x="7714" y="2991"/>
                    <a:pt x="7463" y="3015"/>
                    <a:pt x="7214" y="3015"/>
                  </a:cubicBezTo>
                  <a:cubicBezTo>
                    <a:pt x="5960" y="3015"/>
                    <a:pt x="4762" y="2417"/>
                    <a:pt x="4011" y="1377"/>
                  </a:cubicBezTo>
                  <a:cubicBezTo>
                    <a:pt x="3707" y="967"/>
                    <a:pt x="3493" y="498"/>
                    <a:pt x="337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16" name="Google Shape;1616;p54"/>
          <p:cNvGrpSpPr/>
          <p:nvPr/>
        </p:nvGrpSpPr>
        <p:grpSpPr>
          <a:xfrm>
            <a:off x="3058508" y="1935685"/>
            <a:ext cx="611994" cy="572697"/>
            <a:chOff x="3938800" y="4399275"/>
            <a:chExt cx="359700" cy="481825"/>
          </a:xfrm>
        </p:grpSpPr>
        <p:sp>
          <p:nvSpPr>
            <p:cNvPr id="1617" name="Google Shape;1617;p54"/>
            <p:cNvSpPr/>
            <p:nvPr/>
          </p:nvSpPr>
          <p:spPr>
            <a:xfrm>
              <a:off x="4022650" y="4427525"/>
              <a:ext cx="166625" cy="84700"/>
            </a:xfrm>
            <a:custGeom>
              <a:rect b="b" l="l" r="r" t="t"/>
              <a:pathLst>
                <a:path extrusionOk="0" h="3388" w="6665">
                  <a:moveTo>
                    <a:pt x="3909" y="0"/>
                  </a:moveTo>
                  <a:cubicBezTo>
                    <a:pt x="1946" y="3"/>
                    <a:pt x="284" y="1446"/>
                    <a:pt x="1" y="3388"/>
                  </a:cubicBezTo>
                  <a:lnTo>
                    <a:pt x="3909" y="3388"/>
                  </a:lnTo>
                  <a:cubicBezTo>
                    <a:pt x="4807" y="3385"/>
                    <a:pt x="5647" y="2957"/>
                    <a:pt x="6180" y="2235"/>
                  </a:cubicBezTo>
                  <a:cubicBezTo>
                    <a:pt x="6421" y="1909"/>
                    <a:pt x="6589" y="1530"/>
                    <a:pt x="6665" y="1129"/>
                  </a:cubicBezTo>
                  <a:cubicBezTo>
                    <a:pt x="6135" y="602"/>
                    <a:pt x="5463" y="241"/>
                    <a:pt x="4734" y="91"/>
                  </a:cubicBezTo>
                  <a:cubicBezTo>
                    <a:pt x="4463" y="30"/>
                    <a:pt x="4186" y="0"/>
                    <a:pt x="390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8" name="Google Shape;1618;p54"/>
            <p:cNvSpPr/>
            <p:nvPr/>
          </p:nvSpPr>
          <p:spPr>
            <a:xfrm>
              <a:off x="4021450" y="4484275"/>
              <a:ext cx="197650" cy="199225"/>
            </a:xfrm>
            <a:custGeom>
              <a:rect b="b" l="l" r="r" t="t"/>
              <a:pathLst>
                <a:path extrusionOk="0" h="7969" w="7906">
                  <a:moveTo>
                    <a:pt x="7526" y="1"/>
                  </a:moveTo>
                  <a:cubicBezTo>
                    <a:pt x="7420" y="223"/>
                    <a:pt x="7291" y="434"/>
                    <a:pt x="7140" y="633"/>
                  </a:cubicBezTo>
                  <a:cubicBezTo>
                    <a:pt x="6396" y="1648"/>
                    <a:pt x="5216" y="2247"/>
                    <a:pt x="3957" y="2247"/>
                  </a:cubicBezTo>
                  <a:lnTo>
                    <a:pt x="4" y="2247"/>
                  </a:lnTo>
                  <a:lnTo>
                    <a:pt x="4" y="4018"/>
                  </a:lnTo>
                  <a:cubicBezTo>
                    <a:pt x="1" y="4635"/>
                    <a:pt x="148" y="5243"/>
                    <a:pt x="434" y="5788"/>
                  </a:cubicBezTo>
                  <a:lnTo>
                    <a:pt x="434" y="5800"/>
                  </a:lnTo>
                  <a:cubicBezTo>
                    <a:pt x="615" y="6159"/>
                    <a:pt x="850" y="6487"/>
                    <a:pt x="1133" y="6773"/>
                  </a:cubicBezTo>
                  <a:lnTo>
                    <a:pt x="1202" y="6839"/>
                  </a:lnTo>
                  <a:cubicBezTo>
                    <a:pt x="1967" y="7592"/>
                    <a:pt x="2962" y="7968"/>
                    <a:pt x="3958" y="7968"/>
                  </a:cubicBezTo>
                  <a:cubicBezTo>
                    <a:pt x="4959" y="7968"/>
                    <a:pt x="5959" y="7588"/>
                    <a:pt x="6725" y="6827"/>
                  </a:cubicBezTo>
                  <a:lnTo>
                    <a:pt x="6758" y="6794"/>
                  </a:lnTo>
                  <a:cubicBezTo>
                    <a:pt x="6972" y="6583"/>
                    <a:pt x="7158" y="6342"/>
                    <a:pt x="7312" y="6083"/>
                  </a:cubicBezTo>
                  <a:lnTo>
                    <a:pt x="7321" y="6083"/>
                  </a:lnTo>
                  <a:cubicBezTo>
                    <a:pt x="7703" y="5463"/>
                    <a:pt x="7905" y="4746"/>
                    <a:pt x="7902" y="4018"/>
                  </a:cubicBezTo>
                  <a:lnTo>
                    <a:pt x="7902" y="1684"/>
                  </a:lnTo>
                  <a:cubicBezTo>
                    <a:pt x="7902" y="1407"/>
                    <a:pt x="7875" y="1130"/>
                    <a:pt x="7818" y="859"/>
                  </a:cubicBezTo>
                  <a:cubicBezTo>
                    <a:pt x="7764" y="561"/>
                    <a:pt x="7664" y="272"/>
                    <a:pt x="752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9" name="Google Shape;1619;p54"/>
            <p:cNvSpPr/>
            <p:nvPr/>
          </p:nvSpPr>
          <p:spPr>
            <a:xfrm>
              <a:off x="4054050" y="4692500"/>
              <a:ext cx="132975" cy="47450"/>
            </a:xfrm>
            <a:custGeom>
              <a:rect b="b" l="l" r="r" t="t"/>
              <a:pathLst>
                <a:path extrusionOk="0" h="1898" w="5319">
                  <a:moveTo>
                    <a:pt x="5318" y="1"/>
                  </a:moveTo>
                  <a:lnTo>
                    <a:pt x="5318" y="1"/>
                  </a:lnTo>
                  <a:cubicBezTo>
                    <a:pt x="4550" y="498"/>
                    <a:pt x="3635" y="769"/>
                    <a:pt x="2653" y="769"/>
                  </a:cubicBezTo>
                  <a:cubicBezTo>
                    <a:pt x="2648" y="769"/>
                    <a:pt x="2643" y="769"/>
                    <a:pt x="2637" y="769"/>
                  </a:cubicBezTo>
                  <a:cubicBezTo>
                    <a:pt x="1703" y="769"/>
                    <a:pt x="791" y="507"/>
                    <a:pt x="0" y="13"/>
                  </a:cubicBezTo>
                  <a:lnTo>
                    <a:pt x="0" y="13"/>
                  </a:lnTo>
                  <a:cubicBezTo>
                    <a:pt x="82" y="272"/>
                    <a:pt x="202" y="516"/>
                    <a:pt x="362" y="736"/>
                  </a:cubicBezTo>
                  <a:cubicBezTo>
                    <a:pt x="898" y="1464"/>
                    <a:pt x="1747" y="1895"/>
                    <a:pt x="2653" y="1898"/>
                  </a:cubicBezTo>
                  <a:cubicBezTo>
                    <a:pt x="2660" y="1898"/>
                    <a:pt x="2667" y="1898"/>
                    <a:pt x="2674" y="1898"/>
                  </a:cubicBezTo>
                  <a:cubicBezTo>
                    <a:pt x="3870" y="1898"/>
                    <a:pt x="4935" y="1135"/>
                    <a:pt x="531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0" name="Google Shape;1620;p54"/>
            <p:cNvSpPr/>
            <p:nvPr/>
          </p:nvSpPr>
          <p:spPr>
            <a:xfrm>
              <a:off x="4163275" y="4399275"/>
              <a:ext cx="84275" cy="84200"/>
            </a:xfrm>
            <a:custGeom>
              <a:rect b="b" l="l" r="r" t="t"/>
              <a:pathLst>
                <a:path extrusionOk="0" h="3368" w="3371">
                  <a:moveTo>
                    <a:pt x="1090" y="1"/>
                  </a:moveTo>
                  <a:cubicBezTo>
                    <a:pt x="707" y="1"/>
                    <a:pt x="330" y="106"/>
                    <a:pt x="1" y="305"/>
                  </a:cubicBezTo>
                  <a:cubicBezTo>
                    <a:pt x="338" y="420"/>
                    <a:pt x="660" y="573"/>
                    <a:pt x="961" y="769"/>
                  </a:cubicBezTo>
                  <a:lnTo>
                    <a:pt x="961" y="781"/>
                  </a:lnTo>
                  <a:cubicBezTo>
                    <a:pt x="1443" y="1070"/>
                    <a:pt x="1874" y="1446"/>
                    <a:pt x="2226" y="1886"/>
                  </a:cubicBezTo>
                  <a:cubicBezTo>
                    <a:pt x="2587" y="2329"/>
                    <a:pt x="2871" y="2829"/>
                    <a:pt x="3060" y="3368"/>
                  </a:cubicBezTo>
                  <a:cubicBezTo>
                    <a:pt x="3262" y="3033"/>
                    <a:pt x="3370" y="2651"/>
                    <a:pt x="3364" y="2259"/>
                  </a:cubicBezTo>
                  <a:cubicBezTo>
                    <a:pt x="3361" y="1236"/>
                    <a:pt x="2672" y="341"/>
                    <a:pt x="1684" y="79"/>
                  </a:cubicBezTo>
                  <a:cubicBezTo>
                    <a:pt x="1615" y="58"/>
                    <a:pt x="1543" y="46"/>
                    <a:pt x="1467" y="46"/>
                  </a:cubicBezTo>
                  <a:cubicBezTo>
                    <a:pt x="1344" y="34"/>
                    <a:pt x="1232" y="1"/>
                    <a:pt x="1106" y="1"/>
                  </a:cubicBezTo>
                  <a:cubicBezTo>
                    <a:pt x="1101" y="1"/>
                    <a:pt x="1095" y="1"/>
                    <a:pt x="109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1" name="Google Shape;1621;p54"/>
            <p:cNvSpPr/>
            <p:nvPr/>
          </p:nvSpPr>
          <p:spPr>
            <a:xfrm>
              <a:off x="3938800" y="4692800"/>
              <a:ext cx="359700" cy="188300"/>
            </a:xfrm>
            <a:custGeom>
              <a:rect b="b" l="l" r="r" t="t"/>
              <a:pathLst>
                <a:path extrusionOk="0" h="7532" w="14388">
                  <a:moveTo>
                    <a:pt x="11160" y="4144"/>
                  </a:moveTo>
                  <a:cubicBezTo>
                    <a:pt x="11470" y="4144"/>
                    <a:pt x="11723" y="4397"/>
                    <a:pt x="11723" y="4710"/>
                  </a:cubicBezTo>
                  <a:cubicBezTo>
                    <a:pt x="11723" y="5021"/>
                    <a:pt x="11470" y="5274"/>
                    <a:pt x="11160" y="5274"/>
                  </a:cubicBezTo>
                  <a:lnTo>
                    <a:pt x="10031" y="5274"/>
                  </a:lnTo>
                  <a:cubicBezTo>
                    <a:pt x="9718" y="5274"/>
                    <a:pt x="9465" y="5021"/>
                    <a:pt x="9465" y="4710"/>
                  </a:cubicBezTo>
                  <a:cubicBezTo>
                    <a:pt x="9465" y="4397"/>
                    <a:pt x="9718" y="4144"/>
                    <a:pt x="10031" y="4144"/>
                  </a:cubicBezTo>
                  <a:close/>
                  <a:moveTo>
                    <a:pt x="3379" y="1"/>
                  </a:moveTo>
                  <a:lnTo>
                    <a:pt x="2385" y="248"/>
                  </a:lnTo>
                  <a:cubicBezTo>
                    <a:pt x="922" y="615"/>
                    <a:pt x="0" y="2067"/>
                    <a:pt x="295" y="3545"/>
                  </a:cubicBezTo>
                  <a:lnTo>
                    <a:pt x="1006" y="7080"/>
                  </a:lnTo>
                  <a:cubicBezTo>
                    <a:pt x="1060" y="7342"/>
                    <a:pt x="1292" y="7532"/>
                    <a:pt x="1560" y="7532"/>
                  </a:cubicBezTo>
                  <a:lnTo>
                    <a:pt x="12831" y="7532"/>
                  </a:lnTo>
                  <a:cubicBezTo>
                    <a:pt x="12833" y="7532"/>
                    <a:pt x="12835" y="7532"/>
                    <a:pt x="12837" y="7532"/>
                  </a:cubicBezTo>
                  <a:cubicBezTo>
                    <a:pt x="13103" y="7532"/>
                    <a:pt x="13331" y="7343"/>
                    <a:pt x="13382" y="7080"/>
                  </a:cubicBezTo>
                  <a:lnTo>
                    <a:pt x="14096" y="3545"/>
                  </a:lnTo>
                  <a:cubicBezTo>
                    <a:pt x="14388" y="2070"/>
                    <a:pt x="13476" y="621"/>
                    <a:pt x="12018" y="248"/>
                  </a:cubicBezTo>
                  <a:lnTo>
                    <a:pt x="11046" y="13"/>
                  </a:lnTo>
                  <a:cubicBezTo>
                    <a:pt x="10678" y="1506"/>
                    <a:pt x="9474" y="2648"/>
                    <a:pt x="7965" y="2943"/>
                  </a:cubicBezTo>
                  <a:cubicBezTo>
                    <a:pt x="7714" y="2991"/>
                    <a:pt x="7463" y="3015"/>
                    <a:pt x="7214" y="3015"/>
                  </a:cubicBezTo>
                  <a:cubicBezTo>
                    <a:pt x="5960" y="3015"/>
                    <a:pt x="4762" y="2417"/>
                    <a:pt x="4011" y="1377"/>
                  </a:cubicBezTo>
                  <a:cubicBezTo>
                    <a:pt x="3707" y="967"/>
                    <a:pt x="3493" y="498"/>
                    <a:pt x="337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22" name="Google Shape;1622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6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7" name="Google Shape;1627;p55"/>
          <p:cNvGrpSpPr/>
          <p:nvPr/>
        </p:nvGrpSpPr>
        <p:grpSpPr>
          <a:xfrm>
            <a:off x="6885768" y="1439004"/>
            <a:ext cx="2258236" cy="2371058"/>
            <a:chOff x="4456381" y="1028825"/>
            <a:chExt cx="3657062" cy="3359867"/>
          </a:xfrm>
        </p:grpSpPr>
        <p:grpSp>
          <p:nvGrpSpPr>
            <p:cNvPr id="1628" name="Google Shape;1628;p55"/>
            <p:cNvGrpSpPr/>
            <p:nvPr/>
          </p:nvGrpSpPr>
          <p:grpSpPr>
            <a:xfrm>
              <a:off x="4806350" y="1028825"/>
              <a:ext cx="2998000" cy="2881257"/>
              <a:chOff x="4758675" y="913000"/>
              <a:chExt cx="2998000" cy="2881257"/>
            </a:xfrm>
          </p:grpSpPr>
          <p:sp>
            <p:nvSpPr>
              <p:cNvPr id="1629" name="Google Shape;1629;p55"/>
              <p:cNvSpPr/>
              <p:nvPr/>
            </p:nvSpPr>
            <p:spPr>
              <a:xfrm>
                <a:off x="4958825" y="1196857"/>
                <a:ext cx="2597700" cy="25974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81775" lIns="81775" spcFirstLastPara="1" rIns="81775" wrap="square" tIns="817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52"/>
                  <a:buFont typeface="Arial"/>
                  <a:buNone/>
                </a:pPr>
                <a:r>
                  <a:t/>
                </a:r>
                <a:endParaRPr b="0" i="0" sz="125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630" name="Google Shape;1630;p55"/>
              <p:cNvGrpSpPr/>
              <p:nvPr/>
            </p:nvGrpSpPr>
            <p:grpSpPr>
              <a:xfrm>
                <a:off x="4758675" y="913000"/>
                <a:ext cx="2998000" cy="1732100"/>
                <a:chOff x="4799625" y="135925"/>
                <a:chExt cx="2998000" cy="1732100"/>
              </a:xfrm>
            </p:grpSpPr>
            <p:sp>
              <p:nvSpPr>
                <p:cNvPr id="1631" name="Google Shape;1631;p55"/>
                <p:cNvSpPr/>
                <p:nvPr/>
              </p:nvSpPr>
              <p:spPr>
                <a:xfrm>
                  <a:off x="4799625" y="371100"/>
                  <a:ext cx="31725" cy="850"/>
                </a:xfrm>
                <a:custGeom>
                  <a:rect b="b" l="l" r="r" t="t"/>
                  <a:pathLst>
                    <a:path extrusionOk="0" fill="none" h="34" w="1269">
                      <a:moveTo>
                        <a:pt x="1" y="1"/>
                      </a:moveTo>
                      <a:lnTo>
                        <a:pt x="1268" y="34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32" name="Google Shape;1632;p55"/>
                <p:cNvSpPr/>
                <p:nvPr/>
              </p:nvSpPr>
              <p:spPr>
                <a:xfrm>
                  <a:off x="4866350" y="373600"/>
                  <a:ext cx="246025" cy="6700"/>
                </a:xfrm>
                <a:custGeom>
                  <a:rect b="b" l="l" r="r" t="t"/>
                  <a:pathLst>
                    <a:path extrusionOk="0" fill="none" h="268" w="9841">
                      <a:moveTo>
                        <a:pt x="0" y="1"/>
                      </a:moveTo>
                      <a:lnTo>
                        <a:pt x="9841" y="267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33" name="Google Shape;1633;p55"/>
                <p:cNvSpPr/>
                <p:nvPr/>
              </p:nvSpPr>
              <p:spPr>
                <a:xfrm>
                  <a:off x="5129875" y="381100"/>
                  <a:ext cx="31700" cy="31725"/>
                </a:xfrm>
                <a:custGeom>
                  <a:rect b="b" l="l" r="r" t="t"/>
                  <a:pathLst>
                    <a:path extrusionOk="0" fill="none" h="1269" w="1268">
                      <a:moveTo>
                        <a:pt x="0" y="1"/>
                      </a:moveTo>
                      <a:lnTo>
                        <a:pt x="1268" y="34"/>
                      </a:lnTo>
                      <a:lnTo>
                        <a:pt x="1234" y="1268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34" name="Google Shape;1634;p55"/>
                <p:cNvSpPr/>
                <p:nvPr/>
              </p:nvSpPr>
              <p:spPr>
                <a:xfrm>
                  <a:off x="5151550" y="455325"/>
                  <a:ext cx="8350" cy="508725"/>
                </a:xfrm>
                <a:custGeom>
                  <a:rect b="b" l="l" r="r" t="t"/>
                  <a:pathLst>
                    <a:path extrusionOk="0" fill="none" h="20349" w="334">
                      <a:moveTo>
                        <a:pt x="334" y="1"/>
                      </a:moveTo>
                      <a:lnTo>
                        <a:pt x="0" y="20349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35" name="Google Shape;1635;p55"/>
                <p:cNvSpPr/>
                <p:nvPr/>
              </p:nvSpPr>
              <p:spPr>
                <a:xfrm>
                  <a:off x="5150725" y="984875"/>
                  <a:ext cx="31700" cy="33375"/>
                </a:xfrm>
                <a:custGeom>
                  <a:rect b="b" l="l" r="r" t="t"/>
                  <a:pathLst>
                    <a:path extrusionOk="0" fill="none" h="1335" w="1268">
                      <a:moveTo>
                        <a:pt x="33" y="0"/>
                      </a:moveTo>
                      <a:lnTo>
                        <a:pt x="0" y="1268"/>
                      </a:lnTo>
                      <a:lnTo>
                        <a:pt x="1268" y="1335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36" name="Google Shape;1636;p55"/>
                <p:cNvSpPr/>
                <p:nvPr/>
              </p:nvSpPr>
              <p:spPr>
                <a:xfrm>
                  <a:off x="5223275" y="1019900"/>
                  <a:ext cx="82575" cy="4200"/>
                </a:xfrm>
                <a:custGeom>
                  <a:rect b="b" l="l" r="r" t="t"/>
                  <a:pathLst>
                    <a:path extrusionOk="0" fill="none" h="168" w="3303">
                      <a:moveTo>
                        <a:pt x="0" y="0"/>
                      </a:moveTo>
                      <a:lnTo>
                        <a:pt x="3302" y="167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37" name="Google Shape;1637;p55"/>
                <p:cNvSpPr/>
                <p:nvPr/>
              </p:nvSpPr>
              <p:spPr>
                <a:xfrm>
                  <a:off x="5325850" y="995725"/>
                  <a:ext cx="31700" cy="30875"/>
                </a:xfrm>
                <a:custGeom>
                  <a:rect b="b" l="l" r="r" t="t"/>
                  <a:pathLst>
                    <a:path extrusionOk="0" fill="none" h="1235" w="1268">
                      <a:moveTo>
                        <a:pt x="0" y="1168"/>
                      </a:moveTo>
                      <a:lnTo>
                        <a:pt x="1268" y="1234"/>
                      </a:lnTo>
                      <a:lnTo>
                        <a:pt x="1268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38" name="Google Shape;1638;p55"/>
                <p:cNvSpPr/>
                <p:nvPr/>
              </p:nvSpPr>
              <p:spPr>
                <a:xfrm>
                  <a:off x="5357525" y="301050"/>
                  <a:ext cx="4200" cy="649650"/>
                </a:xfrm>
                <a:custGeom>
                  <a:rect b="b" l="l" r="r" t="t"/>
                  <a:pathLst>
                    <a:path extrusionOk="0" fill="none" h="25986" w="168">
                      <a:moveTo>
                        <a:pt x="1" y="25986"/>
                      </a:moveTo>
                      <a:lnTo>
                        <a:pt x="167" y="1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39" name="Google Shape;1639;p55"/>
                <p:cNvSpPr/>
                <p:nvPr/>
              </p:nvSpPr>
              <p:spPr>
                <a:xfrm>
                  <a:off x="5362525" y="247675"/>
                  <a:ext cx="31725" cy="30875"/>
                </a:xfrm>
                <a:custGeom>
                  <a:rect b="b" l="l" r="r" t="t"/>
                  <a:pathLst>
                    <a:path extrusionOk="0" fill="none" h="1235" w="1269">
                      <a:moveTo>
                        <a:pt x="1" y="1235"/>
                      </a:moveTo>
                      <a:lnTo>
                        <a:pt x="1" y="1"/>
                      </a:lnTo>
                      <a:lnTo>
                        <a:pt x="1268" y="1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40" name="Google Shape;1640;p55"/>
                <p:cNvSpPr/>
                <p:nvPr/>
              </p:nvSpPr>
              <p:spPr>
                <a:xfrm>
                  <a:off x="5424250" y="247675"/>
                  <a:ext cx="61725" cy="25"/>
                </a:xfrm>
                <a:custGeom>
                  <a:rect b="b" l="l" r="r" t="t"/>
                  <a:pathLst>
                    <a:path extrusionOk="0" fill="none" h="1" w="2469">
                      <a:moveTo>
                        <a:pt x="0" y="1"/>
                      </a:moveTo>
                      <a:lnTo>
                        <a:pt x="2469" y="1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41" name="Google Shape;1641;p55"/>
                <p:cNvSpPr/>
                <p:nvPr/>
              </p:nvSpPr>
              <p:spPr>
                <a:xfrm>
                  <a:off x="5501800" y="247675"/>
                  <a:ext cx="30875" cy="30875"/>
                </a:xfrm>
                <a:custGeom>
                  <a:rect b="b" l="l" r="r" t="t"/>
                  <a:pathLst>
                    <a:path extrusionOk="0" fill="none" h="1235" w="1235">
                      <a:moveTo>
                        <a:pt x="0" y="1"/>
                      </a:moveTo>
                      <a:lnTo>
                        <a:pt x="1235" y="1"/>
                      </a:lnTo>
                      <a:lnTo>
                        <a:pt x="1235" y="1235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42" name="Google Shape;1642;p55"/>
                <p:cNvSpPr/>
                <p:nvPr/>
              </p:nvSpPr>
              <p:spPr>
                <a:xfrm>
                  <a:off x="5528475" y="324400"/>
                  <a:ext cx="3375" cy="432000"/>
                </a:xfrm>
                <a:custGeom>
                  <a:rect b="b" l="l" r="r" t="t"/>
                  <a:pathLst>
                    <a:path extrusionOk="0" fill="none" h="17280" w="135">
                      <a:moveTo>
                        <a:pt x="134" y="1"/>
                      </a:moveTo>
                      <a:lnTo>
                        <a:pt x="1" y="1728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43" name="Google Shape;1643;p55"/>
                <p:cNvSpPr/>
                <p:nvPr/>
              </p:nvSpPr>
              <p:spPr>
                <a:xfrm>
                  <a:off x="5527650" y="778900"/>
                  <a:ext cx="31725" cy="30875"/>
                </a:xfrm>
                <a:custGeom>
                  <a:rect b="b" l="l" r="r" t="t"/>
                  <a:pathLst>
                    <a:path extrusionOk="0" fill="none" h="1235" w="1269">
                      <a:moveTo>
                        <a:pt x="0" y="0"/>
                      </a:moveTo>
                      <a:lnTo>
                        <a:pt x="0" y="1234"/>
                      </a:lnTo>
                      <a:lnTo>
                        <a:pt x="1268" y="1234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44" name="Google Shape;1644;p55"/>
                <p:cNvSpPr/>
                <p:nvPr/>
              </p:nvSpPr>
              <p:spPr>
                <a:xfrm>
                  <a:off x="5602700" y="809750"/>
                  <a:ext cx="413650" cy="25"/>
                </a:xfrm>
                <a:custGeom>
                  <a:rect b="b" l="l" r="r" t="t"/>
                  <a:pathLst>
                    <a:path extrusionOk="0" fill="none" h="1" w="16546">
                      <a:moveTo>
                        <a:pt x="1" y="0"/>
                      </a:moveTo>
                      <a:lnTo>
                        <a:pt x="16546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45" name="Google Shape;1645;p55"/>
                <p:cNvSpPr/>
                <p:nvPr/>
              </p:nvSpPr>
              <p:spPr>
                <a:xfrm>
                  <a:off x="6038025" y="809750"/>
                  <a:ext cx="31700" cy="31700"/>
                </a:xfrm>
                <a:custGeom>
                  <a:rect b="b" l="l" r="r" t="t"/>
                  <a:pathLst>
                    <a:path extrusionOk="0" fill="none" h="1268" w="1268">
                      <a:moveTo>
                        <a:pt x="0" y="0"/>
                      </a:moveTo>
                      <a:lnTo>
                        <a:pt x="1268" y="0"/>
                      </a:lnTo>
                      <a:lnTo>
                        <a:pt x="1268" y="1268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46" name="Google Shape;1646;p55"/>
                <p:cNvSpPr/>
                <p:nvPr/>
              </p:nvSpPr>
              <p:spPr>
                <a:xfrm>
                  <a:off x="6069700" y="883975"/>
                  <a:ext cx="25" cy="85075"/>
                </a:xfrm>
                <a:custGeom>
                  <a:rect b="b" l="l" r="r" t="t"/>
                  <a:pathLst>
                    <a:path extrusionOk="0" fill="none" h="3403" w="1">
                      <a:moveTo>
                        <a:pt x="1" y="0"/>
                      </a:moveTo>
                      <a:lnTo>
                        <a:pt x="1" y="3403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47" name="Google Shape;1647;p55"/>
                <p:cNvSpPr/>
                <p:nvPr/>
              </p:nvSpPr>
              <p:spPr>
                <a:xfrm>
                  <a:off x="6038025" y="990700"/>
                  <a:ext cx="31700" cy="30900"/>
                </a:xfrm>
                <a:custGeom>
                  <a:rect b="b" l="l" r="r" t="t"/>
                  <a:pathLst>
                    <a:path extrusionOk="0" fill="none" h="1236" w="1268">
                      <a:moveTo>
                        <a:pt x="1268" y="1"/>
                      </a:moveTo>
                      <a:lnTo>
                        <a:pt x="1268" y="1235"/>
                      </a:lnTo>
                      <a:lnTo>
                        <a:pt x="0" y="1202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48" name="Google Shape;1648;p55"/>
                <p:cNvSpPr/>
                <p:nvPr/>
              </p:nvSpPr>
              <p:spPr>
                <a:xfrm>
                  <a:off x="5561000" y="1012400"/>
                  <a:ext cx="432000" cy="7525"/>
                </a:xfrm>
                <a:custGeom>
                  <a:rect b="b" l="l" r="r" t="t"/>
                  <a:pathLst>
                    <a:path extrusionOk="0" fill="none" h="301" w="17280">
                      <a:moveTo>
                        <a:pt x="17280" y="300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49" name="Google Shape;1649;p55"/>
                <p:cNvSpPr/>
                <p:nvPr/>
              </p:nvSpPr>
              <p:spPr>
                <a:xfrm>
                  <a:off x="5506800" y="1011550"/>
                  <a:ext cx="31725" cy="30900"/>
                </a:xfrm>
                <a:custGeom>
                  <a:rect b="b" l="l" r="r" t="t"/>
                  <a:pathLst>
                    <a:path extrusionOk="0" fill="none" h="1236" w="1269">
                      <a:moveTo>
                        <a:pt x="1268" y="1"/>
                      </a:moveTo>
                      <a:lnTo>
                        <a:pt x="1" y="1"/>
                      </a:lnTo>
                      <a:lnTo>
                        <a:pt x="34" y="1235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50" name="Google Shape;1650;p55"/>
                <p:cNvSpPr/>
                <p:nvPr/>
              </p:nvSpPr>
              <p:spPr>
                <a:xfrm>
                  <a:off x="5507625" y="1085775"/>
                  <a:ext cx="9200" cy="626300"/>
                </a:xfrm>
                <a:custGeom>
                  <a:rect b="b" l="l" r="r" t="t"/>
                  <a:pathLst>
                    <a:path extrusionOk="0" fill="none" h="25052" w="368">
                      <a:moveTo>
                        <a:pt x="1" y="1"/>
                      </a:moveTo>
                      <a:lnTo>
                        <a:pt x="368" y="25052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51" name="Google Shape;1651;p55"/>
                <p:cNvSpPr/>
                <p:nvPr/>
              </p:nvSpPr>
              <p:spPr>
                <a:xfrm>
                  <a:off x="5516800" y="1733750"/>
                  <a:ext cx="31725" cy="31700"/>
                </a:xfrm>
                <a:custGeom>
                  <a:rect b="b" l="l" r="r" t="t"/>
                  <a:pathLst>
                    <a:path extrusionOk="0" fill="none" h="1268" w="1269">
                      <a:moveTo>
                        <a:pt x="1" y="0"/>
                      </a:moveTo>
                      <a:lnTo>
                        <a:pt x="34" y="1234"/>
                      </a:lnTo>
                      <a:lnTo>
                        <a:pt x="1268" y="1268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52" name="Google Shape;1652;p55"/>
                <p:cNvSpPr/>
                <p:nvPr/>
              </p:nvSpPr>
              <p:spPr>
                <a:xfrm>
                  <a:off x="5591025" y="1765425"/>
                  <a:ext cx="833950" cy="4200"/>
                </a:xfrm>
                <a:custGeom>
                  <a:rect b="b" l="l" r="r" t="t"/>
                  <a:pathLst>
                    <a:path extrusionOk="0" fill="none" h="168" w="33358">
                      <a:moveTo>
                        <a:pt x="1" y="1"/>
                      </a:moveTo>
                      <a:lnTo>
                        <a:pt x="33358" y="168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53" name="Google Shape;1653;p55"/>
                <p:cNvSpPr/>
                <p:nvPr/>
              </p:nvSpPr>
              <p:spPr>
                <a:xfrm>
                  <a:off x="6445800" y="1738750"/>
                  <a:ext cx="31725" cy="31700"/>
                </a:xfrm>
                <a:custGeom>
                  <a:rect b="b" l="l" r="r" t="t"/>
                  <a:pathLst>
                    <a:path extrusionOk="0" fill="none" h="1268" w="1269">
                      <a:moveTo>
                        <a:pt x="1" y="1235"/>
                      </a:moveTo>
                      <a:lnTo>
                        <a:pt x="1268" y="1268"/>
                      </a:lnTo>
                      <a:lnTo>
                        <a:pt x="1202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54" name="Google Shape;1654;p55"/>
                <p:cNvSpPr/>
                <p:nvPr/>
              </p:nvSpPr>
              <p:spPr>
                <a:xfrm>
                  <a:off x="6443300" y="1016575"/>
                  <a:ext cx="30875" cy="682175"/>
                </a:xfrm>
                <a:custGeom>
                  <a:rect b="b" l="l" r="r" t="t"/>
                  <a:pathLst>
                    <a:path extrusionOk="0" fill="none" h="27287" w="1235">
                      <a:moveTo>
                        <a:pt x="1235" y="27286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55" name="Google Shape;1655;p55"/>
                <p:cNvSpPr/>
                <p:nvPr/>
              </p:nvSpPr>
              <p:spPr>
                <a:xfrm>
                  <a:off x="6441625" y="928175"/>
                  <a:ext cx="50900" cy="68400"/>
                </a:xfrm>
                <a:custGeom>
                  <a:rect b="b" l="l" r="r" t="t"/>
                  <a:pathLst>
                    <a:path extrusionOk="0" fill="none" h="2736" w="2036">
                      <a:moveTo>
                        <a:pt x="34" y="2735"/>
                      </a:moveTo>
                      <a:lnTo>
                        <a:pt x="1" y="1468"/>
                      </a:lnTo>
                      <a:lnTo>
                        <a:pt x="2036" y="1268"/>
                      </a:lnTo>
                      <a:lnTo>
                        <a:pt x="2002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56" name="Google Shape;1656;p55"/>
                <p:cNvSpPr/>
                <p:nvPr/>
              </p:nvSpPr>
              <p:spPr>
                <a:xfrm>
                  <a:off x="6473325" y="314400"/>
                  <a:ext cx="17525" cy="574600"/>
                </a:xfrm>
                <a:custGeom>
                  <a:rect b="b" l="l" r="r" t="t"/>
                  <a:pathLst>
                    <a:path extrusionOk="0" fill="none" h="22984" w="701">
                      <a:moveTo>
                        <a:pt x="701" y="22983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57" name="Google Shape;1657;p55"/>
                <p:cNvSpPr/>
                <p:nvPr/>
              </p:nvSpPr>
              <p:spPr>
                <a:xfrm>
                  <a:off x="6472500" y="262700"/>
                  <a:ext cx="30875" cy="31700"/>
                </a:xfrm>
                <a:custGeom>
                  <a:rect b="b" l="l" r="r" t="t"/>
                  <a:pathLst>
                    <a:path extrusionOk="0" fill="none" h="1268" w="1235">
                      <a:moveTo>
                        <a:pt x="33" y="1268"/>
                      </a:moveTo>
                      <a:lnTo>
                        <a:pt x="0" y="0"/>
                      </a:lnTo>
                      <a:lnTo>
                        <a:pt x="1234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58" name="Google Shape;1658;p55"/>
                <p:cNvSpPr/>
                <p:nvPr/>
              </p:nvSpPr>
              <p:spPr>
                <a:xfrm>
                  <a:off x="6541700" y="262700"/>
                  <a:ext cx="458700" cy="25"/>
                </a:xfrm>
                <a:custGeom>
                  <a:rect b="b" l="l" r="r" t="t"/>
                  <a:pathLst>
                    <a:path extrusionOk="0" fill="none" h="1" w="18348">
                      <a:moveTo>
                        <a:pt x="1" y="0"/>
                      </a:moveTo>
                      <a:lnTo>
                        <a:pt x="18347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59" name="Google Shape;1659;p55"/>
                <p:cNvSpPr/>
                <p:nvPr/>
              </p:nvSpPr>
              <p:spPr>
                <a:xfrm>
                  <a:off x="7018725" y="262700"/>
                  <a:ext cx="31700" cy="31700"/>
                </a:xfrm>
                <a:custGeom>
                  <a:rect b="b" l="l" r="r" t="t"/>
                  <a:pathLst>
                    <a:path extrusionOk="0" fill="none" h="1268" w="1268">
                      <a:moveTo>
                        <a:pt x="0" y="0"/>
                      </a:moveTo>
                      <a:lnTo>
                        <a:pt x="1268" y="0"/>
                      </a:lnTo>
                      <a:lnTo>
                        <a:pt x="1268" y="1268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60" name="Google Shape;1660;p55"/>
                <p:cNvSpPr/>
                <p:nvPr/>
              </p:nvSpPr>
              <p:spPr>
                <a:xfrm>
                  <a:off x="7051225" y="335250"/>
                  <a:ext cx="9200" cy="995725"/>
                </a:xfrm>
                <a:custGeom>
                  <a:rect b="b" l="l" r="r" t="t"/>
                  <a:pathLst>
                    <a:path extrusionOk="0" fill="none" h="39829" w="368">
                      <a:moveTo>
                        <a:pt x="1" y="0"/>
                      </a:moveTo>
                      <a:lnTo>
                        <a:pt x="368" y="39829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61" name="Google Shape;1661;p55"/>
                <p:cNvSpPr/>
                <p:nvPr/>
              </p:nvSpPr>
              <p:spPr>
                <a:xfrm>
                  <a:off x="7060400" y="1351800"/>
                  <a:ext cx="31725" cy="30875"/>
                </a:xfrm>
                <a:custGeom>
                  <a:rect b="b" l="l" r="r" t="t"/>
                  <a:pathLst>
                    <a:path extrusionOk="0" fill="none" h="1235" w="1269">
                      <a:moveTo>
                        <a:pt x="1" y="1"/>
                      </a:moveTo>
                      <a:lnTo>
                        <a:pt x="1" y="1235"/>
                      </a:lnTo>
                      <a:lnTo>
                        <a:pt x="1268" y="1235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62" name="Google Shape;1662;p55"/>
                <p:cNvSpPr/>
                <p:nvPr/>
              </p:nvSpPr>
              <p:spPr>
                <a:xfrm>
                  <a:off x="7119625" y="1382650"/>
                  <a:ext cx="55900" cy="25"/>
                </a:xfrm>
                <a:custGeom>
                  <a:rect b="b" l="l" r="r" t="t"/>
                  <a:pathLst>
                    <a:path extrusionOk="0" fill="none" h="1" w="2236">
                      <a:moveTo>
                        <a:pt x="0" y="1"/>
                      </a:moveTo>
                      <a:lnTo>
                        <a:pt x="2235" y="1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63" name="Google Shape;1663;p55"/>
                <p:cNvSpPr/>
                <p:nvPr/>
              </p:nvSpPr>
              <p:spPr>
                <a:xfrm>
                  <a:off x="7189675" y="1351800"/>
                  <a:ext cx="30875" cy="30875"/>
                </a:xfrm>
                <a:custGeom>
                  <a:rect b="b" l="l" r="r" t="t"/>
                  <a:pathLst>
                    <a:path extrusionOk="0" fill="none" h="1235" w="1235">
                      <a:moveTo>
                        <a:pt x="0" y="1235"/>
                      </a:moveTo>
                      <a:lnTo>
                        <a:pt x="1234" y="1235"/>
                      </a:lnTo>
                      <a:lnTo>
                        <a:pt x="1234" y="1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64" name="Google Shape;1664;p55"/>
                <p:cNvSpPr/>
                <p:nvPr/>
              </p:nvSpPr>
              <p:spPr>
                <a:xfrm>
                  <a:off x="7220525" y="1274250"/>
                  <a:ext cx="31725" cy="31700"/>
                </a:xfrm>
                <a:custGeom>
                  <a:rect b="b" l="l" r="r" t="t"/>
                  <a:pathLst>
                    <a:path extrusionOk="0" fill="none" h="1268" w="1269">
                      <a:moveTo>
                        <a:pt x="0" y="1268"/>
                      </a:moveTo>
                      <a:lnTo>
                        <a:pt x="0" y="0"/>
                      </a:lnTo>
                      <a:lnTo>
                        <a:pt x="1268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65" name="Google Shape;1665;p55"/>
                <p:cNvSpPr/>
                <p:nvPr/>
              </p:nvSpPr>
              <p:spPr>
                <a:xfrm>
                  <a:off x="7288900" y="1274250"/>
                  <a:ext cx="258550" cy="25"/>
                </a:xfrm>
                <a:custGeom>
                  <a:rect b="b" l="l" r="r" t="t"/>
                  <a:pathLst>
                    <a:path extrusionOk="0" fill="none" h="1" w="10342">
                      <a:moveTo>
                        <a:pt x="1" y="0"/>
                      </a:moveTo>
                      <a:lnTo>
                        <a:pt x="10341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66" name="Google Shape;1666;p55"/>
                <p:cNvSpPr/>
                <p:nvPr/>
              </p:nvSpPr>
              <p:spPr>
                <a:xfrm>
                  <a:off x="7565775" y="1274250"/>
                  <a:ext cx="31700" cy="25"/>
                </a:xfrm>
                <a:custGeom>
                  <a:rect b="b" l="l" r="r" t="t"/>
                  <a:pathLst>
                    <a:path extrusionOk="0" fill="none" h="1" w="1268">
                      <a:moveTo>
                        <a:pt x="0" y="0"/>
                      </a:moveTo>
                      <a:lnTo>
                        <a:pt x="1268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67" name="Google Shape;1667;p55"/>
                <p:cNvSpPr/>
                <p:nvPr/>
              </p:nvSpPr>
              <p:spPr>
                <a:xfrm>
                  <a:off x="5509300" y="1416850"/>
                  <a:ext cx="237700" cy="25"/>
                </a:xfrm>
                <a:custGeom>
                  <a:rect b="b" l="l" r="r" t="t"/>
                  <a:pathLst>
                    <a:path extrusionOk="0" fill="none" h="1" w="9508">
                      <a:moveTo>
                        <a:pt x="9507" y="0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68" name="Google Shape;1668;p55"/>
                <p:cNvSpPr/>
                <p:nvPr/>
              </p:nvSpPr>
              <p:spPr>
                <a:xfrm>
                  <a:off x="5646900" y="1351800"/>
                  <a:ext cx="136800" cy="105925"/>
                </a:xfrm>
                <a:custGeom>
                  <a:rect b="b" l="l" r="r" t="t"/>
                  <a:pathLst>
                    <a:path extrusionOk="0" h="4237" w="5472">
                      <a:moveTo>
                        <a:pt x="2736" y="1"/>
                      </a:moveTo>
                      <a:cubicBezTo>
                        <a:pt x="1" y="1"/>
                        <a:pt x="1" y="4237"/>
                        <a:pt x="2736" y="4237"/>
                      </a:cubicBezTo>
                      <a:cubicBezTo>
                        <a:pt x="5471" y="4237"/>
                        <a:pt x="5471" y="1"/>
                        <a:pt x="273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69" name="Google Shape;1669;p55"/>
                <p:cNvSpPr/>
                <p:nvPr/>
              </p:nvSpPr>
              <p:spPr>
                <a:xfrm>
                  <a:off x="7624150" y="1269250"/>
                  <a:ext cx="173475" cy="134275"/>
                </a:xfrm>
                <a:custGeom>
                  <a:rect b="b" l="l" r="r" t="t"/>
                  <a:pathLst>
                    <a:path extrusionOk="0" h="5371" w="6939">
                      <a:moveTo>
                        <a:pt x="3469" y="0"/>
                      </a:moveTo>
                      <a:cubicBezTo>
                        <a:pt x="0" y="0"/>
                        <a:pt x="0" y="5371"/>
                        <a:pt x="3469" y="5371"/>
                      </a:cubicBezTo>
                      <a:cubicBezTo>
                        <a:pt x="6939" y="5371"/>
                        <a:pt x="6939" y="0"/>
                        <a:pt x="346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0" name="Google Shape;1670;p55"/>
                <p:cNvSpPr/>
                <p:nvPr/>
              </p:nvSpPr>
              <p:spPr>
                <a:xfrm>
                  <a:off x="5491800" y="205975"/>
                  <a:ext cx="97575" cy="98425"/>
                </a:xfrm>
                <a:custGeom>
                  <a:rect b="b" l="l" r="r" t="t"/>
                  <a:pathLst>
                    <a:path extrusionOk="0" h="3937" w="3903">
                      <a:moveTo>
                        <a:pt x="1968" y="1"/>
                      </a:moveTo>
                      <a:cubicBezTo>
                        <a:pt x="867" y="1"/>
                        <a:pt x="0" y="901"/>
                        <a:pt x="0" y="1969"/>
                      </a:cubicBezTo>
                      <a:cubicBezTo>
                        <a:pt x="0" y="3036"/>
                        <a:pt x="867" y="3937"/>
                        <a:pt x="1968" y="3937"/>
                      </a:cubicBezTo>
                      <a:cubicBezTo>
                        <a:pt x="3036" y="3937"/>
                        <a:pt x="3903" y="3070"/>
                        <a:pt x="3903" y="1969"/>
                      </a:cubicBezTo>
                      <a:cubicBezTo>
                        <a:pt x="3903" y="901"/>
                        <a:pt x="3036" y="1"/>
                        <a:pt x="196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1" name="Google Shape;1671;p55"/>
                <p:cNvSpPr/>
                <p:nvPr/>
              </p:nvSpPr>
              <p:spPr>
                <a:xfrm>
                  <a:off x="6986200" y="198475"/>
                  <a:ext cx="128450" cy="128450"/>
                </a:xfrm>
                <a:custGeom>
                  <a:rect b="b" l="l" r="r" t="t"/>
                  <a:pathLst>
                    <a:path extrusionOk="0" h="5138" w="5138">
                      <a:moveTo>
                        <a:pt x="2569" y="1"/>
                      </a:moveTo>
                      <a:cubicBezTo>
                        <a:pt x="1134" y="1"/>
                        <a:pt x="0" y="1168"/>
                        <a:pt x="0" y="2569"/>
                      </a:cubicBezTo>
                      <a:cubicBezTo>
                        <a:pt x="0" y="4003"/>
                        <a:pt x="1134" y="5138"/>
                        <a:pt x="2569" y="5138"/>
                      </a:cubicBezTo>
                      <a:cubicBezTo>
                        <a:pt x="4003" y="5138"/>
                        <a:pt x="5137" y="4003"/>
                        <a:pt x="5137" y="2569"/>
                      </a:cubicBezTo>
                      <a:cubicBezTo>
                        <a:pt x="5137" y="1168"/>
                        <a:pt x="4003" y="1"/>
                        <a:pt x="256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2" name="Google Shape;1672;p55"/>
                <p:cNvSpPr/>
                <p:nvPr/>
              </p:nvSpPr>
              <p:spPr>
                <a:xfrm>
                  <a:off x="6716000" y="490350"/>
                  <a:ext cx="297725" cy="1275100"/>
                </a:xfrm>
                <a:custGeom>
                  <a:rect b="b" l="l" r="r" t="t"/>
                  <a:pathLst>
                    <a:path extrusionOk="0" fill="none" h="51004" w="11909">
                      <a:moveTo>
                        <a:pt x="1201" y="1"/>
                      </a:moveTo>
                      <a:cubicBezTo>
                        <a:pt x="1201" y="2436"/>
                        <a:pt x="701" y="22684"/>
                        <a:pt x="2035" y="22750"/>
                      </a:cubicBezTo>
                      <a:cubicBezTo>
                        <a:pt x="4203" y="22817"/>
                        <a:pt x="6939" y="22217"/>
                        <a:pt x="7039" y="25185"/>
                      </a:cubicBezTo>
                      <a:cubicBezTo>
                        <a:pt x="7105" y="26386"/>
                        <a:pt x="7773" y="30723"/>
                        <a:pt x="6171" y="31156"/>
                      </a:cubicBezTo>
                      <a:cubicBezTo>
                        <a:pt x="5604" y="31290"/>
                        <a:pt x="5004" y="31123"/>
                        <a:pt x="4437" y="31090"/>
                      </a:cubicBezTo>
                      <a:cubicBezTo>
                        <a:pt x="0" y="30656"/>
                        <a:pt x="1401" y="34125"/>
                        <a:pt x="1401" y="36927"/>
                      </a:cubicBezTo>
                      <a:cubicBezTo>
                        <a:pt x="1401" y="40463"/>
                        <a:pt x="467" y="45466"/>
                        <a:pt x="1401" y="48869"/>
                      </a:cubicBezTo>
                      <a:cubicBezTo>
                        <a:pt x="2002" y="51004"/>
                        <a:pt x="3036" y="50370"/>
                        <a:pt x="5404" y="50370"/>
                      </a:cubicBezTo>
                      <a:lnTo>
                        <a:pt x="11909" y="50370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3" name="Google Shape;1673;p55"/>
                <p:cNvSpPr/>
                <p:nvPr/>
              </p:nvSpPr>
              <p:spPr>
                <a:xfrm>
                  <a:off x="5208250" y="135925"/>
                  <a:ext cx="2300000" cy="1040775"/>
                </a:xfrm>
                <a:custGeom>
                  <a:rect b="b" l="l" r="r" t="t"/>
                  <a:pathLst>
                    <a:path extrusionOk="0" fill="none" h="41631" w="92000">
                      <a:moveTo>
                        <a:pt x="91032" y="41631"/>
                      </a:moveTo>
                      <a:cubicBezTo>
                        <a:pt x="91066" y="33958"/>
                        <a:pt x="91299" y="29989"/>
                        <a:pt x="91333" y="22317"/>
                      </a:cubicBezTo>
                      <a:cubicBezTo>
                        <a:pt x="91333" y="19982"/>
                        <a:pt x="92000" y="601"/>
                        <a:pt x="90765" y="601"/>
                      </a:cubicBezTo>
                      <a:cubicBezTo>
                        <a:pt x="73687" y="635"/>
                        <a:pt x="56574" y="635"/>
                        <a:pt x="39462" y="668"/>
                      </a:cubicBezTo>
                      <a:cubicBezTo>
                        <a:pt x="30889" y="701"/>
                        <a:pt x="22350" y="701"/>
                        <a:pt x="13777" y="735"/>
                      </a:cubicBezTo>
                      <a:cubicBezTo>
                        <a:pt x="11742" y="735"/>
                        <a:pt x="9674" y="735"/>
                        <a:pt x="7639" y="735"/>
                      </a:cubicBezTo>
                      <a:cubicBezTo>
                        <a:pt x="6339" y="735"/>
                        <a:pt x="1969" y="1"/>
                        <a:pt x="968" y="735"/>
                      </a:cubicBezTo>
                      <a:cubicBezTo>
                        <a:pt x="1" y="1469"/>
                        <a:pt x="401" y="3637"/>
                        <a:pt x="401" y="4938"/>
                      </a:cubicBezTo>
                      <a:cubicBezTo>
                        <a:pt x="401" y="13344"/>
                        <a:pt x="434" y="21750"/>
                        <a:pt x="434" y="30156"/>
                      </a:cubicBez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4" name="Google Shape;1674;p55"/>
                <p:cNvSpPr/>
                <p:nvPr/>
              </p:nvSpPr>
              <p:spPr>
                <a:xfrm>
                  <a:off x="5058975" y="507025"/>
                  <a:ext cx="381125" cy="617975"/>
                </a:xfrm>
                <a:custGeom>
                  <a:rect b="b" l="l" r="r" t="t"/>
                  <a:pathLst>
                    <a:path extrusionOk="0" fill="none" h="24719" w="15245">
                      <a:moveTo>
                        <a:pt x="1" y="1"/>
                      </a:moveTo>
                      <a:lnTo>
                        <a:pt x="501" y="22283"/>
                      </a:lnTo>
                      <a:cubicBezTo>
                        <a:pt x="534" y="23351"/>
                        <a:pt x="368" y="24518"/>
                        <a:pt x="1402" y="24518"/>
                      </a:cubicBezTo>
                      <a:lnTo>
                        <a:pt x="15245" y="24718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5" name="Google Shape;1675;p55"/>
                <p:cNvSpPr/>
                <p:nvPr/>
              </p:nvSpPr>
              <p:spPr>
                <a:xfrm>
                  <a:off x="5429250" y="338575"/>
                  <a:ext cx="35875" cy="1509450"/>
                </a:xfrm>
                <a:custGeom>
                  <a:rect b="b" l="l" r="r" t="t"/>
                  <a:pathLst>
                    <a:path extrusionOk="0" fill="none" h="60378" w="1435">
                      <a:moveTo>
                        <a:pt x="0" y="1"/>
                      </a:moveTo>
                      <a:cubicBezTo>
                        <a:pt x="467" y="20148"/>
                        <a:pt x="934" y="40263"/>
                        <a:pt x="1435" y="60377"/>
                      </a:cubicBez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6" name="Google Shape;1676;p55"/>
                <p:cNvSpPr/>
                <p:nvPr/>
              </p:nvSpPr>
              <p:spPr>
                <a:xfrm>
                  <a:off x="4875525" y="1289250"/>
                  <a:ext cx="373625" cy="25"/>
                </a:xfrm>
                <a:custGeom>
                  <a:rect b="b" l="l" r="r" t="t"/>
                  <a:pathLst>
                    <a:path extrusionOk="0" fill="none" h="1" w="14945">
                      <a:moveTo>
                        <a:pt x="0" y="1"/>
                      </a:moveTo>
                      <a:lnTo>
                        <a:pt x="14944" y="1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7" name="Google Shape;1677;p55"/>
                <p:cNvSpPr/>
                <p:nvPr/>
              </p:nvSpPr>
              <p:spPr>
                <a:xfrm>
                  <a:off x="4885525" y="1681200"/>
                  <a:ext cx="373625" cy="25"/>
                </a:xfrm>
                <a:custGeom>
                  <a:rect b="b" l="l" r="r" t="t"/>
                  <a:pathLst>
                    <a:path extrusionOk="0" fill="none" h="1" w="14945">
                      <a:moveTo>
                        <a:pt x="0" y="1"/>
                      </a:moveTo>
                      <a:lnTo>
                        <a:pt x="14944" y="1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8" name="Google Shape;1678;p55"/>
                <p:cNvSpPr/>
                <p:nvPr/>
              </p:nvSpPr>
              <p:spPr>
                <a:xfrm>
                  <a:off x="5074825" y="1463550"/>
                  <a:ext cx="373625" cy="25"/>
                </a:xfrm>
                <a:custGeom>
                  <a:rect b="b" l="l" r="r" t="t"/>
                  <a:pathLst>
                    <a:path extrusionOk="0" fill="none" h="1" w="14945">
                      <a:moveTo>
                        <a:pt x="1" y="0"/>
                      </a:moveTo>
                      <a:lnTo>
                        <a:pt x="14945" y="0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9" name="Google Shape;1679;p55"/>
                <p:cNvSpPr/>
                <p:nvPr/>
              </p:nvSpPr>
              <p:spPr>
                <a:xfrm>
                  <a:off x="7127950" y="271025"/>
                  <a:ext cx="212675" cy="993250"/>
                </a:xfrm>
                <a:custGeom>
                  <a:rect b="b" l="l" r="r" t="t"/>
                  <a:pathLst>
                    <a:path extrusionOk="0" fill="none" h="39730" w="8507">
                      <a:moveTo>
                        <a:pt x="8507" y="1"/>
                      </a:moveTo>
                      <a:lnTo>
                        <a:pt x="8507" y="4070"/>
                      </a:lnTo>
                      <a:cubicBezTo>
                        <a:pt x="8507" y="4971"/>
                        <a:pt x="7740" y="5738"/>
                        <a:pt x="6839" y="5738"/>
                      </a:cubicBezTo>
                      <a:lnTo>
                        <a:pt x="735" y="5738"/>
                      </a:lnTo>
                      <a:cubicBezTo>
                        <a:pt x="334" y="5738"/>
                        <a:pt x="1" y="6072"/>
                        <a:pt x="1" y="6472"/>
                      </a:cubicBezTo>
                      <a:lnTo>
                        <a:pt x="1" y="39729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80" name="Google Shape;1680;p55"/>
                <p:cNvSpPr/>
                <p:nvPr/>
              </p:nvSpPr>
              <p:spPr>
                <a:xfrm>
                  <a:off x="7134625" y="1356800"/>
                  <a:ext cx="344450" cy="511225"/>
                </a:xfrm>
                <a:custGeom>
                  <a:rect b="b" l="l" r="r" t="t"/>
                  <a:pathLst>
                    <a:path extrusionOk="0" fill="none" h="20449" w="13778">
                      <a:moveTo>
                        <a:pt x="13777" y="1"/>
                      </a:moveTo>
                      <a:lnTo>
                        <a:pt x="13777" y="20449"/>
                      </a:lnTo>
                      <a:lnTo>
                        <a:pt x="1" y="20449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81" name="Google Shape;1681;p55"/>
                <p:cNvSpPr/>
                <p:nvPr/>
              </p:nvSpPr>
              <p:spPr>
                <a:xfrm>
                  <a:off x="7132950" y="1099125"/>
                  <a:ext cx="174325" cy="25"/>
                </a:xfrm>
                <a:custGeom>
                  <a:rect b="b" l="l" r="r" t="t"/>
                  <a:pathLst>
                    <a:path extrusionOk="0" fill="none" h="1" w="6973">
                      <a:moveTo>
                        <a:pt x="1" y="0"/>
                      </a:moveTo>
                      <a:lnTo>
                        <a:pt x="6973" y="0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82" name="Google Shape;1682;p55"/>
                <p:cNvSpPr/>
                <p:nvPr/>
              </p:nvSpPr>
              <p:spPr>
                <a:xfrm>
                  <a:off x="7210525" y="903150"/>
                  <a:ext cx="288550" cy="25"/>
                </a:xfrm>
                <a:custGeom>
                  <a:rect b="b" l="l" r="r" t="t"/>
                  <a:pathLst>
                    <a:path extrusionOk="0" fill="none" h="1" w="11542">
                      <a:moveTo>
                        <a:pt x="0" y="0"/>
                      </a:moveTo>
                      <a:lnTo>
                        <a:pt x="11542" y="0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83" name="Google Shape;1683;p55"/>
                <p:cNvSpPr/>
                <p:nvPr/>
              </p:nvSpPr>
              <p:spPr>
                <a:xfrm>
                  <a:off x="7328925" y="1646175"/>
                  <a:ext cx="149300" cy="25"/>
                </a:xfrm>
                <a:custGeom>
                  <a:rect b="b" l="l" r="r" t="t"/>
                  <a:pathLst>
                    <a:path extrusionOk="0" fill="none" h="1" w="5972">
                      <a:moveTo>
                        <a:pt x="1" y="1"/>
                      </a:moveTo>
                      <a:lnTo>
                        <a:pt x="5972" y="1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84" name="Google Shape;1684;p55"/>
                <p:cNvSpPr/>
                <p:nvPr/>
              </p:nvSpPr>
              <p:spPr>
                <a:xfrm>
                  <a:off x="7269725" y="557075"/>
                  <a:ext cx="219350" cy="25"/>
                </a:xfrm>
                <a:custGeom>
                  <a:rect b="b" l="l" r="r" t="t"/>
                  <a:pathLst>
                    <a:path extrusionOk="0" fill="none" h="1" w="8774">
                      <a:moveTo>
                        <a:pt x="1" y="0"/>
                      </a:moveTo>
                      <a:lnTo>
                        <a:pt x="8773" y="0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85" name="Google Shape;1685;p55"/>
                <p:cNvSpPr/>
                <p:nvPr/>
              </p:nvSpPr>
              <p:spPr>
                <a:xfrm>
                  <a:off x="7142975" y="712175"/>
                  <a:ext cx="174300" cy="25"/>
                </a:xfrm>
                <a:custGeom>
                  <a:rect b="b" l="l" r="r" t="t"/>
                  <a:pathLst>
                    <a:path extrusionOk="0" fill="none" h="1" w="6972">
                      <a:moveTo>
                        <a:pt x="0" y="1"/>
                      </a:moveTo>
                      <a:lnTo>
                        <a:pt x="6972" y="1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86" name="Google Shape;1686;p55"/>
                <p:cNvSpPr/>
                <p:nvPr/>
              </p:nvSpPr>
              <p:spPr>
                <a:xfrm>
                  <a:off x="6374075" y="154275"/>
                  <a:ext cx="25" cy="1486925"/>
                </a:xfrm>
                <a:custGeom>
                  <a:rect b="b" l="l" r="r" t="t"/>
                  <a:pathLst>
                    <a:path extrusionOk="0" fill="none" h="59477" w="1">
                      <a:moveTo>
                        <a:pt x="1" y="59477"/>
                      </a:moveTo>
                      <a:lnTo>
                        <a:pt x="1" y="1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87" name="Google Shape;1687;p55"/>
                <p:cNvSpPr/>
                <p:nvPr/>
              </p:nvSpPr>
              <p:spPr>
                <a:xfrm>
                  <a:off x="5610200" y="1504400"/>
                  <a:ext cx="668850" cy="171000"/>
                </a:xfrm>
                <a:custGeom>
                  <a:rect b="b" l="l" r="r" t="t"/>
                  <a:pathLst>
                    <a:path extrusionOk="0" fill="none" h="6840" w="26754">
                      <a:moveTo>
                        <a:pt x="635" y="1"/>
                      </a:moveTo>
                      <a:cubicBezTo>
                        <a:pt x="635" y="1168"/>
                        <a:pt x="1" y="4871"/>
                        <a:pt x="635" y="5772"/>
                      </a:cubicBezTo>
                      <a:cubicBezTo>
                        <a:pt x="1368" y="6839"/>
                        <a:pt x="4304" y="6305"/>
                        <a:pt x="5705" y="6305"/>
                      </a:cubicBezTo>
                      <a:lnTo>
                        <a:pt x="26753" y="6305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88" name="Google Shape;1688;p55"/>
                <p:cNvSpPr/>
                <p:nvPr/>
              </p:nvSpPr>
              <p:spPr>
                <a:xfrm>
                  <a:off x="5593525" y="247675"/>
                  <a:ext cx="798925" cy="1236750"/>
                </a:xfrm>
                <a:custGeom>
                  <a:rect b="b" l="l" r="r" t="t"/>
                  <a:pathLst>
                    <a:path extrusionOk="0" fill="none" h="49470" w="31957">
                      <a:moveTo>
                        <a:pt x="23784" y="1"/>
                      </a:moveTo>
                      <a:lnTo>
                        <a:pt x="23784" y="5371"/>
                      </a:lnTo>
                      <a:cubicBezTo>
                        <a:pt x="23784" y="5371"/>
                        <a:pt x="16379" y="5571"/>
                        <a:pt x="14144" y="5571"/>
                      </a:cubicBezTo>
                      <a:lnTo>
                        <a:pt x="8040" y="5571"/>
                      </a:lnTo>
                      <a:cubicBezTo>
                        <a:pt x="6138" y="5571"/>
                        <a:pt x="3370" y="5671"/>
                        <a:pt x="1735" y="5705"/>
                      </a:cubicBezTo>
                      <a:cubicBezTo>
                        <a:pt x="1001" y="5738"/>
                        <a:pt x="434" y="6339"/>
                        <a:pt x="368" y="7072"/>
                      </a:cubicBezTo>
                      <a:cubicBezTo>
                        <a:pt x="234" y="9641"/>
                        <a:pt x="1" y="15412"/>
                        <a:pt x="801" y="17580"/>
                      </a:cubicBezTo>
                      <a:cubicBezTo>
                        <a:pt x="1368" y="19148"/>
                        <a:pt x="935" y="18814"/>
                        <a:pt x="2936" y="18981"/>
                      </a:cubicBezTo>
                      <a:cubicBezTo>
                        <a:pt x="4971" y="19148"/>
                        <a:pt x="7072" y="18981"/>
                        <a:pt x="9107" y="18981"/>
                      </a:cubicBezTo>
                      <a:lnTo>
                        <a:pt x="18214" y="18981"/>
                      </a:lnTo>
                      <a:cubicBezTo>
                        <a:pt x="19348" y="18981"/>
                        <a:pt x="21816" y="18514"/>
                        <a:pt x="22784" y="18981"/>
                      </a:cubicBezTo>
                      <a:cubicBezTo>
                        <a:pt x="24185" y="19648"/>
                        <a:pt x="23784" y="20215"/>
                        <a:pt x="23784" y="22050"/>
                      </a:cubicBezTo>
                      <a:lnTo>
                        <a:pt x="23784" y="36293"/>
                      </a:lnTo>
                      <a:cubicBezTo>
                        <a:pt x="23784" y="37928"/>
                        <a:pt x="24385" y="40630"/>
                        <a:pt x="23017" y="41364"/>
                      </a:cubicBezTo>
                      <a:cubicBezTo>
                        <a:pt x="22483" y="41664"/>
                        <a:pt x="20916" y="41364"/>
                        <a:pt x="20315" y="41364"/>
                      </a:cubicBezTo>
                      <a:lnTo>
                        <a:pt x="9674" y="41364"/>
                      </a:lnTo>
                      <a:cubicBezTo>
                        <a:pt x="8807" y="41364"/>
                        <a:pt x="8106" y="42064"/>
                        <a:pt x="8073" y="42931"/>
                      </a:cubicBezTo>
                      <a:cubicBezTo>
                        <a:pt x="8040" y="44599"/>
                        <a:pt x="7940" y="46300"/>
                        <a:pt x="8040" y="47935"/>
                      </a:cubicBezTo>
                      <a:cubicBezTo>
                        <a:pt x="8073" y="48802"/>
                        <a:pt x="8840" y="49469"/>
                        <a:pt x="9741" y="49436"/>
                      </a:cubicBezTo>
                      <a:cubicBezTo>
                        <a:pt x="17113" y="49036"/>
                        <a:pt x="24552" y="49436"/>
                        <a:pt x="31957" y="49436"/>
                      </a:cubicBez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89" name="Google Shape;1689;p55"/>
                <p:cNvSpPr/>
                <p:nvPr/>
              </p:nvSpPr>
              <p:spPr>
                <a:xfrm>
                  <a:off x="5636050" y="1092450"/>
                  <a:ext cx="386975" cy="233525"/>
                </a:xfrm>
                <a:custGeom>
                  <a:rect b="b" l="l" r="r" t="t"/>
                  <a:pathLst>
                    <a:path extrusionOk="0" fill="none" h="9341" w="15479">
                      <a:moveTo>
                        <a:pt x="1" y="9341"/>
                      </a:moveTo>
                      <a:cubicBezTo>
                        <a:pt x="1" y="7239"/>
                        <a:pt x="68" y="5138"/>
                        <a:pt x="34" y="3003"/>
                      </a:cubicBezTo>
                      <a:cubicBezTo>
                        <a:pt x="1" y="401"/>
                        <a:pt x="68" y="434"/>
                        <a:pt x="2736" y="267"/>
                      </a:cubicBezTo>
                      <a:cubicBezTo>
                        <a:pt x="6973" y="1"/>
                        <a:pt x="11242" y="468"/>
                        <a:pt x="15479" y="468"/>
                      </a:cubicBez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90" name="Google Shape;1690;p55"/>
                <p:cNvSpPr/>
                <p:nvPr/>
              </p:nvSpPr>
              <p:spPr>
                <a:xfrm>
                  <a:off x="5419250" y="898150"/>
                  <a:ext cx="555400" cy="25"/>
                </a:xfrm>
                <a:custGeom>
                  <a:rect b="b" l="l" r="r" t="t"/>
                  <a:pathLst>
                    <a:path extrusionOk="0" fill="none" h="1" w="22216">
                      <a:moveTo>
                        <a:pt x="22216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91" name="Google Shape;1691;p55"/>
                <p:cNvSpPr/>
                <p:nvPr/>
              </p:nvSpPr>
              <p:spPr>
                <a:xfrm>
                  <a:off x="5806175" y="547050"/>
                  <a:ext cx="583775" cy="25"/>
                </a:xfrm>
                <a:custGeom>
                  <a:rect b="b" l="l" r="r" t="t"/>
                  <a:pathLst>
                    <a:path extrusionOk="0" fill="none" h="1" w="23351">
                      <a:moveTo>
                        <a:pt x="1" y="1"/>
                      </a:moveTo>
                      <a:lnTo>
                        <a:pt x="23351" y="1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92" name="Google Shape;1692;p55"/>
                <p:cNvSpPr/>
                <p:nvPr/>
              </p:nvSpPr>
              <p:spPr>
                <a:xfrm>
                  <a:off x="7656675" y="957550"/>
                  <a:ext cx="118575" cy="280975"/>
                </a:xfrm>
                <a:custGeom>
                  <a:rect b="b" l="l" r="r" t="t"/>
                  <a:pathLst>
                    <a:path extrusionOk="0" h="11239" w="4743">
                      <a:moveTo>
                        <a:pt x="1935" y="1"/>
                      </a:moveTo>
                      <a:cubicBezTo>
                        <a:pt x="1910" y="1"/>
                        <a:pt x="1885" y="9"/>
                        <a:pt x="1868" y="26"/>
                      </a:cubicBezTo>
                      <a:cubicBezTo>
                        <a:pt x="1768" y="159"/>
                        <a:pt x="1768" y="360"/>
                        <a:pt x="1768" y="526"/>
                      </a:cubicBezTo>
                      <a:cubicBezTo>
                        <a:pt x="1802" y="760"/>
                        <a:pt x="1802" y="993"/>
                        <a:pt x="1802" y="1194"/>
                      </a:cubicBezTo>
                      <a:cubicBezTo>
                        <a:pt x="1835" y="1661"/>
                        <a:pt x="1835" y="2128"/>
                        <a:pt x="1868" y="2595"/>
                      </a:cubicBezTo>
                      <a:cubicBezTo>
                        <a:pt x="1868" y="3462"/>
                        <a:pt x="1902" y="4362"/>
                        <a:pt x="1935" y="5263"/>
                      </a:cubicBezTo>
                      <a:cubicBezTo>
                        <a:pt x="1968" y="6130"/>
                        <a:pt x="2002" y="7031"/>
                        <a:pt x="2002" y="7932"/>
                      </a:cubicBezTo>
                      <a:cubicBezTo>
                        <a:pt x="2035" y="8699"/>
                        <a:pt x="2002" y="9499"/>
                        <a:pt x="2035" y="10300"/>
                      </a:cubicBezTo>
                      <a:cubicBezTo>
                        <a:pt x="1768" y="9833"/>
                        <a:pt x="1501" y="9333"/>
                        <a:pt x="1234" y="8832"/>
                      </a:cubicBezTo>
                      <a:cubicBezTo>
                        <a:pt x="1034" y="8499"/>
                        <a:pt x="868" y="8165"/>
                        <a:pt x="701" y="7832"/>
                      </a:cubicBezTo>
                      <a:cubicBezTo>
                        <a:pt x="601" y="7665"/>
                        <a:pt x="501" y="7498"/>
                        <a:pt x="401" y="7331"/>
                      </a:cubicBezTo>
                      <a:cubicBezTo>
                        <a:pt x="367" y="7231"/>
                        <a:pt x="300" y="7164"/>
                        <a:pt x="200" y="7131"/>
                      </a:cubicBezTo>
                      <a:lnTo>
                        <a:pt x="167" y="7098"/>
                      </a:lnTo>
                      <a:cubicBezTo>
                        <a:pt x="155" y="7074"/>
                        <a:pt x="131" y="7063"/>
                        <a:pt x="104" y="7063"/>
                      </a:cubicBezTo>
                      <a:cubicBezTo>
                        <a:pt x="56" y="7063"/>
                        <a:pt x="0" y="7100"/>
                        <a:pt x="0" y="7164"/>
                      </a:cubicBezTo>
                      <a:cubicBezTo>
                        <a:pt x="34" y="7231"/>
                        <a:pt x="0" y="7265"/>
                        <a:pt x="0" y="7331"/>
                      </a:cubicBezTo>
                      <a:cubicBezTo>
                        <a:pt x="0" y="7398"/>
                        <a:pt x="67" y="7498"/>
                        <a:pt x="67" y="7565"/>
                      </a:cubicBezTo>
                      <a:cubicBezTo>
                        <a:pt x="134" y="7732"/>
                        <a:pt x="200" y="7898"/>
                        <a:pt x="300" y="8065"/>
                      </a:cubicBezTo>
                      <a:cubicBezTo>
                        <a:pt x="434" y="8399"/>
                        <a:pt x="601" y="8766"/>
                        <a:pt x="767" y="9099"/>
                      </a:cubicBezTo>
                      <a:cubicBezTo>
                        <a:pt x="1134" y="9766"/>
                        <a:pt x="1468" y="10433"/>
                        <a:pt x="1868" y="11101"/>
                      </a:cubicBezTo>
                      <a:cubicBezTo>
                        <a:pt x="1916" y="11196"/>
                        <a:pt x="2002" y="11238"/>
                        <a:pt x="2089" y="11238"/>
                      </a:cubicBezTo>
                      <a:cubicBezTo>
                        <a:pt x="2185" y="11238"/>
                        <a:pt x="2283" y="11188"/>
                        <a:pt x="2335" y="11101"/>
                      </a:cubicBezTo>
                      <a:cubicBezTo>
                        <a:pt x="2402" y="11034"/>
                        <a:pt x="2435" y="10967"/>
                        <a:pt x="2469" y="10900"/>
                      </a:cubicBezTo>
                      <a:cubicBezTo>
                        <a:pt x="2535" y="10867"/>
                        <a:pt x="2569" y="10800"/>
                        <a:pt x="2602" y="10700"/>
                      </a:cubicBezTo>
                      <a:cubicBezTo>
                        <a:pt x="3269" y="9633"/>
                        <a:pt x="3970" y="8532"/>
                        <a:pt x="4604" y="7431"/>
                      </a:cubicBezTo>
                      <a:cubicBezTo>
                        <a:pt x="4742" y="7200"/>
                        <a:pt x="4560" y="7000"/>
                        <a:pt x="4369" y="7000"/>
                      </a:cubicBezTo>
                      <a:cubicBezTo>
                        <a:pt x="4284" y="7000"/>
                        <a:pt x="4198" y="7039"/>
                        <a:pt x="4137" y="7131"/>
                      </a:cubicBezTo>
                      <a:cubicBezTo>
                        <a:pt x="3603" y="7965"/>
                        <a:pt x="3102" y="8799"/>
                        <a:pt x="2602" y="9633"/>
                      </a:cubicBezTo>
                      <a:cubicBezTo>
                        <a:pt x="2569" y="9066"/>
                        <a:pt x="2535" y="8499"/>
                        <a:pt x="2535" y="7932"/>
                      </a:cubicBezTo>
                      <a:cubicBezTo>
                        <a:pt x="2502" y="7031"/>
                        <a:pt x="2469" y="6130"/>
                        <a:pt x="2435" y="5263"/>
                      </a:cubicBezTo>
                      <a:cubicBezTo>
                        <a:pt x="2402" y="4362"/>
                        <a:pt x="2335" y="3462"/>
                        <a:pt x="2302" y="2595"/>
                      </a:cubicBezTo>
                      <a:cubicBezTo>
                        <a:pt x="2269" y="2128"/>
                        <a:pt x="2235" y="1661"/>
                        <a:pt x="2202" y="1194"/>
                      </a:cubicBezTo>
                      <a:cubicBezTo>
                        <a:pt x="2202" y="993"/>
                        <a:pt x="2168" y="760"/>
                        <a:pt x="2168" y="526"/>
                      </a:cubicBezTo>
                      <a:cubicBezTo>
                        <a:pt x="2135" y="360"/>
                        <a:pt x="2135" y="159"/>
                        <a:pt x="2002" y="26"/>
                      </a:cubicBezTo>
                      <a:cubicBezTo>
                        <a:pt x="1985" y="9"/>
                        <a:pt x="1960" y="1"/>
                        <a:pt x="1935" y="1"/>
                      </a:cubicBezTo>
                      <a:close/>
                    </a:path>
                  </a:pathLst>
                </a:custGeom>
                <a:solidFill>
                  <a:srgbClr val="5CC9BF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93" name="Google Shape;1693;p55"/>
                <p:cNvSpPr/>
                <p:nvPr/>
              </p:nvSpPr>
              <p:spPr>
                <a:xfrm>
                  <a:off x="4846325" y="323575"/>
                  <a:ext cx="2311675" cy="1534450"/>
                </a:xfrm>
                <a:custGeom>
                  <a:rect b="b" l="l" r="r" t="t"/>
                  <a:pathLst>
                    <a:path extrusionOk="0" fill="none" h="61378" w="92467">
                      <a:moveTo>
                        <a:pt x="1" y="5004"/>
                      </a:moveTo>
                      <a:cubicBezTo>
                        <a:pt x="268" y="15211"/>
                        <a:pt x="601" y="25452"/>
                        <a:pt x="1001" y="35692"/>
                      </a:cubicBezTo>
                      <a:cubicBezTo>
                        <a:pt x="1168" y="40796"/>
                        <a:pt x="1402" y="45933"/>
                        <a:pt x="1602" y="51037"/>
                      </a:cubicBezTo>
                      <a:cubicBezTo>
                        <a:pt x="1769" y="54506"/>
                        <a:pt x="234" y="61211"/>
                        <a:pt x="5004" y="61211"/>
                      </a:cubicBezTo>
                      <a:cubicBezTo>
                        <a:pt x="33858" y="61211"/>
                        <a:pt x="62679" y="61311"/>
                        <a:pt x="91533" y="61377"/>
                      </a:cubicBezTo>
                      <a:cubicBezTo>
                        <a:pt x="91599" y="57942"/>
                        <a:pt x="92166" y="54539"/>
                        <a:pt x="92166" y="51103"/>
                      </a:cubicBezTo>
                      <a:cubicBezTo>
                        <a:pt x="92166" y="50103"/>
                        <a:pt x="92467" y="47301"/>
                        <a:pt x="91633" y="46567"/>
                      </a:cubicBezTo>
                      <a:cubicBezTo>
                        <a:pt x="90899" y="45933"/>
                        <a:pt x="87430" y="46533"/>
                        <a:pt x="86429" y="46500"/>
                      </a:cubicBezTo>
                      <a:cubicBezTo>
                        <a:pt x="85762" y="43665"/>
                        <a:pt x="86229" y="40096"/>
                        <a:pt x="86196" y="37127"/>
                      </a:cubicBezTo>
                      <a:cubicBezTo>
                        <a:pt x="86162" y="32557"/>
                        <a:pt x="86095" y="28020"/>
                        <a:pt x="86029" y="23484"/>
                      </a:cubicBezTo>
                      <a:cubicBezTo>
                        <a:pt x="85995" y="19047"/>
                        <a:pt x="85962" y="14611"/>
                        <a:pt x="85895" y="10174"/>
                      </a:cubicBezTo>
                      <a:cubicBezTo>
                        <a:pt x="85895" y="7973"/>
                        <a:pt x="85995" y="5704"/>
                        <a:pt x="85829" y="3536"/>
                      </a:cubicBezTo>
                      <a:cubicBezTo>
                        <a:pt x="85528" y="0"/>
                        <a:pt x="80658" y="1301"/>
                        <a:pt x="77956" y="1234"/>
                      </a:cubicBezTo>
                      <a:cubicBezTo>
                        <a:pt x="74887" y="1201"/>
                        <a:pt x="71819" y="1101"/>
                        <a:pt x="68750" y="1068"/>
                      </a:cubicBezTo>
                      <a:cubicBezTo>
                        <a:pt x="69417" y="1134"/>
                        <a:pt x="69317" y="48702"/>
                        <a:pt x="69350" y="51370"/>
                      </a:cubicBezTo>
                      <a:lnTo>
                        <a:pt x="69384" y="54573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694" name="Google Shape;1694;p55"/>
            <p:cNvGrpSpPr/>
            <p:nvPr/>
          </p:nvGrpSpPr>
          <p:grpSpPr>
            <a:xfrm>
              <a:off x="4456381" y="1942093"/>
              <a:ext cx="3657062" cy="2446599"/>
              <a:chOff x="4456381" y="1942093"/>
              <a:chExt cx="3657062" cy="2446599"/>
            </a:xfrm>
          </p:grpSpPr>
          <p:grpSp>
            <p:nvGrpSpPr>
              <p:cNvPr id="1695" name="Google Shape;1695;p55"/>
              <p:cNvGrpSpPr/>
              <p:nvPr/>
            </p:nvGrpSpPr>
            <p:grpSpPr>
              <a:xfrm>
                <a:off x="4456381" y="1942093"/>
                <a:ext cx="3657062" cy="2405081"/>
                <a:chOff x="4429144" y="1824993"/>
                <a:chExt cx="3657062" cy="2405081"/>
              </a:xfrm>
            </p:grpSpPr>
            <p:sp>
              <p:nvSpPr>
                <p:cNvPr id="1696" name="Google Shape;1696;p55"/>
                <p:cNvSpPr/>
                <p:nvPr/>
              </p:nvSpPr>
              <p:spPr>
                <a:xfrm>
                  <a:off x="6702839" y="2842405"/>
                  <a:ext cx="111650" cy="294704"/>
                </a:xfrm>
                <a:custGeom>
                  <a:rect b="b" l="l" r="r" t="t"/>
                  <a:pathLst>
                    <a:path extrusionOk="0" h="14177" w="5371">
                      <a:moveTo>
                        <a:pt x="2414" y="0"/>
                      </a:moveTo>
                      <a:cubicBezTo>
                        <a:pt x="2139" y="0"/>
                        <a:pt x="1843" y="100"/>
                        <a:pt x="1535" y="332"/>
                      </a:cubicBezTo>
                      <a:cubicBezTo>
                        <a:pt x="234" y="1333"/>
                        <a:pt x="234" y="3802"/>
                        <a:pt x="334" y="5236"/>
                      </a:cubicBezTo>
                      <a:cubicBezTo>
                        <a:pt x="501" y="7571"/>
                        <a:pt x="0" y="9806"/>
                        <a:pt x="134" y="12108"/>
                      </a:cubicBezTo>
                      <a:cubicBezTo>
                        <a:pt x="167" y="12875"/>
                        <a:pt x="467" y="13709"/>
                        <a:pt x="1168" y="14042"/>
                      </a:cubicBezTo>
                      <a:cubicBezTo>
                        <a:pt x="1367" y="14134"/>
                        <a:pt x="1594" y="14177"/>
                        <a:pt x="1826" y="14177"/>
                      </a:cubicBezTo>
                      <a:cubicBezTo>
                        <a:pt x="2101" y="14177"/>
                        <a:pt x="2383" y="14117"/>
                        <a:pt x="2636" y="14009"/>
                      </a:cubicBezTo>
                      <a:cubicBezTo>
                        <a:pt x="5371" y="13042"/>
                        <a:pt x="5171" y="9672"/>
                        <a:pt x="4237" y="7504"/>
                      </a:cubicBezTo>
                      <a:cubicBezTo>
                        <a:pt x="4203" y="7438"/>
                        <a:pt x="4170" y="7371"/>
                        <a:pt x="4170" y="7337"/>
                      </a:cubicBezTo>
                      <a:cubicBezTo>
                        <a:pt x="4037" y="7071"/>
                        <a:pt x="3937" y="6770"/>
                        <a:pt x="3937" y="6470"/>
                      </a:cubicBezTo>
                      <a:cubicBezTo>
                        <a:pt x="3903" y="6203"/>
                        <a:pt x="3970" y="5936"/>
                        <a:pt x="4037" y="5670"/>
                      </a:cubicBezTo>
                      <a:cubicBezTo>
                        <a:pt x="4303" y="4502"/>
                        <a:pt x="4337" y="3301"/>
                        <a:pt x="4203" y="2134"/>
                      </a:cubicBezTo>
                      <a:cubicBezTo>
                        <a:pt x="4074" y="1177"/>
                        <a:pt x="3364" y="0"/>
                        <a:pt x="2414" y="0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97" name="Google Shape;1697;p55"/>
                <p:cNvSpPr/>
                <p:nvPr/>
              </p:nvSpPr>
              <p:spPr>
                <a:xfrm>
                  <a:off x="6440958" y="2144527"/>
                  <a:ext cx="379081" cy="812376"/>
                </a:xfrm>
                <a:custGeom>
                  <a:rect b="b" l="l" r="r" t="t"/>
                  <a:pathLst>
                    <a:path extrusionOk="0" h="39080" w="18236">
                      <a:moveTo>
                        <a:pt x="2970" y="0"/>
                      </a:moveTo>
                      <a:cubicBezTo>
                        <a:pt x="1" y="0"/>
                        <a:pt x="2352" y="4659"/>
                        <a:pt x="4326" y="8219"/>
                      </a:cubicBezTo>
                      <a:cubicBezTo>
                        <a:pt x="5226" y="9821"/>
                        <a:pt x="6060" y="11222"/>
                        <a:pt x="6327" y="11889"/>
                      </a:cubicBezTo>
                      <a:cubicBezTo>
                        <a:pt x="9029" y="19094"/>
                        <a:pt x="10997" y="31303"/>
                        <a:pt x="10830" y="39075"/>
                      </a:cubicBezTo>
                      <a:cubicBezTo>
                        <a:pt x="10925" y="39078"/>
                        <a:pt x="11022" y="39079"/>
                        <a:pt x="11121" y="39079"/>
                      </a:cubicBezTo>
                      <a:cubicBezTo>
                        <a:pt x="12544" y="39079"/>
                        <a:pt x="14373" y="38793"/>
                        <a:pt x="16011" y="38793"/>
                      </a:cubicBezTo>
                      <a:cubicBezTo>
                        <a:pt x="16825" y="38793"/>
                        <a:pt x="17591" y="38863"/>
                        <a:pt x="18236" y="39075"/>
                      </a:cubicBezTo>
                      <a:cubicBezTo>
                        <a:pt x="18069" y="31369"/>
                        <a:pt x="17035" y="20528"/>
                        <a:pt x="16034" y="13156"/>
                      </a:cubicBezTo>
                      <a:cubicBezTo>
                        <a:pt x="14867" y="4750"/>
                        <a:pt x="12031" y="781"/>
                        <a:pt x="3258" y="14"/>
                      </a:cubicBezTo>
                      <a:cubicBezTo>
                        <a:pt x="3157" y="5"/>
                        <a:pt x="3061" y="0"/>
                        <a:pt x="297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98" name="Google Shape;1698;p55"/>
                <p:cNvSpPr/>
                <p:nvPr/>
              </p:nvSpPr>
              <p:spPr>
                <a:xfrm>
                  <a:off x="6627255" y="3843655"/>
                  <a:ext cx="151873" cy="255894"/>
                </a:xfrm>
                <a:custGeom>
                  <a:rect b="b" l="l" r="r" t="t"/>
                  <a:pathLst>
                    <a:path extrusionOk="0" h="12310" w="7306">
                      <a:moveTo>
                        <a:pt x="6939" y="1"/>
                      </a:moveTo>
                      <a:lnTo>
                        <a:pt x="0" y="468"/>
                      </a:lnTo>
                      <a:cubicBezTo>
                        <a:pt x="67" y="1468"/>
                        <a:pt x="1235" y="12310"/>
                        <a:pt x="1235" y="12310"/>
                      </a:cubicBezTo>
                      <a:lnTo>
                        <a:pt x="7306" y="11742"/>
                      </a:lnTo>
                      <a:lnTo>
                        <a:pt x="6939" y="1"/>
                      </a:ln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99" name="Google Shape;1699;p55"/>
                <p:cNvSpPr/>
                <p:nvPr/>
              </p:nvSpPr>
              <p:spPr>
                <a:xfrm>
                  <a:off x="6487189" y="4049763"/>
                  <a:ext cx="311355" cy="120817"/>
                </a:xfrm>
                <a:custGeom>
                  <a:rect b="b" l="l" r="r" t="t"/>
                  <a:pathLst>
                    <a:path extrusionOk="0" h="5812" w="14978">
                      <a:moveTo>
                        <a:pt x="7939" y="1"/>
                      </a:moveTo>
                      <a:cubicBezTo>
                        <a:pt x="7877" y="1"/>
                        <a:pt x="7821" y="9"/>
                        <a:pt x="7773" y="26"/>
                      </a:cubicBezTo>
                      <a:cubicBezTo>
                        <a:pt x="7472" y="126"/>
                        <a:pt x="7039" y="827"/>
                        <a:pt x="6705" y="1027"/>
                      </a:cubicBezTo>
                      <a:cubicBezTo>
                        <a:pt x="6238" y="1327"/>
                        <a:pt x="5704" y="1527"/>
                        <a:pt x="5171" y="1727"/>
                      </a:cubicBezTo>
                      <a:cubicBezTo>
                        <a:pt x="4137" y="2161"/>
                        <a:pt x="3136" y="2661"/>
                        <a:pt x="2235" y="3262"/>
                      </a:cubicBezTo>
                      <a:cubicBezTo>
                        <a:pt x="1635" y="3695"/>
                        <a:pt x="334" y="4529"/>
                        <a:pt x="67" y="5230"/>
                      </a:cubicBezTo>
                      <a:cubicBezTo>
                        <a:pt x="0" y="5430"/>
                        <a:pt x="67" y="5730"/>
                        <a:pt x="301" y="5797"/>
                      </a:cubicBezTo>
                      <a:cubicBezTo>
                        <a:pt x="323" y="5808"/>
                        <a:pt x="345" y="5812"/>
                        <a:pt x="368" y="5812"/>
                      </a:cubicBezTo>
                      <a:cubicBezTo>
                        <a:pt x="415" y="5812"/>
                        <a:pt x="467" y="5797"/>
                        <a:pt x="534" y="5797"/>
                      </a:cubicBezTo>
                      <a:lnTo>
                        <a:pt x="13743" y="5530"/>
                      </a:lnTo>
                      <a:cubicBezTo>
                        <a:pt x="14177" y="5530"/>
                        <a:pt x="14444" y="5430"/>
                        <a:pt x="14611" y="5263"/>
                      </a:cubicBezTo>
                      <a:cubicBezTo>
                        <a:pt x="14978" y="4963"/>
                        <a:pt x="14878" y="4363"/>
                        <a:pt x="14744" y="3629"/>
                      </a:cubicBezTo>
                      <a:cubicBezTo>
                        <a:pt x="14677" y="3295"/>
                        <a:pt x="14544" y="2962"/>
                        <a:pt x="14477" y="2628"/>
                      </a:cubicBezTo>
                      <a:cubicBezTo>
                        <a:pt x="14344" y="2128"/>
                        <a:pt x="14511" y="1160"/>
                        <a:pt x="14277" y="760"/>
                      </a:cubicBezTo>
                      <a:cubicBezTo>
                        <a:pt x="14144" y="527"/>
                        <a:pt x="13944" y="460"/>
                        <a:pt x="13710" y="426"/>
                      </a:cubicBezTo>
                      <a:cubicBezTo>
                        <a:pt x="13325" y="406"/>
                        <a:pt x="12792" y="374"/>
                        <a:pt x="12284" y="374"/>
                      </a:cubicBezTo>
                      <a:cubicBezTo>
                        <a:pt x="11955" y="374"/>
                        <a:pt x="11637" y="387"/>
                        <a:pt x="11375" y="426"/>
                      </a:cubicBezTo>
                      <a:cubicBezTo>
                        <a:pt x="11075" y="456"/>
                        <a:pt x="10775" y="473"/>
                        <a:pt x="10472" y="473"/>
                      </a:cubicBezTo>
                      <a:cubicBezTo>
                        <a:pt x="10101" y="473"/>
                        <a:pt x="9726" y="448"/>
                        <a:pt x="9340" y="393"/>
                      </a:cubicBezTo>
                      <a:cubicBezTo>
                        <a:pt x="8993" y="335"/>
                        <a:pt x="8344" y="1"/>
                        <a:pt x="793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00" name="Google Shape;1700;p55"/>
                <p:cNvSpPr/>
                <p:nvPr/>
              </p:nvSpPr>
              <p:spPr>
                <a:xfrm>
                  <a:off x="6439336" y="2598630"/>
                  <a:ext cx="366837" cy="1407231"/>
                </a:xfrm>
                <a:custGeom>
                  <a:rect b="b" l="l" r="r" t="t"/>
                  <a:pathLst>
                    <a:path extrusionOk="0" h="67696" w="17647">
                      <a:moveTo>
                        <a:pt x="3867" y="1"/>
                      </a:moveTo>
                      <a:cubicBezTo>
                        <a:pt x="1779" y="1"/>
                        <a:pt x="521" y="1059"/>
                        <a:pt x="334" y="2986"/>
                      </a:cubicBezTo>
                      <a:cubicBezTo>
                        <a:pt x="1" y="6022"/>
                        <a:pt x="401" y="9224"/>
                        <a:pt x="368" y="12260"/>
                      </a:cubicBezTo>
                      <a:cubicBezTo>
                        <a:pt x="334" y="15529"/>
                        <a:pt x="634" y="18831"/>
                        <a:pt x="935" y="22100"/>
                      </a:cubicBezTo>
                      <a:cubicBezTo>
                        <a:pt x="935" y="28438"/>
                        <a:pt x="1568" y="34776"/>
                        <a:pt x="2269" y="41080"/>
                      </a:cubicBezTo>
                      <a:cubicBezTo>
                        <a:pt x="3003" y="47785"/>
                        <a:pt x="4537" y="54023"/>
                        <a:pt x="6038" y="60594"/>
                      </a:cubicBezTo>
                      <a:cubicBezTo>
                        <a:pt x="6405" y="62195"/>
                        <a:pt x="6739" y="63797"/>
                        <a:pt x="7239" y="65364"/>
                      </a:cubicBezTo>
                      <a:cubicBezTo>
                        <a:pt x="7439" y="65898"/>
                        <a:pt x="7639" y="66465"/>
                        <a:pt x="8040" y="66865"/>
                      </a:cubicBezTo>
                      <a:cubicBezTo>
                        <a:pt x="8573" y="67399"/>
                        <a:pt x="9374" y="67533"/>
                        <a:pt x="10141" y="67599"/>
                      </a:cubicBezTo>
                      <a:cubicBezTo>
                        <a:pt x="10850" y="67662"/>
                        <a:pt x="11566" y="67695"/>
                        <a:pt x="12286" y="67695"/>
                      </a:cubicBezTo>
                      <a:cubicBezTo>
                        <a:pt x="13091" y="67695"/>
                        <a:pt x="13901" y="67654"/>
                        <a:pt x="14711" y="67566"/>
                      </a:cubicBezTo>
                      <a:cubicBezTo>
                        <a:pt x="15245" y="67499"/>
                        <a:pt x="15812" y="67432"/>
                        <a:pt x="16212" y="67066"/>
                      </a:cubicBezTo>
                      <a:cubicBezTo>
                        <a:pt x="16779" y="66599"/>
                        <a:pt x="16879" y="65798"/>
                        <a:pt x="16979" y="65097"/>
                      </a:cubicBezTo>
                      <a:cubicBezTo>
                        <a:pt x="17647" y="58259"/>
                        <a:pt x="16879" y="51521"/>
                        <a:pt x="16346" y="44716"/>
                      </a:cubicBezTo>
                      <a:cubicBezTo>
                        <a:pt x="15812" y="38045"/>
                        <a:pt x="15245" y="31373"/>
                        <a:pt x="14444" y="24735"/>
                      </a:cubicBezTo>
                      <a:cubicBezTo>
                        <a:pt x="13977" y="20799"/>
                        <a:pt x="12977" y="16930"/>
                        <a:pt x="12610" y="12993"/>
                      </a:cubicBezTo>
                      <a:cubicBezTo>
                        <a:pt x="12243" y="9157"/>
                        <a:pt x="12109" y="5388"/>
                        <a:pt x="9174" y="2353"/>
                      </a:cubicBezTo>
                      <a:cubicBezTo>
                        <a:pt x="7873" y="1018"/>
                        <a:pt x="6172" y="151"/>
                        <a:pt x="4337" y="18"/>
                      </a:cubicBezTo>
                      <a:cubicBezTo>
                        <a:pt x="4176" y="6"/>
                        <a:pt x="4019" y="1"/>
                        <a:pt x="386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01" name="Google Shape;1701;p55"/>
                <p:cNvSpPr/>
                <p:nvPr/>
              </p:nvSpPr>
              <p:spPr>
                <a:xfrm>
                  <a:off x="6140474" y="3861678"/>
                  <a:ext cx="162288" cy="246893"/>
                </a:xfrm>
                <a:custGeom>
                  <a:rect b="b" l="l" r="r" t="t"/>
                  <a:pathLst>
                    <a:path extrusionOk="0" h="11877" w="7807">
                      <a:moveTo>
                        <a:pt x="7806" y="1"/>
                      </a:moveTo>
                      <a:lnTo>
                        <a:pt x="234" y="1002"/>
                      </a:lnTo>
                      <a:cubicBezTo>
                        <a:pt x="201" y="2036"/>
                        <a:pt x="1" y="11876"/>
                        <a:pt x="1" y="11876"/>
                      </a:cubicBezTo>
                      <a:lnTo>
                        <a:pt x="6138" y="11476"/>
                      </a:lnTo>
                      <a:lnTo>
                        <a:pt x="7806" y="1"/>
                      </a:ln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02" name="Google Shape;1702;p55"/>
                <p:cNvSpPr/>
                <p:nvPr/>
              </p:nvSpPr>
              <p:spPr>
                <a:xfrm>
                  <a:off x="6420628" y="2047719"/>
                  <a:ext cx="113728" cy="142872"/>
                </a:xfrm>
                <a:custGeom>
                  <a:rect b="b" l="l" r="r" t="t"/>
                  <a:pathLst>
                    <a:path extrusionOk="0" h="6873" w="5471">
                      <a:moveTo>
                        <a:pt x="0" y="1"/>
                      </a:moveTo>
                      <a:lnTo>
                        <a:pt x="0" y="6872"/>
                      </a:lnTo>
                      <a:lnTo>
                        <a:pt x="5471" y="6872"/>
                      </a:lnTo>
                      <a:lnTo>
                        <a:pt x="5471" y="1"/>
                      </a:ln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03" name="Google Shape;1703;p55"/>
                <p:cNvSpPr/>
                <p:nvPr/>
              </p:nvSpPr>
              <p:spPr>
                <a:xfrm>
                  <a:off x="6078756" y="2536267"/>
                  <a:ext cx="532576" cy="1461049"/>
                </a:xfrm>
                <a:custGeom>
                  <a:rect b="b" l="l" r="r" t="t"/>
                  <a:pathLst>
                    <a:path extrusionOk="0" h="70285" w="25620">
                      <a:moveTo>
                        <a:pt x="18183" y="1"/>
                      </a:moveTo>
                      <a:cubicBezTo>
                        <a:pt x="15078" y="1"/>
                        <a:pt x="12495" y="3553"/>
                        <a:pt x="11442" y="6253"/>
                      </a:cubicBezTo>
                      <a:cubicBezTo>
                        <a:pt x="4304" y="24566"/>
                        <a:pt x="1" y="46382"/>
                        <a:pt x="568" y="66029"/>
                      </a:cubicBezTo>
                      <a:cubicBezTo>
                        <a:pt x="601" y="66696"/>
                        <a:pt x="635" y="67397"/>
                        <a:pt x="1002" y="67931"/>
                      </a:cubicBezTo>
                      <a:cubicBezTo>
                        <a:pt x="1502" y="68665"/>
                        <a:pt x="2436" y="68898"/>
                        <a:pt x="3303" y="69098"/>
                      </a:cubicBezTo>
                      <a:cubicBezTo>
                        <a:pt x="4704" y="69398"/>
                        <a:pt x="6105" y="69732"/>
                        <a:pt x="7540" y="70066"/>
                      </a:cubicBezTo>
                      <a:cubicBezTo>
                        <a:pt x="8015" y="70175"/>
                        <a:pt x="8520" y="70285"/>
                        <a:pt x="9011" y="70285"/>
                      </a:cubicBezTo>
                      <a:cubicBezTo>
                        <a:pt x="9417" y="70285"/>
                        <a:pt x="9813" y="70210"/>
                        <a:pt x="10175" y="69999"/>
                      </a:cubicBezTo>
                      <a:cubicBezTo>
                        <a:pt x="10909" y="69599"/>
                        <a:pt x="11242" y="68731"/>
                        <a:pt x="11509" y="67931"/>
                      </a:cubicBezTo>
                      <a:cubicBezTo>
                        <a:pt x="13978" y="60759"/>
                        <a:pt x="14745" y="53053"/>
                        <a:pt x="15979" y="45615"/>
                      </a:cubicBezTo>
                      <a:cubicBezTo>
                        <a:pt x="17046" y="39143"/>
                        <a:pt x="18247" y="32672"/>
                        <a:pt x="19782" y="26267"/>
                      </a:cubicBezTo>
                      <a:cubicBezTo>
                        <a:pt x="20249" y="24266"/>
                        <a:pt x="20782" y="22265"/>
                        <a:pt x="21350" y="20297"/>
                      </a:cubicBezTo>
                      <a:cubicBezTo>
                        <a:pt x="21350" y="20230"/>
                        <a:pt x="22417" y="16494"/>
                        <a:pt x="22751" y="14326"/>
                      </a:cubicBezTo>
                      <a:cubicBezTo>
                        <a:pt x="22751" y="13925"/>
                        <a:pt x="22717" y="13492"/>
                        <a:pt x="23017" y="13225"/>
                      </a:cubicBezTo>
                      <a:cubicBezTo>
                        <a:pt x="23084" y="13191"/>
                        <a:pt x="23151" y="13158"/>
                        <a:pt x="23218" y="13125"/>
                      </a:cubicBezTo>
                      <a:cubicBezTo>
                        <a:pt x="23484" y="12524"/>
                        <a:pt x="23785" y="11991"/>
                        <a:pt x="24085" y="11424"/>
                      </a:cubicBezTo>
                      <a:cubicBezTo>
                        <a:pt x="25619" y="8488"/>
                        <a:pt x="23284" y="2317"/>
                        <a:pt x="20449" y="649"/>
                      </a:cubicBezTo>
                      <a:cubicBezTo>
                        <a:pt x="19673" y="198"/>
                        <a:pt x="18913" y="1"/>
                        <a:pt x="1818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04" name="Google Shape;1704;p55"/>
                <p:cNvSpPr/>
                <p:nvPr/>
              </p:nvSpPr>
              <p:spPr>
                <a:xfrm>
                  <a:off x="6224373" y="2143965"/>
                  <a:ext cx="504138" cy="786433"/>
                </a:xfrm>
                <a:custGeom>
                  <a:rect b="b" l="l" r="r" t="t"/>
                  <a:pathLst>
                    <a:path extrusionOk="0" h="37832" w="24252">
                      <a:moveTo>
                        <a:pt x="13377" y="1"/>
                      </a:moveTo>
                      <a:cubicBezTo>
                        <a:pt x="13277" y="1"/>
                        <a:pt x="13177" y="3"/>
                        <a:pt x="13077" y="7"/>
                      </a:cubicBezTo>
                      <a:cubicBezTo>
                        <a:pt x="12601" y="27"/>
                        <a:pt x="12129" y="32"/>
                        <a:pt x="11657" y="32"/>
                      </a:cubicBezTo>
                      <a:cubicBezTo>
                        <a:pt x="11157" y="32"/>
                        <a:pt x="10659" y="26"/>
                        <a:pt x="10159" y="26"/>
                      </a:cubicBezTo>
                      <a:cubicBezTo>
                        <a:pt x="9544" y="26"/>
                        <a:pt x="8928" y="35"/>
                        <a:pt x="8307" y="74"/>
                      </a:cubicBezTo>
                      <a:cubicBezTo>
                        <a:pt x="5772" y="241"/>
                        <a:pt x="4904" y="1842"/>
                        <a:pt x="3870" y="4010"/>
                      </a:cubicBezTo>
                      <a:cubicBezTo>
                        <a:pt x="3437" y="4944"/>
                        <a:pt x="3103" y="5911"/>
                        <a:pt x="2903" y="6912"/>
                      </a:cubicBezTo>
                      <a:cubicBezTo>
                        <a:pt x="2336" y="9747"/>
                        <a:pt x="2536" y="12683"/>
                        <a:pt x="2536" y="15585"/>
                      </a:cubicBezTo>
                      <a:cubicBezTo>
                        <a:pt x="2536" y="19888"/>
                        <a:pt x="1002" y="33398"/>
                        <a:pt x="1" y="37601"/>
                      </a:cubicBezTo>
                      <a:cubicBezTo>
                        <a:pt x="1751" y="37770"/>
                        <a:pt x="3583" y="37831"/>
                        <a:pt x="5459" y="37831"/>
                      </a:cubicBezTo>
                      <a:cubicBezTo>
                        <a:pt x="10244" y="37831"/>
                        <a:pt x="15316" y="37435"/>
                        <a:pt x="20046" y="37435"/>
                      </a:cubicBezTo>
                      <a:cubicBezTo>
                        <a:pt x="21486" y="37435"/>
                        <a:pt x="22893" y="37472"/>
                        <a:pt x="24252" y="37567"/>
                      </a:cubicBezTo>
                      <a:cubicBezTo>
                        <a:pt x="24085" y="35866"/>
                        <a:pt x="23484" y="25225"/>
                        <a:pt x="23318" y="23524"/>
                      </a:cubicBezTo>
                      <a:cubicBezTo>
                        <a:pt x="23017" y="20055"/>
                        <a:pt x="22751" y="16586"/>
                        <a:pt x="22550" y="13117"/>
                      </a:cubicBezTo>
                      <a:cubicBezTo>
                        <a:pt x="22484" y="11816"/>
                        <a:pt x="22550" y="10448"/>
                        <a:pt x="22350" y="9180"/>
                      </a:cubicBezTo>
                      <a:cubicBezTo>
                        <a:pt x="22217" y="8213"/>
                        <a:pt x="21716" y="7312"/>
                        <a:pt x="21183" y="6478"/>
                      </a:cubicBezTo>
                      <a:cubicBezTo>
                        <a:pt x="20616" y="5511"/>
                        <a:pt x="20082" y="4544"/>
                        <a:pt x="19582" y="3576"/>
                      </a:cubicBezTo>
                      <a:cubicBezTo>
                        <a:pt x="19315" y="3076"/>
                        <a:pt x="19081" y="2576"/>
                        <a:pt x="18848" y="2042"/>
                      </a:cubicBezTo>
                      <a:cubicBezTo>
                        <a:pt x="18548" y="1408"/>
                        <a:pt x="18481" y="975"/>
                        <a:pt x="17714" y="774"/>
                      </a:cubicBezTo>
                      <a:cubicBezTo>
                        <a:pt x="16310" y="431"/>
                        <a:pt x="14819" y="1"/>
                        <a:pt x="1337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05" name="Google Shape;1705;p55"/>
                <p:cNvSpPr/>
                <p:nvPr/>
              </p:nvSpPr>
              <p:spPr>
                <a:xfrm>
                  <a:off x="5844398" y="2107359"/>
                  <a:ext cx="210806" cy="319857"/>
                </a:xfrm>
                <a:custGeom>
                  <a:rect b="b" l="l" r="r" t="t"/>
                  <a:pathLst>
                    <a:path extrusionOk="0" h="15387" w="10141">
                      <a:moveTo>
                        <a:pt x="2035" y="0"/>
                      </a:moveTo>
                      <a:cubicBezTo>
                        <a:pt x="1802" y="0"/>
                        <a:pt x="1635" y="267"/>
                        <a:pt x="1601" y="501"/>
                      </a:cubicBezTo>
                      <a:cubicBezTo>
                        <a:pt x="1601" y="701"/>
                        <a:pt x="1701" y="934"/>
                        <a:pt x="1802" y="1134"/>
                      </a:cubicBezTo>
                      <a:lnTo>
                        <a:pt x="2669" y="2936"/>
                      </a:lnTo>
                      <a:cubicBezTo>
                        <a:pt x="2702" y="3002"/>
                        <a:pt x="2736" y="3069"/>
                        <a:pt x="2702" y="3136"/>
                      </a:cubicBezTo>
                      <a:cubicBezTo>
                        <a:pt x="2669" y="3203"/>
                        <a:pt x="2635" y="3236"/>
                        <a:pt x="2569" y="3269"/>
                      </a:cubicBezTo>
                      <a:cubicBezTo>
                        <a:pt x="2202" y="3503"/>
                        <a:pt x="1802" y="3636"/>
                        <a:pt x="1468" y="3870"/>
                      </a:cubicBezTo>
                      <a:cubicBezTo>
                        <a:pt x="1101" y="4137"/>
                        <a:pt x="834" y="4670"/>
                        <a:pt x="601" y="5071"/>
                      </a:cubicBezTo>
                      <a:cubicBezTo>
                        <a:pt x="0" y="6171"/>
                        <a:pt x="734" y="7039"/>
                        <a:pt x="1368" y="7839"/>
                      </a:cubicBezTo>
                      <a:cubicBezTo>
                        <a:pt x="2135" y="8773"/>
                        <a:pt x="2736" y="9841"/>
                        <a:pt x="3303" y="10941"/>
                      </a:cubicBezTo>
                      <a:cubicBezTo>
                        <a:pt x="3770" y="11775"/>
                        <a:pt x="4203" y="12643"/>
                        <a:pt x="4637" y="13410"/>
                      </a:cubicBezTo>
                      <a:cubicBezTo>
                        <a:pt x="5137" y="14277"/>
                        <a:pt x="5771" y="15244"/>
                        <a:pt x="6772" y="15378"/>
                      </a:cubicBezTo>
                      <a:cubicBezTo>
                        <a:pt x="6840" y="15384"/>
                        <a:pt x="6908" y="15386"/>
                        <a:pt x="6975" y="15386"/>
                      </a:cubicBezTo>
                      <a:cubicBezTo>
                        <a:pt x="7298" y="15386"/>
                        <a:pt x="7602" y="15322"/>
                        <a:pt x="7906" y="15211"/>
                      </a:cubicBezTo>
                      <a:cubicBezTo>
                        <a:pt x="8740" y="15011"/>
                        <a:pt x="9674" y="14577"/>
                        <a:pt x="9907" y="13777"/>
                      </a:cubicBezTo>
                      <a:cubicBezTo>
                        <a:pt x="10141" y="13110"/>
                        <a:pt x="9841" y="12409"/>
                        <a:pt x="9540" y="11775"/>
                      </a:cubicBezTo>
                      <a:cubicBezTo>
                        <a:pt x="7639" y="7739"/>
                        <a:pt x="4737" y="4403"/>
                        <a:pt x="2602" y="501"/>
                      </a:cubicBezTo>
                      <a:cubicBezTo>
                        <a:pt x="2469" y="267"/>
                        <a:pt x="2302" y="0"/>
                        <a:pt x="2035" y="0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06" name="Google Shape;1706;p55"/>
                <p:cNvSpPr/>
                <p:nvPr/>
              </p:nvSpPr>
              <p:spPr>
                <a:xfrm>
                  <a:off x="5926218" y="2220775"/>
                  <a:ext cx="472916" cy="407830"/>
                </a:xfrm>
                <a:custGeom>
                  <a:rect b="b" l="l" r="r" t="t"/>
                  <a:pathLst>
                    <a:path extrusionOk="0" h="19619" w="22750">
                      <a:moveTo>
                        <a:pt x="18846" y="1"/>
                      </a:moveTo>
                      <a:cubicBezTo>
                        <a:pt x="18769" y="1"/>
                        <a:pt x="18692" y="5"/>
                        <a:pt x="18614" y="15"/>
                      </a:cubicBezTo>
                      <a:cubicBezTo>
                        <a:pt x="18047" y="82"/>
                        <a:pt x="17546" y="415"/>
                        <a:pt x="17079" y="749"/>
                      </a:cubicBezTo>
                      <a:cubicBezTo>
                        <a:pt x="13677" y="3217"/>
                        <a:pt x="10641" y="6253"/>
                        <a:pt x="8540" y="9889"/>
                      </a:cubicBezTo>
                      <a:cubicBezTo>
                        <a:pt x="8607" y="9755"/>
                        <a:pt x="7639" y="8454"/>
                        <a:pt x="7506" y="8287"/>
                      </a:cubicBezTo>
                      <a:cubicBezTo>
                        <a:pt x="7139" y="7754"/>
                        <a:pt x="6805" y="7187"/>
                        <a:pt x="6438" y="6653"/>
                      </a:cubicBezTo>
                      <a:cubicBezTo>
                        <a:pt x="5805" y="5719"/>
                        <a:pt x="5237" y="4752"/>
                        <a:pt x="4604" y="3784"/>
                      </a:cubicBezTo>
                      <a:cubicBezTo>
                        <a:pt x="3103" y="5052"/>
                        <a:pt x="1568" y="6286"/>
                        <a:pt x="0" y="7487"/>
                      </a:cubicBezTo>
                      <a:cubicBezTo>
                        <a:pt x="901" y="9388"/>
                        <a:pt x="1868" y="11290"/>
                        <a:pt x="2902" y="13124"/>
                      </a:cubicBezTo>
                      <a:cubicBezTo>
                        <a:pt x="3536" y="14158"/>
                        <a:pt x="4070" y="15192"/>
                        <a:pt x="4937" y="16026"/>
                      </a:cubicBezTo>
                      <a:cubicBezTo>
                        <a:pt x="5871" y="16894"/>
                        <a:pt x="6772" y="17761"/>
                        <a:pt x="7739" y="18595"/>
                      </a:cubicBezTo>
                      <a:cubicBezTo>
                        <a:pt x="8240" y="19028"/>
                        <a:pt x="8807" y="19495"/>
                        <a:pt x="9474" y="19596"/>
                      </a:cubicBezTo>
                      <a:cubicBezTo>
                        <a:pt x="9580" y="19611"/>
                        <a:pt x="9685" y="19619"/>
                        <a:pt x="9790" y="19619"/>
                      </a:cubicBezTo>
                      <a:cubicBezTo>
                        <a:pt x="10577" y="19619"/>
                        <a:pt x="11332" y="19203"/>
                        <a:pt x="12009" y="18762"/>
                      </a:cubicBezTo>
                      <a:cubicBezTo>
                        <a:pt x="14444" y="17227"/>
                        <a:pt x="16679" y="15326"/>
                        <a:pt x="18614" y="13191"/>
                      </a:cubicBezTo>
                      <a:cubicBezTo>
                        <a:pt x="21149" y="10389"/>
                        <a:pt x="22750" y="6019"/>
                        <a:pt x="21482" y="2450"/>
                      </a:cubicBezTo>
                      <a:cubicBezTo>
                        <a:pt x="21074" y="1255"/>
                        <a:pt x="20102" y="1"/>
                        <a:pt x="1884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07" name="Google Shape;1707;p55"/>
                <p:cNvSpPr/>
                <p:nvPr/>
              </p:nvSpPr>
              <p:spPr>
                <a:xfrm>
                  <a:off x="6148103" y="2147707"/>
                  <a:ext cx="357815" cy="384839"/>
                </a:xfrm>
                <a:custGeom>
                  <a:rect b="b" l="l" r="r" t="t"/>
                  <a:pathLst>
                    <a:path extrusionOk="0" h="18513" w="17213">
                      <a:moveTo>
                        <a:pt x="11615" y="0"/>
                      </a:moveTo>
                      <a:cubicBezTo>
                        <a:pt x="10286" y="0"/>
                        <a:pt x="8922" y="502"/>
                        <a:pt x="7906" y="1395"/>
                      </a:cubicBezTo>
                      <a:cubicBezTo>
                        <a:pt x="5038" y="3930"/>
                        <a:pt x="2202" y="6599"/>
                        <a:pt x="301" y="9934"/>
                      </a:cubicBezTo>
                      <a:cubicBezTo>
                        <a:pt x="167" y="10201"/>
                        <a:pt x="34" y="10435"/>
                        <a:pt x="34" y="10702"/>
                      </a:cubicBezTo>
                      <a:cubicBezTo>
                        <a:pt x="1" y="11035"/>
                        <a:pt x="167" y="11302"/>
                        <a:pt x="301" y="11569"/>
                      </a:cubicBezTo>
                      <a:cubicBezTo>
                        <a:pt x="935" y="12636"/>
                        <a:pt x="1635" y="13704"/>
                        <a:pt x="2669" y="14404"/>
                      </a:cubicBezTo>
                      <a:cubicBezTo>
                        <a:pt x="3403" y="14938"/>
                        <a:pt x="4304" y="15238"/>
                        <a:pt x="5104" y="15672"/>
                      </a:cubicBezTo>
                      <a:cubicBezTo>
                        <a:pt x="5905" y="16105"/>
                        <a:pt x="6672" y="16773"/>
                        <a:pt x="6872" y="17673"/>
                      </a:cubicBezTo>
                      <a:cubicBezTo>
                        <a:pt x="6939" y="17873"/>
                        <a:pt x="6939" y="18074"/>
                        <a:pt x="7072" y="18240"/>
                      </a:cubicBezTo>
                      <a:cubicBezTo>
                        <a:pt x="7124" y="18327"/>
                        <a:pt x="7212" y="18404"/>
                        <a:pt x="7308" y="18445"/>
                      </a:cubicBezTo>
                      <a:lnTo>
                        <a:pt x="7308" y="18445"/>
                      </a:lnTo>
                      <a:cubicBezTo>
                        <a:pt x="9520" y="16431"/>
                        <a:pt x="11726" y="14412"/>
                        <a:pt x="13410" y="11969"/>
                      </a:cubicBezTo>
                      <a:cubicBezTo>
                        <a:pt x="15278" y="9301"/>
                        <a:pt x="17213" y="5364"/>
                        <a:pt x="15512" y="2229"/>
                      </a:cubicBezTo>
                      <a:cubicBezTo>
                        <a:pt x="14667" y="684"/>
                        <a:pt x="13165" y="0"/>
                        <a:pt x="11615" y="0"/>
                      </a:cubicBezTo>
                      <a:close/>
                      <a:moveTo>
                        <a:pt x="7873" y="18174"/>
                      </a:moveTo>
                      <a:lnTo>
                        <a:pt x="7573" y="18441"/>
                      </a:lnTo>
                      <a:cubicBezTo>
                        <a:pt x="7533" y="18464"/>
                        <a:pt x="7489" y="18475"/>
                        <a:pt x="7445" y="18475"/>
                      </a:cubicBezTo>
                      <a:cubicBezTo>
                        <a:pt x="7399" y="18475"/>
                        <a:pt x="7352" y="18464"/>
                        <a:pt x="7308" y="18445"/>
                      </a:cubicBezTo>
                      <a:lnTo>
                        <a:pt x="7308" y="18445"/>
                      </a:lnTo>
                      <a:cubicBezTo>
                        <a:pt x="7285" y="18466"/>
                        <a:pt x="7262" y="18486"/>
                        <a:pt x="7239" y="18507"/>
                      </a:cubicBezTo>
                      <a:cubicBezTo>
                        <a:pt x="7266" y="18511"/>
                        <a:pt x="7294" y="18512"/>
                        <a:pt x="7321" y="18512"/>
                      </a:cubicBezTo>
                      <a:cubicBezTo>
                        <a:pt x="7559" y="18512"/>
                        <a:pt x="7783" y="18383"/>
                        <a:pt x="7873" y="18174"/>
                      </a:cubicBezTo>
                      <a:close/>
                    </a:path>
                  </a:pathLst>
                </a:custGeom>
                <a:solidFill>
                  <a:srgbClr val="C46345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08" name="Google Shape;1708;p55"/>
                <p:cNvSpPr/>
                <p:nvPr/>
              </p:nvSpPr>
              <p:spPr>
                <a:xfrm>
                  <a:off x="6389405" y="1940934"/>
                  <a:ext cx="133851" cy="174220"/>
                </a:xfrm>
                <a:custGeom>
                  <a:rect b="b" l="l" r="r" t="t"/>
                  <a:pathLst>
                    <a:path extrusionOk="0" h="8381" w="6439">
                      <a:moveTo>
                        <a:pt x="2236" y="1"/>
                      </a:moveTo>
                      <a:cubicBezTo>
                        <a:pt x="1836" y="1"/>
                        <a:pt x="1402" y="67"/>
                        <a:pt x="1168" y="367"/>
                      </a:cubicBezTo>
                      <a:cubicBezTo>
                        <a:pt x="1068" y="501"/>
                        <a:pt x="1035" y="634"/>
                        <a:pt x="1002" y="801"/>
                      </a:cubicBezTo>
                      <a:cubicBezTo>
                        <a:pt x="768" y="1535"/>
                        <a:pt x="568" y="2302"/>
                        <a:pt x="401" y="3069"/>
                      </a:cubicBezTo>
                      <a:cubicBezTo>
                        <a:pt x="134" y="4237"/>
                        <a:pt x="1" y="5438"/>
                        <a:pt x="168" y="6605"/>
                      </a:cubicBezTo>
                      <a:cubicBezTo>
                        <a:pt x="268" y="7339"/>
                        <a:pt x="868" y="7806"/>
                        <a:pt x="1502" y="8106"/>
                      </a:cubicBezTo>
                      <a:cubicBezTo>
                        <a:pt x="1926" y="8288"/>
                        <a:pt x="2384" y="8380"/>
                        <a:pt x="2842" y="8380"/>
                      </a:cubicBezTo>
                      <a:cubicBezTo>
                        <a:pt x="3394" y="8380"/>
                        <a:pt x="3945" y="8246"/>
                        <a:pt x="4437" y="7973"/>
                      </a:cubicBezTo>
                      <a:cubicBezTo>
                        <a:pt x="5105" y="7606"/>
                        <a:pt x="5538" y="7006"/>
                        <a:pt x="5672" y="6238"/>
                      </a:cubicBezTo>
                      <a:cubicBezTo>
                        <a:pt x="5772" y="5738"/>
                        <a:pt x="5805" y="5238"/>
                        <a:pt x="5905" y="4771"/>
                      </a:cubicBezTo>
                      <a:cubicBezTo>
                        <a:pt x="6039" y="4037"/>
                        <a:pt x="6439" y="3336"/>
                        <a:pt x="6372" y="2569"/>
                      </a:cubicBezTo>
                      <a:cubicBezTo>
                        <a:pt x="6339" y="1668"/>
                        <a:pt x="5672" y="901"/>
                        <a:pt x="4871" y="501"/>
                      </a:cubicBezTo>
                      <a:cubicBezTo>
                        <a:pt x="4071" y="67"/>
                        <a:pt x="3137" y="1"/>
                        <a:pt x="2236" y="1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09" name="Google Shape;1709;p55"/>
                <p:cNvSpPr/>
                <p:nvPr/>
              </p:nvSpPr>
              <p:spPr>
                <a:xfrm>
                  <a:off x="6386640" y="1915698"/>
                  <a:ext cx="187940" cy="187919"/>
                </a:xfrm>
                <a:custGeom>
                  <a:rect b="b" l="l" r="r" t="t"/>
                  <a:pathLst>
                    <a:path extrusionOk="0" h="9040" w="9041">
                      <a:moveTo>
                        <a:pt x="4517" y="1"/>
                      </a:moveTo>
                      <a:cubicBezTo>
                        <a:pt x="4123" y="1"/>
                        <a:pt x="3730" y="33"/>
                        <a:pt x="3336" y="80"/>
                      </a:cubicBezTo>
                      <a:cubicBezTo>
                        <a:pt x="2402" y="214"/>
                        <a:pt x="1435" y="414"/>
                        <a:pt x="834" y="1081"/>
                      </a:cubicBezTo>
                      <a:cubicBezTo>
                        <a:pt x="468" y="1481"/>
                        <a:pt x="1" y="2415"/>
                        <a:pt x="668" y="2682"/>
                      </a:cubicBezTo>
                      <a:cubicBezTo>
                        <a:pt x="1071" y="2872"/>
                        <a:pt x="1525" y="3045"/>
                        <a:pt x="1970" y="3045"/>
                      </a:cubicBezTo>
                      <a:cubicBezTo>
                        <a:pt x="2150" y="3045"/>
                        <a:pt x="2329" y="3017"/>
                        <a:pt x="2502" y="2949"/>
                      </a:cubicBezTo>
                      <a:cubicBezTo>
                        <a:pt x="2664" y="2889"/>
                        <a:pt x="2983" y="2719"/>
                        <a:pt x="3181" y="2719"/>
                      </a:cubicBezTo>
                      <a:cubicBezTo>
                        <a:pt x="3311" y="2719"/>
                        <a:pt x="3389" y="2791"/>
                        <a:pt x="3336" y="3016"/>
                      </a:cubicBezTo>
                      <a:cubicBezTo>
                        <a:pt x="3236" y="3449"/>
                        <a:pt x="2669" y="3783"/>
                        <a:pt x="2836" y="4283"/>
                      </a:cubicBezTo>
                      <a:cubicBezTo>
                        <a:pt x="2903" y="4617"/>
                        <a:pt x="3270" y="4784"/>
                        <a:pt x="3503" y="5017"/>
                      </a:cubicBezTo>
                      <a:cubicBezTo>
                        <a:pt x="3803" y="5284"/>
                        <a:pt x="3937" y="5718"/>
                        <a:pt x="3903" y="6118"/>
                      </a:cubicBezTo>
                      <a:cubicBezTo>
                        <a:pt x="3903" y="6151"/>
                        <a:pt x="3870" y="6185"/>
                        <a:pt x="3870" y="6218"/>
                      </a:cubicBezTo>
                      <a:cubicBezTo>
                        <a:pt x="3837" y="6418"/>
                        <a:pt x="3803" y="6585"/>
                        <a:pt x="3870" y="6785"/>
                      </a:cubicBezTo>
                      <a:cubicBezTo>
                        <a:pt x="3970" y="7085"/>
                        <a:pt x="4337" y="7185"/>
                        <a:pt x="4604" y="7386"/>
                      </a:cubicBezTo>
                      <a:cubicBezTo>
                        <a:pt x="4971" y="7686"/>
                        <a:pt x="5171" y="8086"/>
                        <a:pt x="5538" y="8386"/>
                      </a:cubicBezTo>
                      <a:cubicBezTo>
                        <a:pt x="5896" y="8660"/>
                        <a:pt x="6493" y="9040"/>
                        <a:pt x="6993" y="9040"/>
                      </a:cubicBezTo>
                      <a:cubicBezTo>
                        <a:pt x="7286" y="9040"/>
                        <a:pt x="7546" y="8910"/>
                        <a:pt x="7706" y="8553"/>
                      </a:cubicBezTo>
                      <a:cubicBezTo>
                        <a:pt x="7806" y="8286"/>
                        <a:pt x="7839" y="8019"/>
                        <a:pt x="7873" y="7719"/>
                      </a:cubicBezTo>
                      <a:cubicBezTo>
                        <a:pt x="8040" y="6819"/>
                        <a:pt x="8540" y="6051"/>
                        <a:pt x="8773" y="5184"/>
                      </a:cubicBezTo>
                      <a:cubicBezTo>
                        <a:pt x="9040" y="4150"/>
                        <a:pt x="8907" y="2982"/>
                        <a:pt x="8340" y="2048"/>
                      </a:cubicBezTo>
                      <a:cubicBezTo>
                        <a:pt x="7806" y="1114"/>
                        <a:pt x="6872" y="414"/>
                        <a:pt x="5838" y="147"/>
                      </a:cubicBezTo>
                      <a:cubicBezTo>
                        <a:pt x="5398" y="41"/>
                        <a:pt x="4957" y="1"/>
                        <a:pt x="451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10" name="Google Shape;1710;p55"/>
                <p:cNvSpPr/>
                <p:nvPr/>
              </p:nvSpPr>
              <p:spPr>
                <a:xfrm>
                  <a:off x="6437258" y="2013046"/>
                  <a:ext cx="61739" cy="43009"/>
                </a:xfrm>
                <a:custGeom>
                  <a:rect b="b" l="l" r="r" t="t"/>
                  <a:pathLst>
                    <a:path extrusionOk="0" h="2069" w="2970">
                      <a:moveTo>
                        <a:pt x="1502" y="1"/>
                      </a:moveTo>
                      <a:cubicBezTo>
                        <a:pt x="1" y="1"/>
                        <a:pt x="1" y="2069"/>
                        <a:pt x="1502" y="2069"/>
                      </a:cubicBezTo>
                      <a:cubicBezTo>
                        <a:pt x="2969" y="2069"/>
                        <a:pt x="2969" y="1"/>
                        <a:pt x="1502" y="1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11" name="Google Shape;1711;p55"/>
                <p:cNvSpPr/>
                <p:nvPr/>
              </p:nvSpPr>
              <p:spPr>
                <a:xfrm>
                  <a:off x="5969892" y="4059305"/>
                  <a:ext cx="314141" cy="110964"/>
                </a:xfrm>
                <a:custGeom>
                  <a:rect b="b" l="l" r="r" t="t"/>
                  <a:pathLst>
                    <a:path extrusionOk="0" h="5338" w="15112">
                      <a:moveTo>
                        <a:pt x="8540" y="1"/>
                      </a:moveTo>
                      <a:cubicBezTo>
                        <a:pt x="7806" y="1"/>
                        <a:pt x="7306" y="1168"/>
                        <a:pt x="6506" y="1469"/>
                      </a:cubicBezTo>
                      <a:cubicBezTo>
                        <a:pt x="5238" y="1969"/>
                        <a:pt x="3904" y="2236"/>
                        <a:pt x="2669" y="2803"/>
                      </a:cubicBezTo>
                      <a:cubicBezTo>
                        <a:pt x="1635" y="3270"/>
                        <a:pt x="368" y="4170"/>
                        <a:pt x="1" y="5338"/>
                      </a:cubicBezTo>
                      <a:lnTo>
                        <a:pt x="14044" y="5338"/>
                      </a:lnTo>
                      <a:cubicBezTo>
                        <a:pt x="14645" y="5338"/>
                        <a:pt x="15112" y="4771"/>
                        <a:pt x="15012" y="4170"/>
                      </a:cubicBezTo>
                      <a:cubicBezTo>
                        <a:pt x="14845" y="3370"/>
                        <a:pt x="14745" y="2536"/>
                        <a:pt x="14845" y="1702"/>
                      </a:cubicBezTo>
                      <a:cubicBezTo>
                        <a:pt x="14845" y="1502"/>
                        <a:pt x="14878" y="1302"/>
                        <a:pt x="14845" y="1102"/>
                      </a:cubicBezTo>
                      <a:cubicBezTo>
                        <a:pt x="14811" y="935"/>
                        <a:pt x="14678" y="735"/>
                        <a:pt x="14478" y="668"/>
                      </a:cubicBezTo>
                      <a:cubicBezTo>
                        <a:pt x="14411" y="635"/>
                        <a:pt x="14344" y="626"/>
                        <a:pt x="14278" y="626"/>
                      </a:cubicBezTo>
                      <a:cubicBezTo>
                        <a:pt x="14211" y="626"/>
                        <a:pt x="14144" y="635"/>
                        <a:pt x="14078" y="635"/>
                      </a:cubicBezTo>
                      <a:cubicBezTo>
                        <a:pt x="13901" y="655"/>
                        <a:pt x="13727" y="663"/>
                        <a:pt x="13556" y="663"/>
                      </a:cubicBezTo>
                      <a:cubicBezTo>
                        <a:pt x="12949" y="663"/>
                        <a:pt x="12367" y="564"/>
                        <a:pt x="11772" y="564"/>
                      </a:cubicBezTo>
                      <a:cubicBezTo>
                        <a:pt x="11706" y="564"/>
                        <a:pt x="11641" y="565"/>
                        <a:pt x="11576" y="568"/>
                      </a:cubicBezTo>
                      <a:cubicBezTo>
                        <a:pt x="11109" y="568"/>
                        <a:pt x="10642" y="568"/>
                        <a:pt x="10175" y="501"/>
                      </a:cubicBezTo>
                      <a:cubicBezTo>
                        <a:pt x="9641" y="401"/>
                        <a:pt x="9041" y="34"/>
                        <a:pt x="854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12" name="Google Shape;1712;p55"/>
                <p:cNvSpPr/>
                <p:nvPr/>
              </p:nvSpPr>
              <p:spPr>
                <a:xfrm>
                  <a:off x="5922060" y="2171800"/>
                  <a:ext cx="50638" cy="58267"/>
                </a:xfrm>
                <a:custGeom>
                  <a:rect b="b" l="l" r="r" t="t"/>
                  <a:pathLst>
                    <a:path extrusionOk="0" h="2803" w="2436">
                      <a:moveTo>
                        <a:pt x="640" y="1"/>
                      </a:moveTo>
                      <a:cubicBezTo>
                        <a:pt x="326" y="1"/>
                        <a:pt x="55" y="140"/>
                        <a:pt x="34" y="570"/>
                      </a:cubicBezTo>
                      <a:cubicBezTo>
                        <a:pt x="0" y="736"/>
                        <a:pt x="34" y="903"/>
                        <a:pt x="134" y="1037"/>
                      </a:cubicBezTo>
                      <a:cubicBezTo>
                        <a:pt x="200" y="1137"/>
                        <a:pt x="300" y="1203"/>
                        <a:pt x="401" y="1270"/>
                      </a:cubicBezTo>
                      <a:cubicBezTo>
                        <a:pt x="567" y="1370"/>
                        <a:pt x="667" y="1504"/>
                        <a:pt x="801" y="1637"/>
                      </a:cubicBezTo>
                      <a:cubicBezTo>
                        <a:pt x="868" y="1737"/>
                        <a:pt x="934" y="1804"/>
                        <a:pt x="1001" y="1904"/>
                      </a:cubicBezTo>
                      <a:cubicBezTo>
                        <a:pt x="1131" y="2190"/>
                        <a:pt x="1343" y="2803"/>
                        <a:pt x="1684" y="2803"/>
                      </a:cubicBezTo>
                      <a:cubicBezTo>
                        <a:pt x="1779" y="2803"/>
                        <a:pt x="1885" y="2755"/>
                        <a:pt x="2002" y="2638"/>
                      </a:cubicBezTo>
                      <a:cubicBezTo>
                        <a:pt x="2135" y="2504"/>
                        <a:pt x="2202" y="2304"/>
                        <a:pt x="2269" y="2104"/>
                      </a:cubicBezTo>
                      <a:cubicBezTo>
                        <a:pt x="2369" y="1637"/>
                        <a:pt x="2435" y="1137"/>
                        <a:pt x="2202" y="736"/>
                      </a:cubicBezTo>
                      <a:cubicBezTo>
                        <a:pt x="2002" y="469"/>
                        <a:pt x="1701" y="303"/>
                        <a:pt x="1368" y="169"/>
                      </a:cubicBezTo>
                      <a:cubicBezTo>
                        <a:pt x="1301" y="136"/>
                        <a:pt x="1234" y="136"/>
                        <a:pt x="1168" y="103"/>
                      </a:cubicBezTo>
                      <a:cubicBezTo>
                        <a:pt x="1002" y="43"/>
                        <a:pt x="814" y="1"/>
                        <a:pt x="640" y="1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13" name="Google Shape;1713;p55"/>
                <p:cNvSpPr/>
                <p:nvPr/>
              </p:nvSpPr>
              <p:spPr>
                <a:xfrm>
                  <a:off x="6036059" y="4091214"/>
                  <a:ext cx="27481" cy="43695"/>
                </a:xfrm>
                <a:custGeom>
                  <a:rect b="b" l="l" r="r" t="t"/>
                  <a:pathLst>
                    <a:path extrusionOk="0" h="2102" w="1322">
                      <a:moveTo>
                        <a:pt x="206" y="1"/>
                      </a:moveTo>
                      <a:cubicBezTo>
                        <a:pt x="101" y="1"/>
                        <a:pt x="0" y="93"/>
                        <a:pt x="20" y="234"/>
                      </a:cubicBezTo>
                      <a:cubicBezTo>
                        <a:pt x="87" y="767"/>
                        <a:pt x="354" y="1335"/>
                        <a:pt x="687" y="1768"/>
                      </a:cubicBezTo>
                      <a:cubicBezTo>
                        <a:pt x="787" y="1902"/>
                        <a:pt x="887" y="2102"/>
                        <a:pt x="1088" y="2102"/>
                      </a:cubicBezTo>
                      <a:cubicBezTo>
                        <a:pt x="1188" y="2102"/>
                        <a:pt x="1254" y="2035"/>
                        <a:pt x="1288" y="1935"/>
                      </a:cubicBezTo>
                      <a:cubicBezTo>
                        <a:pt x="1321" y="1835"/>
                        <a:pt x="1288" y="1735"/>
                        <a:pt x="1221" y="1668"/>
                      </a:cubicBezTo>
                      <a:cubicBezTo>
                        <a:pt x="1088" y="1435"/>
                        <a:pt x="887" y="1201"/>
                        <a:pt x="754" y="968"/>
                      </a:cubicBezTo>
                      <a:cubicBezTo>
                        <a:pt x="621" y="701"/>
                        <a:pt x="487" y="401"/>
                        <a:pt x="387" y="134"/>
                      </a:cubicBezTo>
                      <a:cubicBezTo>
                        <a:pt x="347" y="41"/>
                        <a:pt x="276" y="1"/>
                        <a:pt x="206" y="1"/>
                      </a:cubicBezTo>
                      <a:close/>
                    </a:path>
                  </a:pathLst>
                </a:custGeom>
                <a:solidFill>
                  <a:srgbClr val="5CC9BF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14" name="Google Shape;1714;p55"/>
                <p:cNvSpPr/>
                <p:nvPr/>
              </p:nvSpPr>
              <p:spPr>
                <a:xfrm>
                  <a:off x="6066970" y="4087971"/>
                  <a:ext cx="29144" cy="29227"/>
                </a:xfrm>
                <a:custGeom>
                  <a:rect b="b" l="l" r="r" t="t"/>
                  <a:pathLst>
                    <a:path extrusionOk="0" h="1406" w="1402">
                      <a:moveTo>
                        <a:pt x="175" y="1"/>
                      </a:moveTo>
                      <a:cubicBezTo>
                        <a:pt x="130" y="1"/>
                        <a:pt x="87" y="17"/>
                        <a:pt x="68" y="56"/>
                      </a:cubicBezTo>
                      <a:cubicBezTo>
                        <a:pt x="1" y="123"/>
                        <a:pt x="1" y="223"/>
                        <a:pt x="68" y="290"/>
                      </a:cubicBezTo>
                      <a:cubicBezTo>
                        <a:pt x="201" y="423"/>
                        <a:pt x="334" y="557"/>
                        <a:pt x="468" y="723"/>
                      </a:cubicBezTo>
                      <a:cubicBezTo>
                        <a:pt x="535" y="790"/>
                        <a:pt x="601" y="890"/>
                        <a:pt x="668" y="957"/>
                      </a:cubicBezTo>
                      <a:cubicBezTo>
                        <a:pt x="658" y="936"/>
                        <a:pt x="654" y="928"/>
                        <a:pt x="654" y="928"/>
                      </a:cubicBezTo>
                      <a:lnTo>
                        <a:pt x="654" y="928"/>
                      </a:lnTo>
                      <a:cubicBezTo>
                        <a:pt x="655" y="928"/>
                        <a:pt x="678" y="967"/>
                        <a:pt x="701" y="990"/>
                      </a:cubicBezTo>
                      <a:cubicBezTo>
                        <a:pt x="701" y="990"/>
                        <a:pt x="735" y="1024"/>
                        <a:pt x="735" y="1024"/>
                      </a:cubicBezTo>
                      <a:cubicBezTo>
                        <a:pt x="768" y="1090"/>
                        <a:pt x="801" y="1124"/>
                        <a:pt x="835" y="1157"/>
                      </a:cubicBezTo>
                      <a:cubicBezTo>
                        <a:pt x="891" y="1269"/>
                        <a:pt x="995" y="1406"/>
                        <a:pt x="1126" y="1406"/>
                      </a:cubicBezTo>
                      <a:cubicBezTo>
                        <a:pt x="1150" y="1406"/>
                        <a:pt x="1176" y="1401"/>
                        <a:pt x="1202" y="1390"/>
                      </a:cubicBezTo>
                      <a:cubicBezTo>
                        <a:pt x="1335" y="1357"/>
                        <a:pt x="1402" y="1224"/>
                        <a:pt x="1369" y="1090"/>
                      </a:cubicBezTo>
                      <a:lnTo>
                        <a:pt x="1369" y="1090"/>
                      </a:lnTo>
                      <a:lnTo>
                        <a:pt x="1369" y="1124"/>
                      </a:lnTo>
                      <a:cubicBezTo>
                        <a:pt x="1369" y="1057"/>
                        <a:pt x="1335" y="990"/>
                        <a:pt x="1268" y="923"/>
                      </a:cubicBezTo>
                      <a:cubicBezTo>
                        <a:pt x="1168" y="757"/>
                        <a:pt x="1002" y="590"/>
                        <a:pt x="835" y="456"/>
                      </a:cubicBezTo>
                      <a:cubicBezTo>
                        <a:pt x="668" y="290"/>
                        <a:pt x="468" y="123"/>
                        <a:pt x="268" y="23"/>
                      </a:cubicBezTo>
                      <a:cubicBezTo>
                        <a:pt x="240" y="9"/>
                        <a:pt x="207" y="1"/>
                        <a:pt x="175" y="1"/>
                      </a:cubicBezTo>
                      <a:close/>
                    </a:path>
                  </a:pathLst>
                </a:custGeom>
                <a:solidFill>
                  <a:srgbClr val="5CC9BF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15" name="Google Shape;1715;p55"/>
                <p:cNvSpPr/>
                <p:nvPr/>
              </p:nvSpPr>
              <p:spPr>
                <a:xfrm>
                  <a:off x="6101643" y="4076226"/>
                  <a:ext cx="35048" cy="22866"/>
                </a:xfrm>
                <a:custGeom>
                  <a:rect b="b" l="l" r="r" t="t"/>
                  <a:pathLst>
                    <a:path extrusionOk="0" h="1100" w="1686">
                      <a:moveTo>
                        <a:pt x="193" y="1"/>
                      </a:moveTo>
                      <a:cubicBezTo>
                        <a:pt x="132" y="1"/>
                        <a:pt x="76" y="24"/>
                        <a:pt x="34" y="87"/>
                      </a:cubicBezTo>
                      <a:cubicBezTo>
                        <a:pt x="1" y="188"/>
                        <a:pt x="34" y="288"/>
                        <a:pt x="101" y="354"/>
                      </a:cubicBezTo>
                      <a:cubicBezTo>
                        <a:pt x="301" y="488"/>
                        <a:pt x="501" y="621"/>
                        <a:pt x="701" y="755"/>
                      </a:cubicBezTo>
                      <a:cubicBezTo>
                        <a:pt x="935" y="888"/>
                        <a:pt x="1135" y="1021"/>
                        <a:pt x="1368" y="1088"/>
                      </a:cubicBezTo>
                      <a:cubicBezTo>
                        <a:pt x="1393" y="1096"/>
                        <a:pt x="1416" y="1100"/>
                        <a:pt x="1438" y="1100"/>
                      </a:cubicBezTo>
                      <a:cubicBezTo>
                        <a:pt x="1597" y="1100"/>
                        <a:pt x="1686" y="905"/>
                        <a:pt x="1569" y="788"/>
                      </a:cubicBezTo>
                      <a:cubicBezTo>
                        <a:pt x="1368" y="588"/>
                        <a:pt x="1168" y="488"/>
                        <a:pt x="935" y="354"/>
                      </a:cubicBezTo>
                      <a:cubicBezTo>
                        <a:pt x="735" y="254"/>
                        <a:pt x="501" y="121"/>
                        <a:pt x="301" y="21"/>
                      </a:cubicBezTo>
                      <a:cubicBezTo>
                        <a:pt x="264" y="9"/>
                        <a:pt x="228" y="1"/>
                        <a:pt x="193" y="1"/>
                      </a:cubicBezTo>
                      <a:close/>
                    </a:path>
                  </a:pathLst>
                </a:custGeom>
                <a:solidFill>
                  <a:srgbClr val="5CC9BF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16" name="Google Shape;1716;p55"/>
                <p:cNvSpPr/>
                <p:nvPr/>
              </p:nvSpPr>
              <p:spPr>
                <a:xfrm>
                  <a:off x="6581481" y="4067973"/>
                  <a:ext cx="29851" cy="30890"/>
                </a:xfrm>
                <a:custGeom>
                  <a:rect b="b" l="l" r="r" t="t"/>
                  <a:pathLst>
                    <a:path extrusionOk="0" h="1486" w="1436">
                      <a:moveTo>
                        <a:pt x="184" y="1"/>
                      </a:moveTo>
                      <a:cubicBezTo>
                        <a:pt x="143" y="1"/>
                        <a:pt x="101" y="17"/>
                        <a:pt x="68" y="51"/>
                      </a:cubicBezTo>
                      <a:cubicBezTo>
                        <a:pt x="34" y="84"/>
                        <a:pt x="1" y="184"/>
                        <a:pt x="34" y="251"/>
                      </a:cubicBezTo>
                      <a:cubicBezTo>
                        <a:pt x="168" y="484"/>
                        <a:pt x="334" y="718"/>
                        <a:pt x="535" y="918"/>
                      </a:cubicBezTo>
                      <a:cubicBezTo>
                        <a:pt x="601" y="1018"/>
                        <a:pt x="701" y="1118"/>
                        <a:pt x="801" y="1218"/>
                      </a:cubicBezTo>
                      <a:cubicBezTo>
                        <a:pt x="835" y="1285"/>
                        <a:pt x="868" y="1318"/>
                        <a:pt x="935" y="1352"/>
                      </a:cubicBezTo>
                      <a:cubicBezTo>
                        <a:pt x="968" y="1385"/>
                        <a:pt x="1002" y="1418"/>
                        <a:pt x="1035" y="1418"/>
                      </a:cubicBezTo>
                      <a:cubicBezTo>
                        <a:pt x="1068" y="1452"/>
                        <a:pt x="1102" y="1485"/>
                        <a:pt x="1168" y="1485"/>
                      </a:cubicBezTo>
                      <a:cubicBezTo>
                        <a:pt x="1235" y="1485"/>
                        <a:pt x="1302" y="1485"/>
                        <a:pt x="1369" y="1452"/>
                      </a:cubicBezTo>
                      <a:cubicBezTo>
                        <a:pt x="1402" y="1385"/>
                        <a:pt x="1435" y="1318"/>
                        <a:pt x="1402" y="1252"/>
                      </a:cubicBezTo>
                      <a:lnTo>
                        <a:pt x="1402" y="1218"/>
                      </a:lnTo>
                      <a:cubicBezTo>
                        <a:pt x="1402" y="1185"/>
                        <a:pt x="1369" y="1152"/>
                        <a:pt x="1369" y="1118"/>
                      </a:cubicBezTo>
                      <a:cubicBezTo>
                        <a:pt x="1335" y="1085"/>
                        <a:pt x="1302" y="1052"/>
                        <a:pt x="1268" y="1018"/>
                      </a:cubicBezTo>
                      <a:cubicBezTo>
                        <a:pt x="1235" y="985"/>
                        <a:pt x="1168" y="951"/>
                        <a:pt x="1135" y="885"/>
                      </a:cubicBezTo>
                      <a:cubicBezTo>
                        <a:pt x="1035" y="818"/>
                        <a:pt x="935" y="718"/>
                        <a:pt x="835" y="618"/>
                      </a:cubicBezTo>
                      <a:cubicBezTo>
                        <a:pt x="635" y="451"/>
                        <a:pt x="468" y="251"/>
                        <a:pt x="301" y="51"/>
                      </a:cubicBezTo>
                      <a:cubicBezTo>
                        <a:pt x="268" y="17"/>
                        <a:pt x="226" y="1"/>
                        <a:pt x="184" y="1"/>
                      </a:cubicBezTo>
                      <a:close/>
                    </a:path>
                  </a:pathLst>
                </a:custGeom>
                <a:solidFill>
                  <a:srgbClr val="5CC9BF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17" name="Google Shape;1717;p55"/>
                <p:cNvSpPr/>
                <p:nvPr/>
              </p:nvSpPr>
              <p:spPr>
                <a:xfrm>
                  <a:off x="6613827" y="4055210"/>
                  <a:ext cx="34258" cy="34902"/>
                </a:xfrm>
                <a:custGeom>
                  <a:rect b="b" l="l" r="r" t="t"/>
                  <a:pathLst>
                    <a:path extrusionOk="0" h="1679" w="1648">
                      <a:moveTo>
                        <a:pt x="163" y="0"/>
                      </a:moveTo>
                      <a:cubicBezTo>
                        <a:pt x="67" y="0"/>
                        <a:pt x="1" y="126"/>
                        <a:pt x="79" y="231"/>
                      </a:cubicBezTo>
                      <a:cubicBezTo>
                        <a:pt x="313" y="465"/>
                        <a:pt x="546" y="732"/>
                        <a:pt x="780" y="998"/>
                      </a:cubicBezTo>
                      <a:cubicBezTo>
                        <a:pt x="880" y="1132"/>
                        <a:pt x="1013" y="1232"/>
                        <a:pt x="1147" y="1365"/>
                      </a:cubicBezTo>
                      <a:cubicBezTo>
                        <a:pt x="1147" y="1365"/>
                        <a:pt x="1147" y="1399"/>
                        <a:pt x="1180" y="1399"/>
                      </a:cubicBezTo>
                      <a:lnTo>
                        <a:pt x="1180" y="1432"/>
                      </a:lnTo>
                      <a:lnTo>
                        <a:pt x="1180" y="1465"/>
                      </a:lnTo>
                      <a:cubicBezTo>
                        <a:pt x="1180" y="1465"/>
                        <a:pt x="1180" y="1499"/>
                        <a:pt x="1180" y="1532"/>
                      </a:cubicBezTo>
                      <a:cubicBezTo>
                        <a:pt x="1214" y="1565"/>
                        <a:pt x="1214" y="1599"/>
                        <a:pt x="1247" y="1632"/>
                      </a:cubicBezTo>
                      <a:cubicBezTo>
                        <a:pt x="1292" y="1662"/>
                        <a:pt x="1344" y="1679"/>
                        <a:pt x="1393" y="1679"/>
                      </a:cubicBezTo>
                      <a:cubicBezTo>
                        <a:pt x="1453" y="1679"/>
                        <a:pt x="1510" y="1654"/>
                        <a:pt x="1547" y="1599"/>
                      </a:cubicBezTo>
                      <a:cubicBezTo>
                        <a:pt x="1647" y="1532"/>
                        <a:pt x="1647" y="1399"/>
                        <a:pt x="1614" y="1299"/>
                      </a:cubicBezTo>
                      <a:cubicBezTo>
                        <a:pt x="1580" y="1199"/>
                        <a:pt x="1514" y="1132"/>
                        <a:pt x="1447" y="1065"/>
                      </a:cubicBezTo>
                      <a:cubicBezTo>
                        <a:pt x="1380" y="998"/>
                        <a:pt x="1280" y="932"/>
                        <a:pt x="1214" y="865"/>
                      </a:cubicBezTo>
                      <a:cubicBezTo>
                        <a:pt x="1080" y="732"/>
                        <a:pt x="913" y="565"/>
                        <a:pt x="747" y="431"/>
                      </a:cubicBezTo>
                      <a:cubicBezTo>
                        <a:pt x="580" y="298"/>
                        <a:pt x="413" y="164"/>
                        <a:pt x="246" y="31"/>
                      </a:cubicBezTo>
                      <a:cubicBezTo>
                        <a:pt x="218" y="10"/>
                        <a:pt x="189" y="0"/>
                        <a:pt x="163" y="0"/>
                      </a:cubicBezTo>
                      <a:close/>
                    </a:path>
                  </a:pathLst>
                </a:custGeom>
                <a:solidFill>
                  <a:srgbClr val="5CC9BF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18" name="Google Shape;1718;p55"/>
                <p:cNvSpPr/>
                <p:nvPr/>
              </p:nvSpPr>
              <p:spPr>
                <a:xfrm>
                  <a:off x="6557825" y="4082254"/>
                  <a:ext cx="34777" cy="34798"/>
                </a:xfrm>
                <a:custGeom>
                  <a:rect b="b" l="l" r="r" t="t"/>
                  <a:pathLst>
                    <a:path extrusionOk="0" h="1674" w="1673">
                      <a:moveTo>
                        <a:pt x="183" y="0"/>
                      </a:moveTo>
                      <a:cubicBezTo>
                        <a:pt x="80" y="0"/>
                        <a:pt x="0" y="119"/>
                        <a:pt x="105" y="198"/>
                      </a:cubicBezTo>
                      <a:cubicBezTo>
                        <a:pt x="338" y="465"/>
                        <a:pt x="572" y="731"/>
                        <a:pt x="805" y="998"/>
                      </a:cubicBezTo>
                      <a:cubicBezTo>
                        <a:pt x="905" y="1098"/>
                        <a:pt x="1039" y="1232"/>
                        <a:pt x="1139" y="1365"/>
                      </a:cubicBezTo>
                      <a:cubicBezTo>
                        <a:pt x="1172" y="1365"/>
                        <a:pt x="1172" y="1399"/>
                        <a:pt x="1206" y="1399"/>
                      </a:cubicBezTo>
                      <a:lnTo>
                        <a:pt x="1206" y="1432"/>
                      </a:lnTo>
                      <a:cubicBezTo>
                        <a:pt x="1206" y="1465"/>
                        <a:pt x="1206" y="1499"/>
                        <a:pt x="1206" y="1499"/>
                      </a:cubicBezTo>
                      <a:cubicBezTo>
                        <a:pt x="1239" y="1532"/>
                        <a:pt x="1239" y="1599"/>
                        <a:pt x="1272" y="1599"/>
                      </a:cubicBezTo>
                      <a:cubicBezTo>
                        <a:pt x="1322" y="1649"/>
                        <a:pt x="1381" y="1674"/>
                        <a:pt x="1435" y="1674"/>
                      </a:cubicBezTo>
                      <a:cubicBezTo>
                        <a:pt x="1489" y="1674"/>
                        <a:pt x="1539" y="1649"/>
                        <a:pt x="1573" y="1599"/>
                      </a:cubicBezTo>
                      <a:cubicBezTo>
                        <a:pt x="1673" y="1532"/>
                        <a:pt x="1673" y="1399"/>
                        <a:pt x="1639" y="1299"/>
                      </a:cubicBezTo>
                      <a:cubicBezTo>
                        <a:pt x="1606" y="1198"/>
                        <a:pt x="1539" y="1132"/>
                        <a:pt x="1472" y="1065"/>
                      </a:cubicBezTo>
                      <a:cubicBezTo>
                        <a:pt x="1406" y="998"/>
                        <a:pt x="1306" y="898"/>
                        <a:pt x="1239" y="832"/>
                      </a:cubicBezTo>
                      <a:cubicBezTo>
                        <a:pt x="1072" y="698"/>
                        <a:pt x="939" y="565"/>
                        <a:pt x="772" y="431"/>
                      </a:cubicBezTo>
                      <a:cubicBezTo>
                        <a:pt x="605" y="298"/>
                        <a:pt x="438" y="164"/>
                        <a:pt x="272" y="31"/>
                      </a:cubicBezTo>
                      <a:cubicBezTo>
                        <a:pt x="243" y="9"/>
                        <a:pt x="212" y="0"/>
                        <a:pt x="183" y="0"/>
                      </a:cubicBezTo>
                      <a:close/>
                    </a:path>
                  </a:pathLst>
                </a:custGeom>
                <a:solidFill>
                  <a:srgbClr val="5CC9BF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19" name="Google Shape;1719;p55"/>
                <p:cNvSpPr/>
                <p:nvPr/>
              </p:nvSpPr>
              <p:spPr>
                <a:xfrm>
                  <a:off x="6638356" y="4084977"/>
                  <a:ext cx="21" cy="21"/>
                </a:xfrm>
                <a:custGeom>
                  <a:rect b="b" l="l" r="r" t="t"/>
                  <a:pathLst>
                    <a:path extrusionOk="0" h="1" w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CC9BF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20" name="Google Shape;1720;p55"/>
                <p:cNvSpPr/>
                <p:nvPr/>
              </p:nvSpPr>
              <p:spPr>
                <a:xfrm>
                  <a:off x="6638356" y="4084977"/>
                  <a:ext cx="21" cy="21"/>
                </a:xfrm>
                <a:custGeom>
                  <a:rect b="b" l="l" r="r" t="t"/>
                  <a:pathLst>
                    <a:path extrusionOk="0" h="1" w="1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CC9BF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21" name="Google Shape;1721;p55"/>
                <p:cNvSpPr/>
                <p:nvPr/>
              </p:nvSpPr>
              <p:spPr>
                <a:xfrm>
                  <a:off x="6267029" y="2386472"/>
                  <a:ext cx="123436" cy="152954"/>
                </a:xfrm>
                <a:custGeom>
                  <a:rect b="b" l="l" r="r" t="t"/>
                  <a:pathLst>
                    <a:path extrusionOk="0" h="7358" w="5938">
                      <a:moveTo>
                        <a:pt x="5774" y="1"/>
                      </a:moveTo>
                      <a:cubicBezTo>
                        <a:pt x="5744" y="1"/>
                        <a:pt x="5714" y="15"/>
                        <a:pt x="5688" y="50"/>
                      </a:cubicBezTo>
                      <a:cubicBezTo>
                        <a:pt x="5187" y="583"/>
                        <a:pt x="4821" y="1250"/>
                        <a:pt x="4387" y="1851"/>
                      </a:cubicBezTo>
                      <a:cubicBezTo>
                        <a:pt x="3953" y="2485"/>
                        <a:pt x="3453" y="3085"/>
                        <a:pt x="2986" y="3719"/>
                      </a:cubicBezTo>
                      <a:cubicBezTo>
                        <a:pt x="2519" y="4319"/>
                        <a:pt x="2052" y="4886"/>
                        <a:pt x="1552" y="5453"/>
                      </a:cubicBezTo>
                      <a:cubicBezTo>
                        <a:pt x="1051" y="6054"/>
                        <a:pt x="551" y="6621"/>
                        <a:pt x="50" y="7221"/>
                      </a:cubicBezTo>
                      <a:cubicBezTo>
                        <a:pt x="1" y="7271"/>
                        <a:pt x="62" y="7357"/>
                        <a:pt x="124" y="7357"/>
                      </a:cubicBezTo>
                      <a:cubicBezTo>
                        <a:pt x="145" y="7357"/>
                        <a:pt x="167" y="7347"/>
                        <a:pt x="184" y="7321"/>
                      </a:cubicBezTo>
                      <a:cubicBezTo>
                        <a:pt x="784" y="6821"/>
                        <a:pt x="1285" y="6221"/>
                        <a:pt x="1818" y="5654"/>
                      </a:cubicBezTo>
                      <a:cubicBezTo>
                        <a:pt x="2319" y="5086"/>
                        <a:pt x="2786" y="4519"/>
                        <a:pt x="3253" y="3919"/>
                      </a:cubicBezTo>
                      <a:cubicBezTo>
                        <a:pt x="3720" y="3352"/>
                        <a:pt x="4187" y="2751"/>
                        <a:pt x="4620" y="2151"/>
                      </a:cubicBezTo>
                      <a:cubicBezTo>
                        <a:pt x="4854" y="1851"/>
                        <a:pt x="5054" y="1517"/>
                        <a:pt x="5288" y="1184"/>
                      </a:cubicBezTo>
                      <a:cubicBezTo>
                        <a:pt x="5521" y="883"/>
                        <a:pt x="5721" y="550"/>
                        <a:pt x="5888" y="216"/>
                      </a:cubicBezTo>
                      <a:cubicBezTo>
                        <a:pt x="5937" y="118"/>
                        <a:pt x="5859" y="1"/>
                        <a:pt x="5774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22" name="Google Shape;1722;p55"/>
                <p:cNvSpPr/>
                <p:nvPr/>
              </p:nvSpPr>
              <p:spPr>
                <a:xfrm>
                  <a:off x="7550506" y="1824993"/>
                  <a:ext cx="22908" cy="13242"/>
                </a:xfrm>
                <a:custGeom>
                  <a:rect b="b" l="l" r="r" t="t"/>
                  <a:pathLst>
                    <a:path extrusionOk="0" h="637" w="1102">
                      <a:moveTo>
                        <a:pt x="768" y="0"/>
                      </a:moveTo>
                      <a:cubicBezTo>
                        <a:pt x="635" y="0"/>
                        <a:pt x="535" y="0"/>
                        <a:pt x="435" y="67"/>
                      </a:cubicBezTo>
                      <a:cubicBezTo>
                        <a:pt x="335" y="100"/>
                        <a:pt x="234" y="167"/>
                        <a:pt x="168" y="234"/>
                      </a:cubicBezTo>
                      <a:cubicBezTo>
                        <a:pt x="134" y="300"/>
                        <a:pt x="101" y="334"/>
                        <a:pt x="68" y="367"/>
                      </a:cubicBezTo>
                      <a:cubicBezTo>
                        <a:pt x="34" y="434"/>
                        <a:pt x="1" y="500"/>
                        <a:pt x="1" y="567"/>
                      </a:cubicBezTo>
                      <a:cubicBezTo>
                        <a:pt x="1" y="608"/>
                        <a:pt x="52" y="637"/>
                        <a:pt x="99" y="637"/>
                      </a:cubicBezTo>
                      <a:cubicBezTo>
                        <a:pt x="128" y="637"/>
                        <a:pt x="155" y="626"/>
                        <a:pt x="168" y="601"/>
                      </a:cubicBezTo>
                      <a:cubicBezTo>
                        <a:pt x="201" y="567"/>
                        <a:pt x="201" y="534"/>
                        <a:pt x="234" y="467"/>
                      </a:cubicBezTo>
                      <a:cubicBezTo>
                        <a:pt x="268" y="434"/>
                        <a:pt x="268" y="400"/>
                        <a:pt x="301" y="367"/>
                      </a:cubicBezTo>
                      <a:cubicBezTo>
                        <a:pt x="368" y="300"/>
                        <a:pt x="435" y="267"/>
                        <a:pt x="535" y="234"/>
                      </a:cubicBezTo>
                      <a:cubicBezTo>
                        <a:pt x="619" y="170"/>
                        <a:pt x="731" y="147"/>
                        <a:pt x="843" y="147"/>
                      </a:cubicBezTo>
                      <a:cubicBezTo>
                        <a:pt x="908" y="147"/>
                        <a:pt x="974" y="155"/>
                        <a:pt x="1035" y="167"/>
                      </a:cubicBezTo>
                      <a:cubicBezTo>
                        <a:pt x="1068" y="167"/>
                        <a:pt x="1102" y="100"/>
                        <a:pt x="1068" y="67"/>
                      </a:cubicBezTo>
                      <a:cubicBezTo>
                        <a:pt x="968" y="33"/>
                        <a:pt x="868" y="0"/>
                        <a:pt x="768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23" name="Google Shape;1723;p55"/>
                <p:cNvSpPr/>
                <p:nvPr/>
              </p:nvSpPr>
              <p:spPr>
                <a:xfrm>
                  <a:off x="6105697" y="2575472"/>
                  <a:ext cx="38956" cy="16256"/>
                </a:xfrm>
                <a:custGeom>
                  <a:rect b="b" l="l" r="r" t="t"/>
                  <a:pathLst>
                    <a:path extrusionOk="0" h="782" w="1874">
                      <a:moveTo>
                        <a:pt x="216" y="0"/>
                      </a:moveTo>
                      <a:cubicBezTo>
                        <a:pt x="103" y="0"/>
                        <a:pt x="1" y="126"/>
                        <a:pt x="106" y="231"/>
                      </a:cubicBezTo>
                      <a:cubicBezTo>
                        <a:pt x="423" y="548"/>
                        <a:pt x="887" y="782"/>
                        <a:pt x="1349" y="782"/>
                      </a:cubicBezTo>
                      <a:cubicBezTo>
                        <a:pt x="1469" y="782"/>
                        <a:pt x="1590" y="766"/>
                        <a:pt x="1707" y="731"/>
                      </a:cubicBezTo>
                      <a:cubicBezTo>
                        <a:pt x="1874" y="698"/>
                        <a:pt x="1841" y="498"/>
                        <a:pt x="1674" y="464"/>
                      </a:cubicBezTo>
                      <a:cubicBezTo>
                        <a:pt x="1440" y="464"/>
                        <a:pt x="1173" y="464"/>
                        <a:pt x="940" y="398"/>
                      </a:cubicBezTo>
                      <a:cubicBezTo>
                        <a:pt x="706" y="298"/>
                        <a:pt x="473" y="198"/>
                        <a:pt x="306" y="31"/>
                      </a:cubicBezTo>
                      <a:cubicBezTo>
                        <a:pt x="278" y="9"/>
                        <a:pt x="246" y="0"/>
                        <a:pt x="216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24" name="Google Shape;1724;p55"/>
                <p:cNvSpPr/>
                <p:nvPr/>
              </p:nvSpPr>
              <p:spPr>
                <a:xfrm>
                  <a:off x="6100666" y="2419919"/>
                  <a:ext cx="25091" cy="33509"/>
                </a:xfrm>
                <a:custGeom>
                  <a:rect b="b" l="l" r="r" t="t"/>
                  <a:pathLst>
                    <a:path extrusionOk="0" h="1612" w="1207">
                      <a:moveTo>
                        <a:pt x="139" y="0"/>
                      </a:moveTo>
                      <a:cubicBezTo>
                        <a:pt x="70" y="0"/>
                        <a:pt x="1" y="71"/>
                        <a:pt x="48" y="142"/>
                      </a:cubicBezTo>
                      <a:cubicBezTo>
                        <a:pt x="215" y="409"/>
                        <a:pt x="348" y="642"/>
                        <a:pt x="515" y="876"/>
                      </a:cubicBezTo>
                      <a:lnTo>
                        <a:pt x="748" y="1243"/>
                      </a:lnTo>
                      <a:cubicBezTo>
                        <a:pt x="815" y="1343"/>
                        <a:pt x="915" y="1476"/>
                        <a:pt x="1015" y="1576"/>
                      </a:cubicBezTo>
                      <a:cubicBezTo>
                        <a:pt x="1040" y="1601"/>
                        <a:pt x="1065" y="1612"/>
                        <a:pt x="1088" y="1612"/>
                      </a:cubicBezTo>
                      <a:cubicBezTo>
                        <a:pt x="1157" y="1612"/>
                        <a:pt x="1207" y="1518"/>
                        <a:pt x="1182" y="1443"/>
                      </a:cubicBezTo>
                      <a:cubicBezTo>
                        <a:pt x="1115" y="1309"/>
                        <a:pt x="1048" y="1209"/>
                        <a:pt x="982" y="1076"/>
                      </a:cubicBezTo>
                      <a:lnTo>
                        <a:pt x="715" y="742"/>
                      </a:lnTo>
                      <a:cubicBezTo>
                        <a:pt x="548" y="509"/>
                        <a:pt x="381" y="275"/>
                        <a:pt x="215" y="42"/>
                      </a:cubicBezTo>
                      <a:cubicBezTo>
                        <a:pt x="195" y="12"/>
                        <a:pt x="167" y="0"/>
                        <a:pt x="13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25" name="Google Shape;1725;p55"/>
                <p:cNvSpPr/>
                <p:nvPr/>
              </p:nvSpPr>
              <p:spPr>
                <a:xfrm>
                  <a:off x="6418528" y="2101559"/>
                  <a:ext cx="37833" cy="11101"/>
                </a:xfrm>
                <a:custGeom>
                  <a:rect b="b" l="l" r="r" t="t"/>
                  <a:pathLst>
                    <a:path extrusionOk="0" h="534" w="1820">
                      <a:moveTo>
                        <a:pt x="1659" y="1"/>
                      </a:moveTo>
                      <a:cubicBezTo>
                        <a:pt x="1642" y="1"/>
                        <a:pt x="1623" y="4"/>
                        <a:pt x="1602" y="12"/>
                      </a:cubicBezTo>
                      <a:cubicBezTo>
                        <a:pt x="1369" y="79"/>
                        <a:pt x="1135" y="146"/>
                        <a:pt x="868" y="213"/>
                      </a:cubicBezTo>
                      <a:cubicBezTo>
                        <a:pt x="635" y="279"/>
                        <a:pt x="368" y="279"/>
                        <a:pt x="134" y="313"/>
                      </a:cubicBezTo>
                      <a:cubicBezTo>
                        <a:pt x="1" y="313"/>
                        <a:pt x="1" y="513"/>
                        <a:pt x="134" y="513"/>
                      </a:cubicBezTo>
                      <a:cubicBezTo>
                        <a:pt x="243" y="526"/>
                        <a:pt x="354" y="533"/>
                        <a:pt x="464" y="533"/>
                      </a:cubicBezTo>
                      <a:cubicBezTo>
                        <a:pt x="896" y="533"/>
                        <a:pt x="1331" y="432"/>
                        <a:pt x="1702" y="246"/>
                      </a:cubicBezTo>
                      <a:cubicBezTo>
                        <a:pt x="1819" y="187"/>
                        <a:pt x="1782" y="1"/>
                        <a:pt x="1659" y="1"/>
                      </a:cubicBezTo>
                      <a:close/>
                    </a:path>
                  </a:pathLst>
                </a:custGeom>
                <a:solidFill>
                  <a:srgbClr val="C46345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26" name="Google Shape;1726;p55"/>
                <p:cNvSpPr/>
                <p:nvPr/>
              </p:nvSpPr>
              <p:spPr>
                <a:xfrm>
                  <a:off x="6651036" y="2315899"/>
                  <a:ext cx="71592" cy="618366"/>
                </a:xfrm>
                <a:custGeom>
                  <a:rect b="b" l="l" r="r" t="t"/>
                  <a:pathLst>
                    <a:path extrusionOk="0" h="29747" w="3444">
                      <a:moveTo>
                        <a:pt x="121" y="1"/>
                      </a:moveTo>
                      <a:cubicBezTo>
                        <a:pt x="60" y="1"/>
                        <a:pt x="0" y="71"/>
                        <a:pt x="24" y="142"/>
                      </a:cubicBezTo>
                      <a:cubicBezTo>
                        <a:pt x="858" y="1743"/>
                        <a:pt x="858" y="3678"/>
                        <a:pt x="1025" y="5446"/>
                      </a:cubicBezTo>
                      <a:cubicBezTo>
                        <a:pt x="1191" y="7381"/>
                        <a:pt x="1325" y="9315"/>
                        <a:pt x="1492" y="11250"/>
                      </a:cubicBezTo>
                      <a:cubicBezTo>
                        <a:pt x="1825" y="15186"/>
                        <a:pt x="2159" y="19089"/>
                        <a:pt x="2492" y="22992"/>
                      </a:cubicBezTo>
                      <a:cubicBezTo>
                        <a:pt x="2693" y="25193"/>
                        <a:pt x="2893" y="27395"/>
                        <a:pt x="3059" y="29597"/>
                      </a:cubicBezTo>
                      <a:cubicBezTo>
                        <a:pt x="3076" y="29697"/>
                        <a:pt x="3176" y="29747"/>
                        <a:pt x="3268" y="29747"/>
                      </a:cubicBezTo>
                      <a:cubicBezTo>
                        <a:pt x="3360" y="29747"/>
                        <a:pt x="3443" y="29697"/>
                        <a:pt x="3426" y="29597"/>
                      </a:cubicBezTo>
                      <a:cubicBezTo>
                        <a:pt x="3093" y="25627"/>
                        <a:pt x="2726" y="21691"/>
                        <a:pt x="2359" y="17755"/>
                      </a:cubicBezTo>
                      <a:lnTo>
                        <a:pt x="2359" y="17721"/>
                      </a:lnTo>
                      <a:cubicBezTo>
                        <a:pt x="1992" y="13785"/>
                        <a:pt x="1658" y="9816"/>
                        <a:pt x="1258" y="5846"/>
                      </a:cubicBezTo>
                      <a:cubicBezTo>
                        <a:pt x="1091" y="3912"/>
                        <a:pt x="1125" y="1810"/>
                        <a:pt x="191" y="42"/>
                      </a:cubicBezTo>
                      <a:cubicBezTo>
                        <a:pt x="171" y="13"/>
                        <a:pt x="146" y="1"/>
                        <a:pt x="121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27" name="Google Shape;1727;p55"/>
                <p:cNvSpPr/>
                <p:nvPr/>
              </p:nvSpPr>
              <p:spPr>
                <a:xfrm>
                  <a:off x="6456278" y="2957152"/>
                  <a:ext cx="66291" cy="261403"/>
                </a:xfrm>
                <a:custGeom>
                  <a:rect b="b" l="l" r="r" t="t"/>
                  <a:pathLst>
                    <a:path extrusionOk="0" h="12575" w="3189">
                      <a:moveTo>
                        <a:pt x="3035" y="0"/>
                      </a:moveTo>
                      <a:cubicBezTo>
                        <a:pt x="2999" y="0"/>
                        <a:pt x="2967" y="15"/>
                        <a:pt x="2955" y="50"/>
                      </a:cubicBezTo>
                      <a:cubicBezTo>
                        <a:pt x="2755" y="517"/>
                        <a:pt x="2688" y="1084"/>
                        <a:pt x="2555" y="1584"/>
                      </a:cubicBezTo>
                      <a:cubicBezTo>
                        <a:pt x="2421" y="2084"/>
                        <a:pt x="2321" y="2585"/>
                        <a:pt x="2188" y="3085"/>
                      </a:cubicBezTo>
                      <a:cubicBezTo>
                        <a:pt x="1954" y="4119"/>
                        <a:pt x="1687" y="5153"/>
                        <a:pt x="1454" y="6187"/>
                      </a:cubicBezTo>
                      <a:cubicBezTo>
                        <a:pt x="954" y="8289"/>
                        <a:pt x="487" y="10357"/>
                        <a:pt x="20" y="12425"/>
                      </a:cubicBezTo>
                      <a:cubicBezTo>
                        <a:pt x="0" y="12522"/>
                        <a:pt x="71" y="12574"/>
                        <a:pt x="141" y="12574"/>
                      </a:cubicBezTo>
                      <a:cubicBezTo>
                        <a:pt x="190" y="12574"/>
                        <a:pt x="239" y="12547"/>
                        <a:pt x="253" y="12492"/>
                      </a:cubicBezTo>
                      <a:cubicBezTo>
                        <a:pt x="753" y="10424"/>
                        <a:pt x="1254" y="8355"/>
                        <a:pt x="1754" y="6287"/>
                      </a:cubicBezTo>
                      <a:cubicBezTo>
                        <a:pt x="1988" y="5253"/>
                        <a:pt x="2255" y="4186"/>
                        <a:pt x="2488" y="3152"/>
                      </a:cubicBezTo>
                      <a:cubicBezTo>
                        <a:pt x="2588" y="2651"/>
                        <a:pt x="2722" y="2151"/>
                        <a:pt x="2822" y="1651"/>
                      </a:cubicBezTo>
                      <a:cubicBezTo>
                        <a:pt x="2955" y="1150"/>
                        <a:pt x="3155" y="617"/>
                        <a:pt x="3189" y="116"/>
                      </a:cubicBezTo>
                      <a:cubicBezTo>
                        <a:pt x="3189" y="51"/>
                        <a:pt x="3104" y="0"/>
                        <a:pt x="3035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28" name="Google Shape;1728;p55"/>
                <p:cNvSpPr/>
                <p:nvPr/>
              </p:nvSpPr>
              <p:spPr>
                <a:xfrm>
                  <a:off x="6447984" y="3489998"/>
                  <a:ext cx="568289" cy="701890"/>
                </a:xfrm>
                <a:custGeom>
                  <a:rect b="b" l="l" r="r" t="t"/>
                  <a:pathLst>
                    <a:path extrusionOk="0" h="33765" w="27338">
                      <a:moveTo>
                        <a:pt x="22334" y="11743"/>
                      </a:moveTo>
                      <a:cubicBezTo>
                        <a:pt x="22501" y="12644"/>
                        <a:pt x="22701" y="13578"/>
                        <a:pt x="22901" y="14512"/>
                      </a:cubicBezTo>
                      <a:cubicBezTo>
                        <a:pt x="23235" y="16113"/>
                        <a:pt x="23535" y="17714"/>
                        <a:pt x="23869" y="19349"/>
                      </a:cubicBezTo>
                      <a:cubicBezTo>
                        <a:pt x="22835" y="18948"/>
                        <a:pt x="21734" y="18615"/>
                        <a:pt x="20700" y="18248"/>
                      </a:cubicBezTo>
                      <a:cubicBezTo>
                        <a:pt x="19432" y="17814"/>
                        <a:pt x="18165" y="17381"/>
                        <a:pt x="16930" y="16947"/>
                      </a:cubicBezTo>
                      <a:cubicBezTo>
                        <a:pt x="15896" y="16613"/>
                        <a:pt x="14862" y="16246"/>
                        <a:pt x="13828" y="15880"/>
                      </a:cubicBezTo>
                      <a:cubicBezTo>
                        <a:pt x="15463" y="15246"/>
                        <a:pt x="17097" y="14612"/>
                        <a:pt x="18665" y="13811"/>
                      </a:cubicBezTo>
                      <a:cubicBezTo>
                        <a:pt x="19699" y="13311"/>
                        <a:pt x="20700" y="12744"/>
                        <a:pt x="21634" y="12077"/>
                      </a:cubicBezTo>
                      <a:cubicBezTo>
                        <a:pt x="21867" y="11977"/>
                        <a:pt x="22101" y="11843"/>
                        <a:pt x="22334" y="11743"/>
                      </a:cubicBezTo>
                      <a:close/>
                      <a:moveTo>
                        <a:pt x="5289" y="13511"/>
                      </a:moveTo>
                      <a:cubicBezTo>
                        <a:pt x="5422" y="13611"/>
                        <a:pt x="5556" y="13645"/>
                        <a:pt x="5722" y="13711"/>
                      </a:cubicBezTo>
                      <a:cubicBezTo>
                        <a:pt x="6023" y="13845"/>
                        <a:pt x="6356" y="13978"/>
                        <a:pt x="6690" y="14112"/>
                      </a:cubicBezTo>
                      <a:cubicBezTo>
                        <a:pt x="7324" y="14345"/>
                        <a:pt x="7991" y="14545"/>
                        <a:pt x="8624" y="14779"/>
                      </a:cubicBezTo>
                      <a:cubicBezTo>
                        <a:pt x="9759" y="15179"/>
                        <a:pt x="10926" y="15579"/>
                        <a:pt x="12094" y="15980"/>
                      </a:cubicBezTo>
                      <a:cubicBezTo>
                        <a:pt x="12060" y="15980"/>
                        <a:pt x="12027" y="15980"/>
                        <a:pt x="11994" y="16013"/>
                      </a:cubicBezTo>
                      <a:cubicBezTo>
                        <a:pt x="9659" y="16914"/>
                        <a:pt x="7324" y="17848"/>
                        <a:pt x="5122" y="19115"/>
                      </a:cubicBezTo>
                      <a:cubicBezTo>
                        <a:pt x="4655" y="19349"/>
                        <a:pt x="4155" y="19582"/>
                        <a:pt x="3688" y="19816"/>
                      </a:cubicBezTo>
                      <a:cubicBezTo>
                        <a:pt x="4188" y="17714"/>
                        <a:pt x="4755" y="15613"/>
                        <a:pt x="5289" y="13511"/>
                      </a:cubicBezTo>
                      <a:close/>
                      <a:moveTo>
                        <a:pt x="8620" y="0"/>
                      </a:moveTo>
                      <a:cubicBezTo>
                        <a:pt x="8531" y="0"/>
                        <a:pt x="8445" y="49"/>
                        <a:pt x="8391" y="168"/>
                      </a:cubicBezTo>
                      <a:cubicBezTo>
                        <a:pt x="8124" y="669"/>
                        <a:pt x="7991" y="1202"/>
                        <a:pt x="7824" y="1736"/>
                      </a:cubicBezTo>
                      <a:cubicBezTo>
                        <a:pt x="7690" y="2303"/>
                        <a:pt x="7524" y="2837"/>
                        <a:pt x="7357" y="3371"/>
                      </a:cubicBezTo>
                      <a:cubicBezTo>
                        <a:pt x="7057" y="4438"/>
                        <a:pt x="6723" y="5505"/>
                        <a:pt x="6423" y="6573"/>
                      </a:cubicBezTo>
                      <a:cubicBezTo>
                        <a:pt x="5822" y="8708"/>
                        <a:pt x="5255" y="10843"/>
                        <a:pt x="4688" y="13011"/>
                      </a:cubicBezTo>
                      <a:cubicBezTo>
                        <a:pt x="3521" y="17314"/>
                        <a:pt x="2420" y="21684"/>
                        <a:pt x="1486" y="26054"/>
                      </a:cubicBezTo>
                      <a:cubicBezTo>
                        <a:pt x="1219" y="27254"/>
                        <a:pt x="952" y="28489"/>
                        <a:pt x="685" y="29723"/>
                      </a:cubicBezTo>
                      <a:cubicBezTo>
                        <a:pt x="452" y="30924"/>
                        <a:pt x="185" y="32158"/>
                        <a:pt x="18" y="33392"/>
                      </a:cubicBezTo>
                      <a:cubicBezTo>
                        <a:pt x="0" y="33500"/>
                        <a:pt x="100" y="33560"/>
                        <a:pt x="200" y="33560"/>
                      </a:cubicBezTo>
                      <a:cubicBezTo>
                        <a:pt x="285" y="33560"/>
                        <a:pt x="370" y="33517"/>
                        <a:pt x="385" y="33425"/>
                      </a:cubicBezTo>
                      <a:cubicBezTo>
                        <a:pt x="719" y="32358"/>
                        <a:pt x="919" y="31291"/>
                        <a:pt x="1186" y="30190"/>
                      </a:cubicBezTo>
                      <a:cubicBezTo>
                        <a:pt x="1453" y="29122"/>
                        <a:pt x="1686" y="28055"/>
                        <a:pt x="1953" y="26954"/>
                      </a:cubicBezTo>
                      <a:cubicBezTo>
                        <a:pt x="2387" y="25120"/>
                        <a:pt x="2820" y="23285"/>
                        <a:pt x="3287" y="21417"/>
                      </a:cubicBezTo>
                      <a:cubicBezTo>
                        <a:pt x="3454" y="21317"/>
                        <a:pt x="3487" y="21083"/>
                        <a:pt x="3387" y="20950"/>
                      </a:cubicBezTo>
                      <a:cubicBezTo>
                        <a:pt x="3487" y="20883"/>
                        <a:pt x="3554" y="20816"/>
                        <a:pt x="3621" y="20783"/>
                      </a:cubicBezTo>
                      <a:cubicBezTo>
                        <a:pt x="3754" y="20683"/>
                        <a:pt x="3888" y="20583"/>
                        <a:pt x="4021" y="20483"/>
                      </a:cubicBezTo>
                      <a:cubicBezTo>
                        <a:pt x="4321" y="20283"/>
                        <a:pt x="4622" y="20116"/>
                        <a:pt x="4922" y="19916"/>
                      </a:cubicBezTo>
                      <a:cubicBezTo>
                        <a:pt x="5522" y="19549"/>
                        <a:pt x="6156" y="19215"/>
                        <a:pt x="6790" y="18882"/>
                      </a:cubicBezTo>
                      <a:cubicBezTo>
                        <a:pt x="8057" y="18215"/>
                        <a:pt x="9392" y="17647"/>
                        <a:pt x="10726" y="17114"/>
                      </a:cubicBezTo>
                      <a:cubicBezTo>
                        <a:pt x="11460" y="16814"/>
                        <a:pt x="12194" y="16547"/>
                        <a:pt x="12928" y="16246"/>
                      </a:cubicBezTo>
                      <a:cubicBezTo>
                        <a:pt x="15296" y="17047"/>
                        <a:pt x="17631" y="17881"/>
                        <a:pt x="19999" y="18682"/>
                      </a:cubicBezTo>
                      <a:cubicBezTo>
                        <a:pt x="20733" y="18948"/>
                        <a:pt x="21434" y="19182"/>
                        <a:pt x="22134" y="19449"/>
                      </a:cubicBezTo>
                      <a:cubicBezTo>
                        <a:pt x="22768" y="19649"/>
                        <a:pt x="23402" y="19882"/>
                        <a:pt x="24002" y="20083"/>
                      </a:cubicBezTo>
                      <a:cubicBezTo>
                        <a:pt x="24469" y="22284"/>
                        <a:pt x="24903" y="24486"/>
                        <a:pt x="25370" y="26687"/>
                      </a:cubicBezTo>
                      <a:cubicBezTo>
                        <a:pt x="25570" y="27821"/>
                        <a:pt x="25803" y="28956"/>
                        <a:pt x="26037" y="30090"/>
                      </a:cubicBezTo>
                      <a:cubicBezTo>
                        <a:pt x="26137" y="30657"/>
                        <a:pt x="26270" y="31257"/>
                        <a:pt x="26370" y="31824"/>
                      </a:cubicBezTo>
                      <a:cubicBezTo>
                        <a:pt x="26504" y="32391"/>
                        <a:pt x="26571" y="33025"/>
                        <a:pt x="26771" y="33559"/>
                      </a:cubicBezTo>
                      <a:cubicBezTo>
                        <a:pt x="26817" y="33697"/>
                        <a:pt x="26941" y="33765"/>
                        <a:pt x="27061" y="33765"/>
                      </a:cubicBezTo>
                      <a:cubicBezTo>
                        <a:pt x="27202" y="33765"/>
                        <a:pt x="27338" y="33672"/>
                        <a:pt x="27338" y="33492"/>
                      </a:cubicBezTo>
                      <a:cubicBezTo>
                        <a:pt x="27304" y="32992"/>
                        <a:pt x="27204" y="32491"/>
                        <a:pt x="27104" y="31991"/>
                      </a:cubicBezTo>
                      <a:cubicBezTo>
                        <a:pt x="27004" y="31491"/>
                        <a:pt x="26904" y="30990"/>
                        <a:pt x="26804" y="30490"/>
                      </a:cubicBezTo>
                      <a:cubicBezTo>
                        <a:pt x="26604" y="29456"/>
                        <a:pt x="26370" y="28422"/>
                        <a:pt x="26170" y="27388"/>
                      </a:cubicBezTo>
                      <a:cubicBezTo>
                        <a:pt x="25770" y="25353"/>
                        <a:pt x="25370" y="23352"/>
                        <a:pt x="24936" y="21317"/>
                      </a:cubicBezTo>
                      <a:cubicBezTo>
                        <a:pt x="24869" y="20883"/>
                        <a:pt x="24769" y="20450"/>
                        <a:pt x="24669" y="20016"/>
                      </a:cubicBezTo>
                      <a:cubicBezTo>
                        <a:pt x="24736" y="19916"/>
                        <a:pt x="24703" y="19749"/>
                        <a:pt x="24603" y="19649"/>
                      </a:cubicBezTo>
                      <a:cubicBezTo>
                        <a:pt x="23869" y="16146"/>
                        <a:pt x="23135" y="12644"/>
                        <a:pt x="22401" y="9141"/>
                      </a:cubicBezTo>
                      <a:cubicBezTo>
                        <a:pt x="22167" y="8007"/>
                        <a:pt x="21901" y="6906"/>
                        <a:pt x="21667" y="5772"/>
                      </a:cubicBezTo>
                      <a:cubicBezTo>
                        <a:pt x="21400" y="4605"/>
                        <a:pt x="21200" y="3437"/>
                        <a:pt x="20833" y="2303"/>
                      </a:cubicBezTo>
                      <a:cubicBezTo>
                        <a:pt x="20801" y="2224"/>
                        <a:pt x="20716" y="2182"/>
                        <a:pt x="20636" y="2182"/>
                      </a:cubicBezTo>
                      <a:cubicBezTo>
                        <a:pt x="20548" y="2182"/>
                        <a:pt x="20466" y="2232"/>
                        <a:pt x="20466" y="2337"/>
                      </a:cubicBezTo>
                      <a:cubicBezTo>
                        <a:pt x="20566" y="3371"/>
                        <a:pt x="20800" y="4338"/>
                        <a:pt x="21000" y="5339"/>
                      </a:cubicBezTo>
                      <a:cubicBezTo>
                        <a:pt x="21200" y="6373"/>
                        <a:pt x="21434" y="7407"/>
                        <a:pt x="21634" y="8441"/>
                      </a:cubicBezTo>
                      <a:cubicBezTo>
                        <a:pt x="21834" y="9375"/>
                        <a:pt x="22034" y="10309"/>
                        <a:pt x="22201" y="11243"/>
                      </a:cubicBezTo>
                      <a:cubicBezTo>
                        <a:pt x="21634" y="11476"/>
                        <a:pt x="21100" y="11777"/>
                        <a:pt x="20533" y="12043"/>
                      </a:cubicBezTo>
                      <a:cubicBezTo>
                        <a:pt x="19933" y="12344"/>
                        <a:pt x="19299" y="12644"/>
                        <a:pt x="18698" y="12911"/>
                      </a:cubicBezTo>
                      <a:cubicBezTo>
                        <a:pt x="17431" y="13511"/>
                        <a:pt x="16163" y="14112"/>
                        <a:pt x="14896" y="14679"/>
                      </a:cubicBezTo>
                      <a:cubicBezTo>
                        <a:pt x="14228" y="14979"/>
                        <a:pt x="13595" y="15279"/>
                        <a:pt x="12928" y="15579"/>
                      </a:cubicBezTo>
                      <a:cubicBezTo>
                        <a:pt x="11727" y="15179"/>
                        <a:pt x="10526" y="14779"/>
                        <a:pt x="9325" y="14378"/>
                      </a:cubicBezTo>
                      <a:cubicBezTo>
                        <a:pt x="8624" y="14145"/>
                        <a:pt x="7957" y="13911"/>
                        <a:pt x="7257" y="13678"/>
                      </a:cubicBezTo>
                      <a:cubicBezTo>
                        <a:pt x="6890" y="13578"/>
                        <a:pt x="6523" y="13444"/>
                        <a:pt x="6189" y="13344"/>
                      </a:cubicBezTo>
                      <a:cubicBezTo>
                        <a:pt x="5923" y="13278"/>
                        <a:pt x="5656" y="13178"/>
                        <a:pt x="5389" y="13178"/>
                      </a:cubicBezTo>
                      <a:cubicBezTo>
                        <a:pt x="5889" y="11310"/>
                        <a:pt x="6390" y="9475"/>
                        <a:pt x="6923" y="7607"/>
                      </a:cubicBezTo>
                      <a:cubicBezTo>
                        <a:pt x="7257" y="6439"/>
                        <a:pt x="7590" y="5239"/>
                        <a:pt x="7924" y="4071"/>
                      </a:cubicBezTo>
                      <a:cubicBezTo>
                        <a:pt x="8091" y="3471"/>
                        <a:pt x="8291" y="2870"/>
                        <a:pt x="8458" y="2270"/>
                      </a:cubicBezTo>
                      <a:cubicBezTo>
                        <a:pt x="8658" y="1669"/>
                        <a:pt x="8891" y="1069"/>
                        <a:pt x="8958" y="435"/>
                      </a:cubicBezTo>
                      <a:cubicBezTo>
                        <a:pt x="9003" y="210"/>
                        <a:pt x="8805" y="0"/>
                        <a:pt x="862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29" name="Google Shape;1729;p55"/>
                <p:cNvSpPr/>
                <p:nvPr/>
              </p:nvSpPr>
              <p:spPr>
                <a:xfrm>
                  <a:off x="6346666" y="2806421"/>
                  <a:ext cx="793043" cy="756436"/>
                </a:xfrm>
                <a:custGeom>
                  <a:rect b="b" l="l" r="r" t="t"/>
                  <a:pathLst>
                    <a:path extrusionOk="0" h="36389" w="38150">
                      <a:moveTo>
                        <a:pt x="28504" y="0"/>
                      </a:moveTo>
                      <a:cubicBezTo>
                        <a:pt x="27240" y="0"/>
                        <a:pt x="25981" y="201"/>
                        <a:pt x="24840" y="562"/>
                      </a:cubicBezTo>
                      <a:cubicBezTo>
                        <a:pt x="20437" y="1963"/>
                        <a:pt x="18836" y="6066"/>
                        <a:pt x="17935" y="10369"/>
                      </a:cubicBezTo>
                      <a:cubicBezTo>
                        <a:pt x="17234" y="13839"/>
                        <a:pt x="16968" y="17441"/>
                        <a:pt x="15833" y="20810"/>
                      </a:cubicBezTo>
                      <a:cubicBezTo>
                        <a:pt x="15400" y="22078"/>
                        <a:pt x="14833" y="23345"/>
                        <a:pt x="14066" y="24480"/>
                      </a:cubicBezTo>
                      <a:cubicBezTo>
                        <a:pt x="12831" y="26348"/>
                        <a:pt x="11163" y="27849"/>
                        <a:pt x="9095" y="28549"/>
                      </a:cubicBezTo>
                      <a:cubicBezTo>
                        <a:pt x="7461" y="29083"/>
                        <a:pt x="5626" y="29116"/>
                        <a:pt x="4125" y="29950"/>
                      </a:cubicBezTo>
                      <a:cubicBezTo>
                        <a:pt x="1" y="32223"/>
                        <a:pt x="2168" y="36331"/>
                        <a:pt x="6072" y="36331"/>
                      </a:cubicBezTo>
                      <a:cubicBezTo>
                        <a:pt x="6178" y="36331"/>
                        <a:pt x="6285" y="36327"/>
                        <a:pt x="6393" y="36321"/>
                      </a:cubicBezTo>
                      <a:cubicBezTo>
                        <a:pt x="8420" y="36208"/>
                        <a:pt x="10457" y="36148"/>
                        <a:pt x="12493" y="36148"/>
                      </a:cubicBezTo>
                      <a:cubicBezTo>
                        <a:pt x="14043" y="36148"/>
                        <a:pt x="15592" y="36183"/>
                        <a:pt x="17134" y="36255"/>
                      </a:cubicBezTo>
                      <a:cubicBezTo>
                        <a:pt x="18513" y="36308"/>
                        <a:pt x="19883" y="36389"/>
                        <a:pt x="21248" y="36389"/>
                      </a:cubicBezTo>
                      <a:cubicBezTo>
                        <a:pt x="22459" y="36389"/>
                        <a:pt x="23666" y="36325"/>
                        <a:pt x="24873" y="36121"/>
                      </a:cubicBezTo>
                      <a:cubicBezTo>
                        <a:pt x="27175" y="35754"/>
                        <a:pt x="30978" y="34420"/>
                        <a:pt x="32012" y="32118"/>
                      </a:cubicBezTo>
                      <a:cubicBezTo>
                        <a:pt x="34447" y="26915"/>
                        <a:pt x="36148" y="21377"/>
                        <a:pt x="37182" y="15707"/>
                      </a:cubicBezTo>
                      <a:cubicBezTo>
                        <a:pt x="37983" y="11203"/>
                        <a:pt x="38149" y="6033"/>
                        <a:pt x="35114" y="2597"/>
                      </a:cubicBezTo>
                      <a:cubicBezTo>
                        <a:pt x="33459" y="766"/>
                        <a:pt x="30973" y="0"/>
                        <a:pt x="2850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30" name="Google Shape;1730;p55"/>
                <p:cNvSpPr/>
                <p:nvPr/>
              </p:nvSpPr>
              <p:spPr>
                <a:xfrm>
                  <a:off x="4801801" y="3523091"/>
                  <a:ext cx="568309" cy="701744"/>
                </a:xfrm>
                <a:custGeom>
                  <a:rect b="b" l="l" r="r" t="t"/>
                  <a:pathLst>
                    <a:path extrusionOk="0" h="33758" w="27339">
                      <a:moveTo>
                        <a:pt x="22302" y="11719"/>
                      </a:moveTo>
                      <a:cubicBezTo>
                        <a:pt x="22502" y="12653"/>
                        <a:pt x="22702" y="13554"/>
                        <a:pt x="22869" y="14488"/>
                      </a:cubicBezTo>
                      <a:cubicBezTo>
                        <a:pt x="23203" y="16089"/>
                        <a:pt x="23536" y="17723"/>
                        <a:pt x="23870" y="19325"/>
                      </a:cubicBezTo>
                      <a:cubicBezTo>
                        <a:pt x="22836" y="18924"/>
                        <a:pt x="21735" y="18591"/>
                        <a:pt x="20701" y="18224"/>
                      </a:cubicBezTo>
                      <a:lnTo>
                        <a:pt x="20668" y="18224"/>
                      </a:lnTo>
                      <a:cubicBezTo>
                        <a:pt x="19433" y="17790"/>
                        <a:pt x="18166" y="17390"/>
                        <a:pt x="16932" y="16956"/>
                      </a:cubicBezTo>
                      <a:cubicBezTo>
                        <a:pt x="15897" y="16589"/>
                        <a:pt x="14863" y="16222"/>
                        <a:pt x="13829" y="15889"/>
                      </a:cubicBezTo>
                      <a:cubicBezTo>
                        <a:pt x="15464" y="15255"/>
                        <a:pt x="17098" y="14588"/>
                        <a:pt x="18666" y="13821"/>
                      </a:cubicBezTo>
                      <a:cubicBezTo>
                        <a:pt x="19700" y="13287"/>
                        <a:pt x="20701" y="12720"/>
                        <a:pt x="21635" y="12053"/>
                      </a:cubicBezTo>
                      <a:cubicBezTo>
                        <a:pt x="21868" y="11953"/>
                        <a:pt x="22102" y="11852"/>
                        <a:pt x="22302" y="11719"/>
                      </a:cubicBezTo>
                      <a:close/>
                      <a:moveTo>
                        <a:pt x="5290" y="13520"/>
                      </a:moveTo>
                      <a:cubicBezTo>
                        <a:pt x="5423" y="13587"/>
                        <a:pt x="5523" y="13654"/>
                        <a:pt x="5690" y="13720"/>
                      </a:cubicBezTo>
                      <a:cubicBezTo>
                        <a:pt x="6024" y="13854"/>
                        <a:pt x="6357" y="13954"/>
                        <a:pt x="6691" y="14087"/>
                      </a:cubicBezTo>
                      <a:cubicBezTo>
                        <a:pt x="7325" y="14321"/>
                        <a:pt x="7958" y="14554"/>
                        <a:pt x="8592" y="14755"/>
                      </a:cubicBezTo>
                      <a:cubicBezTo>
                        <a:pt x="9760" y="15155"/>
                        <a:pt x="10927" y="15555"/>
                        <a:pt x="12095" y="15955"/>
                      </a:cubicBezTo>
                      <a:cubicBezTo>
                        <a:pt x="12061" y="15955"/>
                        <a:pt x="12028" y="15989"/>
                        <a:pt x="11995" y="15989"/>
                      </a:cubicBezTo>
                      <a:cubicBezTo>
                        <a:pt x="9660" y="16889"/>
                        <a:pt x="7325" y="17857"/>
                        <a:pt x="5123" y="19124"/>
                      </a:cubicBezTo>
                      <a:cubicBezTo>
                        <a:pt x="4656" y="19358"/>
                        <a:pt x="4156" y="19591"/>
                        <a:pt x="3655" y="19825"/>
                      </a:cubicBezTo>
                      <a:cubicBezTo>
                        <a:pt x="4189" y="17723"/>
                        <a:pt x="4723" y="15588"/>
                        <a:pt x="5290" y="13520"/>
                      </a:cubicBezTo>
                      <a:close/>
                      <a:moveTo>
                        <a:pt x="8603" y="1"/>
                      </a:moveTo>
                      <a:cubicBezTo>
                        <a:pt x="8508" y="1"/>
                        <a:pt x="8416" y="52"/>
                        <a:pt x="8359" y="177"/>
                      </a:cubicBezTo>
                      <a:cubicBezTo>
                        <a:pt x="8125" y="678"/>
                        <a:pt x="7992" y="1212"/>
                        <a:pt x="7825" y="1745"/>
                      </a:cubicBezTo>
                      <a:cubicBezTo>
                        <a:pt x="7658" y="2279"/>
                        <a:pt x="7491" y="2813"/>
                        <a:pt x="7358" y="3380"/>
                      </a:cubicBezTo>
                      <a:cubicBezTo>
                        <a:pt x="7024" y="4414"/>
                        <a:pt x="6724" y="5481"/>
                        <a:pt x="6424" y="6549"/>
                      </a:cubicBezTo>
                      <a:cubicBezTo>
                        <a:pt x="5824" y="8684"/>
                        <a:pt x="5223" y="10852"/>
                        <a:pt x="4656" y="12987"/>
                      </a:cubicBezTo>
                      <a:cubicBezTo>
                        <a:pt x="3522" y="17323"/>
                        <a:pt x="2421" y="21660"/>
                        <a:pt x="1454" y="26029"/>
                      </a:cubicBezTo>
                      <a:cubicBezTo>
                        <a:pt x="1187" y="27264"/>
                        <a:pt x="920" y="28464"/>
                        <a:pt x="687" y="29699"/>
                      </a:cubicBezTo>
                      <a:cubicBezTo>
                        <a:pt x="453" y="30933"/>
                        <a:pt x="153" y="32134"/>
                        <a:pt x="19" y="33368"/>
                      </a:cubicBezTo>
                      <a:cubicBezTo>
                        <a:pt x="1" y="33498"/>
                        <a:pt x="96" y="33566"/>
                        <a:pt x="196" y="33566"/>
                      </a:cubicBezTo>
                      <a:cubicBezTo>
                        <a:pt x="275" y="33566"/>
                        <a:pt x="357" y="33523"/>
                        <a:pt x="386" y="33435"/>
                      </a:cubicBezTo>
                      <a:cubicBezTo>
                        <a:pt x="720" y="32367"/>
                        <a:pt x="920" y="31266"/>
                        <a:pt x="1187" y="30199"/>
                      </a:cubicBezTo>
                      <a:cubicBezTo>
                        <a:pt x="1420" y="29098"/>
                        <a:pt x="1687" y="28031"/>
                        <a:pt x="1954" y="26963"/>
                      </a:cubicBezTo>
                      <a:cubicBezTo>
                        <a:pt x="2388" y="25095"/>
                        <a:pt x="2821" y="23261"/>
                        <a:pt x="3255" y="21426"/>
                      </a:cubicBezTo>
                      <a:cubicBezTo>
                        <a:pt x="3422" y="21293"/>
                        <a:pt x="3489" y="21059"/>
                        <a:pt x="3389" y="20926"/>
                      </a:cubicBezTo>
                      <a:cubicBezTo>
                        <a:pt x="3455" y="20859"/>
                        <a:pt x="3555" y="20826"/>
                        <a:pt x="3622" y="20759"/>
                      </a:cubicBezTo>
                      <a:cubicBezTo>
                        <a:pt x="3755" y="20659"/>
                        <a:pt x="3889" y="20559"/>
                        <a:pt x="4022" y="20492"/>
                      </a:cubicBezTo>
                      <a:cubicBezTo>
                        <a:pt x="4323" y="20292"/>
                        <a:pt x="4623" y="20092"/>
                        <a:pt x="4923" y="19925"/>
                      </a:cubicBezTo>
                      <a:cubicBezTo>
                        <a:pt x="5523" y="19525"/>
                        <a:pt x="6157" y="19191"/>
                        <a:pt x="6791" y="18858"/>
                      </a:cubicBezTo>
                      <a:cubicBezTo>
                        <a:pt x="8059" y="18224"/>
                        <a:pt x="9393" y="17657"/>
                        <a:pt x="10727" y="17090"/>
                      </a:cubicBezTo>
                      <a:cubicBezTo>
                        <a:pt x="11428" y="16823"/>
                        <a:pt x="12161" y="16522"/>
                        <a:pt x="12895" y="16256"/>
                      </a:cubicBezTo>
                      <a:cubicBezTo>
                        <a:pt x="15264" y="17056"/>
                        <a:pt x="17632" y="17857"/>
                        <a:pt x="20000" y="18691"/>
                      </a:cubicBezTo>
                      <a:cubicBezTo>
                        <a:pt x="20701" y="18924"/>
                        <a:pt x="21435" y="19191"/>
                        <a:pt x="22135" y="19425"/>
                      </a:cubicBezTo>
                      <a:cubicBezTo>
                        <a:pt x="22769" y="19625"/>
                        <a:pt x="23369" y="19892"/>
                        <a:pt x="24003" y="20092"/>
                      </a:cubicBezTo>
                      <a:cubicBezTo>
                        <a:pt x="24437" y="22293"/>
                        <a:pt x="24904" y="24462"/>
                        <a:pt x="25338" y="26663"/>
                      </a:cubicBezTo>
                      <a:cubicBezTo>
                        <a:pt x="25571" y="27797"/>
                        <a:pt x="25805" y="28931"/>
                        <a:pt x="26005" y="30066"/>
                      </a:cubicBezTo>
                      <a:cubicBezTo>
                        <a:pt x="26138" y="30633"/>
                        <a:pt x="26238" y="31233"/>
                        <a:pt x="26372" y="31800"/>
                      </a:cubicBezTo>
                      <a:cubicBezTo>
                        <a:pt x="26472" y="32401"/>
                        <a:pt x="26538" y="33001"/>
                        <a:pt x="26772" y="33568"/>
                      </a:cubicBezTo>
                      <a:cubicBezTo>
                        <a:pt x="26818" y="33691"/>
                        <a:pt x="26942" y="33757"/>
                        <a:pt x="27062" y="33757"/>
                      </a:cubicBezTo>
                      <a:cubicBezTo>
                        <a:pt x="27203" y="33757"/>
                        <a:pt x="27339" y="33666"/>
                        <a:pt x="27339" y="33468"/>
                      </a:cubicBezTo>
                      <a:cubicBezTo>
                        <a:pt x="27306" y="32968"/>
                        <a:pt x="27172" y="32467"/>
                        <a:pt x="27072" y="32000"/>
                      </a:cubicBezTo>
                      <a:lnTo>
                        <a:pt x="27105" y="32000"/>
                      </a:lnTo>
                      <a:cubicBezTo>
                        <a:pt x="27005" y="31500"/>
                        <a:pt x="26905" y="30966"/>
                        <a:pt x="26805" y="30466"/>
                      </a:cubicBezTo>
                      <a:cubicBezTo>
                        <a:pt x="26572" y="29432"/>
                        <a:pt x="26372" y="28398"/>
                        <a:pt x="26171" y="27364"/>
                      </a:cubicBezTo>
                      <a:cubicBezTo>
                        <a:pt x="25771" y="25362"/>
                        <a:pt x="25338" y="23327"/>
                        <a:pt x="24937" y="21326"/>
                      </a:cubicBezTo>
                      <a:cubicBezTo>
                        <a:pt x="24837" y="20859"/>
                        <a:pt x="24770" y="20459"/>
                        <a:pt x="24670" y="20025"/>
                      </a:cubicBezTo>
                      <a:cubicBezTo>
                        <a:pt x="24737" y="19892"/>
                        <a:pt x="24704" y="19725"/>
                        <a:pt x="24604" y="19625"/>
                      </a:cubicBezTo>
                      <a:cubicBezTo>
                        <a:pt x="23870" y="16122"/>
                        <a:pt x="23136" y="12620"/>
                        <a:pt x="22402" y="9117"/>
                      </a:cubicBezTo>
                      <a:cubicBezTo>
                        <a:pt x="22135" y="8016"/>
                        <a:pt x="21902" y="6882"/>
                        <a:pt x="21668" y="5748"/>
                      </a:cubicBezTo>
                      <a:cubicBezTo>
                        <a:pt x="21401" y="4614"/>
                        <a:pt x="21201" y="3413"/>
                        <a:pt x="20801" y="2279"/>
                      </a:cubicBezTo>
                      <a:cubicBezTo>
                        <a:pt x="20787" y="2207"/>
                        <a:pt x="20716" y="2172"/>
                        <a:pt x="20643" y="2172"/>
                      </a:cubicBezTo>
                      <a:cubicBezTo>
                        <a:pt x="20548" y="2172"/>
                        <a:pt x="20448" y="2232"/>
                        <a:pt x="20467" y="2346"/>
                      </a:cubicBezTo>
                      <a:cubicBezTo>
                        <a:pt x="20567" y="3346"/>
                        <a:pt x="20801" y="4347"/>
                        <a:pt x="21001" y="5314"/>
                      </a:cubicBezTo>
                      <a:cubicBezTo>
                        <a:pt x="21201" y="6349"/>
                        <a:pt x="21401" y="7383"/>
                        <a:pt x="21635" y="8417"/>
                      </a:cubicBezTo>
                      <a:cubicBezTo>
                        <a:pt x="21802" y="9351"/>
                        <a:pt x="22002" y="10285"/>
                        <a:pt x="22202" y="11219"/>
                      </a:cubicBezTo>
                      <a:cubicBezTo>
                        <a:pt x="21635" y="11486"/>
                        <a:pt x="21101" y="11752"/>
                        <a:pt x="20534" y="12019"/>
                      </a:cubicBezTo>
                      <a:cubicBezTo>
                        <a:pt x="19900" y="12319"/>
                        <a:pt x="19300" y="12620"/>
                        <a:pt x="18666" y="12920"/>
                      </a:cubicBezTo>
                      <a:cubicBezTo>
                        <a:pt x="17399" y="13520"/>
                        <a:pt x="16164" y="14087"/>
                        <a:pt x="14897" y="14654"/>
                      </a:cubicBezTo>
                      <a:cubicBezTo>
                        <a:pt x="14230" y="14988"/>
                        <a:pt x="13562" y="15255"/>
                        <a:pt x="12895" y="15555"/>
                      </a:cubicBezTo>
                      <a:cubicBezTo>
                        <a:pt x="11728" y="15155"/>
                        <a:pt x="10527" y="14755"/>
                        <a:pt x="9326" y="14354"/>
                      </a:cubicBezTo>
                      <a:cubicBezTo>
                        <a:pt x="8626" y="14121"/>
                        <a:pt x="7925" y="13887"/>
                        <a:pt x="7225" y="13687"/>
                      </a:cubicBezTo>
                      <a:cubicBezTo>
                        <a:pt x="6891" y="13554"/>
                        <a:pt x="6524" y="13454"/>
                        <a:pt x="6157" y="13354"/>
                      </a:cubicBezTo>
                      <a:cubicBezTo>
                        <a:pt x="5949" y="13294"/>
                        <a:pt x="5688" y="13182"/>
                        <a:pt x="5468" y="13182"/>
                      </a:cubicBezTo>
                      <a:cubicBezTo>
                        <a:pt x="5441" y="13182"/>
                        <a:pt x="5415" y="13183"/>
                        <a:pt x="5390" y="13187"/>
                      </a:cubicBezTo>
                      <a:cubicBezTo>
                        <a:pt x="5857" y="11319"/>
                        <a:pt x="6391" y="9451"/>
                        <a:pt x="6891" y="7616"/>
                      </a:cubicBezTo>
                      <a:cubicBezTo>
                        <a:pt x="7225" y="6415"/>
                        <a:pt x="7558" y="5248"/>
                        <a:pt x="7925" y="4080"/>
                      </a:cubicBezTo>
                      <a:cubicBezTo>
                        <a:pt x="8092" y="3480"/>
                        <a:pt x="8259" y="2879"/>
                        <a:pt x="8459" y="2279"/>
                      </a:cubicBezTo>
                      <a:cubicBezTo>
                        <a:pt x="8626" y="1645"/>
                        <a:pt x="8859" y="1045"/>
                        <a:pt x="8959" y="411"/>
                      </a:cubicBezTo>
                      <a:cubicBezTo>
                        <a:pt x="8981" y="191"/>
                        <a:pt x="8786" y="1"/>
                        <a:pt x="860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31" name="Google Shape;1731;p55"/>
                <p:cNvSpPr/>
                <p:nvPr/>
              </p:nvSpPr>
              <p:spPr>
                <a:xfrm>
                  <a:off x="5779915" y="2963242"/>
                  <a:ext cx="135223" cy="116306"/>
                </a:xfrm>
                <a:custGeom>
                  <a:rect b="b" l="l" r="r" t="t"/>
                  <a:pathLst>
                    <a:path extrusionOk="0" h="5595" w="6505">
                      <a:moveTo>
                        <a:pt x="5066" y="0"/>
                      </a:moveTo>
                      <a:cubicBezTo>
                        <a:pt x="4863" y="0"/>
                        <a:pt x="4670" y="53"/>
                        <a:pt x="4503" y="157"/>
                      </a:cubicBezTo>
                      <a:lnTo>
                        <a:pt x="3036" y="957"/>
                      </a:lnTo>
                      <a:cubicBezTo>
                        <a:pt x="2965" y="981"/>
                        <a:pt x="2894" y="1005"/>
                        <a:pt x="2823" y="1005"/>
                      </a:cubicBezTo>
                      <a:cubicBezTo>
                        <a:pt x="2794" y="1005"/>
                        <a:pt x="2765" y="1001"/>
                        <a:pt x="2735" y="991"/>
                      </a:cubicBezTo>
                      <a:lnTo>
                        <a:pt x="400" y="290"/>
                      </a:lnTo>
                      <a:lnTo>
                        <a:pt x="0" y="3960"/>
                      </a:lnTo>
                      <a:lnTo>
                        <a:pt x="6505" y="5594"/>
                      </a:lnTo>
                      <a:lnTo>
                        <a:pt x="6238" y="1791"/>
                      </a:lnTo>
                      <a:lnTo>
                        <a:pt x="5437" y="57"/>
                      </a:lnTo>
                      <a:cubicBezTo>
                        <a:pt x="5312" y="19"/>
                        <a:pt x="5187" y="0"/>
                        <a:pt x="5066" y="0"/>
                      </a:cubicBezTo>
                      <a:close/>
                    </a:path>
                  </a:pathLst>
                </a:custGeom>
                <a:solidFill>
                  <a:srgbClr val="EDC4AC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32" name="Google Shape;1732;p55"/>
                <p:cNvSpPr/>
                <p:nvPr/>
              </p:nvSpPr>
              <p:spPr>
                <a:xfrm>
                  <a:off x="4662816" y="2841802"/>
                  <a:ext cx="728103" cy="790902"/>
                </a:xfrm>
                <a:custGeom>
                  <a:rect b="b" l="l" r="r" t="t"/>
                  <a:pathLst>
                    <a:path extrusionOk="0" h="38047" w="35026">
                      <a:moveTo>
                        <a:pt x="11090" y="1"/>
                      </a:moveTo>
                      <a:cubicBezTo>
                        <a:pt x="9152" y="1"/>
                        <a:pt x="7298" y="510"/>
                        <a:pt x="5872" y="1829"/>
                      </a:cubicBezTo>
                      <a:cubicBezTo>
                        <a:pt x="3937" y="3597"/>
                        <a:pt x="3370" y="6399"/>
                        <a:pt x="3036" y="9001"/>
                      </a:cubicBezTo>
                      <a:cubicBezTo>
                        <a:pt x="1935" y="17841"/>
                        <a:pt x="1" y="32084"/>
                        <a:pt x="10108" y="36254"/>
                      </a:cubicBezTo>
                      <a:cubicBezTo>
                        <a:pt x="12309" y="37188"/>
                        <a:pt x="14745" y="37521"/>
                        <a:pt x="17113" y="37722"/>
                      </a:cubicBezTo>
                      <a:cubicBezTo>
                        <a:pt x="19522" y="37934"/>
                        <a:pt x="21932" y="38046"/>
                        <a:pt x="24342" y="38046"/>
                      </a:cubicBezTo>
                      <a:cubicBezTo>
                        <a:pt x="25335" y="38046"/>
                        <a:pt x="26327" y="38027"/>
                        <a:pt x="27320" y="37988"/>
                      </a:cubicBezTo>
                      <a:cubicBezTo>
                        <a:pt x="29388" y="37888"/>
                        <a:pt x="31423" y="37722"/>
                        <a:pt x="33391" y="37154"/>
                      </a:cubicBezTo>
                      <a:cubicBezTo>
                        <a:pt x="33858" y="37021"/>
                        <a:pt x="34392" y="36821"/>
                        <a:pt x="34659" y="36387"/>
                      </a:cubicBezTo>
                      <a:cubicBezTo>
                        <a:pt x="35026" y="35854"/>
                        <a:pt x="34826" y="35053"/>
                        <a:pt x="34392" y="34553"/>
                      </a:cubicBezTo>
                      <a:cubicBezTo>
                        <a:pt x="33958" y="34052"/>
                        <a:pt x="33324" y="33752"/>
                        <a:pt x="32724" y="33485"/>
                      </a:cubicBezTo>
                      <a:cubicBezTo>
                        <a:pt x="29555" y="31984"/>
                        <a:pt x="24251" y="29916"/>
                        <a:pt x="22317" y="26880"/>
                      </a:cubicBezTo>
                      <a:cubicBezTo>
                        <a:pt x="22283" y="26814"/>
                        <a:pt x="22250" y="26714"/>
                        <a:pt x="22183" y="26647"/>
                      </a:cubicBezTo>
                      <a:lnTo>
                        <a:pt x="22217" y="26647"/>
                      </a:lnTo>
                      <a:cubicBezTo>
                        <a:pt x="21583" y="25446"/>
                        <a:pt x="21750" y="24212"/>
                        <a:pt x="21750" y="22844"/>
                      </a:cubicBezTo>
                      <a:lnTo>
                        <a:pt x="21750" y="16206"/>
                      </a:lnTo>
                      <a:cubicBezTo>
                        <a:pt x="21750" y="12103"/>
                        <a:pt x="23317" y="6432"/>
                        <a:pt x="19982" y="3163"/>
                      </a:cubicBezTo>
                      <a:cubicBezTo>
                        <a:pt x="18914" y="2129"/>
                        <a:pt x="17513" y="1462"/>
                        <a:pt x="16112" y="962"/>
                      </a:cubicBezTo>
                      <a:cubicBezTo>
                        <a:pt x="14528" y="387"/>
                        <a:pt x="12778" y="1"/>
                        <a:pt x="1109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33" name="Google Shape;1733;p55"/>
                <p:cNvSpPr/>
                <p:nvPr/>
              </p:nvSpPr>
              <p:spPr>
                <a:xfrm>
                  <a:off x="5615569" y="3769465"/>
                  <a:ext cx="145637" cy="440362"/>
                </a:xfrm>
                <a:custGeom>
                  <a:rect b="b" l="l" r="r" t="t"/>
                  <a:pathLst>
                    <a:path extrusionOk="0" h="21184" w="7006">
                      <a:moveTo>
                        <a:pt x="4537" y="0"/>
                      </a:moveTo>
                      <a:cubicBezTo>
                        <a:pt x="4070" y="34"/>
                        <a:pt x="3636" y="234"/>
                        <a:pt x="3236" y="467"/>
                      </a:cubicBezTo>
                      <a:cubicBezTo>
                        <a:pt x="2069" y="1201"/>
                        <a:pt x="1235" y="2402"/>
                        <a:pt x="768" y="3703"/>
                      </a:cubicBezTo>
                      <a:cubicBezTo>
                        <a:pt x="301" y="5004"/>
                        <a:pt x="167" y="6405"/>
                        <a:pt x="100" y="7773"/>
                      </a:cubicBezTo>
                      <a:cubicBezTo>
                        <a:pt x="0" y="10008"/>
                        <a:pt x="167" y="12243"/>
                        <a:pt x="467" y="14478"/>
                      </a:cubicBezTo>
                      <a:cubicBezTo>
                        <a:pt x="601" y="15378"/>
                        <a:pt x="534" y="16279"/>
                        <a:pt x="668" y="17179"/>
                      </a:cubicBezTo>
                      <a:cubicBezTo>
                        <a:pt x="801" y="18314"/>
                        <a:pt x="901" y="19448"/>
                        <a:pt x="868" y="20549"/>
                      </a:cubicBezTo>
                      <a:cubicBezTo>
                        <a:pt x="868" y="20710"/>
                        <a:pt x="4805" y="21184"/>
                        <a:pt x="5481" y="21184"/>
                      </a:cubicBezTo>
                      <a:cubicBezTo>
                        <a:pt x="5504" y="21184"/>
                        <a:pt x="5523" y="21183"/>
                        <a:pt x="5538" y="21182"/>
                      </a:cubicBezTo>
                      <a:cubicBezTo>
                        <a:pt x="5771" y="18414"/>
                        <a:pt x="6005" y="15678"/>
                        <a:pt x="6238" y="12943"/>
                      </a:cubicBezTo>
                      <a:cubicBezTo>
                        <a:pt x="6472" y="10241"/>
                        <a:pt x="6505" y="7539"/>
                        <a:pt x="6805" y="4837"/>
                      </a:cubicBezTo>
                      <a:cubicBezTo>
                        <a:pt x="6905" y="3837"/>
                        <a:pt x="7005" y="2802"/>
                        <a:pt x="6705" y="1835"/>
                      </a:cubicBezTo>
                      <a:cubicBezTo>
                        <a:pt x="6405" y="868"/>
                        <a:pt x="5538" y="0"/>
                        <a:pt x="4537" y="0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34" name="Google Shape;1734;p55"/>
                <p:cNvSpPr/>
                <p:nvPr/>
              </p:nvSpPr>
              <p:spPr>
                <a:xfrm>
                  <a:off x="5053912" y="3233417"/>
                  <a:ext cx="749597" cy="330542"/>
                </a:xfrm>
                <a:custGeom>
                  <a:rect b="b" l="l" r="r" t="t"/>
                  <a:pathLst>
                    <a:path extrusionOk="0" h="15901" w="36060">
                      <a:moveTo>
                        <a:pt x="3502" y="0"/>
                      </a:moveTo>
                      <a:cubicBezTo>
                        <a:pt x="3164" y="0"/>
                        <a:pt x="2890" y="31"/>
                        <a:pt x="2702" y="102"/>
                      </a:cubicBezTo>
                      <a:cubicBezTo>
                        <a:pt x="0" y="1070"/>
                        <a:pt x="2368" y="6540"/>
                        <a:pt x="2435" y="9543"/>
                      </a:cubicBezTo>
                      <a:cubicBezTo>
                        <a:pt x="2535" y="12411"/>
                        <a:pt x="4503" y="15413"/>
                        <a:pt x="7606" y="15513"/>
                      </a:cubicBezTo>
                      <a:lnTo>
                        <a:pt x="7806" y="15513"/>
                      </a:lnTo>
                      <a:cubicBezTo>
                        <a:pt x="12442" y="15513"/>
                        <a:pt x="17112" y="15547"/>
                        <a:pt x="21749" y="15580"/>
                      </a:cubicBezTo>
                      <a:cubicBezTo>
                        <a:pt x="23951" y="15580"/>
                        <a:pt x="26152" y="15814"/>
                        <a:pt x="28354" y="15847"/>
                      </a:cubicBezTo>
                      <a:cubicBezTo>
                        <a:pt x="29048" y="15847"/>
                        <a:pt x="29811" y="15900"/>
                        <a:pt x="30575" y="15900"/>
                      </a:cubicBezTo>
                      <a:cubicBezTo>
                        <a:pt x="31721" y="15900"/>
                        <a:pt x="32870" y="15780"/>
                        <a:pt x="33791" y="15180"/>
                      </a:cubicBezTo>
                      <a:cubicBezTo>
                        <a:pt x="35359" y="14146"/>
                        <a:pt x="36059" y="12278"/>
                        <a:pt x="35792" y="10510"/>
                      </a:cubicBezTo>
                      <a:lnTo>
                        <a:pt x="35792" y="10510"/>
                      </a:lnTo>
                      <a:lnTo>
                        <a:pt x="35826" y="10543"/>
                      </a:lnTo>
                      <a:cubicBezTo>
                        <a:pt x="35759" y="10176"/>
                        <a:pt x="35559" y="9843"/>
                        <a:pt x="35525" y="9476"/>
                      </a:cubicBezTo>
                      <a:cubicBezTo>
                        <a:pt x="35192" y="2571"/>
                        <a:pt x="17379" y="1937"/>
                        <a:pt x="12709" y="1604"/>
                      </a:cubicBezTo>
                      <a:cubicBezTo>
                        <a:pt x="11309" y="1516"/>
                        <a:pt x="5853" y="0"/>
                        <a:pt x="3502" y="0"/>
                      </a:cubicBezTo>
                      <a:close/>
                    </a:path>
                  </a:pathLst>
                </a:custGeom>
                <a:solidFill>
                  <a:srgbClr val="73CABE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35" name="Google Shape;1735;p55"/>
                <p:cNvSpPr/>
                <p:nvPr/>
              </p:nvSpPr>
              <p:spPr>
                <a:xfrm>
                  <a:off x="4847263" y="3269575"/>
                  <a:ext cx="949989" cy="417413"/>
                </a:xfrm>
                <a:custGeom>
                  <a:rect b="b" l="l" r="r" t="t"/>
                  <a:pathLst>
                    <a:path extrusionOk="0" h="20080" w="45700">
                      <a:moveTo>
                        <a:pt x="5116" y="0"/>
                      </a:moveTo>
                      <a:cubicBezTo>
                        <a:pt x="3127" y="0"/>
                        <a:pt x="1212" y="384"/>
                        <a:pt x="468" y="2003"/>
                      </a:cubicBezTo>
                      <a:cubicBezTo>
                        <a:pt x="1" y="3037"/>
                        <a:pt x="1" y="4204"/>
                        <a:pt x="167" y="5338"/>
                      </a:cubicBezTo>
                      <a:cubicBezTo>
                        <a:pt x="301" y="6339"/>
                        <a:pt x="568" y="7306"/>
                        <a:pt x="1068" y="8207"/>
                      </a:cubicBezTo>
                      <a:cubicBezTo>
                        <a:pt x="2002" y="9942"/>
                        <a:pt x="3803" y="11076"/>
                        <a:pt x="5605" y="11976"/>
                      </a:cubicBezTo>
                      <a:cubicBezTo>
                        <a:pt x="9608" y="13911"/>
                        <a:pt x="13410" y="14078"/>
                        <a:pt x="17713" y="14612"/>
                      </a:cubicBezTo>
                      <a:cubicBezTo>
                        <a:pt x="21549" y="15112"/>
                        <a:pt x="25319" y="16446"/>
                        <a:pt x="29222" y="16846"/>
                      </a:cubicBezTo>
                      <a:cubicBezTo>
                        <a:pt x="32824" y="17180"/>
                        <a:pt x="35926" y="19148"/>
                        <a:pt x="39429" y="19949"/>
                      </a:cubicBezTo>
                      <a:cubicBezTo>
                        <a:pt x="39629" y="19982"/>
                        <a:pt x="39796" y="20015"/>
                        <a:pt x="39963" y="20049"/>
                      </a:cubicBezTo>
                      <a:cubicBezTo>
                        <a:pt x="40161" y="20070"/>
                        <a:pt x="40355" y="20080"/>
                        <a:pt x="40547" y="20080"/>
                      </a:cubicBezTo>
                      <a:cubicBezTo>
                        <a:pt x="42807" y="20080"/>
                        <a:pt x="44577" y="18650"/>
                        <a:pt x="45100" y="16313"/>
                      </a:cubicBezTo>
                      <a:cubicBezTo>
                        <a:pt x="45700" y="13511"/>
                        <a:pt x="44132" y="10909"/>
                        <a:pt x="41197" y="8941"/>
                      </a:cubicBezTo>
                      <a:cubicBezTo>
                        <a:pt x="37694" y="6639"/>
                        <a:pt x="23651" y="3203"/>
                        <a:pt x="21716" y="2470"/>
                      </a:cubicBezTo>
                      <a:cubicBezTo>
                        <a:pt x="17713" y="868"/>
                        <a:pt x="13677" y="501"/>
                        <a:pt x="9441" y="301"/>
                      </a:cubicBezTo>
                      <a:cubicBezTo>
                        <a:pt x="8319" y="242"/>
                        <a:pt x="6695" y="0"/>
                        <a:pt x="5116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36" name="Google Shape;1736;p55"/>
                <p:cNvSpPr/>
                <p:nvPr/>
              </p:nvSpPr>
              <p:spPr>
                <a:xfrm>
                  <a:off x="5445673" y="3417782"/>
                  <a:ext cx="349500" cy="675490"/>
                </a:xfrm>
                <a:custGeom>
                  <a:rect b="b" l="l" r="r" t="t"/>
                  <a:pathLst>
                    <a:path extrusionOk="0" h="32495" w="16813">
                      <a:moveTo>
                        <a:pt x="5734" y="1"/>
                      </a:moveTo>
                      <a:cubicBezTo>
                        <a:pt x="4102" y="1"/>
                        <a:pt x="2519" y="925"/>
                        <a:pt x="1669" y="2542"/>
                      </a:cubicBezTo>
                      <a:cubicBezTo>
                        <a:pt x="1" y="5710"/>
                        <a:pt x="1869" y="9847"/>
                        <a:pt x="2369" y="13082"/>
                      </a:cubicBezTo>
                      <a:cubicBezTo>
                        <a:pt x="2703" y="15351"/>
                        <a:pt x="2636" y="17586"/>
                        <a:pt x="3170" y="19854"/>
                      </a:cubicBezTo>
                      <a:cubicBezTo>
                        <a:pt x="3704" y="22222"/>
                        <a:pt x="4504" y="24557"/>
                        <a:pt x="5338" y="26826"/>
                      </a:cubicBezTo>
                      <a:cubicBezTo>
                        <a:pt x="5772" y="28060"/>
                        <a:pt x="6305" y="29528"/>
                        <a:pt x="7173" y="30662"/>
                      </a:cubicBezTo>
                      <a:cubicBezTo>
                        <a:pt x="7640" y="31262"/>
                        <a:pt x="8173" y="31762"/>
                        <a:pt x="8874" y="32096"/>
                      </a:cubicBezTo>
                      <a:cubicBezTo>
                        <a:pt x="9449" y="32368"/>
                        <a:pt x="10166" y="32494"/>
                        <a:pt x="10921" y="32494"/>
                      </a:cubicBezTo>
                      <a:cubicBezTo>
                        <a:pt x="12485" y="32494"/>
                        <a:pt x="14211" y="31951"/>
                        <a:pt x="15178" y="31029"/>
                      </a:cubicBezTo>
                      <a:cubicBezTo>
                        <a:pt x="16813" y="29528"/>
                        <a:pt x="15278" y="25525"/>
                        <a:pt x="14978" y="23623"/>
                      </a:cubicBezTo>
                      <a:cubicBezTo>
                        <a:pt x="14511" y="20755"/>
                        <a:pt x="14011" y="17886"/>
                        <a:pt x="13444" y="15017"/>
                      </a:cubicBezTo>
                      <a:cubicBezTo>
                        <a:pt x="12577" y="10514"/>
                        <a:pt x="12410" y="4009"/>
                        <a:pt x="8440" y="940"/>
                      </a:cubicBezTo>
                      <a:cubicBezTo>
                        <a:pt x="7606" y="300"/>
                        <a:pt x="6662" y="1"/>
                        <a:pt x="573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37" name="Google Shape;1737;p55"/>
                <p:cNvSpPr/>
                <p:nvPr/>
              </p:nvSpPr>
              <p:spPr>
                <a:xfrm>
                  <a:off x="5143360" y="2676624"/>
                  <a:ext cx="536026" cy="483746"/>
                </a:xfrm>
                <a:custGeom>
                  <a:rect b="b" l="l" r="r" t="t"/>
                  <a:pathLst>
                    <a:path extrusionOk="0" h="23271" w="25786">
                      <a:moveTo>
                        <a:pt x="2485" y="1"/>
                      </a:moveTo>
                      <a:cubicBezTo>
                        <a:pt x="1859" y="1"/>
                        <a:pt x="1342" y="233"/>
                        <a:pt x="1134" y="869"/>
                      </a:cubicBezTo>
                      <a:cubicBezTo>
                        <a:pt x="0" y="4138"/>
                        <a:pt x="1768" y="8307"/>
                        <a:pt x="3369" y="11310"/>
                      </a:cubicBezTo>
                      <a:cubicBezTo>
                        <a:pt x="4537" y="13578"/>
                        <a:pt x="5804" y="17080"/>
                        <a:pt x="7706" y="18748"/>
                      </a:cubicBezTo>
                      <a:cubicBezTo>
                        <a:pt x="11141" y="21750"/>
                        <a:pt x="15978" y="22451"/>
                        <a:pt x="20281" y="23218"/>
                      </a:cubicBezTo>
                      <a:cubicBezTo>
                        <a:pt x="20494" y="23254"/>
                        <a:pt x="20704" y="23270"/>
                        <a:pt x="20913" y="23270"/>
                      </a:cubicBezTo>
                      <a:cubicBezTo>
                        <a:pt x="22248" y="23270"/>
                        <a:pt x="23525" y="22619"/>
                        <a:pt x="24851" y="22418"/>
                      </a:cubicBezTo>
                      <a:cubicBezTo>
                        <a:pt x="25018" y="22017"/>
                        <a:pt x="25785" y="16947"/>
                        <a:pt x="25518" y="16914"/>
                      </a:cubicBezTo>
                      <a:cubicBezTo>
                        <a:pt x="23650" y="16647"/>
                        <a:pt x="21382" y="15880"/>
                        <a:pt x="19614" y="15413"/>
                      </a:cubicBezTo>
                      <a:cubicBezTo>
                        <a:pt x="17212" y="14745"/>
                        <a:pt x="14644" y="14378"/>
                        <a:pt x="12943" y="12244"/>
                      </a:cubicBezTo>
                      <a:cubicBezTo>
                        <a:pt x="10541" y="9175"/>
                        <a:pt x="10207" y="5172"/>
                        <a:pt x="7539" y="2403"/>
                      </a:cubicBezTo>
                      <a:cubicBezTo>
                        <a:pt x="7205" y="2070"/>
                        <a:pt x="6038" y="1469"/>
                        <a:pt x="5671" y="1202"/>
                      </a:cubicBezTo>
                      <a:cubicBezTo>
                        <a:pt x="4974" y="695"/>
                        <a:pt x="3567" y="1"/>
                        <a:pt x="248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38" name="Google Shape;1738;p55"/>
                <p:cNvSpPr/>
                <p:nvPr/>
              </p:nvSpPr>
              <p:spPr>
                <a:xfrm>
                  <a:off x="4836870" y="2666355"/>
                  <a:ext cx="465993" cy="689168"/>
                </a:xfrm>
                <a:custGeom>
                  <a:rect b="b" l="l" r="r" t="t"/>
                  <a:pathLst>
                    <a:path extrusionOk="0" h="33153" w="22417">
                      <a:moveTo>
                        <a:pt x="14987" y="0"/>
                      </a:moveTo>
                      <a:cubicBezTo>
                        <a:pt x="13073" y="0"/>
                        <a:pt x="11168" y="218"/>
                        <a:pt x="9307" y="929"/>
                      </a:cubicBezTo>
                      <a:cubicBezTo>
                        <a:pt x="4070" y="2997"/>
                        <a:pt x="2802" y="7467"/>
                        <a:pt x="2202" y="12638"/>
                      </a:cubicBezTo>
                      <a:cubicBezTo>
                        <a:pt x="1935" y="14806"/>
                        <a:pt x="2202" y="16073"/>
                        <a:pt x="1935" y="18242"/>
                      </a:cubicBezTo>
                      <a:cubicBezTo>
                        <a:pt x="1368" y="23045"/>
                        <a:pt x="0" y="28449"/>
                        <a:pt x="367" y="33152"/>
                      </a:cubicBezTo>
                      <a:cubicBezTo>
                        <a:pt x="7105" y="32185"/>
                        <a:pt x="14444" y="30851"/>
                        <a:pt x="20748" y="28249"/>
                      </a:cubicBezTo>
                      <a:cubicBezTo>
                        <a:pt x="20815" y="28249"/>
                        <a:pt x="20515" y="25247"/>
                        <a:pt x="20515" y="24946"/>
                      </a:cubicBezTo>
                      <a:cubicBezTo>
                        <a:pt x="20482" y="23846"/>
                        <a:pt x="20515" y="22711"/>
                        <a:pt x="20582" y="21611"/>
                      </a:cubicBezTo>
                      <a:cubicBezTo>
                        <a:pt x="20748" y="19376"/>
                        <a:pt x="21049" y="17174"/>
                        <a:pt x="21349" y="14973"/>
                      </a:cubicBezTo>
                      <a:cubicBezTo>
                        <a:pt x="21582" y="13038"/>
                        <a:pt x="21816" y="11103"/>
                        <a:pt x="21949" y="9168"/>
                      </a:cubicBezTo>
                      <a:cubicBezTo>
                        <a:pt x="22083" y="7234"/>
                        <a:pt x="21883" y="5299"/>
                        <a:pt x="21983" y="3398"/>
                      </a:cubicBezTo>
                      <a:cubicBezTo>
                        <a:pt x="21983" y="3331"/>
                        <a:pt x="21983" y="3298"/>
                        <a:pt x="21983" y="3231"/>
                      </a:cubicBezTo>
                      <a:cubicBezTo>
                        <a:pt x="21983" y="2931"/>
                        <a:pt x="22416" y="3164"/>
                        <a:pt x="22283" y="2897"/>
                      </a:cubicBezTo>
                      <a:cubicBezTo>
                        <a:pt x="22116" y="2597"/>
                        <a:pt x="21416" y="1830"/>
                        <a:pt x="21149" y="1630"/>
                      </a:cubicBezTo>
                      <a:cubicBezTo>
                        <a:pt x="19714" y="662"/>
                        <a:pt x="17980" y="62"/>
                        <a:pt x="16245" y="29"/>
                      </a:cubicBezTo>
                      <a:cubicBezTo>
                        <a:pt x="15826" y="11"/>
                        <a:pt x="15406" y="0"/>
                        <a:pt x="1498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39" name="Google Shape;1739;p55"/>
                <p:cNvSpPr/>
                <p:nvPr/>
              </p:nvSpPr>
              <p:spPr>
                <a:xfrm>
                  <a:off x="5087879" y="2444262"/>
                  <a:ext cx="178918" cy="276287"/>
                </a:xfrm>
                <a:custGeom>
                  <a:rect b="b" l="l" r="r" t="t"/>
                  <a:pathLst>
                    <a:path extrusionOk="0" h="13291" w="8607">
                      <a:moveTo>
                        <a:pt x="5096" y="0"/>
                      </a:moveTo>
                      <a:cubicBezTo>
                        <a:pt x="4219" y="0"/>
                        <a:pt x="3244" y="375"/>
                        <a:pt x="2469" y="539"/>
                      </a:cubicBezTo>
                      <a:cubicBezTo>
                        <a:pt x="968" y="839"/>
                        <a:pt x="1" y="2306"/>
                        <a:pt x="301" y="3808"/>
                      </a:cubicBezTo>
                      <a:cubicBezTo>
                        <a:pt x="401" y="4208"/>
                        <a:pt x="468" y="4608"/>
                        <a:pt x="568" y="5042"/>
                      </a:cubicBezTo>
                      <a:cubicBezTo>
                        <a:pt x="701" y="5609"/>
                        <a:pt x="634" y="6076"/>
                        <a:pt x="1001" y="6576"/>
                      </a:cubicBezTo>
                      <a:cubicBezTo>
                        <a:pt x="1135" y="6743"/>
                        <a:pt x="1302" y="6910"/>
                        <a:pt x="1368" y="7143"/>
                      </a:cubicBezTo>
                      <a:cubicBezTo>
                        <a:pt x="1402" y="7243"/>
                        <a:pt x="1402" y="7377"/>
                        <a:pt x="1402" y="7510"/>
                      </a:cubicBezTo>
                      <a:cubicBezTo>
                        <a:pt x="1435" y="8644"/>
                        <a:pt x="1001" y="9812"/>
                        <a:pt x="701" y="10913"/>
                      </a:cubicBezTo>
                      <a:cubicBezTo>
                        <a:pt x="601" y="11346"/>
                        <a:pt x="601" y="11780"/>
                        <a:pt x="701" y="12180"/>
                      </a:cubicBezTo>
                      <a:cubicBezTo>
                        <a:pt x="1455" y="12995"/>
                        <a:pt x="2727" y="13291"/>
                        <a:pt x="3852" y="13291"/>
                      </a:cubicBezTo>
                      <a:cubicBezTo>
                        <a:pt x="3971" y="13291"/>
                        <a:pt x="4088" y="13287"/>
                        <a:pt x="4204" y="13281"/>
                      </a:cubicBezTo>
                      <a:cubicBezTo>
                        <a:pt x="4671" y="13248"/>
                        <a:pt x="5171" y="13148"/>
                        <a:pt x="5671" y="12981"/>
                      </a:cubicBezTo>
                      <a:cubicBezTo>
                        <a:pt x="5838" y="12681"/>
                        <a:pt x="5972" y="12380"/>
                        <a:pt x="6038" y="12013"/>
                      </a:cubicBezTo>
                      <a:cubicBezTo>
                        <a:pt x="6172" y="10979"/>
                        <a:pt x="6205" y="9879"/>
                        <a:pt x="6272" y="8845"/>
                      </a:cubicBezTo>
                      <a:cubicBezTo>
                        <a:pt x="6305" y="8678"/>
                        <a:pt x="6305" y="8544"/>
                        <a:pt x="6372" y="8444"/>
                      </a:cubicBezTo>
                      <a:cubicBezTo>
                        <a:pt x="6439" y="8277"/>
                        <a:pt x="6605" y="8211"/>
                        <a:pt x="6705" y="8111"/>
                      </a:cubicBezTo>
                      <a:cubicBezTo>
                        <a:pt x="8607" y="6743"/>
                        <a:pt x="7906" y="4008"/>
                        <a:pt x="7306" y="2106"/>
                      </a:cubicBezTo>
                      <a:cubicBezTo>
                        <a:pt x="7139" y="1573"/>
                        <a:pt x="6939" y="1006"/>
                        <a:pt x="6572" y="605"/>
                      </a:cubicBezTo>
                      <a:cubicBezTo>
                        <a:pt x="6170" y="152"/>
                        <a:pt x="5653" y="0"/>
                        <a:pt x="5096" y="0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0" name="Google Shape;1740;p55"/>
                <p:cNvSpPr/>
                <p:nvPr/>
              </p:nvSpPr>
              <p:spPr>
                <a:xfrm>
                  <a:off x="4992194" y="3109067"/>
                  <a:ext cx="414669" cy="91818"/>
                </a:xfrm>
                <a:custGeom>
                  <a:rect b="b" l="l" r="r" t="t"/>
                  <a:pathLst>
                    <a:path extrusionOk="0" h="4417" w="19948">
                      <a:moveTo>
                        <a:pt x="2832" y="1"/>
                      </a:moveTo>
                      <a:cubicBezTo>
                        <a:pt x="2533" y="1"/>
                        <a:pt x="2242" y="40"/>
                        <a:pt x="1968" y="147"/>
                      </a:cubicBezTo>
                      <a:cubicBezTo>
                        <a:pt x="1535" y="314"/>
                        <a:pt x="1168" y="647"/>
                        <a:pt x="868" y="981"/>
                      </a:cubicBezTo>
                      <a:cubicBezTo>
                        <a:pt x="401" y="1514"/>
                        <a:pt x="0" y="2248"/>
                        <a:pt x="67" y="2982"/>
                      </a:cubicBezTo>
                      <a:cubicBezTo>
                        <a:pt x="231" y="4243"/>
                        <a:pt x="1544" y="4355"/>
                        <a:pt x="2617" y="4355"/>
                      </a:cubicBezTo>
                      <a:cubicBezTo>
                        <a:pt x="2851" y="4355"/>
                        <a:pt x="3073" y="4350"/>
                        <a:pt x="3269" y="4350"/>
                      </a:cubicBezTo>
                      <a:cubicBezTo>
                        <a:pt x="5882" y="4350"/>
                        <a:pt x="8521" y="4270"/>
                        <a:pt x="11136" y="4270"/>
                      </a:cubicBezTo>
                      <a:cubicBezTo>
                        <a:pt x="12661" y="4270"/>
                        <a:pt x="14179" y="4297"/>
                        <a:pt x="15678" y="4383"/>
                      </a:cubicBezTo>
                      <a:cubicBezTo>
                        <a:pt x="15889" y="4394"/>
                        <a:pt x="16101" y="4398"/>
                        <a:pt x="16311" y="4398"/>
                      </a:cubicBezTo>
                      <a:cubicBezTo>
                        <a:pt x="16731" y="4398"/>
                        <a:pt x="17146" y="4383"/>
                        <a:pt x="17546" y="4383"/>
                      </a:cubicBezTo>
                      <a:cubicBezTo>
                        <a:pt x="18313" y="4350"/>
                        <a:pt x="19214" y="4417"/>
                        <a:pt x="19948" y="4250"/>
                      </a:cubicBezTo>
                      <a:cubicBezTo>
                        <a:pt x="19948" y="2882"/>
                        <a:pt x="18614" y="1848"/>
                        <a:pt x="17446" y="1514"/>
                      </a:cubicBezTo>
                      <a:cubicBezTo>
                        <a:pt x="16445" y="1214"/>
                        <a:pt x="15478" y="1181"/>
                        <a:pt x="14477" y="1181"/>
                      </a:cubicBezTo>
                      <a:cubicBezTo>
                        <a:pt x="13777" y="1181"/>
                        <a:pt x="13043" y="1181"/>
                        <a:pt x="12309" y="1148"/>
                      </a:cubicBezTo>
                      <a:cubicBezTo>
                        <a:pt x="11342" y="1047"/>
                        <a:pt x="10374" y="781"/>
                        <a:pt x="9407" y="647"/>
                      </a:cubicBezTo>
                      <a:cubicBezTo>
                        <a:pt x="7773" y="380"/>
                        <a:pt x="6105" y="480"/>
                        <a:pt x="4470" y="214"/>
                      </a:cubicBezTo>
                      <a:cubicBezTo>
                        <a:pt x="3934" y="128"/>
                        <a:pt x="3370" y="1"/>
                        <a:pt x="2832" y="1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1" name="Google Shape;1741;p55"/>
                <p:cNvSpPr/>
                <p:nvPr/>
              </p:nvSpPr>
              <p:spPr>
                <a:xfrm>
                  <a:off x="4809139" y="2676645"/>
                  <a:ext cx="409119" cy="535943"/>
                </a:xfrm>
                <a:custGeom>
                  <a:rect b="b" l="l" r="r" t="t"/>
                  <a:pathLst>
                    <a:path extrusionOk="0" h="25782" w="19681">
                      <a:moveTo>
                        <a:pt x="12576" y="1"/>
                      </a:moveTo>
                      <a:lnTo>
                        <a:pt x="12576" y="1"/>
                      </a:lnTo>
                      <a:cubicBezTo>
                        <a:pt x="10774" y="201"/>
                        <a:pt x="9040" y="1001"/>
                        <a:pt x="7572" y="2069"/>
                      </a:cubicBezTo>
                      <a:cubicBezTo>
                        <a:pt x="3869" y="4804"/>
                        <a:pt x="1368" y="9107"/>
                        <a:pt x="500" y="13577"/>
                      </a:cubicBezTo>
                      <a:cubicBezTo>
                        <a:pt x="0" y="16212"/>
                        <a:pt x="100" y="19014"/>
                        <a:pt x="1334" y="21382"/>
                      </a:cubicBezTo>
                      <a:cubicBezTo>
                        <a:pt x="3197" y="24879"/>
                        <a:pt x="6981" y="25687"/>
                        <a:pt x="10584" y="25687"/>
                      </a:cubicBezTo>
                      <a:cubicBezTo>
                        <a:pt x="10659" y="25687"/>
                        <a:pt x="10733" y="25686"/>
                        <a:pt x="10808" y="25686"/>
                      </a:cubicBezTo>
                      <a:cubicBezTo>
                        <a:pt x="11200" y="25686"/>
                        <a:pt x="13000" y="25782"/>
                        <a:pt x="14767" y="25782"/>
                      </a:cubicBezTo>
                      <a:cubicBezTo>
                        <a:pt x="16607" y="25782"/>
                        <a:pt x="18410" y="25677"/>
                        <a:pt x="18547" y="25252"/>
                      </a:cubicBezTo>
                      <a:cubicBezTo>
                        <a:pt x="18580" y="25152"/>
                        <a:pt x="18780" y="24618"/>
                        <a:pt x="18813" y="24518"/>
                      </a:cubicBezTo>
                      <a:cubicBezTo>
                        <a:pt x="18980" y="23651"/>
                        <a:pt x="19547" y="21583"/>
                        <a:pt x="19681" y="20715"/>
                      </a:cubicBezTo>
                      <a:lnTo>
                        <a:pt x="7405" y="19715"/>
                      </a:lnTo>
                      <a:cubicBezTo>
                        <a:pt x="7706" y="17847"/>
                        <a:pt x="8273" y="15945"/>
                        <a:pt x="8706" y="14244"/>
                      </a:cubicBezTo>
                      <a:cubicBezTo>
                        <a:pt x="9940" y="9474"/>
                        <a:pt x="11708" y="4837"/>
                        <a:pt x="12576" y="1"/>
                      </a:cubicBezTo>
                      <a:close/>
                    </a:path>
                  </a:pathLst>
                </a:custGeom>
                <a:solidFill>
                  <a:srgbClr val="C46345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2" name="Google Shape;1742;p55"/>
                <p:cNvSpPr/>
                <p:nvPr/>
              </p:nvSpPr>
              <p:spPr>
                <a:xfrm>
                  <a:off x="4953363" y="2428837"/>
                  <a:ext cx="305119" cy="299257"/>
                </a:xfrm>
                <a:custGeom>
                  <a:rect b="b" l="l" r="r" t="t"/>
                  <a:pathLst>
                    <a:path extrusionOk="0" h="14396" w="14678">
                      <a:moveTo>
                        <a:pt x="12356" y="0"/>
                      </a:moveTo>
                      <a:cubicBezTo>
                        <a:pt x="11957" y="0"/>
                        <a:pt x="11553" y="76"/>
                        <a:pt x="11175" y="213"/>
                      </a:cubicBezTo>
                      <a:cubicBezTo>
                        <a:pt x="10641" y="447"/>
                        <a:pt x="10174" y="780"/>
                        <a:pt x="9641" y="980"/>
                      </a:cubicBezTo>
                      <a:cubicBezTo>
                        <a:pt x="9040" y="1180"/>
                        <a:pt x="8373" y="1214"/>
                        <a:pt x="7739" y="1381"/>
                      </a:cubicBezTo>
                      <a:cubicBezTo>
                        <a:pt x="6438" y="1681"/>
                        <a:pt x="5337" y="2682"/>
                        <a:pt x="4870" y="3949"/>
                      </a:cubicBezTo>
                      <a:cubicBezTo>
                        <a:pt x="4637" y="4616"/>
                        <a:pt x="4537" y="5350"/>
                        <a:pt x="4203" y="5951"/>
                      </a:cubicBezTo>
                      <a:cubicBezTo>
                        <a:pt x="3736" y="6818"/>
                        <a:pt x="2836" y="7352"/>
                        <a:pt x="2269" y="8119"/>
                      </a:cubicBezTo>
                      <a:cubicBezTo>
                        <a:pt x="2002" y="8419"/>
                        <a:pt x="1835" y="8786"/>
                        <a:pt x="1635" y="9120"/>
                      </a:cubicBezTo>
                      <a:cubicBezTo>
                        <a:pt x="1268" y="9687"/>
                        <a:pt x="801" y="10187"/>
                        <a:pt x="501" y="10754"/>
                      </a:cubicBezTo>
                      <a:cubicBezTo>
                        <a:pt x="167" y="11354"/>
                        <a:pt x="0" y="12088"/>
                        <a:pt x="267" y="12689"/>
                      </a:cubicBezTo>
                      <a:cubicBezTo>
                        <a:pt x="467" y="13156"/>
                        <a:pt x="901" y="13489"/>
                        <a:pt x="1335" y="13689"/>
                      </a:cubicBezTo>
                      <a:cubicBezTo>
                        <a:pt x="1802" y="13890"/>
                        <a:pt x="2335" y="13990"/>
                        <a:pt x="2802" y="14156"/>
                      </a:cubicBezTo>
                      <a:cubicBezTo>
                        <a:pt x="3169" y="14303"/>
                        <a:pt x="3535" y="14396"/>
                        <a:pt x="3914" y="14396"/>
                      </a:cubicBezTo>
                      <a:cubicBezTo>
                        <a:pt x="4053" y="14396"/>
                        <a:pt x="4194" y="14383"/>
                        <a:pt x="4337" y="14357"/>
                      </a:cubicBezTo>
                      <a:cubicBezTo>
                        <a:pt x="5504" y="14123"/>
                        <a:pt x="6438" y="13222"/>
                        <a:pt x="7005" y="12188"/>
                      </a:cubicBezTo>
                      <a:cubicBezTo>
                        <a:pt x="7539" y="11154"/>
                        <a:pt x="7873" y="9853"/>
                        <a:pt x="8173" y="8753"/>
                      </a:cubicBezTo>
                      <a:cubicBezTo>
                        <a:pt x="8373" y="8052"/>
                        <a:pt x="8306" y="7352"/>
                        <a:pt x="8240" y="6684"/>
                      </a:cubicBezTo>
                      <a:cubicBezTo>
                        <a:pt x="8206" y="6184"/>
                        <a:pt x="7973" y="5550"/>
                        <a:pt x="8406" y="5150"/>
                      </a:cubicBezTo>
                      <a:cubicBezTo>
                        <a:pt x="8573" y="4983"/>
                        <a:pt x="8840" y="4950"/>
                        <a:pt x="9073" y="4950"/>
                      </a:cubicBezTo>
                      <a:cubicBezTo>
                        <a:pt x="9219" y="4968"/>
                        <a:pt x="9375" y="4996"/>
                        <a:pt x="9525" y="4996"/>
                      </a:cubicBezTo>
                      <a:cubicBezTo>
                        <a:pt x="9649" y="4996"/>
                        <a:pt x="9768" y="4977"/>
                        <a:pt x="9874" y="4917"/>
                      </a:cubicBezTo>
                      <a:cubicBezTo>
                        <a:pt x="10174" y="4750"/>
                        <a:pt x="10174" y="4316"/>
                        <a:pt x="10241" y="3983"/>
                      </a:cubicBezTo>
                      <a:cubicBezTo>
                        <a:pt x="10441" y="3215"/>
                        <a:pt x="11175" y="2982"/>
                        <a:pt x="11909" y="2915"/>
                      </a:cubicBezTo>
                      <a:cubicBezTo>
                        <a:pt x="12476" y="2882"/>
                        <a:pt x="13043" y="2915"/>
                        <a:pt x="13577" y="2815"/>
                      </a:cubicBezTo>
                      <a:cubicBezTo>
                        <a:pt x="14210" y="2682"/>
                        <a:pt x="14544" y="2348"/>
                        <a:pt x="14577" y="1948"/>
                      </a:cubicBezTo>
                      <a:cubicBezTo>
                        <a:pt x="14677" y="1314"/>
                        <a:pt x="14144" y="547"/>
                        <a:pt x="13443" y="213"/>
                      </a:cubicBezTo>
                      <a:cubicBezTo>
                        <a:pt x="13103" y="67"/>
                        <a:pt x="12732" y="0"/>
                        <a:pt x="1235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3" name="Google Shape;1743;p55"/>
                <p:cNvSpPr/>
                <p:nvPr/>
              </p:nvSpPr>
              <p:spPr>
                <a:xfrm>
                  <a:off x="5385348" y="3186999"/>
                  <a:ext cx="427869" cy="15279"/>
                </a:xfrm>
                <a:custGeom>
                  <a:rect b="b" l="l" r="r" t="t"/>
                  <a:pathLst>
                    <a:path extrusionOk="0" h="735" w="20583">
                      <a:moveTo>
                        <a:pt x="701" y="0"/>
                      </a:moveTo>
                      <a:cubicBezTo>
                        <a:pt x="301" y="0"/>
                        <a:pt x="1" y="334"/>
                        <a:pt x="1" y="734"/>
                      </a:cubicBezTo>
                      <a:lnTo>
                        <a:pt x="20582" y="734"/>
                      </a:lnTo>
                      <a:lnTo>
                        <a:pt x="20582" y="0"/>
                      </a:lnTo>
                      <a:close/>
                    </a:path>
                  </a:pathLst>
                </a:custGeom>
                <a:solidFill>
                  <a:srgbClr val="4764A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4" name="Google Shape;1744;p55"/>
                <p:cNvSpPr/>
                <p:nvPr/>
              </p:nvSpPr>
              <p:spPr>
                <a:xfrm>
                  <a:off x="5458852" y="2947776"/>
                  <a:ext cx="504824" cy="239243"/>
                </a:xfrm>
                <a:custGeom>
                  <a:rect b="b" l="l" r="r" t="t"/>
                  <a:pathLst>
                    <a:path extrusionOk="0" h="11509" w="24285">
                      <a:moveTo>
                        <a:pt x="4604" y="0"/>
                      </a:moveTo>
                      <a:cubicBezTo>
                        <a:pt x="4170" y="0"/>
                        <a:pt x="3803" y="267"/>
                        <a:pt x="3670" y="634"/>
                      </a:cubicBezTo>
                      <a:lnTo>
                        <a:pt x="1" y="11508"/>
                      </a:lnTo>
                      <a:lnTo>
                        <a:pt x="20615" y="11508"/>
                      </a:lnTo>
                      <a:lnTo>
                        <a:pt x="24118" y="1168"/>
                      </a:lnTo>
                      <a:cubicBezTo>
                        <a:pt x="24285" y="567"/>
                        <a:pt x="23818" y="0"/>
                        <a:pt x="23184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5" name="Google Shape;1745;p55"/>
                <p:cNvSpPr/>
                <p:nvPr/>
              </p:nvSpPr>
              <p:spPr>
                <a:xfrm>
                  <a:off x="5456774" y="3186999"/>
                  <a:ext cx="430634" cy="15279"/>
                </a:xfrm>
                <a:custGeom>
                  <a:rect b="b" l="l" r="r" t="t"/>
                  <a:pathLst>
                    <a:path extrusionOk="0" h="735" w="20716">
                      <a:moveTo>
                        <a:pt x="1" y="0"/>
                      </a:moveTo>
                      <a:lnTo>
                        <a:pt x="1" y="734"/>
                      </a:lnTo>
                      <a:lnTo>
                        <a:pt x="20715" y="734"/>
                      </a:lnTo>
                      <a:lnTo>
                        <a:pt x="20715" y="0"/>
                      </a:lnTo>
                      <a:close/>
                    </a:path>
                  </a:pathLst>
                </a:custGeom>
                <a:solidFill>
                  <a:srgbClr val="4764A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6" name="Google Shape;1746;p55"/>
                <p:cNvSpPr/>
                <p:nvPr/>
              </p:nvSpPr>
              <p:spPr>
                <a:xfrm>
                  <a:off x="5698075" y="3045540"/>
                  <a:ext cx="34694" cy="30599"/>
                </a:xfrm>
                <a:custGeom>
                  <a:rect b="b" l="l" r="r" t="t"/>
                  <a:pathLst>
                    <a:path extrusionOk="0" h="1472" w="1669">
                      <a:moveTo>
                        <a:pt x="868" y="1"/>
                      </a:moveTo>
                      <a:cubicBezTo>
                        <a:pt x="435" y="1"/>
                        <a:pt x="68" y="334"/>
                        <a:pt x="34" y="734"/>
                      </a:cubicBezTo>
                      <a:cubicBezTo>
                        <a:pt x="1" y="1135"/>
                        <a:pt x="368" y="1435"/>
                        <a:pt x="768" y="1468"/>
                      </a:cubicBezTo>
                      <a:cubicBezTo>
                        <a:pt x="794" y="1470"/>
                        <a:pt x="819" y="1471"/>
                        <a:pt x="844" y="1471"/>
                      </a:cubicBezTo>
                      <a:cubicBezTo>
                        <a:pt x="1218" y="1471"/>
                        <a:pt x="1573" y="1245"/>
                        <a:pt x="1635" y="901"/>
                      </a:cubicBezTo>
                      <a:cubicBezTo>
                        <a:pt x="1669" y="501"/>
                        <a:pt x="1435" y="134"/>
                        <a:pt x="1035" y="34"/>
                      </a:cubicBezTo>
                      <a:lnTo>
                        <a:pt x="935" y="34"/>
                      </a:lnTo>
                      <a:cubicBezTo>
                        <a:pt x="935" y="1"/>
                        <a:pt x="902" y="1"/>
                        <a:pt x="868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7" name="Google Shape;1747;p55"/>
                <p:cNvSpPr/>
                <p:nvPr/>
              </p:nvSpPr>
              <p:spPr>
                <a:xfrm>
                  <a:off x="5105901" y="2519242"/>
                  <a:ext cx="52551" cy="52260"/>
                </a:xfrm>
                <a:custGeom>
                  <a:rect b="b" l="l" r="r" t="t"/>
                  <a:pathLst>
                    <a:path extrusionOk="0" h="2514" w="2528">
                      <a:moveTo>
                        <a:pt x="1402" y="0"/>
                      </a:moveTo>
                      <a:cubicBezTo>
                        <a:pt x="1235" y="0"/>
                        <a:pt x="1035" y="67"/>
                        <a:pt x="868" y="134"/>
                      </a:cubicBezTo>
                      <a:cubicBezTo>
                        <a:pt x="1" y="434"/>
                        <a:pt x="34" y="1602"/>
                        <a:pt x="568" y="2202"/>
                      </a:cubicBezTo>
                      <a:cubicBezTo>
                        <a:pt x="769" y="2421"/>
                        <a:pt x="1000" y="2513"/>
                        <a:pt x="1231" y="2513"/>
                      </a:cubicBezTo>
                      <a:cubicBezTo>
                        <a:pt x="1880" y="2513"/>
                        <a:pt x="2527" y="1781"/>
                        <a:pt x="2503" y="1068"/>
                      </a:cubicBezTo>
                      <a:cubicBezTo>
                        <a:pt x="2469" y="534"/>
                        <a:pt x="1969" y="0"/>
                        <a:pt x="1402" y="0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8" name="Google Shape;1748;p55"/>
                <p:cNvSpPr/>
                <p:nvPr/>
              </p:nvSpPr>
              <p:spPr>
                <a:xfrm>
                  <a:off x="5723747" y="3758343"/>
                  <a:ext cx="146323" cy="295453"/>
                </a:xfrm>
                <a:custGeom>
                  <a:rect b="b" l="l" r="r" t="t"/>
                  <a:pathLst>
                    <a:path extrusionOk="0" h="14213" w="7039">
                      <a:moveTo>
                        <a:pt x="3768" y="1"/>
                      </a:moveTo>
                      <a:cubicBezTo>
                        <a:pt x="3746" y="1"/>
                        <a:pt x="3724" y="1"/>
                        <a:pt x="3703" y="2"/>
                      </a:cubicBezTo>
                      <a:cubicBezTo>
                        <a:pt x="2702" y="35"/>
                        <a:pt x="1268" y="1369"/>
                        <a:pt x="801" y="2270"/>
                      </a:cubicBezTo>
                      <a:cubicBezTo>
                        <a:pt x="0" y="3738"/>
                        <a:pt x="667" y="6006"/>
                        <a:pt x="1034" y="7507"/>
                      </a:cubicBezTo>
                      <a:cubicBezTo>
                        <a:pt x="1234" y="8374"/>
                        <a:pt x="1434" y="9242"/>
                        <a:pt x="1668" y="10109"/>
                      </a:cubicBezTo>
                      <a:cubicBezTo>
                        <a:pt x="1868" y="10910"/>
                        <a:pt x="2068" y="11744"/>
                        <a:pt x="2268" y="12577"/>
                      </a:cubicBezTo>
                      <a:cubicBezTo>
                        <a:pt x="2640" y="14155"/>
                        <a:pt x="3125" y="14212"/>
                        <a:pt x="4551" y="14212"/>
                      </a:cubicBezTo>
                      <a:cubicBezTo>
                        <a:pt x="4662" y="14212"/>
                        <a:pt x="4780" y="14212"/>
                        <a:pt x="4904" y="14212"/>
                      </a:cubicBezTo>
                      <a:cubicBezTo>
                        <a:pt x="7038" y="14212"/>
                        <a:pt x="6505" y="12244"/>
                        <a:pt x="6505" y="10676"/>
                      </a:cubicBezTo>
                      <a:cubicBezTo>
                        <a:pt x="6505" y="8475"/>
                        <a:pt x="6805" y="3704"/>
                        <a:pt x="6672" y="1469"/>
                      </a:cubicBezTo>
                      <a:cubicBezTo>
                        <a:pt x="6656" y="1263"/>
                        <a:pt x="6622" y="1190"/>
                        <a:pt x="6573" y="1190"/>
                      </a:cubicBezTo>
                      <a:cubicBezTo>
                        <a:pt x="6454" y="1190"/>
                        <a:pt x="6250" y="1631"/>
                        <a:pt x="6039" y="1631"/>
                      </a:cubicBezTo>
                      <a:cubicBezTo>
                        <a:pt x="5960" y="1631"/>
                        <a:pt x="5881" y="1570"/>
                        <a:pt x="5804" y="1403"/>
                      </a:cubicBezTo>
                      <a:cubicBezTo>
                        <a:pt x="5414" y="654"/>
                        <a:pt x="4642" y="1"/>
                        <a:pt x="3768" y="1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9" name="Google Shape;1749;p55"/>
                <p:cNvSpPr/>
                <p:nvPr/>
              </p:nvSpPr>
              <p:spPr>
                <a:xfrm>
                  <a:off x="5758400" y="3963662"/>
                  <a:ext cx="307904" cy="118551"/>
                </a:xfrm>
                <a:custGeom>
                  <a:rect b="b" l="l" r="r" t="t"/>
                  <a:pathLst>
                    <a:path extrusionOk="0" h="5703" w="14812">
                      <a:moveTo>
                        <a:pt x="4875" y="1"/>
                      </a:moveTo>
                      <a:cubicBezTo>
                        <a:pt x="4197" y="1"/>
                        <a:pt x="3213" y="318"/>
                        <a:pt x="2703" y="399"/>
                      </a:cubicBezTo>
                      <a:cubicBezTo>
                        <a:pt x="1802" y="499"/>
                        <a:pt x="902" y="632"/>
                        <a:pt x="1" y="766"/>
                      </a:cubicBezTo>
                      <a:cubicBezTo>
                        <a:pt x="101" y="1867"/>
                        <a:pt x="234" y="2934"/>
                        <a:pt x="401" y="4001"/>
                      </a:cubicBezTo>
                      <a:cubicBezTo>
                        <a:pt x="501" y="4468"/>
                        <a:pt x="535" y="5035"/>
                        <a:pt x="701" y="5436"/>
                      </a:cubicBezTo>
                      <a:cubicBezTo>
                        <a:pt x="768" y="5536"/>
                        <a:pt x="802" y="5636"/>
                        <a:pt x="868" y="5703"/>
                      </a:cubicBezTo>
                      <a:cubicBezTo>
                        <a:pt x="1369" y="5603"/>
                        <a:pt x="1869" y="5536"/>
                        <a:pt x="2369" y="5502"/>
                      </a:cubicBezTo>
                      <a:cubicBezTo>
                        <a:pt x="3604" y="5369"/>
                        <a:pt x="4871" y="5336"/>
                        <a:pt x="6105" y="5269"/>
                      </a:cubicBezTo>
                      <a:cubicBezTo>
                        <a:pt x="7206" y="5169"/>
                        <a:pt x="8307" y="5069"/>
                        <a:pt x="9408" y="4935"/>
                      </a:cubicBezTo>
                      <a:cubicBezTo>
                        <a:pt x="11109" y="4769"/>
                        <a:pt x="13110" y="4935"/>
                        <a:pt x="14478" y="3701"/>
                      </a:cubicBezTo>
                      <a:cubicBezTo>
                        <a:pt x="14578" y="3634"/>
                        <a:pt x="14678" y="3534"/>
                        <a:pt x="14711" y="3434"/>
                      </a:cubicBezTo>
                      <a:cubicBezTo>
                        <a:pt x="14812" y="3067"/>
                        <a:pt x="14445" y="2801"/>
                        <a:pt x="14111" y="2667"/>
                      </a:cubicBezTo>
                      <a:cubicBezTo>
                        <a:pt x="12610" y="2067"/>
                        <a:pt x="10942" y="2133"/>
                        <a:pt x="9341" y="1867"/>
                      </a:cubicBezTo>
                      <a:cubicBezTo>
                        <a:pt x="8507" y="1700"/>
                        <a:pt x="7673" y="1466"/>
                        <a:pt x="6873" y="1133"/>
                      </a:cubicBezTo>
                      <a:cubicBezTo>
                        <a:pt x="6506" y="966"/>
                        <a:pt x="6039" y="799"/>
                        <a:pt x="5738" y="532"/>
                      </a:cubicBezTo>
                      <a:cubicBezTo>
                        <a:pt x="5572" y="432"/>
                        <a:pt x="5472" y="132"/>
                        <a:pt x="5305" y="65"/>
                      </a:cubicBezTo>
                      <a:cubicBezTo>
                        <a:pt x="5187" y="19"/>
                        <a:pt x="5040" y="1"/>
                        <a:pt x="487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50" name="Google Shape;1750;p55"/>
                <p:cNvSpPr/>
                <p:nvPr/>
              </p:nvSpPr>
              <p:spPr>
                <a:xfrm>
                  <a:off x="5595468" y="3303001"/>
                  <a:ext cx="294704" cy="622087"/>
                </a:xfrm>
                <a:custGeom>
                  <a:rect b="b" l="l" r="r" t="t"/>
                  <a:pathLst>
                    <a:path extrusionOk="0" h="29926" w="14177">
                      <a:moveTo>
                        <a:pt x="1364" y="1"/>
                      </a:moveTo>
                      <a:cubicBezTo>
                        <a:pt x="1286" y="1"/>
                        <a:pt x="1209" y="9"/>
                        <a:pt x="1134" y="28"/>
                      </a:cubicBezTo>
                      <a:cubicBezTo>
                        <a:pt x="300" y="194"/>
                        <a:pt x="100" y="1295"/>
                        <a:pt x="234" y="2129"/>
                      </a:cubicBezTo>
                      <a:cubicBezTo>
                        <a:pt x="400" y="3563"/>
                        <a:pt x="0" y="4864"/>
                        <a:pt x="100" y="6332"/>
                      </a:cubicBezTo>
                      <a:cubicBezTo>
                        <a:pt x="200" y="7700"/>
                        <a:pt x="534" y="9067"/>
                        <a:pt x="901" y="10402"/>
                      </a:cubicBezTo>
                      <a:cubicBezTo>
                        <a:pt x="1801" y="13804"/>
                        <a:pt x="1901" y="17774"/>
                        <a:pt x="2902" y="21143"/>
                      </a:cubicBezTo>
                      <a:cubicBezTo>
                        <a:pt x="2902" y="21209"/>
                        <a:pt x="2935" y="21243"/>
                        <a:pt x="2935" y="21276"/>
                      </a:cubicBezTo>
                      <a:cubicBezTo>
                        <a:pt x="3569" y="23745"/>
                        <a:pt x="4036" y="26213"/>
                        <a:pt x="4603" y="28681"/>
                      </a:cubicBezTo>
                      <a:cubicBezTo>
                        <a:pt x="4670" y="29015"/>
                        <a:pt x="4703" y="29816"/>
                        <a:pt x="5137" y="29916"/>
                      </a:cubicBezTo>
                      <a:cubicBezTo>
                        <a:pt x="5162" y="29923"/>
                        <a:pt x="5189" y="29926"/>
                        <a:pt x="5217" y="29926"/>
                      </a:cubicBezTo>
                      <a:cubicBezTo>
                        <a:pt x="5590" y="29926"/>
                        <a:pt x="6158" y="29335"/>
                        <a:pt x="6438" y="29148"/>
                      </a:cubicBezTo>
                      <a:cubicBezTo>
                        <a:pt x="7172" y="28681"/>
                        <a:pt x="7906" y="28748"/>
                        <a:pt x="8773" y="28648"/>
                      </a:cubicBezTo>
                      <a:cubicBezTo>
                        <a:pt x="9874" y="28515"/>
                        <a:pt x="10908" y="28214"/>
                        <a:pt x="11909" y="27814"/>
                      </a:cubicBezTo>
                      <a:cubicBezTo>
                        <a:pt x="12676" y="27481"/>
                        <a:pt x="13443" y="27014"/>
                        <a:pt x="13843" y="26280"/>
                      </a:cubicBezTo>
                      <a:cubicBezTo>
                        <a:pt x="14110" y="25779"/>
                        <a:pt x="14143" y="25179"/>
                        <a:pt x="14177" y="24578"/>
                      </a:cubicBezTo>
                      <a:cubicBezTo>
                        <a:pt x="14177" y="23011"/>
                        <a:pt x="13877" y="21510"/>
                        <a:pt x="13676" y="19975"/>
                      </a:cubicBezTo>
                      <a:cubicBezTo>
                        <a:pt x="13476" y="18407"/>
                        <a:pt x="13209" y="16840"/>
                        <a:pt x="12876" y="15272"/>
                      </a:cubicBezTo>
                      <a:cubicBezTo>
                        <a:pt x="12009" y="11236"/>
                        <a:pt x="11008" y="5865"/>
                        <a:pt x="7906" y="2896"/>
                      </a:cubicBezTo>
                      <a:cubicBezTo>
                        <a:pt x="7105" y="2129"/>
                        <a:pt x="6171" y="1562"/>
                        <a:pt x="5137" y="1128"/>
                      </a:cubicBezTo>
                      <a:cubicBezTo>
                        <a:pt x="4103" y="695"/>
                        <a:pt x="3036" y="395"/>
                        <a:pt x="1968" y="128"/>
                      </a:cubicBezTo>
                      <a:cubicBezTo>
                        <a:pt x="1776" y="56"/>
                        <a:pt x="1566" y="1"/>
                        <a:pt x="1364" y="1"/>
                      </a:cubicBezTo>
                      <a:close/>
                    </a:path>
                  </a:pathLst>
                </a:custGeom>
                <a:solidFill>
                  <a:srgbClr val="73CABE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51" name="Google Shape;1751;p55"/>
                <p:cNvSpPr/>
                <p:nvPr/>
              </p:nvSpPr>
              <p:spPr>
                <a:xfrm rot="2078284">
                  <a:off x="5162159" y="2609088"/>
                  <a:ext cx="63109" cy="20828"/>
                </a:xfrm>
                <a:custGeom>
                  <a:rect b="b" l="l" r="r" t="t"/>
                  <a:pathLst>
                    <a:path extrusionOk="0" h="1002" w="3036">
                      <a:moveTo>
                        <a:pt x="2535" y="1"/>
                      </a:moveTo>
                      <a:cubicBezTo>
                        <a:pt x="2269" y="101"/>
                        <a:pt x="2035" y="201"/>
                        <a:pt x="1768" y="301"/>
                      </a:cubicBezTo>
                      <a:cubicBezTo>
                        <a:pt x="1568" y="368"/>
                        <a:pt x="1368" y="434"/>
                        <a:pt x="1168" y="501"/>
                      </a:cubicBezTo>
                      <a:cubicBezTo>
                        <a:pt x="968" y="534"/>
                        <a:pt x="801" y="601"/>
                        <a:pt x="601" y="601"/>
                      </a:cubicBezTo>
                      <a:cubicBezTo>
                        <a:pt x="501" y="601"/>
                        <a:pt x="367" y="634"/>
                        <a:pt x="267" y="668"/>
                      </a:cubicBezTo>
                      <a:cubicBezTo>
                        <a:pt x="0" y="801"/>
                        <a:pt x="134" y="935"/>
                        <a:pt x="300" y="1001"/>
                      </a:cubicBezTo>
                      <a:lnTo>
                        <a:pt x="334" y="1001"/>
                      </a:lnTo>
                      <a:cubicBezTo>
                        <a:pt x="1234" y="968"/>
                        <a:pt x="2168" y="901"/>
                        <a:pt x="3036" y="668"/>
                      </a:cubicBezTo>
                      <a:cubicBezTo>
                        <a:pt x="3036" y="434"/>
                        <a:pt x="2836" y="234"/>
                        <a:pt x="2702" y="34"/>
                      </a:cubicBezTo>
                      <a:cubicBezTo>
                        <a:pt x="2669" y="34"/>
                        <a:pt x="2669" y="1"/>
                        <a:pt x="2635" y="1"/>
                      </a:cubicBezTo>
                      <a:close/>
                    </a:path>
                  </a:pathLst>
                </a:custGeom>
                <a:solidFill>
                  <a:srgbClr val="C46345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52" name="Google Shape;1752;p55"/>
                <p:cNvSpPr/>
                <p:nvPr/>
              </p:nvSpPr>
              <p:spPr>
                <a:xfrm>
                  <a:off x="5596549" y="3500953"/>
                  <a:ext cx="141584" cy="414149"/>
                </a:xfrm>
                <a:custGeom>
                  <a:rect b="b" l="l" r="r" t="t"/>
                  <a:pathLst>
                    <a:path extrusionOk="0" h="19923" w="6811">
                      <a:moveTo>
                        <a:pt x="154" y="1"/>
                      </a:moveTo>
                      <a:cubicBezTo>
                        <a:pt x="72" y="1"/>
                        <a:pt x="0" y="79"/>
                        <a:pt x="48" y="175"/>
                      </a:cubicBezTo>
                      <a:cubicBezTo>
                        <a:pt x="1316" y="2443"/>
                        <a:pt x="1616" y="5112"/>
                        <a:pt x="2183" y="7614"/>
                      </a:cubicBezTo>
                      <a:cubicBezTo>
                        <a:pt x="2817" y="10249"/>
                        <a:pt x="3517" y="12884"/>
                        <a:pt x="4351" y="15486"/>
                      </a:cubicBezTo>
                      <a:cubicBezTo>
                        <a:pt x="4818" y="16954"/>
                        <a:pt x="5319" y="18421"/>
                        <a:pt x="5886" y="19856"/>
                      </a:cubicBezTo>
                      <a:cubicBezTo>
                        <a:pt x="5919" y="19889"/>
                        <a:pt x="5952" y="19923"/>
                        <a:pt x="6019" y="19923"/>
                      </a:cubicBezTo>
                      <a:cubicBezTo>
                        <a:pt x="6253" y="19856"/>
                        <a:pt x="6486" y="19756"/>
                        <a:pt x="6720" y="19689"/>
                      </a:cubicBezTo>
                      <a:cubicBezTo>
                        <a:pt x="6811" y="19659"/>
                        <a:pt x="6791" y="19518"/>
                        <a:pt x="6686" y="19518"/>
                      </a:cubicBezTo>
                      <a:cubicBezTo>
                        <a:pt x="6676" y="19518"/>
                        <a:pt x="6665" y="19519"/>
                        <a:pt x="6653" y="19522"/>
                      </a:cubicBezTo>
                      <a:lnTo>
                        <a:pt x="6052" y="19689"/>
                      </a:lnTo>
                      <a:cubicBezTo>
                        <a:pt x="5152" y="17120"/>
                        <a:pt x="4284" y="14519"/>
                        <a:pt x="3551" y="11883"/>
                      </a:cubicBezTo>
                      <a:cubicBezTo>
                        <a:pt x="2817" y="9282"/>
                        <a:pt x="2283" y="6646"/>
                        <a:pt x="1683" y="4044"/>
                      </a:cubicBezTo>
                      <a:cubicBezTo>
                        <a:pt x="1349" y="2643"/>
                        <a:pt x="982" y="1276"/>
                        <a:pt x="248" y="42"/>
                      </a:cubicBezTo>
                      <a:cubicBezTo>
                        <a:pt x="220" y="13"/>
                        <a:pt x="186" y="1"/>
                        <a:pt x="154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53" name="Google Shape;1753;p55"/>
                <p:cNvSpPr/>
                <p:nvPr/>
              </p:nvSpPr>
              <p:spPr>
                <a:xfrm>
                  <a:off x="5197450" y="3342282"/>
                  <a:ext cx="403569" cy="159024"/>
                </a:xfrm>
                <a:custGeom>
                  <a:rect b="b" l="l" r="r" t="t"/>
                  <a:pathLst>
                    <a:path extrusionOk="0" h="7650" w="19414">
                      <a:moveTo>
                        <a:pt x="204" y="0"/>
                      </a:moveTo>
                      <a:cubicBezTo>
                        <a:pt x="0" y="0"/>
                        <a:pt x="10" y="337"/>
                        <a:pt x="234" y="369"/>
                      </a:cubicBezTo>
                      <a:cubicBezTo>
                        <a:pt x="3136" y="803"/>
                        <a:pt x="6038" y="1403"/>
                        <a:pt x="8906" y="2137"/>
                      </a:cubicBezTo>
                      <a:cubicBezTo>
                        <a:pt x="10274" y="2471"/>
                        <a:pt x="11675" y="2871"/>
                        <a:pt x="13043" y="3271"/>
                      </a:cubicBezTo>
                      <a:cubicBezTo>
                        <a:pt x="14344" y="3672"/>
                        <a:pt x="15678" y="4072"/>
                        <a:pt x="16845" y="4739"/>
                      </a:cubicBezTo>
                      <a:cubicBezTo>
                        <a:pt x="17412" y="5073"/>
                        <a:pt x="17946" y="5473"/>
                        <a:pt x="18346" y="5973"/>
                      </a:cubicBezTo>
                      <a:cubicBezTo>
                        <a:pt x="18780" y="6474"/>
                        <a:pt x="18980" y="7007"/>
                        <a:pt x="19214" y="7575"/>
                      </a:cubicBezTo>
                      <a:cubicBezTo>
                        <a:pt x="19230" y="7625"/>
                        <a:pt x="19280" y="7650"/>
                        <a:pt x="19326" y="7650"/>
                      </a:cubicBezTo>
                      <a:cubicBezTo>
                        <a:pt x="19372" y="7650"/>
                        <a:pt x="19414" y="7625"/>
                        <a:pt x="19414" y="7575"/>
                      </a:cubicBezTo>
                      <a:cubicBezTo>
                        <a:pt x="19414" y="6574"/>
                        <a:pt x="18580" y="5606"/>
                        <a:pt x="17746" y="4939"/>
                      </a:cubicBezTo>
                      <a:cubicBezTo>
                        <a:pt x="16712" y="4139"/>
                        <a:pt x="15411" y="3672"/>
                        <a:pt x="14143" y="3271"/>
                      </a:cubicBezTo>
                      <a:cubicBezTo>
                        <a:pt x="11241" y="2337"/>
                        <a:pt x="8306" y="1570"/>
                        <a:pt x="5304" y="936"/>
                      </a:cubicBezTo>
                      <a:cubicBezTo>
                        <a:pt x="3636" y="603"/>
                        <a:pt x="1935" y="269"/>
                        <a:pt x="234" y="2"/>
                      </a:cubicBezTo>
                      <a:cubicBezTo>
                        <a:pt x="223" y="1"/>
                        <a:pt x="214" y="0"/>
                        <a:pt x="204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54" name="Google Shape;1754;p55"/>
                <p:cNvSpPr/>
                <p:nvPr/>
              </p:nvSpPr>
              <p:spPr>
                <a:xfrm>
                  <a:off x="5897780" y="3977028"/>
                  <a:ext cx="13200" cy="33260"/>
                </a:xfrm>
                <a:custGeom>
                  <a:rect b="b" l="l" r="r" t="t"/>
                  <a:pathLst>
                    <a:path extrusionOk="0" h="1600" w="635">
                      <a:moveTo>
                        <a:pt x="586" y="1"/>
                      </a:moveTo>
                      <a:cubicBezTo>
                        <a:pt x="568" y="1"/>
                        <a:pt x="548" y="9"/>
                        <a:pt x="534" y="23"/>
                      </a:cubicBezTo>
                      <a:cubicBezTo>
                        <a:pt x="468" y="89"/>
                        <a:pt x="434" y="156"/>
                        <a:pt x="401" y="189"/>
                      </a:cubicBezTo>
                      <a:cubicBezTo>
                        <a:pt x="368" y="256"/>
                        <a:pt x="334" y="323"/>
                        <a:pt x="301" y="390"/>
                      </a:cubicBezTo>
                      <a:cubicBezTo>
                        <a:pt x="234" y="523"/>
                        <a:pt x="168" y="690"/>
                        <a:pt x="134" y="823"/>
                      </a:cubicBezTo>
                      <a:cubicBezTo>
                        <a:pt x="101" y="923"/>
                        <a:pt x="34" y="1057"/>
                        <a:pt x="1" y="1157"/>
                      </a:cubicBezTo>
                      <a:cubicBezTo>
                        <a:pt x="1" y="1257"/>
                        <a:pt x="1" y="1357"/>
                        <a:pt x="34" y="1457"/>
                      </a:cubicBezTo>
                      <a:cubicBezTo>
                        <a:pt x="89" y="1539"/>
                        <a:pt x="166" y="1599"/>
                        <a:pt x="248" y="1599"/>
                      </a:cubicBezTo>
                      <a:cubicBezTo>
                        <a:pt x="266" y="1599"/>
                        <a:pt x="283" y="1596"/>
                        <a:pt x="301" y="1590"/>
                      </a:cubicBezTo>
                      <a:cubicBezTo>
                        <a:pt x="434" y="1590"/>
                        <a:pt x="534" y="1524"/>
                        <a:pt x="534" y="1390"/>
                      </a:cubicBezTo>
                      <a:lnTo>
                        <a:pt x="534" y="1357"/>
                      </a:lnTo>
                      <a:lnTo>
                        <a:pt x="534" y="1290"/>
                      </a:lnTo>
                      <a:cubicBezTo>
                        <a:pt x="534" y="1290"/>
                        <a:pt x="534" y="1257"/>
                        <a:pt x="501" y="1224"/>
                      </a:cubicBezTo>
                      <a:lnTo>
                        <a:pt x="501" y="1190"/>
                      </a:lnTo>
                      <a:lnTo>
                        <a:pt x="501" y="1157"/>
                      </a:lnTo>
                      <a:cubicBezTo>
                        <a:pt x="501" y="1157"/>
                        <a:pt x="534" y="1123"/>
                        <a:pt x="534" y="1123"/>
                      </a:cubicBezTo>
                      <a:lnTo>
                        <a:pt x="534" y="1023"/>
                      </a:lnTo>
                      <a:lnTo>
                        <a:pt x="568" y="790"/>
                      </a:lnTo>
                      <a:cubicBezTo>
                        <a:pt x="601" y="690"/>
                        <a:pt x="601" y="556"/>
                        <a:pt x="635" y="456"/>
                      </a:cubicBezTo>
                      <a:cubicBezTo>
                        <a:pt x="635" y="323"/>
                        <a:pt x="635" y="189"/>
                        <a:pt x="635" y="56"/>
                      </a:cubicBezTo>
                      <a:cubicBezTo>
                        <a:pt x="635" y="17"/>
                        <a:pt x="612" y="1"/>
                        <a:pt x="586" y="1"/>
                      </a:cubicBezTo>
                      <a:close/>
                    </a:path>
                  </a:pathLst>
                </a:custGeom>
                <a:solidFill>
                  <a:srgbClr val="73CABE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55" name="Google Shape;1755;p55"/>
                <p:cNvSpPr/>
                <p:nvPr/>
              </p:nvSpPr>
              <p:spPr>
                <a:xfrm>
                  <a:off x="5926218" y="3980271"/>
                  <a:ext cx="12493" cy="30183"/>
                </a:xfrm>
                <a:custGeom>
                  <a:rect b="b" l="l" r="r" t="t"/>
                  <a:pathLst>
                    <a:path extrusionOk="0" h="1452" w="601">
                      <a:moveTo>
                        <a:pt x="301" y="0"/>
                      </a:moveTo>
                      <a:cubicBezTo>
                        <a:pt x="201" y="0"/>
                        <a:pt x="134" y="67"/>
                        <a:pt x="134" y="167"/>
                      </a:cubicBezTo>
                      <a:lnTo>
                        <a:pt x="134" y="234"/>
                      </a:lnTo>
                      <a:cubicBezTo>
                        <a:pt x="134" y="234"/>
                        <a:pt x="134" y="267"/>
                        <a:pt x="134" y="267"/>
                      </a:cubicBezTo>
                      <a:cubicBezTo>
                        <a:pt x="100" y="334"/>
                        <a:pt x="100" y="367"/>
                        <a:pt x="100" y="400"/>
                      </a:cubicBezTo>
                      <a:cubicBezTo>
                        <a:pt x="67" y="500"/>
                        <a:pt x="67" y="601"/>
                        <a:pt x="67" y="701"/>
                      </a:cubicBezTo>
                      <a:lnTo>
                        <a:pt x="0" y="1001"/>
                      </a:lnTo>
                      <a:cubicBezTo>
                        <a:pt x="0" y="1068"/>
                        <a:pt x="0" y="1134"/>
                        <a:pt x="34" y="1201"/>
                      </a:cubicBezTo>
                      <a:cubicBezTo>
                        <a:pt x="34" y="1301"/>
                        <a:pt x="100" y="1368"/>
                        <a:pt x="201" y="1401"/>
                      </a:cubicBezTo>
                      <a:cubicBezTo>
                        <a:pt x="234" y="1434"/>
                        <a:pt x="276" y="1451"/>
                        <a:pt x="317" y="1451"/>
                      </a:cubicBezTo>
                      <a:cubicBezTo>
                        <a:pt x="359" y="1451"/>
                        <a:pt x="401" y="1434"/>
                        <a:pt x="434" y="1401"/>
                      </a:cubicBezTo>
                      <a:cubicBezTo>
                        <a:pt x="501" y="1368"/>
                        <a:pt x="567" y="1301"/>
                        <a:pt x="601" y="1201"/>
                      </a:cubicBezTo>
                      <a:cubicBezTo>
                        <a:pt x="601" y="1134"/>
                        <a:pt x="601" y="1068"/>
                        <a:pt x="601" y="1001"/>
                      </a:cubicBezTo>
                      <a:cubicBezTo>
                        <a:pt x="601" y="901"/>
                        <a:pt x="567" y="834"/>
                        <a:pt x="567" y="734"/>
                      </a:cubicBezTo>
                      <a:cubicBezTo>
                        <a:pt x="567" y="634"/>
                        <a:pt x="534" y="534"/>
                        <a:pt x="501" y="434"/>
                      </a:cubicBezTo>
                      <a:cubicBezTo>
                        <a:pt x="501" y="367"/>
                        <a:pt x="501" y="334"/>
                        <a:pt x="501" y="300"/>
                      </a:cubicBezTo>
                      <a:cubicBezTo>
                        <a:pt x="501" y="267"/>
                        <a:pt x="467" y="267"/>
                        <a:pt x="467" y="234"/>
                      </a:cubicBezTo>
                      <a:cubicBezTo>
                        <a:pt x="467" y="234"/>
                        <a:pt x="467" y="234"/>
                        <a:pt x="467" y="200"/>
                      </a:cubicBezTo>
                      <a:lnTo>
                        <a:pt x="467" y="167"/>
                      </a:lnTo>
                      <a:cubicBezTo>
                        <a:pt x="467" y="100"/>
                        <a:pt x="401" y="0"/>
                        <a:pt x="301" y="0"/>
                      </a:cubicBezTo>
                      <a:close/>
                    </a:path>
                  </a:pathLst>
                </a:custGeom>
                <a:solidFill>
                  <a:srgbClr val="73CABE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56" name="Google Shape;1756;p55"/>
                <p:cNvSpPr/>
                <p:nvPr/>
              </p:nvSpPr>
              <p:spPr>
                <a:xfrm>
                  <a:off x="5960184" y="3989521"/>
                  <a:ext cx="13200" cy="29352"/>
                </a:xfrm>
                <a:custGeom>
                  <a:rect b="b" l="l" r="r" t="t"/>
                  <a:pathLst>
                    <a:path extrusionOk="0" h="1412" w="635">
                      <a:moveTo>
                        <a:pt x="248" y="0"/>
                      </a:moveTo>
                      <a:cubicBezTo>
                        <a:pt x="223" y="0"/>
                        <a:pt x="195" y="8"/>
                        <a:pt x="168" y="22"/>
                      </a:cubicBezTo>
                      <a:cubicBezTo>
                        <a:pt x="134" y="55"/>
                        <a:pt x="101" y="122"/>
                        <a:pt x="101" y="156"/>
                      </a:cubicBezTo>
                      <a:cubicBezTo>
                        <a:pt x="134" y="189"/>
                        <a:pt x="134" y="222"/>
                        <a:pt x="134" y="222"/>
                      </a:cubicBezTo>
                      <a:cubicBezTo>
                        <a:pt x="134" y="256"/>
                        <a:pt x="134" y="256"/>
                        <a:pt x="134" y="256"/>
                      </a:cubicBezTo>
                      <a:lnTo>
                        <a:pt x="134" y="289"/>
                      </a:lnTo>
                      <a:cubicBezTo>
                        <a:pt x="134" y="322"/>
                        <a:pt x="134" y="356"/>
                        <a:pt x="134" y="389"/>
                      </a:cubicBezTo>
                      <a:cubicBezTo>
                        <a:pt x="134" y="400"/>
                        <a:pt x="134" y="413"/>
                        <a:pt x="134" y="422"/>
                      </a:cubicBezTo>
                      <a:lnTo>
                        <a:pt x="134" y="522"/>
                      </a:lnTo>
                      <a:lnTo>
                        <a:pt x="134" y="589"/>
                      </a:lnTo>
                      <a:lnTo>
                        <a:pt x="134" y="623"/>
                      </a:lnTo>
                      <a:cubicBezTo>
                        <a:pt x="134" y="689"/>
                        <a:pt x="101" y="789"/>
                        <a:pt x="68" y="856"/>
                      </a:cubicBezTo>
                      <a:cubicBezTo>
                        <a:pt x="34" y="956"/>
                        <a:pt x="34" y="1056"/>
                        <a:pt x="34" y="1156"/>
                      </a:cubicBezTo>
                      <a:cubicBezTo>
                        <a:pt x="1" y="1256"/>
                        <a:pt x="101" y="1356"/>
                        <a:pt x="168" y="1390"/>
                      </a:cubicBezTo>
                      <a:cubicBezTo>
                        <a:pt x="209" y="1404"/>
                        <a:pt x="251" y="1412"/>
                        <a:pt x="290" y="1412"/>
                      </a:cubicBezTo>
                      <a:cubicBezTo>
                        <a:pt x="345" y="1412"/>
                        <a:pt x="395" y="1395"/>
                        <a:pt x="435" y="1356"/>
                      </a:cubicBezTo>
                      <a:cubicBezTo>
                        <a:pt x="468" y="1290"/>
                        <a:pt x="535" y="1256"/>
                        <a:pt x="568" y="1190"/>
                      </a:cubicBezTo>
                      <a:cubicBezTo>
                        <a:pt x="601" y="1123"/>
                        <a:pt x="635" y="1023"/>
                        <a:pt x="635" y="923"/>
                      </a:cubicBezTo>
                      <a:cubicBezTo>
                        <a:pt x="635" y="823"/>
                        <a:pt x="635" y="723"/>
                        <a:pt x="601" y="589"/>
                      </a:cubicBezTo>
                      <a:lnTo>
                        <a:pt x="601" y="623"/>
                      </a:lnTo>
                      <a:cubicBezTo>
                        <a:pt x="601" y="522"/>
                        <a:pt x="568" y="422"/>
                        <a:pt x="535" y="322"/>
                      </a:cubicBezTo>
                      <a:cubicBezTo>
                        <a:pt x="501" y="256"/>
                        <a:pt x="468" y="222"/>
                        <a:pt x="435" y="156"/>
                      </a:cubicBezTo>
                      <a:cubicBezTo>
                        <a:pt x="401" y="156"/>
                        <a:pt x="401" y="122"/>
                        <a:pt x="401" y="122"/>
                      </a:cubicBezTo>
                      <a:cubicBezTo>
                        <a:pt x="368" y="89"/>
                        <a:pt x="368" y="55"/>
                        <a:pt x="334" y="55"/>
                      </a:cubicBezTo>
                      <a:cubicBezTo>
                        <a:pt x="315" y="16"/>
                        <a:pt x="284" y="0"/>
                        <a:pt x="248" y="0"/>
                      </a:cubicBezTo>
                      <a:close/>
                    </a:path>
                  </a:pathLst>
                </a:custGeom>
                <a:solidFill>
                  <a:srgbClr val="73CABE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57" name="Google Shape;1757;p55"/>
                <p:cNvSpPr/>
                <p:nvPr/>
              </p:nvSpPr>
              <p:spPr>
                <a:xfrm>
                  <a:off x="5122739" y="2529573"/>
                  <a:ext cx="24799" cy="19145"/>
                </a:xfrm>
                <a:custGeom>
                  <a:rect b="b" l="l" r="r" t="t"/>
                  <a:pathLst>
                    <a:path extrusionOk="0" h="921" w="1193">
                      <a:moveTo>
                        <a:pt x="391" y="0"/>
                      </a:moveTo>
                      <a:cubicBezTo>
                        <a:pt x="280" y="0"/>
                        <a:pt x="167" y="32"/>
                        <a:pt x="58" y="104"/>
                      </a:cubicBezTo>
                      <a:cubicBezTo>
                        <a:pt x="1" y="133"/>
                        <a:pt x="42" y="211"/>
                        <a:pt x="97" y="211"/>
                      </a:cubicBezTo>
                      <a:cubicBezTo>
                        <a:pt x="106" y="211"/>
                        <a:pt x="116" y="209"/>
                        <a:pt x="125" y="204"/>
                      </a:cubicBezTo>
                      <a:cubicBezTo>
                        <a:pt x="171" y="185"/>
                        <a:pt x="223" y="177"/>
                        <a:pt x="277" y="177"/>
                      </a:cubicBezTo>
                      <a:cubicBezTo>
                        <a:pt x="414" y="177"/>
                        <a:pt x="562" y="232"/>
                        <a:pt x="659" y="304"/>
                      </a:cubicBezTo>
                      <a:cubicBezTo>
                        <a:pt x="725" y="371"/>
                        <a:pt x="792" y="471"/>
                        <a:pt x="859" y="538"/>
                      </a:cubicBezTo>
                      <a:cubicBezTo>
                        <a:pt x="892" y="638"/>
                        <a:pt x="925" y="771"/>
                        <a:pt x="959" y="871"/>
                      </a:cubicBezTo>
                      <a:cubicBezTo>
                        <a:pt x="982" y="906"/>
                        <a:pt x="1017" y="921"/>
                        <a:pt x="1054" y="921"/>
                      </a:cubicBezTo>
                      <a:cubicBezTo>
                        <a:pt x="1122" y="921"/>
                        <a:pt x="1192" y="870"/>
                        <a:pt x="1192" y="804"/>
                      </a:cubicBezTo>
                      <a:cubicBezTo>
                        <a:pt x="1166" y="412"/>
                        <a:pt x="792" y="0"/>
                        <a:pt x="391" y="0"/>
                      </a:cubicBezTo>
                      <a:close/>
                    </a:path>
                  </a:pathLst>
                </a:custGeom>
                <a:solidFill>
                  <a:srgbClr val="C46345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58" name="Google Shape;1758;p55"/>
                <p:cNvSpPr/>
                <p:nvPr/>
              </p:nvSpPr>
              <p:spPr>
                <a:xfrm>
                  <a:off x="4884951" y="3180700"/>
                  <a:ext cx="297074" cy="50306"/>
                </a:xfrm>
                <a:custGeom>
                  <a:rect b="b" l="l" r="r" t="t"/>
                  <a:pathLst>
                    <a:path extrusionOk="0" h="2420" w="14291">
                      <a:moveTo>
                        <a:pt x="222" y="0"/>
                      </a:moveTo>
                      <a:cubicBezTo>
                        <a:pt x="49" y="0"/>
                        <a:pt x="1" y="239"/>
                        <a:pt x="189" y="270"/>
                      </a:cubicBezTo>
                      <a:cubicBezTo>
                        <a:pt x="3825" y="1204"/>
                        <a:pt x="7561" y="1871"/>
                        <a:pt x="11264" y="2272"/>
                      </a:cubicBezTo>
                      <a:cubicBezTo>
                        <a:pt x="11800" y="2346"/>
                        <a:pt x="12347" y="2420"/>
                        <a:pt x="12893" y="2420"/>
                      </a:cubicBezTo>
                      <a:cubicBezTo>
                        <a:pt x="13331" y="2420"/>
                        <a:pt x="13768" y="2372"/>
                        <a:pt x="14199" y="2238"/>
                      </a:cubicBezTo>
                      <a:cubicBezTo>
                        <a:pt x="14290" y="2177"/>
                        <a:pt x="14271" y="2034"/>
                        <a:pt x="14166" y="2034"/>
                      </a:cubicBezTo>
                      <a:cubicBezTo>
                        <a:pt x="14155" y="2034"/>
                        <a:pt x="14144" y="2035"/>
                        <a:pt x="14132" y="2038"/>
                      </a:cubicBezTo>
                      <a:cubicBezTo>
                        <a:pt x="13768" y="2155"/>
                        <a:pt x="13392" y="2195"/>
                        <a:pt x="13013" y="2195"/>
                      </a:cubicBezTo>
                      <a:cubicBezTo>
                        <a:pt x="12525" y="2195"/>
                        <a:pt x="12034" y="2128"/>
                        <a:pt x="11564" y="2071"/>
                      </a:cubicBezTo>
                      <a:cubicBezTo>
                        <a:pt x="10597" y="1938"/>
                        <a:pt x="9663" y="1805"/>
                        <a:pt x="8729" y="1671"/>
                      </a:cubicBezTo>
                      <a:cubicBezTo>
                        <a:pt x="6927" y="1404"/>
                        <a:pt x="5126" y="1071"/>
                        <a:pt x="3325" y="704"/>
                      </a:cubicBezTo>
                      <a:cubicBezTo>
                        <a:pt x="2291" y="470"/>
                        <a:pt x="1290" y="237"/>
                        <a:pt x="256" y="3"/>
                      </a:cubicBezTo>
                      <a:cubicBezTo>
                        <a:pt x="244" y="1"/>
                        <a:pt x="233" y="0"/>
                        <a:pt x="222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59" name="Google Shape;1759;p55"/>
                <p:cNvSpPr/>
                <p:nvPr/>
              </p:nvSpPr>
              <p:spPr>
                <a:xfrm>
                  <a:off x="4972071" y="2815838"/>
                  <a:ext cx="250136" cy="299132"/>
                </a:xfrm>
                <a:custGeom>
                  <a:rect b="b" l="l" r="r" t="t"/>
                  <a:pathLst>
                    <a:path extrusionOk="0" h="14390" w="12033">
                      <a:moveTo>
                        <a:pt x="3309" y="0"/>
                      </a:moveTo>
                      <a:cubicBezTo>
                        <a:pt x="3283" y="0"/>
                        <a:pt x="3257" y="12"/>
                        <a:pt x="3237" y="43"/>
                      </a:cubicBezTo>
                      <a:cubicBezTo>
                        <a:pt x="2770" y="610"/>
                        <a:pt x="2469" y="1310"/>
                        <a:pt x="2136" y="1944"/>
                      </a:cubicBezTo>
                      <a:cubicBezTo>
                        <a:pt x="1802" y="2611"/>
                        <a:pt x="1502" y="3245"/>
                        <a:pt x="1202" y="3912"/>
                      </a:cubicBezTo>
                      <a:cubicBezTo>
                        <a:pt x="668" y="5246"/>
                        <a:pt x="234" y="6647"/>
                        <a:pt x="134" y="8082"/>
                      </a:cubicBezTo>
                      <a:cubicBezTo>
                        <a:pt x="68" y="8682"/>
                        <a:pt x="1" y="9449"/>
                        <a:pt x="301" y="10016"/>
                      </a:cubicBezTo>
                      <a:cubicBezTo>
                        <a:pt x="635" y="10550"/>
                        <a:pt x="1369" y="10684"/>
                        <a:pt x="1902" y="10884"/>
                      </a:cubicBezTo>
                      <a:cubicBezTo>
                        <a:pt x="3470" y="11417"/>
                        <a:pt x="5038" y="11985"/>
                        <a:pt x="6606" y="12552"/>
                      </a:cubicBezTo>
                      <a:cubicBezTo>
                        <a:pt x="7440" y="12852"/>
                        <a:pt x="8307" y="13152"/>
                        <a:pt x="9141" y="13452"/>
                      </a:cubicBezTo>
                      <a:cubicBezTo>
                        <a:pt x="10041" y="13752"/>
                        <a:pt x="10909" y="14119"/>
                        <a:pt x="11809" y="14386"/>
                      </a:cubicBezTo>
                      <a:cubicBezTo>
                        <a:pt x="11820" y="14389"/>
                        <a:pt x="11829" y="14390"/>
                        <a:pt x="11839" y="14390"/>
                      </a:cubicBezTo>
                      <a:cubicBezTo>
                        <a:pt x="11957" y="14390"/>
                        <a:pt x="12033" y="14214"/>
                        <a:pt x="11909" y="14153"/>
                      </a:cubicBezTo>
                      <a:cubicBezTo>
                        <a:pt x="11242" y="13853"/>
                        <a:pt x="10508" y="13619"/>
                        <a:pt x="9808" y="13386"/>
                      </a:cubicBezTo>
                      <a:cubicBezTo>
                        <a:pt x="9074" y="13119"/>
                        <a:pt x="8340" y="12852"/>
                        <a:pt x="7606" y="12585"/>
                      </a:cubicBezTo>
                      <a:cubicBezTo>
                        <a:pt x="6172" y="12085"/>
                        <a:pt x="4704" y="11551"/>
                        <a:pt x="3237" y="11017"/>
                      </a:cubicBezTo>
                      <a:cubicBezTo>
                        <a:pt x="2536" y="10784"/>
                        <a:pt x="1836" y="10550"/>
                        <a:pt x="1135" y="10283"/>
                      </a:cubicBezTo>
                      <a:cubicBezTo>
                        <a:pt x="768" y="10117"/>
                        <a:pt x="535" y="9916"/>
                        <a:pt x="468" y="9516"/>
                      </a:cubicBezTo>
                      <a:cubicBezTo>
                        <a:pt x="368" y="9216"/>
                        <a:pt x="401" y="8849"/>
                        <a:pt x="401" y="8515"/>
                      </a:cubicBezTo>
                      <a:cubicBezTo>
                        <a:pt x="468" y="7114"/>
                        <a:pt x="835" y="5713"/>
                        <a:pt x="1335" y="4412"/>
                      </a:cubicBezTo>
                      <a:cubicBezTo>
                        <a:pt x="1635" y="3645"/>
                        <a:pt x="1969" y="2911"/>
                        <a:pt x="2336" y="2211"/>
                      </a:cubicBezTo>
                      <a:cubicBezTo>
                        <a:pt x="2703" y="1510"/>
                        <a:pt x="3137" y="843"/>
                        <a:pt x="3403" y="109"/>
                      </a:cubicBezTo>
                      <a:cubicBezTo>
                        <a:pt x="3427" y="63"/>
                        <a:pt x="3369" y="0"/>
                        <a:pt x="330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60" name="Google Shape;1760;p55"/>
                <p:cNvSpPr/>
                <p:nvPr/>
              </p:nvSpPr>
              <p:spPr>
                <a:xfrm>
                  <a:off x="5270933" y="2833196"/>
                  <a:ext cx="18064" cy="190871"/>
                </a:xfrm>
                <a:custGeom>
                  <a:rect b="b" l="l" r="r" t="t"/>
                  <a:pathLst>
                    <a:path extrusionOk="0" h="9182" w="869">
                      <a:moveTo>
                        <a:pt x="707" y="0"/>
                      </a:moveTo>
                      <a:cubicBezTo>
                        <a:pt x="656" y="0"/>
                        <a:pt x="588" y="48"/>
                        <a:pt x="568" y="108"/>
                      </a:cubicBezTo>
                      <a:cubicBezTo>
                        <a:pt x="535" y="742"/>
                        <a:pt x="568" y="1409"/>
                        <a:pt x="535" y="2043"/>
                      </a:cubicBezTo>
                      <a:cubicBezTo>
                        <a:pt x="535" y="2744"/>
                        <a:pt x="501" y="3411"/>
                        <a:pt x="468" y="4078"/>
                      </a:cubicBezTo>
                      <a:cubicBezTo>
                        <a:pt x="401" y="5412"/>
                        <a:pt x="134" y="7881"/>
                        <a:pt x="1" y="9181"/>
                      </a:cubicBezTo>
                      <a:cubicBezTo>
                        <a:pt x="268" y="7881"/>
                        <a:pt x="635" y="5412"/>
                        <a:pt x="735" y="4078"/>
                      </a:cubicBezTo>
                      <a:cubicBezTo>
                        <a:pt x="768" y="3411"/>
                        <a:pt x="801" y="2710"/>
                        <a:pt x="801" y="2043"/>
                      </a:cubicBezTo>
                      <a:cubicBezTo>
                        <a:pt x="835" y="1409"/>
                        <a:pt x="868" y="709"/>
                        <a:pt x="768" y="75"/>
                      </a:cubicBezTo>
                      <a:cubicBezTo>
                        <a:pt x="768" y="22"/>
                        <a:pt x="741" y="0"/>
                        <a:pt x="707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61" name="Google Shape;1761;p55"/>
                <p:cNvSpPr/>
                <p:nvPr/>
              </p:nvSpPr>
              <p:spPr>
                <a:xfrm>
                  <a:off x="5480575" y="3583957"/>
                  <a:ext cx="25901" cy="48539"/>
                </a:xfrm>
                <a:custGeom>
                  <a:rect b="b" l="l" r="r" t="t"/>
                  <a:pathLst>
                    <a:path extrusionOk="0" h="2335" w="1246">
                      <a:moveTo>
                        <a:pt x="1061" y="1"/>
                      </a:moveTo>
                      <a:cubicBezTo>
                        <a:pt x="1010" y="1"/>
                        <a:pt x="959" y="26"/>
                        <a:pt x="924" y="85"/>
                      </a:cubicBezTo>
                      <a:cubicBezTo>
                        <a:pt x="724" y="418"/>
                        <a:pt x="590" y="785"/>
                        <a:pt x="457" y="1119"/>
                      </a:cubicBezTo>
                      <a:cubicBezTo>
                        <a:pt x="290" y="1486"/>
                        <a:pt x="157" y="1853"/>
                        <a:pt x="23" y="2186"/>
                      </a:cubicBezTo>
                      <a:cubicBezTo>
                        <a:pt x="1" y="2275"/>
                        <a:pt x="68" y="2335"/>
                        <a:pt x="134" y="2335"/>
                      </a:cubicBezTo>
                      <a:cubicBezTo>
                        <a:pt x="168" y="2335"/>
                        <a:pt x="201" y="2320"/>
                        <a:pt x="223" y="2286"/>
                      </a:cubicBezTo>
                      <a:cubicBezTo>
                        <a:pt x="390" y="1953"/>
                        <a:pt x="590" y="1619"/>
                        <a:pt x="757" y="1252"/>
                      </a:cubicBezTo>
                      <a:cubicBezTo>
                        <a:pt x="924" y="919"/>
                        <a:pt x="1091" y="585"/>
                        <a:pt x="1224" y="218"/>
                      </a:cubicBezTo>
                      <a:cubicBezTo>
                        <a:pt x="1246" y="88"/>
                        <a:pt x="1155" y="1"/>
                        <a:pt x="1061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62" name="Google Shape;1762;p55"/>
                <p:cNvSpPr/>
                <p:nvPr/>
              </p:nvSpPr>
              <p:spPr>
                <a:xfrm>
                  <a:off x="5201877" y="2571751"/>
                  <a:ext cx="40536" cy="12535"/>
                </a:xfrm>
                <a:custGeom>
                  <a:rect b="b" l="l" r="r" t="t"/>
                  <a:pathLst>
                    <a:path extrusionOk="0" h="603" w="1950">
                      <a:moveTo>
                        <a:pt x="1858" y="1"/>
                      </a:moveTo>
                      <a:cubicBezTo>
                        <a:pt x="1846" y="1"/>
                        <a:pt x="1834" y="3"/>
                        <a:pt x="1822" y="10"/>
                      </a:cubicBezTo>
                      <a:cubicBezTo>
                        <a:pt x="1688" y="76"/>
                        <a:pt x="1588" y="210"/>
                        <a:pt x="1455" y="276"/>
                      </a:cubicBezTo>
                      <a:cubicBezTo>
                        <a:pt x="1321" y="343"/>
                        <a:pt x="1155" y="377"/>
                        <a:pt x="1021" y="410"/>
                      </a:cubicBezTo>
                      <a:cubicBezTo>
                        <a:pt x="921" y="432"/>
                        <a:pt x="817" y="443"/>
                        <a:pt x="714" y="443"/>
                      </a:cubicBezTo>
                      <a:cubicBezTo>
                        <a:pt x="506" y="443"/>
                        <a:pt x="298" y="399"/>
                        <a:pt x="121" y="310"/>
                      </a:cubicBezTo>
                      <a:cubicBezTo>
                        <a:pt x="101" y="297"/>
                        <a:pt x="84" y="291"/>
                        <a:pt x="70" y="291"/>
                      </a:cubicBezTo>
                      <a:cubicBezTo>
                        <a:pt x="11" y="291"/>
                        <a:pt x="0" y="383"/>
                        <a:pt x="54" y="410"/>
                      </a:cubicBezTo>
                      <a:cubicBezTo>
                        <a:pt x="277" y="534"/>
                        <a:pt x="518" y="602"/>
                        <a:pt x="763" y="602"/>
                      </a:cubicBezTo>
                      <a:cubicBezTo>
                        <a:pt x="849" y="602"/>
                        <a:pt x="935" y="594"/>
                        <a:pt x="1021" y="577"/>
                      </a:cubicBezTo>
                      <a:cubicBezTo>
                        <a:pt x="1188" y="577"/>
                        <a:pt x="1355" y="510"/>
                        <a:pt x="1522" y="443"/>
                      </a:cubicBezTo>
                      <a:cubicBezTo>
                        <a:pt x="1688" y="377"/>
                        <a:pt x="1855" y="276"/>
                        <a:pt x="1922" y="110"/>
                      </a:cubicBezTo>
                      <a:cubicBezTo>
                        <a:pt x="1949" y="55"/>
                        <a:pt x="1910" y="1"/>
                        <a:pt x="1858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63" name="Google Shape;1763;p55"/>
                <p:cNvSpPr/>
                <p:nvPr/>
              </p:nvSpPr>
              <p:spPr>
                <a:xfrm>
                  <a:off x="4855578" y="3100315"/>
                  <a:ext cx="29851" cy="31930"/>
                </a:xfrm>
                <a:custGeom>
                  <a:rect b="b" l="l" r="r" t="t"/>
                  <a:pathLst>
                    <a:path extrusionOk="0" h="1536" w="1436">
                      <a:moveTo>
                        <a:pt x="134" y="1"/>
                      </a:moveTo>
                      <a:cubicBezTo>
                        <a:pt x="84" y="1"/>
                        <a:pt x="34" y="34"/>
                        <a:pt x="34" y="101"/>
                      </a:cubicBezTo>
                      <a:cubicBezTo>
                        <a:pt x="1" y="434"/>
                        <a:pt x="134" y="801"/>
                        <a:pt x="368" y="1068"/>
                      </a:cubicBezTo>
                      <a:cubicBezTo>
                        <a:pt x="468" y="1202"/>
                        <a:pt x="601" y="1335"/>
                        <a:pt x="768" y="1402"/>
                      </a:cubicBezTo>
                      <a:cubicBezTo>
                        <a:pt x="835" y="1435"/>
                        <a:pt x="935" y="1468"/>
                        <a:pt x="1035" y="1502"/>
                      </a:cubicBezTo>
                      <a:cubicBezTo>
                        <a:pt x="1068" y="1535"/>
                        <a:pt x="1102" y="1535"/>
                        <a:pt x="1168" y="1535"/>
                      </a:cubicBezTo>
                      <a:lnTo>
                        <a:pt x="1302" y="1535"/>
                      </a:lnTo>
                      <a:cubicBezTo>
                        <a:pt x="1435" y="1502"/>
                        <a:pt x="1402" y="1335"/>
                        <a:pt x="1302" y="1302"/>
                      </a:cubicBezTo>
                      <a:cubicBezTo>
                        <a:pt x="1269" y="1268"/>
                        <a:pt x="1235" y="1268"/>
                        <a:pt x="1202" y="1235"/>
                      </a:cubicBezTo>
                      <a:lnTo>
                        <a:pt x="1102" y="1235"/>
                      </a:lnTo>
                      <a:cubicBezTo>
                        <a:pt x="1035" y="1202"/>
                        <a:pt x="968" y="1202"/>
                        <a:pt x="902" y="1168"/>
                      </a:cubicBezTo>
                      <a:cubicBezTo>
                        <a:pt x="768" y="1102"/>
                        <a:pt x="635" y="1001"/>
                        <a:pt x="535" y="901"/>
                      </a:cubicBezTo>
                      <a:cubicBezTo>
                        <a:pt x="335" y="668"/>
                        <a:pt x="234" y="401"/>
                        <a:pt x="234" y="101"/>
                      </a:cubicBezTo>
                      <a:cubicBezTo>
                        <a:pt x="234" y="34"/>
                        <a:pt x="184" y="1"/>
                        <a:pt x="134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64" name="Google Shape;1764;p55"/>
                <p:cNvSpPr/>
                <p:nvPr/>
              </p:nvSpPr>
              <p:spPr>
                <a:xfrm>
                  <a:off x="7327233" y="3485840"/>
                  <a:ext cx="568289" cy="701890"/>
                </a:xfrm>
                <a:custGeom>
                  <a:rect b="b" l="l" r="r" t="t"/>
                  <a:pathLst>
                    <a:path extrusionOk="0" h="33765" w="27338">
                      <a:moveTo>
                        <a:pt x="22301" y="11743"/>
                      </a:moveTo>
                      <a:cubicBezTo>
                        <a:pt x="22501" y="12644"/>
                        <a:pt x="22701" y="13578"/>
                        <a:pt x="22868" y="14512"/>
                      </a:cubicBezTo>
                      <a:cubicBezTo>
                        <a:pt x="23201" y="16113"/>
                        <a:pt x="23535" y="17714"/>
                        <a:pt x="23869" y="19349"/>
                      </a:cubicBezTo>
                      <a:cubicBezTo>
                        <a:pt x="22834" y="18948"/>
                        <a:pt x="21734" y="18615"/>
                        <a:pt x="20700" y="18248"/>
                      </a:cubicBezTo>
                      <a:lnTo>
                        <a:pt x="20666" y="18248"/>
                      </a:lnTo>
                      <a:cubicBezTo>
                        <a:pt x="19432" y="17814"/>
                        <a:pt x="18164" y="17380"/>
                        <a:pt x="16930" y="16947"/>
                      </a:cubicBezTo>
                      <a:cubicBezTo>
                        <a:pt x="15896" y="16613"/>
                        <a:pt x="14862" y="16246"/>
                        <a:pt x="13828" y="15879"/>
                      </a:cubicBezTo>
                      <a:cubicBezTo>
                        <a:pt x="15463" y="15246"/>
                        <a:pt x="17097" y="14612"/>
                        <a:pt x="18665" y="13811"/>
                      </a:cubicBezTo>
                      <a:cubicBezTo>
                        <a:pt x="19699" y="13311"/>
                        <a:pt x="20700" y="12744"/>
                        <a:pt x="21634" y="12077"/>
                      </a:cubicBezTo>
                      <a:cubicBezTo>
                        <a:pt x="21867" y="11977"/>
                        <a:pt x="22101" y="11843"/>
                        <a:pt x="22301" y="11743"/>
                      </a:cubicBezTo>
                      <a:close/>
                      <a:moveTo>
                        <a:pt x="5289" y="13511"/>
                      </a:moveTo>
                      <a:cubicBezTo>
                        <a:pt x="5389" y="13611"/>
                        <a:pt x="5522" y="13644"/>
                        <a:pt x="5689" y="13711"/>
                      </a:cubicBezTo>
                      <a:cubicBezTo>
                        <a:pt x="6022" y="13845"/>
                        <a:pt x="6356" y="13978"/>
                        <a:pt x="6690" y="14111"/>
                      </a:cubicBezTo>
                      <a:cubicBezTo>
                        <a:pt x="7323" y="14345"/>
                        <a:pt x="7957" y="14545"/>
                        <a:pt x="8591" y="14779"/>
                      </a:cubicBezTo>
                      <a:cubicBezTo>
                        <a:pt x="9758" y="15179"/>
                        <a:pt x="10926" y="15579"/>
                        <a:pt x="12060" y="15979"/>
                      </a:cubicBezTo>
                      <a:cubicBezTo>
                        <a:pt x="12060" y="15979"/>
                        <a:pt x="12027" y="15979"/>
                        <a:pt x="11993" y="16013"/>
                      </a:cubicBezTo>
                      <a:cubicBezTo>
                        <a:pt x="9658" y="16913"/>
                        <a:pt x="7323" y="17847"/>
                        <a:pt x="5122" y="19115"/>
                      </a:cubicBezTo>
                      <a:cubicBezTo>
                        <a:pt x="4621" y="19349"/>
                        <a:pt x="4154" y="19582"/>
                        <a:pt x="3654" y="19816"/>
                      </a:cubicBezTo>
                      <a:cubicBezTo>
                        <a:pt x="4188" y="17714"/>
                        <a:pt x="4722" y="15613"/>
                        <a:pt x="5289" y="13511"/>
                      </a:cubicBezTo>
                      <a:close/>
                      <a:moveTo>
                        <a:pt x="8603" y="0"/>
                      </a:moveTo>
                      <a:cubicBezTo>
                        <a:pt x="8512" y="0"/>
                        <a:pt x="8423" y="49"/>
                        <a:pt x="8357" y="168"/>
                      </a:cubicBezTo>
                      <a:cubicBezTo>
                        <a:pt x="8124" y="669"/>
                        <a:pt x="7991" y="1202"/>
                        <a:pt x="7824" y="1736"/>
                      </a:cubicBezTo>
                      <a:cubicBezTo>
                        <a:pt x="7657" y="2303"/>
                        <a:pt x="7524" y="2837"/>
                        <a:pt x="7357" y="3370"/>
                      </a:cubicBezTo>
                      <a:cubicBezTo>
                        <a:pt x="7023" y="4438"/>
                        <a:pt x="6723" y="5505"/>
                        <a:pt x="6423" y="6573"/>
                      </a:cubicBezTo>
                      <a:cubicBezTo>
                        <a:pt x="5822" y="8708"/>
                        <a:pt x="5222" y="10842"/>
                        <a:pt x="4655" y="13011"/>
                      </a:cubicBezTo>
                      <a:cubicBezTo>
                        <a:pt x="3521" y="17314"/>
                        <a:pt x="2420" y="21684"/>
                        <a:pt x="1453" y="26053"/>
                      </a:cubicBezTo>
                      <a:cubicBezTo>
                        <a:pt x="1186" y="27254"/>
                        <a:pt x="919" y="28488"/>
                        <a:pt x="685" y="29723"/>
                      </a:cubicBezTo>
                      <a:cubicBezTo>
                        <a:pt x="452" y="30924"/>
                        <a:pt x="152" y="32158"/>
                        <a:pt x="18" y="33392"/>
                      </a:cubicBezTo>
                      <a:cubicBezTo>
                        <a:pt x="0" y="33500"/>
                        <a:pt x="90" y="33560"/>
                        <a:pt x="186" y="33560"/>
                      </a:cubicBezTo>
                      <a:cubicBezTo>
                        <a:pt x="268" y="33560"/>
                        <a:pt x="355" y="33517"/>
                        <a:pt x="385" y="33425"/>
                      </a:cubicBezTo>
                      <a:cubicBezTo>
                        <a:pt x="719" y="32358"/>
                        <a:pt x="919" y="31290"/>
                        <a:pt x="1186" y="30190"/>
                      </a:cubicBezTo>
                      <a:cubicBezTo>
                        <a:pt x="1453" y="29122"/>
                        <a:pt x="1686" y="28055"/>
                        <a:pt x="1953" y="26954"/>
                      </a:cubicBezTo>
                      <a:cubicBezTo>
                        <a:pt x="2387" y="25119"/>
                        <a:pt x="2820" y="23285"/>
                        <a:pt x="3287" y="21417"/>
                      </a:cubicBezTo>
                      <a:cubicBezTo>
                        <a:pt x="3421" y="21317"/>
                        <a:pt x="3487" y="21083"/>
                        <a:pt x="3387" y="20950"/>
                      </a:cubicBezTo>
                      <a:cubicBezTo>
                        <a:pt x="3454" y="20883"/>
                        <a:pt x="3554" y="20816"/>
                        <a:pt x="3621" y="20783"/>
                      </a:cubicBezTo>
                      <a:cubicBezTo>
                        <a:pt x="3754" y="20683"/>
                        <a:pt x="3888" y="20583"/>
                        <a:pt x="4021" y="20483"/>
                      </a:cubicBezTo>
                      <a:cubicBezTo>
                        <a:pt x="4321" y="20283"/>
                        <a:pt x="4621" y="20116"/>
                        <a:pt x="4922" y="19916"/>
                      </a:cubicBezTo>
                      <a:cubicBezTo>
                        <a:pt x="5522" y="19549"/>
                        <a:pt x="6156" y="19215"/>
                        <a:pt x="6790" y="18882"/>
                      </a:cubicBezTo>
                      <a:cubicBezTo>
                        <a:pt x="8057" y="18214"/>
                        <a:pt x="9392" y="17647"/>
                        <a:pt x="10726" y="17114"/>
                      </a:cubicBezTo>
                      <a:cubicBezTo>
                        <a:pt x="11460" y="16813"/>
                        <a:pt x="12160" y="16547"/>
                        <a:pt x="12894" y="16246"/>
                      </a:cubicBezTo>
                      <a:cubicBezTo>
                        <a:pt x="15262" y="17047"/>
                        <a:pt x="17631" y="17881"/>
                        <a:pt x="19999" y="18681"/>
                      </a:cubicBezTo>
                      <a:cubicBezTo>
                        <a:pt x="20700" y="18948"/>
                        <a:pt x="21433" y="19182"/>
                        <a:pt x="22134" y="19449"/>
                      </a:cubicBezTo>
                      <a:cubicBezTo>
                        <a:pt x="22768" y="19649"/>
                        <a:pt x="23368" y="19882"/>
                        <a:pt x="24002" y="20082"/>
                      </a:cubicBezTo>
                      <a:cubicBezTo>
                        <a:pt x="24469" y="22284"/>
                        <a:pt x="24903" y="24486"/>
                        <a:pt x="25336" y="26687"/>
                      </a:cubicBezTo>
                      <a:cubicBezTo>
                        <a:pt x="25570" y="27821"/>
                        <a:pt x="25803" y="28955"/>
                        <a:pt x="26037" y="30090"/>
                      </a:cubicBezTo>
                      <a:cubicBezTo>
                        <a:pt x="26137" y="30657"/>
                        <a:pt x="26270" y="31257"/>
                        <a:pt x="26370" y="31824"/>
                      </a:cubicBezTo>
                      <a:cubicBezTo>
                        <a:pt x="26470" y="32391"/>
                        <a:pt x="26570" y="33025"/>
                        <a:pt x="26771" y="33559"/>
                      </a:cubicBezTo>
                      <a:cubicBezTo>
                        <a:pt x="26817" y="33697"/>
                        <a:pt x="26941" y="33765"/>
                        <a:pt x="27061" y="33765"/>
                      </a:cubicBezTo>
                      <a:cubicBezTo>
                        <a:pt x="27202" y="33765"/>
                        <a:pt x="27338" y="33672"/>
                        <a:pt x="27338" y="33492"/>
                      </a:cubicBezTo>
                      <a:cubicBezTo>
                        <a:pt x="27304" y="32992"/>
                        <a:pt x="27204" y="32491"/>
                        <a:pt x="27104" y="31991"/>
                      </a:cubicBezTo>
                      <a:cubicBezTo>
                        <a:pt x="27004" y="31491"/>
                        <a:pt x="26904" y="30990"/>
                        <a:pt x="26804" y="30490"/>
                      </a:cubicBezTo>
                      <a:cubicBezTo>
                        <a:pt x="26604" y="29456"/>
                        <a:pt x="26370" y="28422"/>
                        <a:pt x="26170" y="27388"/>
                      </a:cubicBezTo>
                      <a:cubicBezTo>
                        <a:pt x="25770" y="25353"/>
                        <a:pt x="25370" y="23351"/>
                        <a:pt x="24936" y="21317"/>
                      </a:cubicBezTo>
                      <a:cubicBezTo>
                        <a:pt x="24836" y="20883"/>
                        <a:pt x="24769" y="20449"/>
                        <a:pt x="24669" y="20016"/>
                      </a:cubicBezTo>
                      <a:cubicBezTo>
                        <a:pt x="24736" y="19916"/>
                        <a:pt x="24702" y="19749"/>
                        <a:pt x="24602" y="19649"/>
                      </a:cubicBezTo>
                      <a:cubicBezTo>
                        <a:pt x="23869" y="16146"/>
                        <a:pt x="23135" y="12644"/>
                        <a:pt x="22401" y="9141"/>
                      </a:cubicBezTo>
                      <a:cubicBezTo>
                        <a:pt x="22134" y="8007"/>
                        <a:pt x="21900" y="6906"/>
                        <a:pt x="21667" y="5772"/>
                      </a:cubicBezTo>
                      <a:cubicBezTo>
                        <a:pt x="21400" y="4605"/>
                        <a:pt x="21200" y="3437"/>
                        <a:pt x="20800" y="2303"/>
                      </a:cubicBezTo>
                      <a:cubicBezTo>
                        <a:pt x="20784" y="2223"/>
                        <a:pt x="20700" y="2182"/>
                        <a:pt x="20619" y="2182"/>
                      </a:cubicBezTo>
                      <a:cubicBezTo>
                        <a:pt x="20532" y="2182"/>
                        <a:pt x="20449" y="2232"/>
                        <a:pt x="20466" y="2336"/>
                      </a:cubicBezTo>
                      <a:cubicBezTo>
                        <a:pt x="20566" y="3370"/>
                        <a:pt x="20800" y="4338"/>
                        <a:pt x="21000" y="5339"/>
                      </a:cubicBezTo>
                      <a:cubicBezTo>
                        <a:pt x="21200" y="6373"/>
                        <a:pt x="21400" y="7407"/>
                        <a:pt x="21634" y="8441"/>
                      </a:cubicBezTo>
                      <a:cubicBezTo>
                        <a:pt x="21834" y="9375"/>
                        <a:pt x="22001" y="10309"/>
                        <a:pt x="22201" y="11243"/>
                      </a:cubicBezTo>
                      <a:cubicBezTo>
                        <a:pt x="21634" y="11476"/>
                        <a:pt x="21100" y="11776"/>
                        <a:pt x="20533" y="12043"/>
                      </a:cubicBezTo>
                      <a:cubicBezTo>
                        <a:pt x="19932" y="12344"/>
                        <a:pt x="19299" y="12644"/>
                        <a:pt x="18665" y="12911"/>
                      </a:cubicBezTo>
                      <a:cubicBezTo>
                        <a:pt x="17431" y="13511"/>
                        <a:pt x="16163" y="14111"/>
                        <a:pt x="14895" y="14679"/>
                      </a:cubicBezTo>
                      <a:cubicBezTo>
                        <a:pt x="14228" y="14979"/>
                        <a:pt x="13561" y="15279"/>
                        <a:pt x="12927" y="15579"/>
                      </a:cubicBezTo>
                      <a:cubicBezTo>
                        <a:pt x="11727" y="15179"/>
                        <a:pt x="10526" y="14779"/>
                        <a:pt x="9325" y="14378"/>
                      </a:cubicBezTo>
                      <a:cubicBezTo>
                        <a:pt x="8624" y="14145"/>
                        <a:pt x="7924" y="13911"/>
                        <a:pt x="7257" y="13678"/>
                      </a:cubicBezTo>
                      <a:cubicBezTo>
                        <a:pt x="6890" y="13578"/>
                        <a:pt x="6523" y="13444"/>
                        <a:pt x="6156" y="13344"/>
                      </a:cubicBezTo>
                      <a:cubicBezTo>
                        <a:pt x="5922" y="13278"/>
                        <a:pt x="5656" y="13177"/>
                        <a:pt x="5389" y="13177"/>
                      </a:cubicBezTo>
                      <a:cubicBezTo>
                        <a:pt x="5889" y="11309"/>
                        <a:pt x="6389" y="9475"/>
                        <a:pt x="6890" y="7607"/>
                      </a:cubicBezTo>
                      <a:cubicBezTo>
                        <a:pt x="7223" y="6439"/>
                        <a:pt x="7590" y="5238"/>
                        <a:pt x="7924" y="4071"/>
                      </a:cubicBezTo>
                      <a:cubicBezTo>
                        <a:pt x="8091" y="3471"/>
                        <a:pt x="8257" y="2870"/>
                        <a:pt x="8458" y="2270"/>
                      </a:cubicBezTo>
                      <a:cubicBezTo>
                        <a:pt x="8624" y="1669"/>
                        <a:pt x="8858" y="1069"/>
                        <a:pt x="8958" y="435"/>
                      </a:cubicBezTo>
                      <a:cubicBezTo>
                        <a:pt x="8980" y="210"/>
                        <a:pt x="8790" y="0"/>
                        <a:pt x="860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65" name="Google Shape;1765;p55"/>
                <p:cNvSpPr/>
                <p:nvPr/>
              </p:nvSpPr>
              <p:spPr>
                <a:xfrm>
                  <a:off x="7021802" y="2743061"/>
                  <a:ext cx="472230" cy="427537"/>
                </a:xfrm>
                <a:custGeom>
                  <a:rect b="b" l="l" r="r" t="t"/>
                  <a:pathLst>
                    <a:path extrusionOk="0" h="20567" w="22717">
                      <a:moveTo>
                        <a:pt x="18845" y="1"/>
                      </a:moveTo>
                      <a:cubicBezTo>
                        <a:pt x="17687" y="1"/>
                        <a:pt x="16865" y="1107"/>
                        <a:pt x="16379" y="2443"/>
                      </a:cubicBezTo>
                      <a:cubicBezTo>
                        <a:pt x="16012" y="3410"/>
                        <a:pt x="15812" y="4444"/>
                        <a:pt x="15578" y="5445"/>
                      </a:cubicBezTo>
                      <a:cubicBezTo>
                        <a:pt x="15245" y="6846"/>
                        <a:pt x="14878" y="7947"/>
                        <a:pt x="14244" y="9281"/>
                      </a:cubicBezTo>
                      <a:cubicBezTo>
                        <a:pt x="13811" y="10115"/>
                        <a:pt x="13410" y="10982"/>
                        <a:pt x="12877" y="11750"/>
                      </a:cubicBezTo>
                      <a:cubicBezTo>
                        <a:pt x="12243" y="12650"/>
                        <a:pt x="11476" y="13451"/>
                        <a:pt x="10608" y="14118"/>
                      </a:cubicBezTo>
                      <a:cubicBezTo>
                        <a:pt x="8974" y="15385"/>
                        <a:pt x="7039" y="16286"/>
                        <a:pt x="5104" y="17020"/>
                      </a:cubicBezTo>
                      <a:cubicBezTo>
                        <a:pt x="4004" y="17420"/>
                        <a:pt x="2903" y="17821"/>
                        <a:pt x="1769" y="18154"/>
                      </a:cubicBezTo>
                      <a:cubicBezTo>
                        <a:pt x="1001" y="18388"/>
                        <a:pt x="1" y="18855"/>
                        <a:pt x="201" y="19488"/>
                      </a:cubicBezTo>
                      <a:lnTo>
                        <a:pt x="201" y="19455"/>
                      </a:lnTo>
                      <a:cubicBezTo>
                        <a:pt x="268" y="19689"/>
                        <a:pt x="501" y="19955"/>
                        <a:pt x="968" y="20222"/>
                      </a:cubicBezTo>
                      <a:cubicBezTo>
                        <a:pt x="1483" y="20493"/>
                        <a:pt x="2063" y="20566"/>
                        <a:pt x="2620" y="20566"/>
                      </a:cubicBezTo>
                      <a:cubicBezTo>
                        <a:pt x="2750" y="20566"/>
                        <a:pt x="2877" y="20562"/>
                        <a:pt x="3003" y="20556"/>
                      </a:cubicBezTo>
                      <a:cubicBezTo>
                        <a:pt x="6505" y="20489"/>
                        <a:pt x="9974" y="20089"/>
                        <a:pt x="13377" y="19355"/>
                      </a:cubicBezTo>
                      <a:cubicBezTo>
                        <a:pt x="14444" y="19121"/>
                        <a:pt x="15612" y="18821"/>
                        <a:pt x="16446" y="18054"/>
                      </a:cubicBezTo>
                      <a:cubicBezTo>
                        <a:pt x="16946" y="17554"/>
                        <a:pt x="17313" y="16920"/>
                        <a:pt x="17647" y="16253"/>
                      </a:cubicBezTo>
                      <a:cubicBezTo>
                        <a:pt x="19114" y="13417"/>
                        <a:pt x="20115" y="10382"/>
                        <a:pt x="21116" y="7346"/>
                      </a:cubicBezTo>
                      <a:cubicBezTo>
                        <a:pt x="21883" y="5078"/>
                        <a:pt x="22717" y="2109"/>
                        <a:pt x="20282" y="508"/>
                      </a:cubicBezTo>
                      <a:cubicBezTo>
                        <a:pt x="19756" y="155"/>
                        <a:pt x="19277" y="1"/>
                        <a:pt x="18845" y="1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66" name="Google Shape;1766;p55"/>
                <p:cNvSpPr/>
                <p:nvPr/>
              </p:nvSpPr>
              <p:spPr>
                <a:xfrm>
                  <a:off x="7261025" y="2768318"/>
                  <a:ext cx="757933" cy="790382"/>
                </a:xfrm>
                <a:custGeom>
                  <a:rect b="b" l="l" r="r" t="t"/>
                  <a:pathLst>
                    <a:path extrusionOk="0" h="38022" w="36461">
                      <a:moveTo>
                        <a:pt x="24563" y="0"/>
                      </a:moveTo>
                      <a:cubicBezTo>
                        <a:pt x="22813" y="0"/>
                        <a:pt x="21065" y="485"/>
                        <a:pt x="19481" y="1595"/>
                      </a:cubicBezTo>
                      <a:cubicBezTo>
                        <a:pt x="13911" y="5464"/>
                        <a:pt x="14978" y="11569"/>
                        <a:pt x="14978" y="17406"/>
                      </a:cubicBezTo>
                      <a:cubicBezTo>
                        <a:pt x="14978" y="20975"/>
                        <a:pt x="15512" y="24711"/>
                        <a:pt x="14511" y="27580"/>
                      </a:cubicBezTo>
                      <a:cubicBezTo>
                        <a:pt x="13811" y="29615"/>
                        <a:pt x="12310" y="31216"/>
                        <a:pt x="9274" y="32017"/>
                      </a:cubicBezTo>
                      <a:cubicBezTo>
                        <a:pt x="7006" y="32650"/>
                        <a:pt x="4738" y="33251"/>
                        <a:pt x="2436" y="33885"/>
                      </a:cubicBezTo>
                      <a:cubicBezTo>
                        <a:pt x="1702" y="34085"/>
                        <a:pt x="902" y="34318"/>
                        <a:pt x="535" y="34985"/>
                      </a:cubicBezTo>
                      <a:cubicBezTo>
                        <a:pt x="1" y="35886"/>
                        <a:pt x="668" y="37120"/>
                        <a:pt x="1602" y="37587"/>
                      </a:cubicBezTo>
                      <a:cubicBezTo>
                        <a:pt x="2216" y="37916"/>
                        <a:pt x="2901" y="38000"/>
                        <a:pt x="3602" y="38000"/>
                      </a:cubicBezTo>
                      <a:cubicBezTo>
                        <a:pt x="3968" y="38000"/>
                        <a:pt x="4338" y="37977"/>
                        <a:pt x="4704" y="37954"/>
                      </a:cubicBezTo>
                      <a:cubicBezTo>
                        <a:pt x="6731" y="37841"/>
                        <a:pt x="8768" y="37781"/>
                        <a:pt x="10804" y="37781"/>
                      </a:cubicBezTo>
                      <a:cubicBezTo>
                        <a:pt x="12354" y="37781"/>
                        <a:pt x="13903" y="37815"/>
                        <a:pt x="15445" y="37887"/>
                      </a:cubicBezTo>
                      <a:cubicBezTo>
                        <a:pt x="16807" y="37941"/>
                        <a:pt x="18177" y="38022"/>
                        <a:pt x="19547" y="38022"/>
                      </a:cubicBezTo>
                      <a:cubicBezTo>
                        <a:pt x="20762" y="38022"/>
                        <a:pt x="21977" y="37958"/>
                        <a:pt x="23184" y="37754"/>
                      </a:cubicBezTo>
                      <a:cubicBezTo>
                        <a:pt x="25486" y="37387"/>
                        <a:pt x="29255" y="36053"/>
                        <a:pt x="30323" y="33751"/>
                      </a:cubicBezTo>
                      <a:cubicBezTo>
                        <a:pt x="32724" y="28547"/>
                        <a:pt x="34459" y="23010"/>
                        <a:pt x="35493" y="17339"/>
                      </a:cubicBezTo>
                      <a:cubicBezTo>
                        <a:pt x="36294" y="12836"/>
                        <a:pt x="36460" y="7666"/>
                        <a:pt x="33391" y="4230"/>
                      </a:cubicBezTo>
                      <a:cubicBezTo>
                        <a:pt x="31168" y="1723"/>
                        <a:pt x="27863" y="0"/>
                        <a:pt x="2456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67" name="Google Shape;1767;p55"/>
                <p:cNvSpPr/>
                <p:nvPr/>
              </p:nvSpPr>
              <p:spPr>
                <a:xfrm>
                  <a:off x="7137609" y="3910154"/>
                  <a:ext cx="136615" cy="244503"/>
                </a:xfrm>
                <a:custGeom>
                  <a:rect b="b" l="l" r="r" t="t"/>
                  <a:pathLst>
                    <a:path extrusionOk="0" h="11762" w="6572">
                      <a:moveTo>
                        <a:pt x="3447" y="0"/>
                      </a:moveTo>
                      <a:cubicBezTo>
                        <a:pt x="2922" y="0"/>
                        <a:pt x="2407" y="200"/>
                        <a:pt x="2035" y="571"/>
                      </a:cubicBezTo>
                      <a:cubicBezTo>
                        <a:pt x="1635" y="971"/>
                        <a:pt x="701" y="771"/>
                        <a:pt x="534" y="1305"/>
                      </a:cubicBezTo>
                      <a:cubicBezTo>
                        <a:pt x="0" y="3173"/>
                        <a:pt x="534" y="5875"/>
                        <a:pt x="334" y="7810"/>
                      </a:cubicBezTo>
                      <a:cubicBezTo>
                        <a:pt x="301" y="8410"/>
                        <a:pt x="234" y="8977"/>
                        <a:pt x="167" y="9544"/>
                      </a:cubicBezTo>
                      <a:cubicBezTo>
                        <a:pt x="134" y="9844"/>
                        <a:pt x="134" y="10145"/>
                        <a:pt x="234" y="10411"/>
                      </a:cubicBezTo>
                      <a:cubicBezTo>
                        <a:pt x="367" y="10745"/>
                        <a:pt x="667" y="11312"/>
                        <a:pt x="968" y="11546"/>
                      </a:cubicBezTo>
                      <a:cubicBezTo>
                        <a:pt x="1210" y="11715"/>
                        <a:pt x="1522" y="11762"/>
                        <a:pt x="1828" y="11762"/>
                      </a:cubicBezTo>
                      <a:cubicBezTo>
                        <a:pt x="1944" y="11762"/>
                        <a:pt x="2059" y="11755"/>
                        <a:pt x="2169" y="11746"/>
                      </a:cubicBezTo>
                      <a:lnTo>
                        <a:pt x="4203" y="11679"/>
                      </a:lnTo>
                      <a:cubicBezTo>
                        <a:pt x="4737" y="11646"/>
                        <a:pt x="5337" y="11612"/>
                        <a:pt x="5704" y="11212"/>
                      </a:cubicBezTo>
                      <a:cubicBezTo>
                        <a:pt x="5971" y="10945"/>
                        <a:pt x="6038" y="10545"/>
                        <a:pt x="6138" y="10178"/>
                      </a:cubicBezTo>
                      <a:cubicBezTo>
                        <a:pt x="6271" y="9511"/>
                        <a:pt x="6338" y="8844"/>
                        <a:pt x="6372" y="8210"/>
                      </a:cubicBezTo>
                      <a:lnTo>
                        <a:pt x="6405" y="8210"/>
                      </a:lnTo>
                      <a:cubicBezTo>
                        <a:pt x="6472" y="7243"/>
                        <a:pt x="6472" y="6309"/>
                        <a:pt x="6538" y="5341"/>
                      </a:cubicBezTo>
                      <a:cubicBezTo>
                        <a:pt x="6572" y="4441"/>
                        <a:pt x="6505" y="3473"/>
                        <a:pt x="6372" y="2573"/>
                      </a:cubicBezTo>
                      <a:cubicBezTo>
                        <a:pt x="6338" y="2106"/>
                        <a:pt x="6238" y="1672"/>
                        <a:pt x="6005" y="1272"/>
                      </a:cubicBezTo>
                      <a:cubicBezTo>
                        <a:pt x="5804" y="938"/>
                        <a:pt x="5504" y="705"/>
                        <a:pt x="5171" y="504"/>
                      </a:cubicBezTo>
                      <a:cubicBezTo>
                        <a:pt x="4704" y="204"/>
                        <a:pt x="4137" y="4"/>
                        <a:pt x="3570" y="4"/>
                      </a:cubicBezTo>
                      <a:cubicBezTo>
                        <a:pt x="3529" y="2"/>
                        <a:pt x="3488" y="0"/>
                        <a:pt x="3447" y="0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68" name="Google Shape;1768;p55"/>
                <p:cNvSpPr/>
                <p:nvPr/>
              </p:nvSpPr>
              <p:spPr>
                <a:xfrm>
                  <a:off x="6965634" y="4075083"/>
                  <a:ext cx="309297" cy="123208"/>
                </a:xfrm>
                <a:custGeom>
                  <a:rect b="b" l="l" r="r" t="t"/>
                  <a:pathLst>
                    <a:path extrusionOk="0" h="5927" w="14879">
                      <a:moveTo>
                        <a:pt x="8521" y="0"/>
                      </a:moveTo>
                      <a:cubicBezTo>
                        <a:pt x="8302" y="0"/>
                        <a:pt x="8107" y="70"/>
                        <a:pt x="7973" y="276"/>
                      </a:cubicBezTo>
                      <a:cubicBezTo>
                        <a:pt x="7840" y="509"/>
                        <a:pt x="7806" y="810"/>
                        <a:pt x="7673" y="1043"/>
                      </a:cubicBezTo>
                      <a:cubicBezTo>
                        <a:pt x="7339" y="1677"/>
                        <a:pt x="6539" y="1910"/>
                        <a:pt x="5838" y="2077"/>
                      </a:cubicBezTo>
                      <a:cubicBezTo>
                        <a:pt x="4304" y="2444"/>
                        <a:pt x="2769" y="2944"/>
                        <a:pt x="1302" y="3578"/>
                      </a:cubicBezTo>
                      <a:cubicBezTo>
                        <a:pt x="901" y="3745"/>
                        <a:pt x="501" y="3945"/>
                        <a:pt x="268" y="4312"/>
                      </a:cubicBezTo>
                      <a:cubicBezTo>
                        <a:pt x="1" y="4746"/>
                        <a:pt x="67" y="5213"/>
                        <a:pt x="468" y="5546"/>
                      </a:cubicBezTo>
                      <a:cubicBezTo>
                        <a:pt x="748" y="5784"/>
                        <a:pt x="1043" y="5826"/>
                        <a:pt x="1360" y="5826"/>
                      </a:cubicBezTo>
                      <a:cubicBezTo>
                        <a:pt x="1534" y="5826"/>
                        <a:pt x="1714" y="5813"/>
                        <a:pt x="1902" y="5813"/>
                      </a:cubicBezTo>
                      <a:cubicBezTo>
                        <a:pt x="2469" y="5847"/>
                        <a:pt x="3070" y="5880"/>
                        <a:pt x="3637" y="5913"/>
                      </a:cubicBezTo>
                      <a:cubicBezTo>
                        <a:pt x="3923" y="5922"/>
                        <a:pt x="4209" y="5926"/>
                        <a:pt x="4495" y="5926"/>
                      </a:cubicBezTo>
                      <a:cubicBezTo>
                        <a:pt x="6344" y="5926"/>
                        <a:pt x="8197" y="5753"/>
                        <a:pt x="10075" y="5580"/>
                      </a:cubicBezTo>
                      <a:cubicBezTo>
                        <a:pt x="11009" y="5480"/>
                        <a:pt x="11943" y="5413"/>
                        <a:pt x="12877" y="5313"/>
                      </a:cubicBezTo>
                      <a:cubicBezTo>
                        <a:pt x="13227" y="5272"/>
                        <a:pt x="13603" y="5243"/>
                        <a:pt x="13973" y="5243"/>
                      </a:cubicBezTo>
                      <a:cubicBezTo>
                        <a:pt x="14202" y="5243"/>
                        <a:pt x="14428" y="5254"/>
                        <a:pt x="14645" y="5279"/>
                      </a:cubicBezTo>
                      <a:cubicBezTo>
                        <a:pt x="14745" y="5113"/>
                        <a:pt x="14778" y="4879"/>
                        <a:pt x="14778" y="4679"/>
                      </a:cubicBezTo>
                      <a:cubicBezTo>
                        <a:pt x="14778" y="3512"/>
                        <a:pt x="14878" y="2311"/>
                        <a:pt x="14778" y="1143"/>
                      </a:cubicBezTo>
                      <a:cubicBezTo>
                        <a:pt x="14759" y="778"/>
                        <a:pt x="14574" y="701"/>
                        <a:pt x="14318" y="701"/>
                      </a:cubicBezTo>
                      <a:cubicBezTo>
                        <a:pt x="14130" y="701"/>
                        <a:pt x="13904" y="743"/>
                        <a:pt x="13677" y="743"/>
                      </a:cubicBezTo>
                      <a:cubicBezTo>
                        <a:pt x="13077" y="743"/>
                        <a:pt x="12443" y="676"/>
                        <a:pt x="11809" y="609"/>
                      </a:cubicBezTo>
                      <a:cubicBezTo>
                        <a:pt x="11109" y="543"/>
                        <a:pt x="10375" y="443"/>
                        <a:pt x="9674" y="276"/>
                      </a:cubicBezTo>
                      <a:cubicBezTo>
                        <a:pt x="9356" y="212"/>
                        <a:pt x="8903" y="0"/>
                        <a:pt x="8521" y="0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69" name="Google Shape;1769;p55"/>
                <p:cNvSpPr/>
                <p:nvPr/>
              </p:nvSpPr>
              <p:spPr>
                <a:xfrm>
                  <a:off x="7463516" y="3081606"/>
                  <a:ext cx="707" cy="1393"/>
                </a:xfrm>
                <a:custGeom>
                  <a:rect b="b" l="l" r="r" t="t"/>
                  <a:pathLst>
                    <a:path extrusionOk="0" h="67" w="34">
                      <a:moveTo>
                        <a:pt x="34" y="0"/>
                      </a:moveTo>
                      <a:lnTo>
                        <a:pt x="0" y="67"/>
                      </a:lnTo>
                      <a:cubicBezTo>
                        <a:pt x="34" y="67"/>
                        <a:pt x="34" y="33"/>
                        <a:pt x="34" y="0"/>
                      </a:cubicBezTo>
                      <a:close/>
                    </a:path>
                  </a:pathLst>
                </a:custGeom>
                <a:solidFill>
                  <a:srgbClr val="7A483A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70" name="Google Shape;1770;p55"/>
                <p:cNvSpPr/>
                <p:nvPr/>
              </p:nvSpPr>
              <p:spPr>
                <a:xfrm>
                  <a:off x="7488481" y="2716162"/>
                  <a:ext cx="1393" cy="6964"/>
                </a:xfrm>
                <a:custGeom>
                  <a:rect b="b" l="l" r="r" t="t"/>
                  <a:pathLst>
                    <a:path extrusionOk="0" h="335" w="67">
                      <a:moveTo>
                        <a:pt x="67" y="1"/>
                      </a:moveTo>
                      <a:lnTo>
                        <a:pt x="0" y="334"/>
                      </a:lnTo>
                      <a:lnTo>
                        <a:pt x="0" y="334"/>
                      </a:lnTo>
                      <a:close/>
                    </a:path>
                  </a:pathLst>
                </a:custGeom>
                <a:solidFill>
                  <a:srgbClr val="7A483A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71" name="Google Shape;1771;p55"/>
                <p:cNvSpPr/>
                <p:nvPr/>
              </p:nvSpPr>
              <p:spPr>
                <a:xfrm>
                  <a:off x="7338687" y="2635673"/>
                  <a:ext cx="184926" cy="266350"/>
                </a:xfrm>
                <a:custGeom>
                  <a:rect b="b" l="l" r="r" t="t"/>
                  <a:pathLst>
                    <a:path extrusionOk="0" h="12813" w="8896">
                      <a:moveTo>
                        <a:pt x="5812" y="1"/>
                      </a:moveTo>
                      <a:cubicBezTo>
                        <a:pt x="5195" y="1"/>
                        <a:pt x="4561" y="206"/>
                        <a:pt x="4004" y="671"/>
                      </a:cubicBezTo>
                      <a:cubicBezTo>
                        <a:pt x="3603" y="971"/>
                        <a:pt x="3270" y="1304"/>
                        <a:pt x="2970" y="1671"/>
                      </a:cubicBezTo>
                      <a:cubicBezTo>
                        <a:pt x="2436" y="2305"/>
                        <a:pt x="2036" y="3006"/>
                        <a:pt x="1735" y="3773"/>
                      </a:cubicBezTo>
                      <a:cubicBezTo>
                        <a:pt x="1035" y="5541"/>
                        <a:pt x="401" y="8543"/>
                        <a:pt x="1" y="10378"/>
                      </a:cubicBezTo>
                      <a:cubicBezTo>
                        <a:pt x="1836" y="11678"/>
                        <a:pt x="4171" y="11845"/>
                        <a:pt x="6172" y="12813"/>
                      </a:cubicBezTo>
                      <a:cubicBezTo>
                        <a:pt x="7540" y="10378"/>
                        <a:pt x="7840" y="7709"/>
                        <a:pt x="8307" y="5007"/>
                      </a:cubicBezTo>
                      <a:cubicBezTo>
                        <a:pt x="8407" y="4440"/>
                        <a:pt x="8507" y="3840"/>
                        <a:pt x="8607" y="3239"/>
                      </a:cubicBezTo>
                      <a:cubicBezTo>
                        <a:pt x="8896" y="1385"/>
                        <a:pt x="7413" y="1"/>
                        <a:pt x="581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72" name="Google Shape;1772;p55"/>
                <p:cNvSpPr/>
                <p:nvPr/>
              </p:nvSpPr>
              <p:spPr>
                <a:xfrm>
                  <a:off x="6934432" y="3177499"/>
                  <a:ext cx="680271" cy="790985"/>
                </a:xfrm>
                <a:custGeom>
                  <a:rect b="b" l="l" r="r" t="t"/>
                  <a:pathLst>
                    <a:path extrusionOk="0" h="38051" w="32725">
                      <a:moveTo>
                        <a:pt x="29486" y="1"/>
                      </a:moveTo>
                      <a:cubicBezTo>
                        <a:pt x="29260" y="1"/>
                        <a:pt x="29013" y="67"/>
                        <a:pt x="28788" y="124"/>
                      </a:cubicBezTo>
                      <a:cubicBezTo>
                        <a:pt x="24151" y="1492"/>
                        <a:pt x="19515" y="2859"/>
                        <a:pt x="15078" y="4761"/>
                      </a:cubicBezTo>
                      <a:cubicBezTo>
                        <a:pt x="11009" y="6462"/>
                        <a:pt x="7106" y="8030"/>
                        <a:pt x="4104" y="11365"/>
                      </a:cubicBezTo>
                      <a:cubicBezTo>
                        <a:pt x="1" y="15935"/>
                        <a:pt x="3403" y="22707"/>
                        <a:pt x="5238" y="27443"/>
                      </a:cubicBezTo>
                      <a:cubicBezTo>
                        <a:pt x="6505" y="30746"/>
                        <a:pt x="11042" y="34749"/>
                        <a:pt x="12309" y="38051"/>
                      </a:cubicBezTo>
                      <a:cubicBezTo>
                        <a:pt x="12243" y="37884"/>
                        <a:pt x="20949" y="33915"/>
                        <a:pt x="21383" y="33715"/>
                      </a:cubicBezTo>
                      <a:cubicBezTo>
                        <a:pt x="21816" y="33481"/>
                        <a:pt x="18847" y="26943"/>
                        <a:pt x="18714" y="26176"/>
                      </a:cubicBezTo>
                      <a:cubicBezTo>
                        <a:pt x="18280" y="23441"/>
                        <a:pt x="15245" y="21939"/>
                        <a:pt x="14678" y="19238"/>
                      </a:cubicBezTo>
                      <a:cubicBezTo>
                        <a:pt x="14444" y="18170"/>
                        <a:pt x="14244" y="16802"/>
                        <a:pt x="13977" y="15335"/>
                      </a:cubicBezTo>
                      <a:cubicBezTo>
                        <a:pt x="14811" y="15168"/>
                        <a:pt x="15645" y="15035"/>
                        <a:pt x="16479" y="15001"/>
                      </a:cubicBezTo>
                      <a:cubicBezTo>
                        <a:pt x="17249" y="14967"/>
                        <a:pt x="18021" y="14954"/>
                        <a:pt x="18795" y="14954"/>
                      </a:cubicBezTo>
                      <a:cubicBezTo>
                        <a:pt x="21459" y="14954"/>
                        <a:pt x="24143" y="15110"/>
                        <a:pt x="26800" y="15110"/>
                      </a:cubicBezTo>
                      <a:cubicBezTo>
                        <a:pt x="27152" y="15110"/>
                        <a:pt x="27503" y="15107"/>
                        <a:pt x="27854" y="15101"/>
                      </a:cubicBezTo>
                      <a:lnTo>
                        <a:pt x="28054" y="15101"/>
                      </a:lnTo>
                      <a:cubicBezTo>
                        <a:pt x="30723" y="15035"/>
                        <a:pt x="32724" y="12166"/>
                        <a:pt x="32524" y="8630"/>
                      </a:cubicBezTo>
                      <a:cubicBezTo>
                        <a:pt x="32457" y="7329"/>
                        <a:pt x="31923" y="6328"/>
                        <a:pt x="31523" y="5161"/>
                      </a:cubicBezTo>
                      <a:cubicBezTo>
                        <a:pt x="31023" y="3760"/>
                        <a:pt x="30723" y="2292"/>
                        <a:pt x="30356" y="891"/>
                      </a:cubicBezTo>
                      <a:cubicBezTo>
                        <a:pt x="30256" y="624"/>
                        <a:pt x="30189" y="324"/>
                        <a:pt x="29955" y="157"/>
                      </a:cubicBezTo>
                      <a:cubicBezTo>
                        <a:pt x="29824" y="41"/>
                        <a:pt x="29662" y="1"/>
                        <a:pt x="2948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73" name="Google Shape;1773;p55"/>
                <p:cNvSpPr/>
                <p:nvPr/>
              </p:nvSpPr>
              <p:spPr>
                <a:xfrm>
                  <a:off x="7094621" y="3100232"/>
                  <a:ext cx="746812" cy="887086"/>
                </a:xfrm>
                <a:custGeom>
                  <a:rect b="b" l="l" r="r" t="t"/>
                  <a:pathLst>
                    <a:path extrusionOk="0" h="42674" w="35926">
                      <a:moveTo>
                        <a:pt x="30134" y="1"/>
                      </a:moveTo>
                      <a:cubicBezTo>
                        <a:pt x="29274" y="1"/>
                        <a:pt x="28405" y="182"/>
                        <a:pt x="27620" y="505"/>
                      </a:cubicBezTo>
                      <a:cubicBezTo>
                        <a:pt x="25919" y="1206"/>
                        <a:pt x="24484" y="2473"/>
                        <a:pt x="23150" y="3774"/>
                      </a:cubicBezTo>
                      <a:cubicBezTo>
                        <a:pt x="21382" y="5475"/>
                        <a:pt x="19814" y="6810"/>
                        <a:pt x="17679" y="7944"/>
                      </a:cubicBezTo>
                      <a:cubicBezTo>
                        <a:pt x="16178" y="8711"/>
                        <a:pt x="14677" y="9412"/>
                        <a:pt x="13176" y="10145"/>
                      </a:cubicBezTo>
                      <a:cubicBezTo>
                        <a:pt x="11375" y="11046"/>
                        <a:pt x="8740" y="12047"/>
                        <a:pt x="6638" y="13381"/>
                      </a:cubicBezTo>
                      <a:cubicBezTo>
                        <a:pt x="5437" y="13615"/>
                        <a:pt x="4403" y="13981"/>
                        <a:pt x="3403" y="15116"/>
                      </a:cubicBezTo>
                      <a:cubicBezTo>
                        <a:pt x="3269" y="15249"/>
                        <a:pt x="3169" y="15416"/>
                        <a:pt x="3036" y="15549"/>
                      </a:cubicBezTo>
                      <a:cubicBezTo>
                        <a:pt x="2035" y="16884"/>
                        <a:pt x="1468" y="18551"/>
                        <a:pt x="1101" y="20219"/>
                      </a:cubicBezTo>
                      <a:cubicBezTo>
                        <a:pt x="434" y="23155"/>
                        <a:pt x="300" y="26224"/>
                        <a:pt x="167" y="29226"/>
                      </a:cubicBezTo>
                      <a:cubicBezTo>
                        <a:pt x="0" y="33762"/>
                        <a:pt x="334" y="37432"/>
                        <a:pt x="934" y="42469"/>
                      </a:cubicBezTo>
                      <a:cubicBezTo>
                        <a:pt x="2313" y="42626"/>
                        <a:pt x="3695" y="42673"/>
                        <a:pt x="5081" y="42673"/>
                      </a:cubicBezTo>
                      <a:cubicBezTo>
                        <a:pt x="7211" y="42673"/>
                        <a:pt x="9347" y="42561"/>
                        <a:pt x="11483" y="42561"/>
                      </a:cubicBezTo>
                      <a:cubicBezTo>
                        <a:pt x="11792" y="42561"/>
                        <a:pt x="12100" y="42563"/>
                        <a:pt x="12409" y="42569"/>
                      </a:cubicBezTo>
                      <a:cubicBezTo>
                        <a:pt x="13043" y="39833"/>
                        <a:pt x="12709" y="36798"/>
                        <a:pt x="12843" y="34029"/>
                      </a:cubicBezTo>
                      <a:cubicBezTo>
                        <a:pt x="12909" y="32295"/>
                        <a:pt x="12909" y="30560"/>
                        <a:pt x="12943" y="28825"/>
                      </a:cubicBezTo>
                      <a:cubicBezTo>
                        <a:pt x="12943" y="28058"/>
                        <a:pt x="12976" y="27291"/>
                        <a:pt x="12943" y="26490"/>
                      </a:cubicBezTo>
                      <a:cubicBezTo>
                        <a:pt x="12909" y="25890"/>
                        <a:pt x="12743" y="24989"/>
                        <a:pt x="13143" y="24456"/>
                      </a:cubicBezTo>
                      <a:cubicBezTo>
                        <a:pt x="13310" y="24289"/>
                        <a:pt x="13476" y="24155"/>
                        <a:pt x="13677" y="24055"/>
                      </a:cubicBezTo>
                      <a:cubicBezTo>
                        <a:pt x="14544" y="23588"/>
                        <a:pt x="15478" y="23255"/>
                        <a:pt x="16445" y="22955"/>
                      </a:cubicBezTo>
                      <a:cubicBezTo>
                        <a:pt x="17646" y="22588"/>
                        <a:pt x="18880" y="22254"/>
                        <a:pt x="20148" y="21954"/>
                      </a:cubicBezTo>
                      <a:cubicBezTo>
                        <a:pt x="21315" y="21654"/>
                        <a:pt x="22750" y="21587"/>
                        <a:pt x="23884" y="21120"/>
                      </a:cubicBezTo>
                      <a:cubicBezTo>
                        <a:pt x="26152" y="20186"/>
                        <a:pt x="28487" y="19452"/>
                        <a:pt x="30822" y="18685"/>
                      </a:cubicBezTo>
                      <a:cubicBezTo>
                        <a:pt x="35559" y="17084"/>
                        <a:pt x="35926" y="11713"/>
                        <a:pt x="35659" y="7477"/>
                      </a:cubicBezTo>
                      <a:cubicBezTo>
                        <a:pt x="35492" y="5008"/>
                        <a:pt x="35025" y="2206"/>
                        <a:pt x="32957" y="805"/>
                      </a:cubicBezTo>
                      <a:cubicBezTo>
                        <a:pt x="32130" y="248"/>
                        <a:pt x="31139" y="1"/>
                        <a:pt x="3013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74" name="Google Shape;1774;p55"/>
                <p:cNvSpPr/>
                <p:nvPr/>
              </p:nvSpPr>
              <p:spPr>
                <a:xfrm>
                  <a:off x="7390697" y="2618211"/>
                  <a:ext cx="465307" cy="657197"/>
                </a:xfrm>
                <a:custGeom>
                  <a:rect b="b" l="l" r="r" t="t"/>
                  <a:pathLst>
                    <a:path extrusionOk="0" h="31615" w="22384">
                      <a:moveTo>
                        <a:pt x="6775" y="1"/>
                      </a:moveTo>
                      <a:cubicBezTo>
                        <a:pt x="4890" y="1"/>
                        <a:pt x="3051" y="633"/>
                        <a:pt x="1802" y="2178"/>
                      </a:cubicBezTo>
                      <a:lnTo>
                        <a:pt x="1769" y="2178"/>
                      </a:lnTo>
                      <a:cubicBezTo>
                        <a:pt x="1335" y="2711"/>
                        <a:pt x="968" y="3312"/>
                        <a:pt x="668" y="3946"/>
                      </a:cubicBezTo>
                      <a:cubicBezTo>
                        <a:pt x="1" y="5413"/>
                        <a:pt x="1" y="7248"/>
                        <a:pt x="201" y="8816"/>
                      </a:cubicBezTo>
                      <a:cubicBezTo>
                        <a:pt x="401" y="10584"/>
                        <a:pt x="735" y="12318"/>
                        <a:pt x="1101" y="14053"/>
                      </a:cubicBezTo>
                      <a:cubicBezTo>
                        <a:pt x="1402" y="15487"/>
                        <a:pt x="1468" y="16788"/>
                        <a:pt x="1669" y="18223"/>
                      </a:cubicBezTo>
                      <a:cubicBezTo>
                        <a:pt x="1869" y="19924"/>
                        <a:pt x="1969" y="21625"/>
                        <a:pt x="1869" y="23326"/>
                      </a:cubicBezTo>
                      <a:cubicBezTo>
                        <a:pt x="1769" y="24660"/>
                        <a:pt x="735" y="27362"/>
                        <a:pt x="2102" y="28330"/>
                      </a:cubicBezTo>
                      <a:cubicBezTo>
                        <a:pt x="2803" y="28864"/>
                        <a:pt x="4471" y="28730"/>
                        <a:pt x="5338" y="28897"/>
                      </a:cubicBezTo>
                      <a:cubicBezTo>
                        <a:pt x="6439" y="29064"/>
                        <a:pt x="7506" y="29297"/>
                        <a:pt x="8607" y="29564"/>
                      </a:cubicBezTo>
                      <a:cubicBezTo>
                        <a:pt x="12439" y="30444"/>
                        <a:pt x="16344" y="31614"/>
                        <a:pt x="20301" y="31614"/>
                      </a:cubicBezTo>
                      <a:cubicBezTo>
                        <a:pt x="20994" y="31614"/>
                        <a:pt x="21688" y="31578"/>
                        <a:pt x="22383" y="31499"/>
                      </a:cubicBezTo>
                      <a:cubicBezTo>
                        <a:pt x="21583" y="30198"/>
                        <a:pt x="21983" y="28530"/>
                        <a:pt x="21783" y="27096"/>
                      </a:cubicBezTo>
                      <a:cubicBezTo>
                        <a:pt x="21549" y="25461"/>
                        <a:pt x="20682" y="23893"/>
                        <a:pt x="20282" y="22292"/>
                      </a:cubicBezTo>
                      <a:cubicBezTo>
                        <a:pt x="20115" y="21592"/>
                        <a:pt x="19948" y="20891"/>
                        <a:pt x="19715" y="20257"/>
                      </a:cubicBezTo>
                      <a:cubicBezTo>
                        <a:pt x="18714" y="17655"/>
                        <a:pt x="17780" y="15187"/>
                        <a:pt x="17080" y="12452"/>
                      </a:cubicBezTo>
                      <a:cubicBezTo>
                        <a:pt x="16679" y="10917"/>
                        <a:pt x="16846" y="9450"/>
                        <a:pt x="16279" y="7949"/>
                      </a:cubicBezTo>
                      <a:cubicBezTo>
                        <a:pt x="15045" y="4613"/>
                        <a:pt x="13444" y="1844"/>
                        <a:pt x="9974" y="577"/>
                      </a:cubicBezTo>
                      <a:cubicBezTo>
                        <a:pt x="8962" y="211"/>
                        <a:pt x="7861" y="1"/>
                        <a:pt x="6775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75" name="Google Shape;1775;p55"/>
                <p:cNvSpPr/>
                <p:nvPr/>
              </p:nvSpPr>
              <p:spPr>
                <a:xfrm>
                  <a:off x="7384461" y="2418215"/>
                  <a:ext cx="159502" cy="250136"/>
                </a:xfrm>
                <a:custGeom>
                  <a:rect b="b" l="l" r="r" t="t"/>
                  <a:pathLst>
                    <a:path extrusionOk="0" h="12033" w="7673">
                      <a:moveTo>
                        <a:pt x="4273" y="1"/>
                      </a:moveTo>
                      <a:cubicBezTo>
                        <a:pt x="3564" y="1"/>
                        <a:pt x="2853" y="104"/>
                        <a:pt x="2202" y="391"/>
                      </a:cubicBezTo>
                      <a:cubicBezTo>
                        <a:pt x="1635" y="657"/>
                        <a:pt x="1135" y="1058"/>
                        <a:pt x="834" y="1591"/>
                      </a:cubicBezTo>
                      <a:cubicBezTo>
                        <a:pt x="467" y="2158"/>
                        <a:pt x="467" y="2826"/>
                        <a:pt x="334" y="3459"/>
                      </a:cubicBezTo>
                      <a:cubicBezTo>
                        <a:pt x="101" y="4527"/>
                        <a:pt x="0" y="5628"/>
                        <a:pt x="301" y="6695"/>
                      </a:cubicBezTo>
                      <a:cubicBezTo>
                        <a:pt x="434" y="7095"/>
                        <a:pt x="634" y="7496"/>
                        <a:pt x="934" y="7763"/>
                      </a:cubicBezTo>
                      <a:cubicBezTo>
                        <a:pt x="1268" y="8063"/>
                        <a:pt x="1668" y="8029"/>
                        <a:pt x="1702" y="8530"/>
                      </a:cubicBezTo>
                      <a:lnTo>
                        <a:pt x="1702" y="8563"/>
                      </a:lnTo>
                      <a:cubicBezTo>
                        <a:pt x="1802" y="9497"/>
                        <a:pt x="1969" y="10364"/>
                        <a:pt x="1702" y="11265"/>
                      </a:cubicBezTo>
                      <a:cubicBezTo>
                        <a:pt x="2202" y="11665"/>
                        <a:pt x="2802" y="11999"/>
                        <a:pt x="3470" y="12032"/>
                      </a:cubicBezTo>
                      <a:cubicBezTo>
                        <a:pt x="4137" y="12032"/>
                        <a:pt x="4837" y="11832"/>
                        <a:pt x="5404" y="11499"/>
                      </a:cubicBezTo>
                      <a:cubicBezTo>
                        <a:pt x="6071" y="11065"/>
                        <a:pt x="6505" y="10364"/>
                        <a:pt x="6872" y="9597"/>
                      </a:cubicBezTo>
                      <a:cubicBezTo>
                        <a:pt x="6839" y="9530"/>
                        <a:pt x="6805" y="9464"/>
                        <a:pt x="6805" y="9364"/>
                      </a:cubicBezTo>
                      <a:cubicBezTo>
                        <a:pt x="6672" y="8763"/>
                        <a:pt x="6538" y="8163"/>
                        <a:pt x="6472" y="7562"/>
                      </a:cubicBezTo>
                      <a:cubicBezTo>
                        <a:pt x="6438" y="7129"/>
                        <a:pt x="6238" y="6428"/>
                        <a:pt x="6438" y="5995"/>
                      </a:cubicBezTo>
                      <a:cubicBezTo>
                        <a:pt x="6505" y="5828"/>
                        <a:pt x="6639" y="5694"/>
                        <a:pt x="6705" y="5528"/>
                      </a:cubicBezTo>
                      <a:cubicBezTo>
                        <a:pt x="6905" y="5161"/>
                        <a:pt x="7072" y="4827"/>
                        <a:pt x="7206" y="4427"/>
                      </a:cubicBezTo>
                      <a:cubicBezTo>
                        <a:pt x="7506" y="3726"/>
                        <a:pt x="7673" y="2959"/>
                        <a:pt x="7639" y="2192"/>
                      </a:cubicBezTo>
                      <a:cubicBezTo>
                        <a:pt x="7639" y="1925"/>
                        <a:pt x="7606" y="1491"/>
                        <a:pt x="7472" y="1258"/>
                      </a:cubicBezTo>
                      <a:cubicBezTo>
                        <a:pt x="7339" y="1058"/>
                        <a:pt x="7239" y="891"/>
                        <a:pt x="7106" y="724"/>
                      </a:cubicBezTo>
                      <a:cubicBezTo>
                        <a:pt x="6572" y="190"/>
                        <a:pt x="5571" y="90"/>
                        <a:pt x="4871" y="24"/>
                      </a:cubicBezTo>
                      <a:cubicBezTo>
                        <a:pt x="4673" y="9"/>
                        <a:pt x="4473" y="1"/>
                        <a:pt x="4273" y="1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76" name="Google Shape;1776;p55"/>
                <p:cNvSpPr/>
                <p:nvPr/>
              </p:nvSpPr>
              <p:spPr>
                <a:xfrm>
                  <a:off x="7380989" y="2392230"/>
                  <a:ext cx="174075" cy="153994"/>
                </a:xfrm>
                <a:custGeom>
                  <a:rect b="b" l="l" r="r" t="t"/>
                  <a:pathLst>
                    <a:path extrusionOk="0" h="7408" w="8374">
                      <a:moveTo>
                        <a:pt x="1490" y="1"/>
                      </a:moveTo>
                      <a:cubicBezTo>
                        <a:pt x="1161" y="1"/>
                        <a:pt x="844" y="130"/>
                        <a:pt x="634" y="340"/>
                      </a:cubicBezTo>
                      <a:cubicBezTo>
                        <a:pt x="234" y="707"/>
                        <a:pt x="1" y="1240"/>
                        <a:pt x="67" y="1774"/>
                      </a:cubicBezTo>
                      <a:cubicBezTo>
                        <a:pt x="134" y="2308"/>
                        <a:pt x="468" y="2808"/>
                        <a:pt x="935" y="3042"/>
                      </a:cubicBezTo>
                      <a:cubicBezTo>
                        <a:pt x="1268" y="3219"/>
                        <a:pt x="1631" y="3264"/>
                        <a:pt x="2005" y="3264"/>
                      </a:cubicBezTo>
                      <a:cubicBezTo>
                        <a:pt x="2191" y="3264"/>
                        <a:pt x="2380" y="3253"/>
                        <a:pt x="2569" y="3242"/>
                      </a:cubicBezTo>
                      <a:cubicBezTo>
                        <a:pt x="2934" y="3219"/>
                        <a:pt x="3314" y="3165"/>
                        <a:pt x="3688" y="3165"/>
                      </a:cubicBezTo>
                      <a:cubicBezTo>
                        <a:pt x="3862" y="3165"/>
                        <a:pt x="4035" y="3177"/>
                        <a:pt x="4204" y="3208"/>
                      </a:cubicBezTo>
                      <a:cubicBezTo>
                        <a:pt x="4604" y="3308"/>
                        <a:pt x="5238" y="3575"/>
                        <a:pt x="5338" y="4009"/>
                      </a:cubicBezTo>
                      <a:cubicBezTo>
                        <a:pt x="5405" y="4376"/>
                        <a:pt x="5038" y="4643"/>
                        <a:pt x="5138" y="5043"/>
                      </a:cubicBezTo>
                      <a:cubicBezTo>
                        <a:pt x="5197" y="5162"/>
                        <a:pt x="5310" y="5282"/>
                        <a:pt x="5453" y="5282"/>
                      </a:cubicBezTo>
                      <a:cubicBezTo>
                        <a:pt x="5470" y="5282"/>
                        <a:pt x="5487" y="5280"/>
                        <a:pt x="5505" y="5277"/>
                      </a:cubicBezTo>
                      <a:cubicBezTo>
                        <a:pt x="5580" y="5201"/>
                        <a:pt x="5899" y="4826"/>
                        <a:pt x="6068" y="4826"/>
                      </a:cubicBezTo>
                      <a:cubicBezTo>
                        <a:pt x="6124" y="4826"/>
                        <a:pt x="6163" y="4868"/>
                        <a:pt x="6172" y="4976"/>
                      </a:cubicBezTo>
                      <a:cubicBezTo>
                        <a:pt x="6205" y="5176"/>
                        <a:pt x="6005" y="5510"/>
                        <a:pt x="5938" y="5710"/>
                      </a:cubicBezTo>
                      <a:cubicBezTo>
                        <a:pt x="5838" y="6077"/>
                        <a:pt x="5805" y="6444"/>
                        <a:pt x="5938" y="6811"/>
                      </a:cubicBezTo>
                      <a:cubicBezTo>
                        <a:pt x="6042" y="7069"/>
                        <a:pt x="6265" y="7408"/>
                        <a:pt x="6562" y="7408"/>
                      </a:cubicBezTo>
                      <a:cubicBezTo>
                        <a:pt x="6648" y="7408"/>
                        <a:pt x="6741" y="7379"/>
                        <a:pt x="6839" y="7311"/>
                      </a:cubicBezTo>
                      <a:cubicBezTo>
                        <a:pt x="7106" y="7078"/>
                        <a:pt x="7039" y="6644"/>
                        <a:pt x="7239" y="6311"/>
                      </a:cubicBezTo>
                      <a:cubicBezTo>
                        <a:pt x="7406" y="6044"/>
                        <a:pt x="7573" y="5777"/>
                        <a:pt x="7740" y="5510"/>
                      </a:cubicBezTo>
                      <a:cubicBezTo>
                        <a:pt x="8006" y="4976"/>
                        <a:pt x="8240" y="4409"/>
                        <a:pt x="8307" y="3709"/>
                      </a:cubicBezTo>
                      <a:cubicBezTo>
                        <a:pt x="8373" y="2908"/>
                        <a:pt x="8173" y="2074"/>
                        <a:pt x="7639" y="1474"/>
                      </a:cubicBezTo>
                      <a:cubicBezTo>
                        <a:pt x="7306" y="1140"/>
                        <a:pt x="6906" y="907"/>
                        <a:pt x="6472" y="740"/>
                      </a:cubicBezTo>
                      <a:cubicBezTo>
                        <a:pt x="5761" y="424"/>
                        <a:pt x="4989" y="274"/>
                        <a:pt x="4219" y="274"/>
                      </a:cubicBezTo>
                      <a:cubicBezTo>
                        <a:pt x="4013" y="274"/>
                        <a:pt x="3807" y="285"/>
                        <a:pt x="3603" y="306"/>
                      </a:cubicBezTo>
                      <a:cubicBezTo>
                        <a:pt x="3371" y="348"/>
                        <a:pt x="3126" y="391"/>
                        <a:pt x="2884" y="391"/>
                      </a:cubicBezTo>
                      <a:cubicBezTo>
                        <a:pt x="2743" y="391"/>
                        <a:pt x="2604" y="376"/>
                        <a:pt x="2469" y="340"/>
                      </a:cubicBezTo>
                      <a:cubicBezTo>
                        <a:pt x="2169" y="240"/>
                        <a:pt x="1902" y="73"/>
                        <a:pt x="1602" y="6"/>
                      </a:cubicBezTo>
                      <a:cubicBezTo>
                        <a:pt x="1564" y="3"/>
                        <a:pt x="1527" y="1"/>
                        <a:pt x="149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77" name="Google Shape;1777;p55"/>
                <p:cNvSpPr/>
                <p:nvPr/>
              </p:nvSpPr>
              <p:spPr>
                <a:xfrm>
                  <a:off x="7229137" y="2754889"/>
                  <a:ext cx="479859" cy="421758"/>
                </a:xfrm>
                <a:custGeom>
                  <a:rect b="b" l="l" r="r" t="t"/>
                  <a:pathLst>
                    <a:path extrusionOk="0" h="20289" w="23084">
                      <a:moveTo>
                        <a:pt x="19621" y="0"/>
                      </a:moveTo>
                      <a:cubicBezTo>
                        <a:pt x="18743" y="0"/>
                        <a:pt x="17878" y="454"/>
                        <a:pt x="17279" y="1107"/>
                      </a:cubicBezTo>
                      <a:cubicBezTo>
                        <a:pt x="16546" y="1907"/>
                        <a:pt x="16112" y="2941"/>
                        <a:pt x="15845" y="4009"/>
                      </a:cubicBezTo>
                      <a:cubicBezTo>
                        <a:pt x="14878" y="7411"/>
                        <a:pt x="14944" y="11014"/>
                        <a:pt x="15011" y="14550"/>
                      </a:cubicBezTo>
                      <a:cubicBezTo>
                        <a:pt x="14807" y="14515"/>
                        <a:pt x="14589" y="14499"/>
                        <a:pt x="14362" y="14499"/>
                      </a:cubicBezTo>
                      <a:cubicBezTo>
                        <a:pt x="12404" y="14499"/>
                        <a:pt x="9706" y="15683"/>
                        <a:pt x="7973" y="16251"/>
                      </a:cubicBezTo>
                      <a:cubicBezTo>
                        <a:pt x="5238" y="17151"/>
                        <a:pt x="2569" y="18252"/>
                        <a:pt x="0" y="19553"/>
                      </a:cubicBezTo>
                      <a:cubicBezTo>
                        <a:pt x="0" y="19953"/>
                        <a:pt x="501" y="20054"/>
                        <a:pt x="901" y="20054"/>
                      </a:cubicBezTo>
                      <a:cubicBezTo>
                        <a:pt x="3606" y="20148"/>
                        <a:pt x="6385" y="20288"/>
                        <a:pt x="9161" y="20288"/>
                      </a:cubicBezTo>
                      <a:cubicBezTo>
                        <a:pt x="12240" y="20288"/>
                        <a:pt x="15316" y="20116"/>
                        <a:pt x="18280" y="19520"/>
                      </a:cubicBezTo>
                      <a:cubicBezTo>
                        <a:pt x="19047" y="19353"/>
                        <a:pt x="19514" y="18619"/>
                        <a:pt x="19881" y="17952"/>
                      </a:cubicBezTo>
                      <a:cubicBezTo>
                        <a:pt x="20115" y="17518"/>
                        <a:pt x="20348" y="17051"/>
                        <a:pt x="20548" y="16584"/>
                      </a:cubicBezTo>
                      <a:cubicBezTo>
                        <a:pt x="21583" y="14316"/>
                        <a:pt x="22250" y="11881"/>
                        <a:pt x="22517" y="9413"/>
                      </a:cubicBezTo>
                      <a:cubicBezTo>
                        <a:pt x="22783" y="7178"/>
                        <a:pt x="23084" y="4209"/>
                        <a:pt x="22250" y="2107"/>
                      </a:cubicBezTo>
                      <a:cubicBezTo>
                        <a:pt x="21916" y="1173"/>
                        <a:pt x="21182" y="306"/>
                        <a:pt x="20215" y="73"/>
                      </a:cubicBezTo>
                      <a:cubicBezTo>
                        <a:pt x="20018" y="23"/>
                        <a:pt x="19819" y="0"/>
                        <a:pt x="19621" y="0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78" name="Google Shape;1778;p55"/>
                <p:cNvSpPr/>
                <p:nvPr/>
              </p:nvSpPr>
              <p:spPr>
                <a:xfrm>
                  <a:off x="7516212" y="2648208"/>
                  <a:ext cx="204528" cy="301668"/>
                </a:xfrm>
                <a:custGeom>
                  <a:rect b="b" l="l" r="r" t="t"/>
                  <a:pathLst>
                    <a:path extrusionOk="0" h="14512" w="9839">
                      <a:moveTo>
                        <a:pt x="4470" y="1"/>
                      </a:moveTo>
                      <a:cubicBezTo>
                        <a:pt x="4037" y="34"/>
                        <a:pt x="3670" y="201"/>
                        <a:pt x="3369" y="501"/>
                      </a:cubicBezTo>
                      <a:cubicBezTo>
                        <a:pt x="3136" y="768"/>
                        <a:pt x="3036" y="1102"/>
                        <a:pt x="2902" y="1402"/>
                      </a:cubicBezTo>
                      <a:cubicBezTo>
                        <a:pt x="2302" y="3003"/>
                        <a:pt x="1735" y="4571"/>
                        <a:pt x="1401" y="6205"/>
                      </a:cubicBezTo>
                      <a:cubicBezTo>
                        <a:pt x="1401" y="6339"/>
                        <a:pt x="1368" y="6472"/>
                        <a:pt x="1335" y="6572"/>
                      </a:cubicBezTo>
                      <a:cubicBezTo>
                        <a:pt x="1201" y="7306"/>
                        <a:pt x="0" y="11209"/>
                        <a:pt x="367" y="11643"/>
                      </a:cubicBezTo>
                      <a:cubicBezTo>
                        <a:pt x="1034" y="12410"/>
                        <a:pt x="2068" y="12677"/>
                        <a:pt x="3036" y="12910"/>
                      </a:cubicBezTo>
                      <a:cubicBezTo>
                        <a:pt x="5237" y="13444"/>
                        <a:pt x="7472" y="13978"/>
                        <a:pt x="9707" y="14511"/>
                      </a:cubicBezTo>
                      <a:cubicBezTo>
                        <a:pt x="9708" y="14511"/>
                        <a:pt x="9709" y="14511"/>
                        <a:pt x="9709" y="14511"/>
                      </a:cubicBezTo>
                      <a:cubicBezTo>
                        <a:pt x="9839" y="14511"/>
                        <a:pt x="9607" y="10940"/>
                        <a:pt x="9607" y="10575"/>
                      </a:cubicBezTo>
                      <a:cubicBezTo>
                        <a:pt x="9574" y="8874"/>
                        <a:pt x="9674" y="7206"/>
                        <a:pt x="9440" y="5572"/>
                      </a:cubicBezTo>
                      <a:cubicBezTo>
                        <a:pt x="9340" y="4938"/>
                        <a:pt x="8973" y="4371"/>
                        <a:pt x="8540" y="3870"/>
                      </a:cubicBezTo>
                      <a:cubicBezTo>
                        <a:pt x="8506" y="3837"/>
                        <a:pt x="8473" y="3804"/>
                        <a:pt x="8473" y="3770"/>
                      </a:cubicBezTo>
                      <a:cubicBezTo>
                        <a:pt x="8406" y="3637"/>
                        <a:pt x="8340" y="3537"/>
                        <a:pt x="8240" y="3403"/>
                      </a:cubicBezTo>
                      <a:cubicBezTo>
                        <a:pt x="8240" y="3403"/>
                        <a:pt x="8206" y="3370"/>
                        <a:pt x="8206" y="3370"/>
                      </a:cubicBezTo>
                      <a:cubicBezTo>
                        <a:pt x="8173" y="3303"/>
                        <a:pt x="8139" y="3270"/>
                        <a:pt x="8073" y="3237"/>
                      </a:cubicBezTo>
                      <a:cubicBezTo>
                        <a:pt x="8006" y="3136"/>
                        <a:pt x="7906" y="3070"/>
                        <a:pt x="7806" y="2970"/>
                      </a:cubicBezTo>
                      <a:cubicBezTo>
                        <a:pt x="7778" y="2942"/>
                        <a:pt x="7751" y="2914"/>
                        <a:pt x="7704" y="2887"/>
                      </a:cubicBezTo>
                      <a:lnTo>
                        <a:pt x="7704" y="2887"/>
                      </a:lnTo>
                      <a:cubicBezTo>
                        <a:pt x="7696" y="2875"/>
                        <a:pt x="7606" y="2803"/>
                        <a:pt x="7606" y="2803"/>
                      </a:cubicBezTo>
                      <a:cubicBezTo>
                        <a:pt x="7172" y="2503"/>
                        <a:pt x="6738" y="2236"/>
                        <a:pt x="6338" y="1936"/>
                      </a:cubicBezTo>
                      <a:cubicBezTo>
                        <a:pt x="5638" y="1402"/>
                        <a:pt x="5037" y="701"/>
                        <a:pt x="447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79" name="Google Shape;1779;p55"/>
                <p:cNvSpPr/>
                <p:nvPr/>
              </p:nvSpPr>
              <p:spPr>
                <a:xfrm>
                  <a:off x="7493325" y="2491512"/>
                  <a:ext cx="34008" cy="46564"/>
                </a:xfrm>
                <a:custGeom>
                  <a:rect b="b" l="l" r="r" t="t"/>
                  <a:pathLst>
                    <a:path extrusionOk="0" h="2240" w="1636">
                      <a:moveTo>
                        <a:pt x="774" y="1"/>
                      </a:moveTo>
                      <a:cubicBezTo>
                        <a:pt x="708" y="1"/>
                        <a:pt x="639" y="11"/>
                        <a:pt x="568" y="33"/>
                      </a:cubicBezTo>
                      <a:cubicBezTo>
                        <a:pt x="301" y="134"/>
                        <a:pt x="101" y="367"/>
                        <a:pt x="1" y="601"/>
                      </a:cubicBezTo>
                      <a:lnTo>
                        <a:pt x="434" y="2235"/>
                      </a:lnTo>
                      <a:cubicBezTo>
                        <a:pt x="462" y="2238"/>
                        <a:pt x="491" y="2239"/>
                        <a:pt x="519" y="2239"/>
                      </a:cubicBezTo>
                      <a:cubicBezTo>
                        <a:pt x="829" y="2239"/>
                        <a:pt x="1152" y="2076"/>
                        <a:pt x="1335" y="1801"/>
                      </a:cubicBezTo>
                      <a:cubicBezTo>
                        <a:pt x="1568" y="1535"/>
                        <a:pt x="1635" y="1168"/>
                        <a:pt x="1568" y="834"/>
                      </a:cubicBezTo>
                      <a:cubicBezTo>
                        <a:pt x="1482" y="430"/>
                        <a:pt x="1195" y="1"/>
                        <a:pt x="774" y="1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80" name="Google Shape;1780;p55"/>
                <p:cNvSpPr/>
                <p:nvPr/>
              </p:nvSpPr>
              <p:spPr>
                <a:xfrm>
                  <a:off x="7526606" y="2747364"/>
                  <a:ext cx="27065" cy="151187"/>
                </a:xfrm>
                <a:custGeom>
                  <a:rect b="b" l="l" r="r" t="t"/>
                  <a:pathLst>
                    <a:path extrusionOk="0" h="7273" w="1302">
                      <a:moveTo>
                        <a:pt x="1302" y="1"/>
                      </a:moveTo>
                      <a:cubicBezTo>
                        <a:pt x="368" y="2303"/>
                        <a:pt x="1" y="4804"/>
                        <a:pt x="234" y="7273"/>
                      </a:cubicBezTo>
                      <a:lnTo>
                        <a:pt x="1302" y="1"/>
                      </a:lnTo>
                      <a:close/>
                    </a:path>
                  </a:pathLst>
                </a:custGeom>
                <a:solidFill>
                  <a:srgbClr val="5CC9BF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81" name="Google Shape;1781;p55"/>
                <p:cNvSpPr/>
                <p:nvPr/>
              </p:nvSpPr>
              <p:spPr>
                <a:xfrm>
                  <a:off x="7224979" y="3901216"/>
                  <a:ext cx="189312" cy="185861"/>
                </a:xfrm>
                <a:custGeom>
                  <a:rect b="b" l="l" r="r" t="t"/>
                  <a:pathLst>
                    <a:path extrusionOk="0" h="8941" w="9107">
                      <a:moveTo>
                        <a:pt x="5838" y="0"/>
                      </a:moveTo>
                      <a:cubicBezTo>
                        <a:pt x="3903" y="834"/>
                        <a:pt x="1935" y="1668"/>
                        <a:pt x="0" y="2536"/>
                      </a:cubicBezTo>
                      <a:cubicBezTo>
                        <a:pt x="868" y="3803"/>
                        <a:pt x="2035" y="5071"/>
                        <a:pt x="2702" y="6272"/>
                      </a:cubicBezTo>
                      <a:cubicBezTo>
                        <a:pt x="3002" y="6772"/>
                        <a:pt x="3303" y="7272"/>
                        <a:pt x="3570" y="7773"/>
                      </a:cubicBezTo>
                      <a:cubicBezTo>
                        <a:pt x="3736" y="8039"/>
                        <a:pt x="3870" y="8306"/>
                        <a:pt x="4137" y="8440"/>
                      </a:cubicBezTo>
                      <a:cubicBezTo>
                        <a:pt x="4437" y="8640"/>
                        <a:pt x="5004" y="8940"/>
                        <a:pt x="5371" y="8940"/>
                      </a:cubicBezTo>
                      <a:cubicBezTo>
                        <a:pt x="5804" y="8940"/>
                        <a:pt x="6171" y="8673"/>
                        <a:pt x="6505" y="8406"/>
                      </a:cubicBezTo>
                      <a:cubicBezTo>
                        <a:pt x="7039" y="7973"/>
                        <a:pt x="7572" y="7572"/>
                        <a:pt x="8106" y="7172"/>
                      </a:cubicBezTo>
                      <a:cubicBezTo>
                        <a:pt x="8506" y="6839"/>
                        <a:pt x="8973" y="6438"/>
                        <a:pt x="9040" y="5905"/>
                      </a:cubicBezTo>
                      <a:cubicBezTo>
                        <a:pt x="9107" y="5538"/>
                        <a:pt x="8940" y="5171"/>
                        <a:pt x="8773" y="4837"/>
                      </a:cubicBezTo>
                      <a:cubicBezTo>
                        <a:pt x="8506" y="4203"/>
                        <a:pt x="8206" y="3636"/>
                        <a:pt x="7839" y="3069"/>
                      </a:cubicBezTo>
                      <a:cubicBezTo>
                        <a:pt x="7372" y="2269"/>
                        <a:pt x="6839" y="1501"/>
                        <a:pt x="6305" y="668"/>
                      </a:cubicBezTo>
                      <a:cubicBezTo>
                        <a:pt x="6171" y="467"/>
                        <a:pt x="6005" y="234"/>
                        <a:pt x="5838" y="0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82" name="Google Shape;1782;p55"/>
                <p:cNvSpPr/>
                <p:nvPr/>
              </p:nvSpPr>
              <p:spPr>
                <a:xfrm>
                  <a:off x="7190306" y="3954598"/>
                  <a:ext cx="255894" cy="275476"/>
                </a:xfrm>
                <a:custGeom>
                  <a:rect b="b" l="l" r="r" t="t"/>
                  <a:pathLst>
                    <a:path extrusionOk="0" h="13252" w="12310">
                      <a:moveTo>
                        <a:pt x="9541" y="1"/>
                      </a:moveTo>
                      <a:cubicBezTo>
                        <a:pt x="7873" y="1268"/>
                        <a:pt x="5938" y="2236"/>
                        <a:pt x="4370" y="3637"/>
                      </a:cubicBezTo>
                      <a:cubicBezTo>
                        <a:pt x="4037" y="3937"/>
                        <a:pt x="3837" y="4204"/>
                        <a:pt x="4037" y="4638"/>
                      </a:cubicBezTo>
                      <a:cubicBezTo>
                        <a:pt x="4103" y="4771"/>
                        <a:pt x="4237" y="4804"/>
                        <a:pt x="4270" y="4971"/>
                      </a:cubicBezTo>
                      <a:cubicBezTo>
                        <a:pt x="4304" y="5205"/>
                        <a:pt x="4170" y="5605"/>
                        <a:pt x="4103" y="5805"/>
                      </a:cubicBezTo>
                      <a:cubicBezTo>
                        <a:pt x="3870" y="6439"/>
                        <a:pt x="3436" y="6939"/>
                        <a:pt x="3036" y="7440"/>
                      </a:cubicBezTo>
                      <a:cubicBezTo>
                        <a:pt x="2369" y="8240"/>
                        <a:pt x="1702" y="9041"/>
                        <a:pt x="1035" y="9875"/>
                      </a:cubicBezTo>
                      <a:cubicBezTo>
                        <a:pt x="467" y="10608"/>
                        <a:pt x="0" y="11276"/>
                        <a:pt x="34" y="12243"/>
                      </a:cubicBezTo>
                      <a:cubicBezTo>
                        <a:pt x="67" y="12510"/>
                        <a:pt x="101" y="12810"/>
                        <a:pt x="301" y="13010"/>
                      </a:cubicBezTo>
                      <a:cubicBezTo>
                        <a:pt x="468" y="13178"/>
                        <a:pt x="706" y="13252"/>
                        <a:pt x="936" y="13252"/>
                      </a:cubicBezTo>
                      <a:cubicBezTo>
                        <a:pt x="980" y="13252"/>
                        <a:pt x="1025" y="13249"/>
                        <a:pt x="1068" y="13244"/>
                      </a:cubicBezTo>
                      <a:lnTo>
                        <a:pt x="1101" y="13244"/>
                      </a:lnTo>
                      <a:cubicBezTo>
                        <a:pt x="1969" y="12643"/>
                        <a:pt x="2903" y="12076"/>
                        <a:pt x="3803" y="11509"/>
                      </a:cubicBezTo>
                      <a:cubicBezTo>
                        <a:pt x="5604" y="10308"/>
                        <a:pt x="7206" y="8907"/>
                        <a:pt x="8840" y="7506"/>
                      </a:cubicBezTo>
                      <a:cubicBezTo>
                        <a:pt x="9541" y="6872"/>
                        <a:pt x="10274" y="6272"/>
                        <a:pt x="11008" y="5638"/>
                      </a:cubicBezTo>
                      <a:cubicBezTo>
                        <a:pt x="11342" y="5338"/>
                        <a:pt x="12109" y="4971"/>
                        <a:pt x="12176" y="4471"/>
                      </a:cubicBezTo>
                      <a:cubicBezTo>
                        <a:pt x="12309" y="3770"/>
                        <a:pt x="11475" y="2803"/>
                        <a:pt x="11142" y="2269"/>
                      </a:cubicBezTo>
                      <a:cubicBezTo>
                        <a:pt x="10641" y="1502"/>
                        <a:pt x="10108" y="768"/>
                        <a:pt x="9541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83" name="Google Shape;1783;p55"/>
                <p:cNvSpPr/>
                <p:nvPr/>
              </p:nvSpPr>
              <p:spPr>
                <a:xfrm>
                  <a:off x="7188227" y="3885875"/>
                  <a:ext cx="178024" cy="82610"/>
                </a:xfrm>
                <a:custGeom>
                  <a:rect b="b" l="l" r="r" t="t"/>
                  <a:pathLst>
                    <a:path extrusionOk="0" h="3974" w="8564">
                      <a:moveTo>
                        <a:pt x="8369" y="1"/>
                      </a:moveTo>
                      <a:cubicBezTo>
                        <a:pt x="8360" y="1"/>
                        <a:pt x="8350" y="2"/>
                        <a:pt x="8340" y="4"/>
                      </a:cubicBezTo>
                      <a:lnTo>
                        <a:pt x="8306" y="4"/>
                      </a:lnTo>
                      <a:cubicBezTo>
                        <a:pt x="7973" y="105"/>
                        <a:pt x="7606" y="271"/>
                        <a:pt x="7272" y="405"/>
                      </a:cubicBezTo>
                      <a:cubicBezTo>
                        <a:pt x="6939" y="572"/>
                        <a:pt x="6572" y="705"/>
                        <a:pt x="6238" y="872"/>
                      </a:cubicBezTo>
                      <a:cubicBezTo>
                        <a:pt x="5538" y="1172"/>
                        <a:pt x="4804" y="1506"/>
                        <a:pt x="4103" y="1806"/>
                      </a:cubicBezTo>
                      <a:cubicBezTo>
                        <a:pt x="3436" y="2139"/>
                        <a:pt x="2736" y="2440"/>
                        <a:pt x="2069" y="2773"/>
                      </a:cubicBezTo>
                      <a:cubicBezTo>
                        <a:pt x="1702" y="2973"/>
                        <a:pt x="1368" y="3140"/>
                        <a:pt x="1001" y="3307"/>
                      </a:cubicBezTo>
                      <a:cubicBezTo>
                        <a:pt x="701" y="3474"/>
                        <a:pt x="301" y="3607"/>
                        <a:pt x="67" y="3874"/>
                      </a:cubicBezTo>
                      <a:cubicBezTo>
                        <a:pt x="0" y="3907"/>
                        <a:pt x="67" y="3974"/>
                        <a:pt x="134" y="3974"/>
                      </a:cubicBezTo>
                      <a:cubicBezTo>
                        <a:pt x="467" y="3907"/>
                        <a:pt x="834" y="3707"/>
                        <a:pt x="1135" y="3540"/>
                      </a:cubicBezTo>
                      <a:lnTo>
                        <a:pt x="2102" y="3073"/>
                      </a:lnTo>
                      <a:cubicBezTo>
                        <a:pt x="2802" y="2740"/>
                        <a:pt x="3503" y="2440"/>
                        <a:pt x="4237" y="2106"/>
                      </a:cubicBezTo>
                      <a:cubicBezTo>
                        <a:pt x="4904" y="1806"/>
                        <a:pt x="5604" y="1472"/>
                        <a:pt x="6305" y="1172"/>
                      </a:cubicBezTo>
                      <a:cubicBezTo>
                        <a:pt x="6638" y="1039"/>
                        <a:pt x="7005" y="872"/>
                        <a:pt x="7339" y="738"/>
                      </a:cubicBezTo>
                      <a:cubicBezTo>
                        <a:pt x="7706" y="572"/>
                        <a:pt x="8106" y="471"/>
                        <a:pt x="8440" y="271"/>
                      </a:cubicBezTo>
                      <a:cubicBezTo>
                        <a:pt x="8563" y="179"/>
                        <a:pt x="8487" y="1"/>
                        <a:pt x="8369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84" name="Google Shape;1784;p55"/>
                <p:cNvSpPr/>
                <p:nvPr/>
              </p:nvSpPr>
              <p:spPr>
                <a:xfrm>
                  <a:off x="7209264" y="3456717"/>
                  <a:ext cx="170520" cy="426788"/>
                </a:xfrm>
                <a:custGeom>
                  <a:rect b="b" l="l" r="r" t="t"/>
                  <a:pathLst>
                    <a:path extrusionOk="0" h="20531" w="8203">
                      <a:moveTo>
                        <a:pt x="95" y="0"/>
                      </a:moveTo>
                      <a:cubicBezTo>
                        <a:pt x="49" y="0"/>
                        <a:pt x="1" y="37"/>
                        <a:pt x="22" y="101"/>
                      </a:cubicBezTo>
                      <a:cubicBezTo>
                        <a:pt x="523" y="1369"/>
                        <a:pt x="1123" y="2637"/>
                        <a:pt x="1690" y="3904"/>
                      </a:cubicBezTo>
                      <a:cubicBezTo>
                        <a:pt x="2257" y="5238"/>
                        <a:pt x="2791" y="6573"/>
                        <a:pt x="3325" y="7907"/>
                      </a:cubicBezTo>
                      <a:cubicBezTo>
                        <a:pt x="4392" y="10509"/>
                        <a:pt x="5393" y="13177"/>
                        <a:pt x="6294" y="15846"/>
                      </a:cubicBezTo>
                      <a:cubicBezTo>
                        <a:pt x="6827" y="17347"/>
                        <a:pt x="7294" y="18882"/>
                        <a:pt x="7761" y="20383"/>
                      </a:cubicBezTo>
                      <a:cubicBezTo>
                        <a:pt x="7800" y="20487"/>
                        <a:pt x="7880" y="20530"/>
                        <a:pt x="7959" y="20530"/>
                      </a:cubicBezTo>
                      <a:cubicBezTo>
                        <a:pt x="8082" y="20530"/>
                        <a:pt x="8202" y="20425"/>
                        <a:pt x="8162" y="20283"/>
                      </a:cubicBezTo>
                      <a:cubicBezTo>
                        <a:pt x="6460" y="14879"/>
                        <a:pt x="4459" y="9542"/>
                        <a:pt x="2191" y="4338"/>
                      </a:cubicBezTo>
                      <a:cubicBezTo>
                        <a:pt x="1557" y="2903"/>
                        <a:pt x="923" y="1436"/>
                        <a:pt x="156" y="35"/>
                      </a:cubicBezTo>
                      <a:cubicBezTo>
                        <a:pt x="144" y="11"/>
                        <a:pt x="120" y="0"/>
                        <a:pt x="95" y="0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85" name="Google Shape;1785;p55"/>
                <p:cNvSpPr/>
                <p:nvPr/>
              </p:nvSpPr>
              <p:spPr>
                <a:xfrm>
                  <a:off x="7094101" y="3833074"/>
                  <a:ext cx="93731" cy="132125"/>
                </a:xfrm>
                <a:custGeom>
                  <a:rect b="b" l="l" r="r" t="t"/>
                  <a:pathLst>
                    <a:path extrusionOk="0" h="6356" w="4509">
                      <a:moveTo>
                        <a:pt x="234" y="1"/>
                      </a:moveTo>
                      <a:cubicBezTo>
                        <a:pt x="112" y="1"/>
                        <a:pt x="1" y="106"/>
                        <a:pt x="92" y="243"/>
                      </a:cubicBezTo>
                      <a:cubicBezTo>
                        <a:pt x="759" y="1310"/>
                        <a:pt x="1493" y="2311"/>
                        <a:pt x="2193" y="3345"/>
                      </a:cubicBezTo>
                      <a:cubicBezTo>
                        <a:pt x="2560" y="3845"/>
                        <a:pt x="2894" y="4346"/>
                        <a:pt x="3227" y="4846"/>
                      </a:cubicBezTo>
                      <a:cubicBezTo>
                        <a:pt x="3594" y="5347"/>
                        <a:pt x="3928" y="5880"/>
                        <a:pt x="4328" y="6314"/>
                      </a:cubicBezTo>
                      <a:cubicBezTo>
                        <a:pt x="4348" y="6343"/>
                        <a:pt x="4373" y="6355"/>
                        <a:pt x="4397" y="6355"/>
                      </a:cubicBezTo>
                      <a:cubicBezTo>
                        <a:pt x="4456" y="6355"/>
                        <a:pt x="4509" y="6285"/>
                        <a:pt x="4462" y="6214"/>
                      </a:cubicBezTo>
                      <a:cubicBezTo>
                        <a:pt x="4195" y="5680"/>
                        <a:pt x="3828" y="5180"/>
                        <a:pt x="3494" y="4679"/>
                      </a:cubicBezTo>
                      <a:cubicBezTo>
                        <a:pt x="3161" y="4146"/>
                        <a:pt x="2794" y="3645"/>
                        <a:pt x="2460" y="3112"/>
                      </a:cubicBezTo>
                      <a:cubicBezTo>
                        <a:pt x="1760" y="2111"/>
                        <a:pt x="1093" y="1077"/>
                        <a:pt x="392" y="76"/>
                      </a:cubicBezTo>
                      <a:cubicBezTo>
                        <a:pt x="350" y="23"/>
                        <a:pt x="291" y="1"/>
                        <a:pt x="234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86" name="Google Shape;1786;p55"/>
                <p:cNvSpPr/>
                <p:nvPr/>
              </p:nvSpPr>
              <p:spPr>
                <a:xfrm>
                  <a:off x="7207601" y="3280730"/>
                  <a:ext cx="262858" cy="176091"/>
                </a:xfrm>
                <a:custGeom>
                  <a:rect b="b" l="l" r="r" t="t"/>
                  <a:pathLst>
                    <a:path extrusionOk="0" h="8471" w="12645">
                      <a:moveTo>
                        <a:pt x="12555" y="1"/>
                      </a:moveTo>
                      <a:cubicBezTo>
                        <a:pt x="12523" y="1"/>
                        <a:pt x="12492" y="19"/>
                        <a:pt x="12478" y="61"/>
                      </a:cubicBezTo>
                      <a:cubicBezTo>
                        <a:pt x="12044" y="1896"/>
                        <a:pt x="10210" y="2730"/>
                        <a:pt x="8642" y="3397"/>
                      </a:cubicBezTo>
                      <a:cubicBezTo>
                        <a:pt x="6674" y="4231"/>
                        <a:pt x="4772" y="5065"/>
                        <a:pt x="2971" y="6166"/>
                      </a:cubicBezTo>
                      <a:cubicBezTo>
                        <a:pt x="2004" y="6766"/>
                        <a:pt x="1070" y="7433"/>
                        <a:pt x="136" y="8167"/>
                      </a:cubicBezTo>
                      <a:cubicBezTo>
                        <a:pt x="1" y="8275"/>
                        <a:pt x="150" y="8470"/>
                        <a:pt x="300" y="8470"/>
                      </a:cubicBezTo>
                      <a:cubicBezTo>
                        <a:pt x="335" y="8470"/>
                        <a:pt x="371" y="8460"/>
                        <a:pt x="403" y="8434"/>
                      </a:cubicBezTo>
                      <a:cubicBezTo>
                        <a:pt x="2104" y="7100"/>
                        <a:pt x="3905" y="5932"/>
                        <a:pt x="5840" y="4998"/>
                      </a:cubicBezTo>
                      <a:cubicBezTo>
                        <a:pt x="6841" y="4531"/>
                        <a:pt x="7875" y="4098"/>
                        <a:pt x="8875" y="3664"/>
                      </a:cubicBezTo>
                      <a:cubicBezTo>
                        <a:pt x="9743" y="3297"/>
                        <a:pt x="10577" y="2930"/>
                        <a:pt x="11310" y="2330"/>
                      </a:cubicBezTo>
                      <a:cubicBezTo>
                        <a:pt x="12011" y="1763"/>
                        <a:pt x="12611" y="995"/>
                        <a:pt x="12645" y="95"/>
                      </a:cubicBezTo>
                      <a:cubicBezTo>
                        <a:pt x="12645" y="37"/>
                        <a:pt x="12600" y="1"/>
                        <a:pt x="12555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87" name="Google Shape;1787;p55"/>
                <p:cNvSpPr/>
                <p:nvPr/>
              </p:nvSpPr>
              <p:spPr>
                <a:xfrm>
                  <a:off x="7192135" y="4089488"/>
                  <a:ext cx="76311" cy="99718"/>
                </a:xfrm>
                <a:custGeom>
                  <a:rect b="b" l="l" r="r" t="t"/>
                  <a:pathLst>
                    <a:path extrusionOk="0" h="4797" w="3671">
                      <a:moveTo>
                        <a:pt x="3551" y="0"/>
                      </a:moveTo>
                      <a:cubicBezTo>
                        <a:pt x="3521" y="0"/>
                        <a:pt x="3493" y="15"/>
                        <a:pt x="3482" y="50"/>
                      </a:cubicBezTo>
                      <a:cubicBezTo>
                        <a:pt x="3248" y="484"/>
                        <a:pt x="2981" y="884"/>
                        <a:pt x="2648" y="1251"/>
                      </a:cubicBezTo>
                      <a:cubicBezTo>
                        <a:pt x="2314" y="1618"/>
                        <a:pt x="1947" y="1951"/>
                        <a:pt x="1614" y="2285"/>
                      </a:cubicBezTo>
                      <a:cubicBezTo>
                        <a:pt x="980" y="2952"/>
                        <a:pt x="446" y="3753"/>
                        <a:pt x="46" y="4586"/>
                      </a:cubicBezTo>
                      <a:cubicBezTo>
                        <a:pt x="1" y="4699"/>
                        <a:pt x="93" y="4797"/>
                        <a:pt x="178" y="4797"/>
                      </a:cubicBezTo>
                      <a:cubicBezTo>
                        <a:pt x="219" y="4797"/>
                        <a:pt x="258" y="4774"/>
                        <a:pt x="279" y="4720"/>
                      </a:cubicBezTo>
                      <a:cubicBezTo>
                        <a:pt x="713" y="3819"/>
                        <a:pt x="1247" y="3019"/>
                        <a:pt x="1947" y="2318"/>
                      </a:cubicBezTo>
                      <a:cubicBezTo>
                        <a:pt x="2614" y="1651"/>
                        <a:pt x="3315" y="1017"/>
                        <a:pt x="3648" y="117"/>
                      </a:cubicBezTo>
                      <a:cubicBezTo>
                        <a:pt x="3670" y="51"/>
                        <a:pt x="3607" y="0"/>
                        <a:pt x="3551" y="0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88" name="Google Shape;1788;p55"/>
                <p:cNvSpPr/>
                <p:nvPr/>
              </p:nvSpPr>
              <p:spPr>
                <a:xfrm>
                  <a:off x="7242129" y="3983701"/>
                  <a:ext cx="33489" cy="36981"/>
                </a:xfrm>
                <a:custGeom>
                  <a:rect b="b" l="l" r="r" t="t"/>
                  <a:pathLst>
                    <a:path extrusionOk="0" h="1779" w="1611">
                      <a:moveTo>
                        <a:pt x="191" y="0"/>
                      </a:moveTo>
                      <a:cubicBezTo>
                        <a:pt x="96" y="0"/>
                        <a:pt x="0" y="101"/>
                        <a:pt x="76" y="202"/>
                      </a:cubicBezTo>
                      <a:cubicBezTo>
                        <a:pt x="276" y="469"/>
                        <a:pt x="510" y="736"/>
                        <a:pt x="743" y="1003"/>
                      </a:cubicBezTo>
                      <a:cubicBezTo>
                        <a:pt x="843" y="1136"/>
                        <a:pt x="977" y="1269"/>
                        <a:pt x="1077" y="1403"/>
                      </a:cubicBezTo>
                      <a:cubicBezTo>
                        <a:pt x="1143" y="1470"/>
                        <a:pt x="1177" y="1536"/>
                        <a:pt x="1243" y="1603"/>
                      </a:cubicBezTo>
                      <a:cubicBezTo>
                        <a:pt x="1310" y="1670"/>
                        <a:pt x="1377" y="1770"/>
                        <a:pt x="1444" y="1770"/>
                      </a:cubicBezTo>
                      <a:cubicBezTo>
                        <a:pt x="1456" y="1776"/>
                        <a:pt x="1469" y="1779"/>
                        <a:pt x="1483" y="1779"/>
                      </a:cubicBezTo>
                      <a:cubicBezTo>
                        <a:pt x="1544" y="1779"/>
                        <a:pt x="1610" y="1724"/>
                        <a:pt x="1610" y="1670"/>
                      </a:cubicBezTo>
                      <a:cubicBezTo>
                        <a:pt x="1577" y="1503"/>
                        <a:pt x="1410" y="1370"/>
                        <a:pt x="1310" y="1236"/>
                      </a:cubicBezTo>
                      <a:cubicBezTo>
                        <a:pt x="1210" y="1103"/>
                        <a:pt x="1077" y="969"/>
                        <a:pt x="977" y="836"/>
                      </a:cubicBezTo>
                      <a:cubicBezTo>
                        <a:pt x="743" y="569"/>
                        <a:pt x="510" y="269"/>
                        <a:pt x="276" y="35"/>
                      </a:cubicBezTo>
                      <a:cubicBezTo>
                        <a:pt x="252" y="11"/>
                        <a:pt x="221" y="0"/>
                        <a:pt x="191" y="0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89" name="Google Shape;1789;p55"/>
                <p:cNvSpPr/>
                <p:nvPr/>
              </p:nvSpPr>
              <p:spPr>
                <a:xfrm>
                  <a:off x="7535628" y="2760086"/>
                  <a:ext cx="10415" cy="147404"/>
                </a:xfrm>
                <a:custGeom>
                  <a:rect b="b" l="l" r="r" t="t"/>
                  <a:pathLst>
                    <a:path extrusionOk="0" h="7091" w="501">
                      <a:moveTo>
                        <a:pt x="452" y="1"/>
                      </a:moveTo>
                      <a:cubicBezTo>
                        <a:pt x="434" y="1"/>
                        <a:pt x="414" y="9"/>
                        <a:pt x="401" y="23"/>
                      </a:cubicBezTo>
                      <a:cubicBezTo>
                        <a:pt x="234" y="1190"/>
                        <a:pt x="100" y="2358"/>
                        <a:pt x="67" y="3525"/>
                      </a:cubicBezTo>
                      <a:cubicBezTo>
                        <a:pt x="0" y="4693"/>
                        <a:pt x="0" y="5894"/>
                        <a:pt x="167" y="7028"/>
                      </a:cubicBezTo>
                      <a:cubicBezTo>
                        <a:pt x="167" y="7073"/>
                        <a:pt x="194" y="7091"/>
                        <a:pt x="224" y="7091"/>
                      </a:cubicBezTo>
                      <a:cubicBezTo>
                        <a:pt x="260" y="7091"/>
                        <a:pt x="301" y="7064"/>
                        <a:pt x="301" y="7028"/>
                      </a:cubicBezTo>
                      <a:cubicBezTo>
                        <a:pt x="334" y="5860"/>
                        <a:pt x="267" y="4693"/>
                        <a:pt x="301" y="3525"/>
                      </a:cubicBezTo>
                      <a:cubicBezTo>
                        <a:pt x="334" y="2358"/>
                        <a:pt x="401" y="1190"/>
                        <a:pt x="501" y="56"/>
                      </a:cubicBezTo>
                      <a:cubicBezTo>
                        <a:pt x="501" y="17"/>
                        <a:pt x="478" y="1"/>
                        <a:pt x="452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90" name="Google Shape;1790;p55"/>
                <p:cNvSpPr/>
                <p:nvPr/>
              </p:nvSpPr>
              <p:spPr>
                <a:xfrm>
                  <a:off x="7699350" y="2803719"/>
                  <a:ext cx="23511" cy="143434"/>
                </a:xfrm>
                <a:custGeom>
                  <a:rect b="b" l="l" r="r" t="t"/>
                  <a:pathLst>
                    <a:path extrusionOk="0" h="6900" w="1131">
                      <a:moveTo>
                        <a:pt x="1014" y="0"/>
                      </a:moveTo>
                      <a:cubicBezTo>
                        <a:pt x="956" y="0"/>
                        <a:pt x="897" y="42"/>
                        <a:pt x="897" y="125"/>
                      </a:cubicBezTo>
                      <a:lnTo>
                        <a:pt x="864" y="125"/>
                      </a:lnTo>
                      <a:cubicBezTo>
                        <a:pt x="831" y="1226"/>
                        <a:pt x="764" y="2327"/>
                        <a:pt x="697" y="3428"/>
                      </a:cubicBezTo>
                      <a:cubicBezTo>
                        <a:pt x="664" y="3961"/>
                        <a:pt x="597" y="4528"/>
                        <a:pt x="564" y="5062"/>
                      </a:cubicBezTo>
                      <a:cubicBezTo>
                        <a:pt x="530" y="5329"/>
                        <a:pt x="497" y="5596"/>
                        <a:pt x="497" y="5829"/>
                      </a:cubicBezTo>
                      <a:cubicBezTo>
                        <a:pt x="466" y="6044"/>
                        <a:pt x="492" y="6712"/>
                        <a:pt x="184" y="6712"/>
                      </a:cubicBezTo>
                      <a:cubicBezTo>
                        <a:pt x="157" y="6712"/>
                        <a:pt x="128" y="6707"/>
                        <a:pt x="97" y="6697"/>
                      </a:cubicBezTo>
                      <a:cubicBezTo>
                        <a:pt x="89" y="6693"/>
                        <a:pt x="82" y="6691"/>
                        <a:pt x="76" y="6691"/>
                      </a:cubicBezTo>
                      <a:cubicBezTo>
                        <a:pt x="23" y="6691"/>
                        <a:pt x="0" y="6800"/>
                        <a:pt x="30" y="6830"/>
                      </a:cubicBezTo>
                      <a:cubicBezTo>
                        <a:pt x="103" y="6879"/>
                        <a:pt x="171" y="6900"/>
                        <a:pt x="232" y="6900"/>
                      </a:cubicBezTo>
                      <a:cubicBezTo>
                        <a:pt x="509" y="6900"/>
                        <a:pt x="670" y="6481"/>
                        <a:pt x="697" y="6263"/>
                      </a:cubicBezTo>
                      <a:cubicBezTo>
                        <a:pt x="797" y="5596"/>
                        <a:pt x="864" y="4929"/>
                        <a:pt x="931" y="4262"/>
                      </a:cubicBezTo>
                      <a:cubicBezTo>
                        <a:pt x="1031" y="2894"/>
                        <a:pt x="1097" y="1526"/>
                        <a:pt x="1131" y="125"/>
                      </a:cubicBezTo>
                      <a:cubicBezTo>
                        <a:pt x="1131" y="42"/>
                        <a:pt x="1072" y="0"/>
                        <a:pt x="1014" y="0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91" name="Google Shape;1791;p55"/>
                <p:cNvSpPr/>
                <p:nvPr/>
              </p:nvSpPr>
              <p:spPr>
                <a:xfrm>
                  <a:off x="7387641" y="2742749"/>
                  <a:ext cx="24301" cy="142561"/>
                </a:xfrm>
                <a:custGeom>
                  <a:rect b="b" l="l" r="r" t="t"/>
                  <a:pathLst>
                    <a:path extrusionOk="0" h="6858" w="1169">
                      <a:moveTo>
                        <a:pt x="165" y="1"/>
                      </a:moveTo>
                      <a:cubicBezTo>
                        <a:pt x="87" y="1"/>
                        <a:pt x="0" y="95"/>
                        <a:pt x="48" y="190"/>
                      </a:cubicBezTo>
                      <a:cubicBezTo>
                        <a:pt x="581" y="1157"/>
                        <a:pt x="448" y="2324"/>
                        <a:pt x="481" y="3359"/>
                      </a:cubicBezTo>
                      <a:cubicBezTo>
                        <a:pt x="548" y="4493"/>
                        <a:pt x="715" y="5660"/>
                        <a:pt x="915" y="6761"/>
                      </a:cubicBezTo>
                      <a:cubicBezTo>
                        <a:pt x="928" y="6828"/>
                        <a:pt x="974" y="6858"/>
                        <a:pt x="1022" y="6858"/>
                      </a:cubicBezTo>
                      <a:cubicBezTo>
                        <a:pt x="1093" y="6858"/>
                        <a:pt x="1168" y="6794"/>
                        <a:pt x="1148" y="6694"/>
                      </a:cubicBezTo>
                      <a:cubicBezTo>
                        <a:pt x="915" y="5493"/>
                        <a:pt x="781" y="4259"/>
                        <a:pt x="715" y="3025"/>
                      </a:cubicBezTo>
                      <a:cubicBezTo>
                        <a:pt x="681" y="2024"/>
                        <a:pt x="748" y="990"/>
                        <a:pt x="248" y="56"/>
                      </a:cubicBezTo>
                      <a:cubicBezTo>
                        <a:pt x="228" y="17"/>
                        <a:pt x="197" y="1"/>
                        <a:pt x="165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92" name="Google Shape;1792;p55"/>
                <p:cNvSpPr/>
                <p:nvPr/>
              </p:nvSpPr>
              <p:spPr>
                <a:xfrm>
                  <a:off x="7500268" y="2501905"/>
                  <a:ext cx="17358" cy="17004"/>
                </a:xfrm>
                <a:custGeom>
                  <a:rect b="b" l="l" r="r" t="t"/>
                  <a:pathLst>
                    <a:path extrusionOk="0" h="818" w="835">
                      <a:moveTo>
                        <a:pt x="767" y="1"/>
                      </a:moveTo>
                      <a:cubicBezTo>
                        <a:pt x="667" y="1"/>
                        <a:pt x="567" y="34"/>
                        <a:pt x="467" y="67"/>
                      </a:cubicBezTo>
                      <a:cubicBezTo>
                        <a:pt x="367" y="101"/>
                        <a:pt x="300" y="167"/>
                        <a:pt x="234" y="234"/>
                      </a:cubicBezTo>
                      <a:cubicBezTo>
                        <a:pt x="100" y="367"/>
                        <a:pt x="0" y="568"/>
                        <a:pt x="0" y="768"/>
                      </a:cubicBezTo>
                      <a:cubicBezTo>
                        <a:pt x="0" y="801"/>
                        <a:pt x="25" y="818"/>
                        <a:pt x="54" y="818"/>
                      </a:cubicBezTo>
                      <a:cubicBezTo>
                        <a:pt x="84" y="818"/>
                        <a:pt x="117" y="801"/>
                        <a:pt x="134" y="768"/>
                      </a:cubicBezTo>
                      <a:cubicBezTo>
                        <a:pt x="134" y="601"/>
                        <a:pt x="234" y="468"/>
                        <a:pt x="334" y="334"/>
                      </a:cubicBezTo>
                      <a:cubicBezTo>
                        <a:pt x="400" y="301"/>
                        <a:pt x="467" y="267"/>
                        <a:pt x="534" y="201"/>
                      </a:cubicBezTo>
                      <a:cubicBezTo>
                        <a:pt x="601" y="167"/>
                        <a:pt x="701" y="134"/>
                        <a:pt x="767" y="134"/>
                      </a:cubicBezTo>
                      <a:cubicBezTo>
                        <a:pt x="834" y="101"/>
                        <a:pt x="801" y="34"/>
                        <a:pt x="767" y="1"/>
                      </a:cubicBezTo>
                      <a:close/>
                    </a:path>
                  </a:pathLst>
                </a:custGeom>
                <a:solidFill>
                  <a:srgbClr val="C46345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93" name="Google Shape;1793;p55"/>
                <p:cNvSpPr/>
                <p:nvPr/>
              </p:nvSpPr>
              <p:spPr>
                <a:xfrm>
                  <a:off x="7417284" y="2586885"/>
                  <a:ext cx="37230" cy="6569"/>
                </a:xfrm>
                <a:custGeom>
                  <a:rect b="b" l="l" r="r" t="t"/>
                  <a:pathLst>
                    <a:path extrusionOk="0" h="316" w="1791">
                      <a:moveTo>
                        <a:pt x="1557" y="1"/>
                      </a:moveTo>
                      <a:cubicBezTo>
                        <a:pt x="1468" y="1"/>
                        <a:pt x="1379" y="15"/>
                        <a:pt x="1290" y="15"/>
                      </a:cubicBezTo>
                      <a:cubicBezTo>
                        <a:pt x="1157" y="49"/>
                        <a:pt x="1023" y="49"/>
                        <a:pt x="923" y="49"/>
                      </a:cubicBezTo>
                      <a:cubicBezTo>
                        <a:pt x="790" y="49"/>
                        <a:pt x="656" y="49"/>
                        <a:pt x="523" y="15"/>
                      </a:cubicBezTo>
                      <a:lnTo>
                        <a:pt x="123" y="15"/>
                      </a:lnTo>
                      <a:cubicBezTo>
                        <a:pt x="112" y="12"/>
                        <a:pt x="102" y="10"/>
                        <a:pt x="92" y="10"/>
                      </a:cubicBezTo>
                      <a:cubicBezTo>
                        <a:pt x="17" y="10"/>
                        <a:pt x="0" y="119"/>
                        <a:pt x="89" y="149"/>
                      </a:cubicBezTo>
                      <a:cubicBezTo>
                        <a:pt x="156" y="149"/>
                        <a:pt x="223" y="182"/>
                        <a:pt x="256" y="216"/>
                      </a:cubicBezTo>
                      <a:cubicBezTo>
                        <a:pt x="323" y="249"/>
                        <a:pt x="390" y="249"/>
                        <a:pt x="456" y="249"/>
                      </a:cubicBezTo>
                      <a:cubicBezTo>
                        <a:pt x="590" y="282"/>
                        <a:pt x="756" y="282"/>
                        <a:pt x="890" y="316"/>
                      </a:cubicBezTo>
                      <a:cubicBezTo>
                        <a:pt x="1023" y="316"/>
                        <a:pt x="1157" y="316"/>
                        <a:pt x="1290" y="282"/>
                      </a:cubicBezTo>
                      <a:cubicBezTo>
                        <a:pt x="1457" y="282"/>
                        <a:pt x="1590" y="282"/>
                        <a:pt x="1724" y="182"/>
                      </a:cubicBezTo>
                      <a:cubicBezTo>
                        <a:pt x="1791" y="149"/>
                        <a:pt x="1791" y="49"/>
                        <a:pt x="1690" y="15"/>
                      </a:cubicBezTo>
                      <a:cubicBezTo>
                        <a:pt x="1646" y="4"/>
                        <a:pt x="1602" y="1"/>
                        <a:pt x="1557" y="1"/>
                      </a:cubicBezTo>
                      <a:close/>
                    </a:path>
                  </a:pathLst>
                </a:custGeom>
                <a:solidFill>
                  <a:srgbClr val="C46345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94" name="Google Shape;1794;p55"/>
                <p:cNvSpPr/>
                <p:nvPr/>
              </p:nvSpPr>
              <p:spPr>
                <a:xfrm>
                  <a:off x="7411609" y="2607215"/>
                  <a:ext cx="123083" cy="64150"/>
                </a:xfrm>
                <a:custGeom>
                  <a:rect b="b" l="l" r="r" t="t"/>
                  <a:pathLst>
                    <a:path extrusionOk="0" h="3086" w="5921">
                      <a:moveTo>
                        <a:pt x="5775" y="1"/>
                      </a:moveTo>
                      <a:cubicBezTo>
                        <a:pt x="5733" y="1"/>
                        <a:pt x="5691" y="23"/>
                        <a:pt x="5666" y="72"/>
                      </a:cubicBezTo>
                      <a:cubicBezTo>
                        <a:pt x="5499" y="272"/>
                        <a:pt x="5399" y="539"/>
                        <a:pt x="5232" y="772"/>
                      </a:cubicBezTo>
                      <a:cubicBezTo>
                        <a:pt x="5099" y="1039"/>
                        <a:pt x="4932" y="1306"/>
                        <a:pt x="4765" y="1539"/>
                      </a:cubicBezTo>
                      <a:cubicBezTo>
                        <a:pt x="4399" y="1973"/>
                        <a:pt x="3965" y="2306"/>
                        <a:pt x="3465" y="2540"/>
                      </a:cubicBezTo>
                      <a:cubicBezTo>
                        <a:pt x="3046" y="2724"/>
                        <a:pt x="2619" y="2809"/>
                        <a:pt x="2196" y="2809"/>
                      </a:cubicBezTo>
                      <a:cubicBezTo>
                        <a:pt x="1472" y="2809"/>
                        <a:pt x="761" y="2561"/>
                        <a:pt x="129" y="2140"/>
                      </a:cubicBezTo>
                      <a:cubicBezTo>
                        <a:pt x="120" y="2135"/>
                        <a:pt x="110" y="2133"/>
                        <a:pt x="101" y="2133"/>
                      </a:cubicBezTo>
                      <a:cubicBezTo>
                        <a:pt x="45" y="2133"/>
                        <a:pt x="0" y="2211"/>
                        <a:pt x="29" y="2240"/>
                      </a:cubicBezTo>
                      <a:cubicBezTo>
                        <a:pt x="636" y="2803"/>
                        <a:pt x="1426" y="3085"/>
                        <a:pt x="2226" y="3085"/>
                      </a:cubicBezTo>
                      <a:cubicBezTo>
                        <a:pt x="2656" y="3085"/>
                        <a:pt x="3089" y="3004"/>
                        <a:pt x="3498" y="2840"/>
                      </a:cubicBezTo>
                      <a:cubicBezTo>
                        <a:pt x="4032" y="2640"/>
                        <a:pt x="4532" y="2273"/>
                        <a:pt x="4932" y="1806"/>
                      </a:cubicBezTo>
                      <a:cubicBezTo>
                        <a:pt x="5132" y="1573"/>
                        <a:pt x="5299" y="1306"/>
                        <a:pt x="5466" y="1006"/>
                      </a:cubicBezTo>
                      <a:cubicBezTo>
                        <a:pt x="5633" y="739"/>
                        <a:pt x="5800" y="472"/>
                        <a:pt x="5900" y="172"/>
                      </a:cubicBezTo>
                      <a:cubicBezTo>
                        <a:pt x="5921" y="66"/>
                        <a:pt x="5848" y="1"/>
                        <a:pt x="5775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95" name="Google Shape;1795;p55"/>
                <p:cNvSpPr/>
                <p:nvPr/>
              </p:nvSpPr>
              <p:spPr>
                <a:xfrm>
                  <a:off x="7607137" y="3126112"/>
                  <a:ext cx="16879" cy="18750"/>
                </a:xfrm>
                <a:custGeom>
                  <a:rect b="b" l="l" r="r" t="t"/>
                  <a:pathLst>
                    <a:path extrusionOk="0" h="902" w="812">
                      <a:moveTo>
                        <a:pt x="696" y="0"/>
                      </a:moveTo>
                      <a:cubicBezTo>
                        <a:pt x="672" y="0"/>
                        <a:pt x="649" y="9"/>
                        <a:pt x="630" y="27"/>
                      </a:cubicBezTo>
                      <a:lnTo>
                        <a:pt x="330" y="394"/>
                      </a:lnTo>
                      <a:cubicBezTo>
                        <a:pt x="263" y="461"/>
                        <a:pt x="230" y="528"/>
                        <a:pt x="163" y="561"/>
                      </a:cubicBezTo>
                      <a:cubicBezTo>
                        <a:pt x="130" y="594"/>
                        <a:pt x="96" y="661"/>
                        <a:pt x="96" y="694"/>
                      </a:cubicBezTo>
                      <a:cubicBezTo>
                        <a:pt x="63" y="728"/>
                        <a:pt x="29" y="761"/>
                        <a:pt x="29" y="795"/>
                      </a:cubicBezTo>
                      <a:cubicBezTo>
                        <a:pt x="1" y="823"/>
                        <a:pt x="46" y="901"/>
                        <a:pt x="102" y="901"/>
                      </a:cubicBezTo>
                      <a:cubicBezTo>
                        <a:pt x="111" y="901"/>
                        <a:pt x="120" y="899"/>
                        <a:pt x="130" y="895"/>
                      </a:cubicBezTo>
                      <a:cubicBezTo>
                        <a:pt x="163" y="861"/>
                        <a:pt x="196" y="828"/>
                        <a:pt x="230" y="795"/>
                      </a:cubicBezTo>
                      <a:cubicBezTo>
                        <a:pt x="263" y="795"/>
                        <a:pt x="263" y="761"/>
                        <a:pt x="296" y="728"/>
                      </a:cubicBezTo>
                      <a:cubicBezTo>
                        <a:pt x="363" y="661"/>
                        <a:pt x="396" y="594"/>
                        <a:pt x="463" y="528"/>
                      </a:cubicBezTo>
                      <a:cubicBezTo>
                        <a:pt x="563" y="394"/>
                        <a:pt x="663" y="261"/>
                        <a:pt x="763" y="127"/>
                      </a:cubicBezTo>
                      <a:cubicBezTo>
                        <a:pt x="811" y="55"/>
                        <a:pt x="756" y="0"/>
                        <a:pt x="696" y="0"/>
                      </a:cubicBezTo>
                      <a:close/>
                    </a:path>
                  </a:pathLst>
                </a:custGeom>
                <a:solidFill>
                  <a:srgbClr val="C46345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96" name="Google Shape;1796;p55"/>
                <p:cNvSpPr/>
                <p:nvPr/>
              </p:nvSpPr>
              <p:spPr>
                <a:xfrm>
                  <a:off x="7351866" y="3095472"/>
                  <a:ext cx="39559" cy="14572"/>
                </a:xfrm>
                <a:custGeom>
                  <a:rect b="b" l="l" r="r" t="t"/>
                  <a:pathLst>
                    <a:path extrusionOk="0" h="701" w="1903">
                      <a:moveTo>
                        <a:pt x="1802" y="0"/>
                      </a:moveTo>
                      <a:cubicBezTo>
                        <a:pt x="1502" y="34"/>
                        <a:pt x="1168" y="100"/>
                        <a:pt x="868" y="200"/>
                      </a:cubicBezTo>
                      <a:cubicBezTo>
                        <a:pt x="735" y="267"/>
                        <a:pt x="601" y="300"/>
                        <a:pt x="434" y="367"/>
                      </a:cubicBezTo>
                      <a:cubicBezTo>
                        <a:pt x="301" y="434"/>
                        <a:pt x="167" y="501"/>
                        <a:pt x="34" y="601"/>
                      </a:cubicBezTo>
                      <a:cubicBezTo>
                        <a:pt x="1" y="634"/>
                        <a:pt x="34" y="701"/>
                        <a:pt x="101" y="701"/>
                      </a:cubicBezTo>
                      <a:cubicBezTo>
                        <a:pt x="234" y="634"/>
                        <a:pt x="368" y="567"/>
                        <a:pt x="501" y="501"/>
                      </a:cubicBezTo>
                      <a:cubicBezTo>
                        <a:pt x="668" y="434"/>
                        <a:pt x="801" y="367"/>
                        <a:pt x="935" y="334"/>
                      </a:cubicBezTo>
                      <a:cubicBezTo>
                        <a:pt x="1235" y="200"/>
                        <a:pt x="1535" y="134"/>
                        <a:pt x="1835" y="100"/>
                      </a:cubicBezTo>
                      <a:cubicBezTo>
                        <a:pt x="1902" y="100"/>
                        <a:pt x="1869" y="0"/>
                        <a:pt x="1802" y="0"/>
                      </a:cubicBezTo>
                      <a:close/>
                    </a:path>
                  </a:pathLst>
                </a:custGeom>
                <a:solidFill>
                  <a:srgbClr val="C46345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97" name="Google Shape;1797;p55"/>
                <p:cNvSpPr/>
                <p:nvPr/>
              </p:nvSpPr>
              <p:spPr>
                <a:xfrm>
                  <a:off x="7036374" y="4116595"/>
                  <a:ext cx="43009" cy="37043"/>
                </a:xfrm>
                <a:custGeom>
                  <a:rect b="b" l="l" r="r" t="t"/>
                  <a:pathLst>
                    <a:path extrusionOk="0" h="1782" w="2069">
                      <a:moveTo>
                        <a:pt x="147" y="0"/>
                      </a:moveTo>
                      <a:cubicBezTo>
                        <a:pt x="100" y="0"/>
                        <a:pt x="58" y="31"/>
                        <a:pt x="34" y="80"/>
                      </a:cubicBezTo>
                      <a:cubicBezTo>
                        <a:pt x="0" y="147"/>
                        <a:pt x="34" y="214"/>
                        <a:pt x="100" y="247"/>
                      </a:cubicBezTo>
                      <a:cubicBezTo>
                        <a:pt x="267" y="380"/>
                        <a:pt x="434" y="547"/>
                        <a:pt x="601" y="714"/>
                      </a:cubicBezTo>
                      <a:cubicBezTo>
                        <a:pt x="767" y="847"/>
                        <a:pt x="867" y="1014"/>
                        <a:pt x="1001" y="1214"/>
                      </a:cubicBezTo>
                      <a:cubicBezTo>
                        <a:pt x="1034" y="1281"/>
                        <a:pt x="1034" y="1314"/>
                        <a:pt x="1068" y="1348"/>
                      </a:cubicBezTo>
                      <a:cubicBezTo>
                        <a:pt x="1068" y="1381"/>
                        <a:pt x="1101" y="1414"/>
                        <a:pt x="1101" y="1448"/>
                      </a:cubicBezTo>
                      <a:cubicBezTo>
                        <a:pt x="1101" y="1448"/>
                        <a:pt x="1134" y="1481"/>
                        <a:pt x="1134" y="1481"/>
                      </a:cubicBezTo>
                      <a:cubicBezTo>
                        <a:pt x="1168" y="1581"/>
                        <a:pt x="1201" y="1681"/>
                        <a:pt x="1268" y="1715"/>
                      </a:cubicBezTo>
                      <a:cubicBezTo>
                        <a:pt x="1368" y="1781"/>
                        <a:pt x="1501" y="1781"/>
                        <a:pt x="1568" y="1781"/>
                      </a:cubicBezTo>
                      <a:cubicBezTo>
                        <a:pt x="1868" y="1715"/>
                        <a:pt x="2068" y="1448"/>
                        <a:pt x="2002" y="1148"/>
                      </a:cubicBezTo>
                      <a:lnTo>
                        <a:pt x="1968" y="1148"/>
                      </a:lnTo>
                      <a:cubicBezTo>
                        <a:pt x="1950" y="1073"/>
                        <a:pt x="1878" y="1029"/>
                        <a:pt x="1807" y="1029"/>
                      </a:cubicBezTo>
                      <a:cubicBezTo>
                        <a:pt x="1752" y="1029"/>
                        <a:pt x="1697" y="1056"/>
                        <a:pt x="1668" y="1114"/>
                      </a:cubicBezTo>
                      <a:cubicBezTo>
                        <a:pt x="1668" y="1114"/>
                        <a:pt x="1635" y="1148"/>
                        <a:pt x="1635" y="1148"/>
                      </a:cubicBezTo>
                      <a:cubicBezTo>
                        <a:pt x="1601" y="1181"/>
                        <a:pt x="1601" y="1181"/>
                        <a:pt x="1601" y="1181"/>
                      </a:cubicBezTo>
                      <a:cubicBezTo>
                        <a:pt x="1601" y="1181"/>
                        <a:pt x="1568" y="1181"/>
                        <a:pt x="1568" y="1214"/>
                      </a:cubicBezTo>
                      <a:cubicBezTo>
                        <a:pt x="1234" y="681"/>
                        <a:pt x="767" y="214"/>
                        <a:pt x="200" y="13"/>
                      </a:cubicBezTo>
                      <a:cubicBezTo>
                        <a:pt x="182" y="5"/>
                        <a:pt x="165" y="0"/>
                        <a:pt x="147" y="0"/>
                      </a:cubicBezTo>
                      <a:close/>
                    </a:path>
                  </a:pathLst>
                </a:custGeom>
                <a:solidFill>
                  <a:srgbClr val="73CABE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98" name="Google Shape;1798;p55"/>
                <p:cNvSpPr/>
                <p:nvPr/>
              </p:nvSpPr>
              <p:spPr>
                <a:xfrm>
                  <a:off x="7073625" y="4106430"/>
                  <a:ext cx="34881" cy="38249"/>
                </a:xfrm>
                <a:custGeom>
                  <a:rect b="b" l="l" r="r" t="t"/>
                  <a:pathLst>
                    <a:path extrusionOk="0" h="1840" w="1678">
                      <a:moveTo>
                        <a:pt x="208" y="1"/>
                      </a:moveTo>
                      <a:cubicBezTo>
                        <a:pt x="98" y="1"/>
                        <a:pt x="0" y="109"/>
                        <a:pt x="76" y="236"/>
                      </a:cubicBezTo>
                      <a:cubicBezTo>
                        <a:pt x="243" y="502"/>
                        <a:pt x="410" y="769"/>
                        <a:pt x="577" y="1003"/>
                      </a:cubicBezTo>
                      <a:cubicBezTo>
                        <a:pt x="777" y="1270"/>
                        <a:pt x="943" y="1537"/>
                        <a:pt x="1210" y="1770"/>
                      </a:cubicBezTo>
                      <a:cubicBezTo>
                        <a:pt x="1272" y="1811"/>
                        <a:pt x="1347" y="1840"/>
                        <a:pt x="1418" y="1840"/>
                      </a:cubicBezTo>
                      <a:cubicBezTo>
                        <a:pt x="1463" y="1840"/>
                        <a:pt x="1506" y="1829"/>
                        <a:pt x="1544" y="1803"/>
                      </a:cubicBezTo>
                      <a:cubicBezTo>
                        <a:pt x="1644" y="1703"/>
                        <a:pt x="1677" y="1570"/>
                        <a:pt x="1611" y="1436"/>
                      </a:cubicBezTo>
                      <a:cubicBezTo>
                        <a:pt x="1444" y="1170"/>
                        <a:pt x="1210" y="936"/>
                        <a:pt x="977" y="703"/>
                      </a:cubicBezTo>
                      <a:cubicBezTo>
                        <a:pt x="777" y="469"/>
                        <a:pt x="543" y="269"/>
                        <a:pt x="310" y="35"/>
                      </a:cubicBezTo>
                      <a:cubicBezTo>
                        <a:pt x="278" y="12"/>
                        <a:pt x="242" y="1"/>
                        <a:pt x="208" y="1"/>
                      </a:cubicBezTo>
                      <a:close/>
                    </a:path>
                  </a:pathLst>
                </a:custGeom>
                <a:solidFill>
                  <a:srgbClr val="73CABE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99" name="Google Shape;1799;p55"/>
                <p:cNvSpPr/>
                <p:nvPr/>
              </p:nvSpPr>
              <p:spPr>
                <a:xfrm>
                  <a:off x="7228700" y="4110941"/>
                  <a:ext cx="26816" cy="20226"/>
                </a:xfrm>
                <a:custGeom>
                  <a:rect b="b" l="l" r="r" t="t"/>
                  <a:pathLst>
                    <a:path extrusionOk="0" h="973" w="1290">
                      <a:moveTo>
                        <a:pt x="114" y="0"/>
                      </a:moveTo>
                      <a:cubicBezTo>
                        <a:pt x="56" y="0"/>
                        <a:pt x="1" y="98"/>
                        <a:pt x="55" y="152"/>
                      </a:cubicBezTo>
                      <a:lnTo>
                        <a:pt x="88" y="185"/>
                      </a:lnTo>
                      <a:cubicBezTo>
                        <a:pt x="88" y="185"/>
                        <a:pt x="122" y="219"/>
                        <a:pt x="122" y="252"/>
                      </a:cubicBezTo>
                      <a:cubicBezTo>
                        <a:pt x="155" y="252"/>
                        <a:pt x="155" y="285"/>
                        <a:pt x="155" y="285"/>
                      </a:cubicBezTo>
                      <a:cubicBezTo>
                        <a:pt x="188" y="319"/>
                        <a:pt x="222" y="386"/>
                        <a:pt x="255" y="386"/>
                      </a:cubicBezTo>
                      <a:cubicBezTo>
                        <a:pt x="255" y="419"/>
                        <a:pt x="288" y="419"/>
                        <a:pt x="288" y="452"/>
                      </a:cubicBezTo>
                      <a:cubicBezTo>
                        <a:pt x="322" y="452"/>
                        <a:pt x="322" y="486"/>
                        <a:pt x="355" y="486"/>
                      </a:cubicBezTo>
                      <a:lnTo>
                        <a:pt x="422" y="586"/>
                      </a:lnTo>
                      <a:cubicBezTo>
                        <a:pt x="488" y="652"/>
                        <a:pt x="555" y="719"/>
                        <a:pt x="622" y="786"/>
                      </a:cubicBezTo>
                      <a:cubicBezTo>
                        <a:pt x="655" y="819"/>
                        <a:pt x="722" y="853"/>
                        <a:pt x="755" y="886"/>
                      </a:cubicBezTo>
                      <a:cubicBezTo>
                        <a:pt x="789" y="919"/>
                        <a:pt x="855" y="919"/>
                        <a:pt x="889" y="953"/>
                      </a:cubicBezTo>
                      <a:cubicBezTo>
                        <a:pt x="925" y="965"/>
                        <a:pt x="967" y="973"/>
                        <a:pt x="1007" y="973"/>
                      </a:cubicBezTo>
                      <a:cubicBezTo>
                        <a:pt x="1078" y="973"/>
                        <a:pt x="1147" y="949"/>
                        <a:pt x="1189" y="886"/>
                      </a:cubicBezTo>
                      <a:cubicBezTo>
                        <a:pt x="1289" y="786"/>
                        <a:pt x="1256" y="652"/>
                        <a:pt x="1189" y="586"/>
                      </a:cubicBezTo>
                      <a:cubicBezTo>
                        <a:pt x="1122" y="486"/>
                        <a:pt x="1056" y="419"/>
                        <a:pt x="955" y="386"/>
                      </a:cubicBezTo>
                      <a:cubicBezTo>
                        <a:pt x="855" y="319"/>
                        <a:pt x="789" y="285"/>
                        <a:pt x="722" y="252"/>
                      </a:cubicBezTo>
                      <a:cubicBezTo>
                        <a:pt x="655" y="219"/>
                        <a:pt x="622" y="219"/>
                        <a:pt x="589" y="185"/>
                      </a:cubicBezTo>
                      <a:cubicBezTo>
                        <a:pt x="555" y="185"/>
                        <a:pt x="555" y="152"/>
                        <a:pt x="522" y="152"/>
                      </a:cubicBezTo>
                      <a:lnTo>
                        <a:pt x="455" y="119"/>
                      </a:lnTo>
                      <a:cubicBezTo>
                        <a:pt x="422" y="119"/>
                        <a:pt x="388" y="85"/>
                        <a:pt x="322" y="52"/>
                      </a:cubicBezTo>
                      <a:lnTo>
                        <a:pt x="222" y="52"/>
                      </a:lnTo>
                      <a:lnTo>
                        <a:pt x="155" y="19"/>
                      </a:lnTo>
                      <a:cubicBezTo>
                        <a:pt x="142" y="6"/>
                        <a:pt x="128" y="0"/>
                        <a:pt x="114" y="0"/>
                      </a:cubicBezTo>
                      <a:close/>
                    </a:path>
                  </a:pathLst>
                </a:custGeom>
                <a:solidFill>
                  <a:srgbClr val="73CABE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00" name="Google Shape;1800;p55"/>
                <p:cNvSpPr/>
                <p:nvPr/>
              </p:nvSpPr>
              <p:spPr>
                <a:xfrm>
                  <a:off x="7251712" y="4079968"/>
                  <a:ext cx="32927" cy="21286"/>
                </a:xfrm>
                <a:custGeom>
                  <a:rect b="b" l="l" r="r" t="t"/>
                  <a:pathLst>
                    <a:path extrusionOk="0" h="1024" w="1584">
                      <a:moveTo>
                        <a:pt x="181" y="0"/>
                      </a:moveTo>
                      <a:cubicBezTo>
                        <a:pt x="90" y="0"/>
                        <a:pt x="1" y="79"/>
                        <a:pt x="49" y="174"/>
                      </a:cubicBezTo>
                      <a:cubicBezTo>
                        <a:pt x="82" y="308"/>
                        <a:pt x="149" y="441"/>
                        <a:pt x="249" y="541"/>
                      </a:cubicBezTo>
                      <a:cubicBezTo>
                        <a:pt x="249" y="541"/>
                        <a:pt x="249" y="575"/>
                        <a:pt x="249" y="575"/>
                      </a:cubicBezTo>
                      <a:cubicBezTo>
                        <a:pt x="249" y="608"/>
                        <a:pt x="282" y="608"/>
                        <a:pt x="282" y="641"/>
                      </a:cubicBezTo>
                      <a:cubicBezTo>
                        <a:pt x="315" y="641"/>
                        <a:pt x="349" y="675"/>
                        <a:pt x="349" y="675"/>
                      </a:cubicBezTo>
                      <a:cubicBezTo>
                        <a:pt x="416" y="741"/>
                        <a:pt x="482" y="775"/>
                        <a:pt x="549" y="841"/>
                      </a:cubicBezTo>
                      <a:cubicBezTo>
                        <a:pt x="649" y="908"/>
                        <a:pt x="782" y="975"/>
                        <a:pt x="916" y="1008"/>
                      </a:cubicBezTo>
                      <a:cubicBezTo>
                        <a:pt x="983" y="1008"/>
                        <a:pt x="1064" y="1023"/>
                        <a:pt x="1131" y="1023"/>
                      </a:cubicBezTo>
                      <a:cubicBezTo>
                        <a:pt x="1164" y="1023"/>
                        <a:pt x="1194" y="1019"/>
                        <a:pt x="1216" y="1008"/>
                      </a:cubicBezTo>
                      <a:lnTo>
                        <a:pt x="1316" y="1008"/>
                      </a:lnTo>
                      <a:cubicBezTo>
                        <a:pt x="1350" y="975"/>
                        <a:pt x="1416" y="975"/>
                        <a:pt x="1450" y="942"/>
                      </a:cubicBezTo>
                      <a:cubicBezTo>
                        <a:pt x="1516" y="908"/>
                        <a:pt x="1583" y="808"/>
                        <a:pt x="1550" y="708"/>
                      </a:cubicBezTo>
                      <a:cubicBezTo>
                        <a:pt x="1550" y="608"/>
                        <a:pt x="1483" y="541"/>
                        <a:pt x="1383" y="508"/>
                      </a:cubicBezTo>
                      <a:cubicBezTo>
                        <a:pt x="1350" y="508"/>
                        <a:pt x="1350" y="508"/>
                        <a:pt x="1316" y="475"/>
                      </a:cubicBezTo>
                      <a:lnTo>
                        <a:pt x="1249" y="475"/>
                      </a:lnTo>
                      <a:cubicBezTo>
                        <a:pt x="1216" y="441"/>
                        <a:pt x="1149" y="441"/>
                        <a:pt x="1083" y="441"/>
                      </a:cubicBezTo>
                      <a:cubicBezTo>
                        <a:pt x="983" y="408"/>
                        <a:pt x="849" y="374"/>
                        <a:pt x="749" y="341"/>
                      </a:cubicBezTo>
                      <a:cubicBezTo>
                        <a:pt x="716" y="341"/>
                        <a:pt x="716" y="308"/>
                        <a:pt x="682" y="308"/>
                      </a:cubicBezTo>
                      <a:lnTo>
                        <a:pt x="649" y="308"/>
                      </a:lnTo>
                      <a:cubicBezTo>
                        <a:pt x="649" y="308"/>
                        <a:pt x="616" y="274"/>
                        <a:pt x="582" y="274"/>
                      </a:cubicBezTo>
                      <a:cubicBezTo>
                        <a:pt x="582" y="241"/>
                        <a:pt x="549" y="241"/>
                        <a:pt x="516" y="241"/>
                      </a:cubicBezTo>
                      <a:cubicBezTo>
                        <a:pt x="482" y="208"/>
                        <a:pt x="416" y="174"/>
                        <a:pt x="382" y="141"/>
                      </a:cubicBezTo>
                      <a:cubicBezTo>
                        <a:pt x="382" y="141"/>
                        <a:pt x="349" y="108"/>
                        <a:pt x="349" y="108"/>
                      </a:cubicBezTo>
                      <a:cubicBezTo>
                        <a:pt x="315" y="74"/>
                        <a:pt x="315" y="74"/>
                        <a:pt x="282" y="41"/>
                      </a:cubicBezTo>
                      <a:cubicBezTo>
                        <a:pt x="254" y="13"/>
                        <a:pt x="217" y="0"/>
                        <a:pt x="181" y="0"/>
                      </a:cubicBezTo>
                      <a:close/>
                    </a:path>
                  </a:pathLst>
                </a:custGeom>
                <a:solidFill>
                  <a:srgbClr val="73CABE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01" name="Google Shape;1801;p55"/>
                <p:cNvSpPr/>
                <p:nvPr/>
              </p:nvSpPr>
              <p:spPr>
                <a:xfrm>
                  <a:off x="7395686" y="2537265"/>
                  <a:ext cx="34570" cy="11121"/>
                </a:xfrm>
                <a:custGeom>
                  <a:rect b="b" l="l" r="r" t="t"/>
                  <a:pathLst>
                    <a:path extrusionOk="0" h="535" w="1663">
                      <a:moveTo>
                        <a:pt x="1495" y="1"/>
                      </a:moveTo>
                      <a:cubicBezTo>
                        <a:pt x="1362" y="34"/>
                        <a:pt x="1262" y="67"/>
                        <a:pt x="1162" y="134"/>
                      </a:cubicBezTo>
                      <a:cubicBezTo>
                        <a:pt x="1028" y="168"/>
                        <a:pt x="928" y="168"/>
                        <a:pt x="828" y="201"/>
                      </a:cubicBezTo>
                      <a:cubicBezTo>
                        <a:pt x="561" y="201"/>
                        <a:pt x="361" y="101"/>
                        <a:pt x="128" y="67"/>
                      </a:cubicBezTo>
                      <a:cubicBezTo>
                        <a:pt x="116" y="62"/>
                        <a:pt x="104" y="59"/>
                        <a:pt x="93" y="59"/>
                      </a:cubicBezTo>
                      <a:cubicBezTo>
                        <a:pt x="40" y="59"/>
                        <a:pt x="0" y="119"/>
                        <a:pt x="28" y="201"/>
                      </a:cubicBezTo>
                      <a:cubicBezTo>
                        <a:pt x="194" y="468"/>
                        <a:pt x="528" y="534"/>
                        <a:pt x="828" y="534"/>
                      </a:cubicBezTo>
                      <a:cubicBezTo>
                        <a:pt x="962" y="534"/>
                        <a:pt x="1128" y="501"/>
                        <a:pt x="1262" y="468"/>
                      </a:cubicBezTo>
                      <a:cubicBezTo>
                        <a:pt x="1328" y="434"/>
                        <a:pt x="1395" y="401"/>
                        <a:pt x="1462" y="368"/>
                      </a:cubicBezTo>
                      <a:cubicBezTo>
                        <a:pt x="1562" y="301"/>
                        <a:pt x="1595" y="234"/>
                        <a:pt x="1629" y="168"/>
                      </a:cubicBezTo>
                      <a:cubicBezTo>
                        <a:pt x="1662" y="67"/>
                        <a:pt x="1562" y="1"/>
                        <a:pt x="1495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02" name="Google Shape;1802;p55"/>
                <p:cNvSpPr/>
                <p:nvPr/>
              </p:nvSpPr>
              <p:spPr>
                <a:xfrm>
                  <a:off x="7057162" y="3166897"/>
                  <a:ext cx="379330" cy="13179"/>
                </a:xfrm>
                <a:custGeom>
                  <a:rect b="b" l="l" r="r" t="t"/>
                  <a:pathLst>
                    <a:path extrusionOk="0" h="634" w="18248">
                      <a:moveTo>
                        <a:pt x="1" y="0"/>
                      </a:moveTo>
                      <a:lnTo>
                        <a:pt x="1" y="634"/>
                      </a:lnTo>
                      <a:lnTo>
                        <a:pt x="18247" y="634"/>
                      </a:lnTo>
                      <a:cubicBezTo>
                        <a:pt x="18247" y="267"/>
                        <a:pt x="17947" y="0"/>
                        <a:pt x="17613" y="0"/>
                      </a:cubicBezTo>
                      <a:close/>
                    </a:path>
                  </a:pathLst>
                </a:custGeom>
                <a:solidFill>
                  <a:srgbClr val="D6D6D6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03" name="Google Shape;1803;p55"/>
                <p:cNvSpPr/>
                <p:nvPr/>
              </p:nvSpPr>
              <p:spPr>
                <a:xfrm>
                  <a:off x="6923332" y="2954699"/>
                  <a:ext cx="447285" cy="212220"/>
                </a:xfrm>
                <a:custGeom>
                  <a:rect b="b" l="l" r="r" t="t"/>
                  <a:pathLst>
                    <a:path extrusionOk="0" h="10209" w="21517">
                      <a:moveTo>
                        <a:pt x="1002" y="1"/>
                      </a:moveTo>
                      <a:cubicBezTo>
                        <a:pt x="435" y="1"/>
                        <a:pt x="1" y="534"/>
                        <a:pt x="201" y="1035"/>
                      </a:cubicBezTo>
                      <a:lnTo>
                        <a:pt x="3270" y="10208"/>
                      </a:lnTo>
                      <a:lnTo>
                        <a:pt x="21516" y="10208"/>
                      </a:lnTo>
                      <a:lnTo>
                        <a:pt x="18281" y="568"/>
                      </a:lnTo>
                      <a:cubicBezTo>
                        <a:pt x="18147" y="234"/>
                        <a:pt x="17847" y="1"/>
                        <a:pt x="1744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04" name="Google Shape;1804;p55"/>
                <p:cNvSpPr/>
                <p:nvPr/>
              </p:nvSpPr>
              <p:spPr>
                <a:xfrm>
                  <a:off x="6991993" y="3166897"/>
                  <a:ext cx="380702" cy="13179"/>
                </a:xfrm>
                <a:custGeom>
                  <a:rect b="b" l="l" r="r" t="t"/>
                  <a:pathLst>
                    <a:path extrusionOk="0" h="634" w="18314">
                      <a:moveTo>
                        <a:pt x="0" y="0"/>
                      </a:moveTo>
                      <a:lnTo>
                        <a:pt x="0" y="634"/>
                      </a:lnTo>
                      <a:lnTo>
                        <a:pt x="18313" y="634"/>
                      </a:lnTo>
                      <a:lnTo>
                        <a:pt x="18313" y="0"/>
                      </a:lnTo>
                      <a:close/>
                    </a:path>
                  </a:pathLst>
                </a:custGeom>
                <a:solidFill>
                  <a:srgbClr val="D6D6D6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05" name="Google Shape;1805;p55"/>
                <p:cNvSpPr/>
                <p:nvPr/>
              </p:nvSpPr>
              <p:spPr>
                <a:xfrm>
                  <a:off x="7125823" y="3039948"/>
                  <a:ext cx="35380" cy="30641"/>
                </a:xfrm>
                <a:custGeom>
                  <a:rect b="b" l="l" r="r" t="t"/>
                  <a:pathLst>
                    <a:path extrusionOk="0" h="1474" w="1702">
                      <a:moveTo>
                        <a:pt x="860" y="1"/>
                      </a:moveTo>
                      <a:cubicBezTo>
                        <a:pt x="840" y="1"/>
                        <a:pt x="821" y="1"/>
                        <a:pt x="801" y="3"/>
                      </a:cubicBezTo>
                      <a:lnTo>
                        <a:pt x="667" y="3"/>
                      </a:lnTo>
                      <a:cubicBezTo>
                        <a:pt x="267" y="103"/>
                        <a:pt x="0" y="503"/>
                        <a:pt x="67" y="870"/>
                      </a:cubicBezTo>
                      <a:lnTo>
                        <a:pt x="67" y="903"/>
                      </a:lnTo>
                      <a:cubicBezTo>
                        <a:pt x="129" y="1247"/>
                        <a:pt x="484" y="1474"/>
                        <a:pt x="858" y="1474"/>
                      </a:cubicBezTo>
                      <a:cubicBezTo>
                        <a:pt x="883" y="1474"/>
                        <a:pt x="909" y="1473"/>
                        <a:pt x="934" y="1470"/>
                      </a:cubicBezTo>
                      <a:cubicBezTo>
                        <a:pt x="1335" y="1437"/>
                        <a:pt x="1701" y="1137"/>
                        <a:pt x="1668" y="737"/>
                      </a:cubicBezTo>
                      <a:cubicBezTo>
                        <a:pt x="1636" y="353"/>
                        <a:pt x="1298" y="1"/>
                        <a:pt x="860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06" name="Google Shape;1806;p55"/>
                <p:cNvSpPr/>
                <p:nvPr/>
              </p:nvSpPr>
              <p:spPr>
                <a:xfrm>
                  <a:off x="4493626" y="3196021"/>
                  <a:ext cx="133851" cy="1018629"/>
                </a:xfrm>
                <a:custGeom>
                  <a:rect b="b" l="l" r="r" t="t"/>
                  <a:pathLst>
                    <a:path extrusionOk="0" h="49002" w="6439">
                      <a:moveTo>
                        <a:pt x="5104" y="0"/>
                      </a:moveTo>
                      <a:lnTo>
                        <a:pt x="1" y="48868"/>
                      </a:lnTo>
                      <a:lnTo>
                        <a:pt x="1335" y="49002"/>
                      </a:lnTo>
                      <a:lnTo>
                        <a:pt x="6438" y="134"/>
                      </a:lnTo>
                      <a:lnTo>
                        <a:pt x="510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07" name="Google Shape;1807;p55"/>
                <p:cNvSpPr/>
                <p:nvPr/>
              </p:nvSpPr>
              <p:spPr>
                <a:xfrm>
                  <a:off x="7892736" y="3196021"/>
                  <a:ext cx="133851" cy="1018629"/>
                </a:xfrm>
                <a:custGeom>
                  <a:rect b="b" l="l" r="r" t="t"/>
                  <a:pathLst>
                    <a:path extrusionOk="0" h="49002" w="6439">
                      <a:moveTo>
                        <a:pt x="1335" y="0"/>
                      </a:moveTo>
                      <a:lnTo>
                        <a:pt x="0" y="134"/>
                      </a:lnTo>
                      <a:lnTo>
                        <a:pt x="5104" y="49002"/>
                      </a:lnTo>
                      <a:lnTo>
                        <a:pt x="6438" y="48868"/>
                      </a:lnTo>
                      <a:lnTo>
                        <a:pt x="133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08" name="Google Shape;1808;p55"/>
                <p:cNvSpPr/>
                <p:nvPr/>
              </p:nvSpPr>
              <p:spPr>
                <a:xfrm>
                  <a:off x="4429144" y="3180763"/>
                  <a:ext cx="3657062" cy="22887"/>
                </a:xfrm>
                <a:custGeom>
                  <a:rect b="b" l="l" r="r" t="t"/>
                  <a:pathLst>
                    <a:path extrusionOk="0" h="1101" w="175926">
                      <a:moveTo>
                        <a:pt x="567" y="0"/>
                      </a:moveTo>
                      <a:cubicBezTo>
                        <a:pt x="267" y="0"/>
                        <a:pt x="0" y="234"/>
                        <a:pt x="0" y="534"/>
                      </a:cubicBezTo>
                      <a:cubicBezTo>
                        <a:pt x="0" y="834"/>
                        <a:pt x="267" y="1101"/>
                        <a:pt x="567" y="1101"/>
                      </a:cubicBezTo>
                      <a:lnTo>
                        <a:pt x="175359" y="1101"/>
                      </a:lnTo>
                      <a:cubicBezTo>
                        <a:pt x="175659" y="1101"/>
                        <a:pt x="175926" y="834"/>
                        <a:pt x="175926" y="534"/>
                      </a:cubicBezTo>
                      <a:cubicBezTo>
                        <a:pt x="175926" y="234"/>
                        <a:pt x="175659" y="0"/>
                        <a:pt x="17535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09" name="Google Shape;1809;p55"/>
                <p:cNvSpPr/>
                <p:nvPr/>
              </p:nvSpPr>
              <p:spPr>
                <a:xfrm>
                  <a:off x="6076678" y="3052379"/>
                  <a:ext cx="85312" cy="109675"/>
                </a:xfrm>
                <a:custGeom>
                  <a:rect b="b" l="l" r="r" t="t"/>
                  <a:pathLst>
                    <a:path extrusionOk="0" h="5276" w="4104">
                      <a:moveTo>
                        <a:pt x="1436" y="0"/>
                      </a:moveTo>
                      <a:cubicBezTo>
                        <a:pt x="978" y="0"/>
                        <a:pt x="506" y="107"/>
                        <a:pt x="34" y="305"/>
                      </a:cubicBezTo>
                      <a:lnTo>
                        <a:pt x="334" y="1039"/>
                      </a:lnTo>
                      <a:cubicBezTo>
                        <a:pt x="713" y="862"/>
                        <a:pt x="1092" y="781"/>
                        <a:pt x="1442" y="781"/>
                      </a:cubicBezTo>
                      <a:cubicBezTo>
                        <a:pt x="1554" y="781"/>
                        <a:pt x="1664" y="790"/>
                        <a:pt x="1769" y="806"/>
                      </a:cubicBezTo>
                      <a:cubicBezTo>
                        <a:pt x="2269" y="906"/>
                        <a:pt x="2669" y="1139"/>
                        <a:pt x="2936" y="1473"/>
                      </a:cubicBezTo>
                      <a:cubicBezTo>
                        <a:pt x="3203" y="1873"/>
                        <a:pt x="3270" y="2440"/>
                        <a:pt x="3136" y="2941"/>
                      </a:cubicBezTo>
                      <a:cubicBezTo>
                        <a:pt x="2736" y="4175"/>
                        <a:pt x="1702" y="4442"/>
                        <a:pt x="1" y="4508"/>
                      </a:cubicBezTo>
                      <a:lnTo>
                        <a:pt x="34" y="5276"/>
                      </a:lnTo>
                      <a:cubicBezTo>
                        <a:pt x="1135" y="5242"/>
                        <a:pt x="3237" y="5209"/>
                        <a:pt x="3870" y="3207"/>
                      </a:cubicBezTo>
                      <a:cubicBezTo>
                        <a:pt x="4104" y="2440"/>
                        <a:pt x="4004" y="1640"/>
                        <a:pt x="3570" y="1039"/>
                      </a:cubicBezTo>
                      <a:cubicBezTo>
                        <a:pt x="3203" y="505"/>
                        <a:pt x="2603" y="139"/>
                        <a:pt x="1902" y="38"/>
                      </a:cubicBezTo>
                      <a:cubicBezTo>
                        <a:pt x="1749" y="13"/>
                        <a:pt x="1593" y="0"/>
                        <a:pt x="143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10" name="Google Shape;1810;p55"/>
                <p:cNvSpPr/>
                <p:nvPr/>
              </p:nvSpPr>
              <p:spPr>
                <a:xfrm>
                  <a:off x="5980993" y="3026810"/>
                  <a:ext cx="124143" cy="151894"/>
                </a:xfrm>
                <a:custGeom>
                  <a:rect b="b" l="l" r="r" t="t"/>
                  <a:pathLst>
                    <a:path extrusionOk="0" h="7307" w="5972">
                      <a:moveTo>
                        <a:pt x="1" y="1"/>
                      </a:moveTo>
                      <a:lnTo>
                        <a:pt x="267" y="7306"/>
                      </a:lnTo>
                      <a:lnTo>
                        <a:pt x="5705" y="7306"/>
                      </a:lnTo>
                      <a:lnTo>
                        <a:pt x="597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811" name="Google Shape;1811;p55"/>
              <p:cNvGrpSpPr/>
              <p:nvPr/>
            </p:nvGrpSpPr>
            <p:grpSpPr>
              <a:xfrm>
                <a:off x="5646401" y="4293402"/>
                <a:ext cx="284331" cy="95290"/>
                <a:chOff x="5646401" y="4293402"/>
                <a:chExt cx="284331" cy="95290"/>
              </a:xfrm>
            </p:grpSpPr>
            <p:sp>
              <p:nvSpPr>
                <p:cNvPr id="1812" name="Google Shape;1812;p55"/>
                <p:cNvSpPr/>
                <p:nvPr/>
              </p:nvSpPr>
              <p:spPr>
                <a:xfrm>
                  <a:off x="5646401" y="4293402"/>
                  <a:ext cx="284331" cy="95290"/>
                </a:xfrm>
                <a:custGeom>
                  <a:rect b="b" l="l" r="r" t="t"/>
                  <a:pathLst>
                    <a:path extrusionOk="0" h="4584" w="13678">
                      <a:moveTo>
                        <a:pt x="1911" y="1"/>
                      </a:moveTo>
                      <a:cubicBezTo>
                        <a:pt x="1272" y="1"/>
                        <a:pt x="635" y="8"/>
                        <a:pt x="1" y="30"/>
                      </a:cubicBezTo>
                      <a:cubicBezTo>
                        <a:pt x="1" y="797"/>
                        <a:pt x="101" y="1598"/>
                        <a:pt x="101" y="2365"/>
                      </a:cubicBezTo>
                      <a:cubicBezTo>
                        <a:pt x="134" y="2866"/>
                        <a:pt x="168" y="3433"/>
                        <a:pt x="468" y="3866"/>
                      </a:cubicBezTo>
                      <a:cubicBezTo>
                        <a:pt x="568" y="4033"/>
                        <a:pt x="701" y="4167"/>
                        <a:pt x="868" y="4267"/>
                      </a:cubicBezTo>
                      <a:cubicBezTo>
                        <a:pt x="2402" y="4300"/>
                        <a:pt x="3937" y="4400"/>
                        <a:pt x="5438" y="4467"/>
                      </a:cubicBezTo>
                      <a:cubicBezTo>
                        <a:pt x="6555" y="4533"/>
                        <a:pt x="7681" y="4583"/>
                        <a:pt x="8807" y="4583"/>
                      </a:cubicBezTo>
                      <a:cubicBezTo>
                        <a:pt x="9933" y="4583"/>
                        <a:pt x="11059" y="4533"/>
                        <a:pt x="12176" y="4400"/>
                      </a:cubicBezTo>
                      <a:cubicBezTo>
                        <a:pt x="12777" y="4333"/>
                        <a:pt x="13510" y="4133"/>
                        <a:pt x="13610" y="3533"/>
                      </a:cubicBezTo>
                      <a:cubicBezTo>
                        <a:pt x="13677" y="2932"/>
                        <a:pt x="13043" y="2532"/>
                        <a:pt x="12476" y="2332"/>
                      </a:cubicBezTo>
                      <a:cubicBezTo>
                        <a:pt x="11309" y="1865"/>
                        <a:pt x="10075" y="1531"/>
                        <a:pt x="8840" y="1331"/>
                      </a:cubicBezTo>
                      <a:cubicBezTo>
                        <a:pt x="7740" y="1131"/>
                        <a:pt x="6539" y="964"/>
                        <a:pt x="5805" y="97"/>
                      </a:cubicBezTo>
                      <a:cubicBezTo>
                        <a:pt x="5772" y="64"/>
                        <a:pt x="5738" y="30"/>
                        <a:pt x="5738" y="30"/>
                      </a:cubicBezTo>
                      <a:cubicBezTo>
                        <a:pt x="4471" y="30"/>
                        <a:pt x="3188" y="1"/>
                        <a:pt x="191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813" name="Google Shape;1813;p55"/>
                <p:cNvGrpSpPr/>
                <p:nvPr/>
              </p:nvGrpSpPr>
              <p:grpSpPr>
                <a:xfrm>
                  <a:off x="5774365" y="4298183"/>
                  <a:ext cx="74897" cy="46606"/>
                  <a:chOff x="5774365" y="4173033"/>
                  <a:chExt cx="74897" cy="46606"/>
                </a:xfrm>
              </p:grpSpPr>
              <p:sp>
                <p:nvSpPr>
                  <p:cNvPr id="1814" name="Google Shape;1814;p55"/>
                  <p:cNvSpPr/>
                  <p:nvPr/>
                </p:nvSpPr>
                <p:spPr>
                  <a:xfrm>
                    <a:off x="5774365" y="4173033"/>
                    <a:ext cx="18730" cy="35651"/>
                  </a:xfrm>
                  <a:custGeom>
                    <a:rect b="b" l="l" r="r" t="t"/>
                    <a:pathLst>
                      <a:path extrusionOk="0" h="1715" w="901">
                        <a:moveTo>
                          <a:pt x="767" y="0"/>
                        </a:moveTo>
                        <a:lnTo>
                          <a:pt x="767" y="34"/>
                        </a:lnTo>
                        <a:cubicBezTo>
                          <a:pt x="749" y="28"/>
                          <a:pt x="732" y="25"/>
                          <a:pt x="716" y="25"/>
                        </a:cubicBezTo>
                        <a:cubicBezTo>
                          <a:pt x="644" y="25"/>
                          <a:pt x="594" y="79"/>
                          <a:pt x="567" y="134"/>
                        </a:cubicBezTo>
                        <a:cubicBezTo>
                          <a:pt x="467" y="367"/>
                          <a:pt x="400" y="601"/>
                          <a:pt x="300" y="834"/>
                        </a:cubicBezTo>
                        <a:cubicBezTo>
                          <a:pt x="234" y="934"/>
                          <a:pt x="200" y="1068"/>
                          <a:pt x="134" y="1168"/>
                        </a:cubicBezTo>
                        <a:cubicBezTo>
                          <a:pt x="100" y="1301"/>
                          <a:pt x="0" y="1468"/>
                          <a:pt x="67" y="1602"/>
                        </a:cubicBezTo>
                        <a:cubicBezTo>
                          <a:pt x="117" y="1677"/>
                          <a:pt x="186" y="1714"/>
                          <a:pt x="245" y="1714"/>
                        </a:cubicBezTo>
                        <a:cubicBezTo>
                          <a:pt x="265" y="1714"/>
                          <a:pt x="284" y="1710"/>
                          <a:pt x="300" y="1702"/>
                        </a:cubicBezTo>
                        <a:cubicBezTo>
                          <a:pt x="367" y="1702"/>
                          <a:pt x="434" y="1668"/>
                          <a:pt x="467" y="1602"/>
                        </a:cubicBezTo>
                        <a:cubicBezTo>
                          <a:pt x="501" y="1568"/>
                          <a:pt x="501" y="1535"/>
                          <a:pt x="501" y="1501"/>
                        </a:cubicBezTo>
                        <a:cubicBezTo>
                          <a:pt x="534" y="1435"/>
                          <a:pt x="534" y="1368"/>
                          <a:pt x="567" y="1301"/>
                        </a:cubicBezTo>
                        <a:cubicBezTo>
                          <a:pt x="601" y="1201"/>
                          <a:pt x="634" y="1068"/>
                          <a:pt x="667" y="934"/>
                        </a:cubicBezTo>
                        <a:cubicBezTo>
                          <a:pt x="734" y="701"/>
                          <a:pt x="801" y="467"/>
                          <a:pt x="867" y="234"/>
                        </a:cubicBezTo>
                        <a:cubicBezTo>
                          <a:pt x="901" y="134"/>
                          <a:pt x="834" y="34"/>
                          <a:pt x="767" y="0"/>
                        </a:cubicBezTo>
                        <a:close/>
                      </a:path>
                    </a:pathLst>
                  </a:custGeom>
                  <a:solidFill>
                    <a:srgbClr val="73CABE"/>
                  </a:solidFill>
                  <a:ln>
                    <a:noFill/>
                  </a:ln>
                </p:spPr>
                <p:txBody>
                  <a:bodyPr anchorCtr="0" anchor="ctr" bIns="81775" lIns="81775" spcFirstLastPara="1" rIns="81775" wrap="square" tIns="8177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52"/>
                      <a:buFont typeface="Arial"/>
                      <a:buNone/>
                    </a:pPr>
                    <a:r>
                      <a:t/>
                    </a:r>
                    <a:endParaRPr b="0" i="0" sz="1252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15" name="Google Shape;1815;p55"/>
                  <p:cNvSpPr/>
                  <p:nvPr/>
                </p:nvSpPr>
                <p:spPr>
                  <a:xfrm>
                    <a:off x="5804860" y="4184362"/>
                    <a:ext cx="14593" cy="24571"/>
                  </a:xfrm>
                  <a:custGeom>
                    <a:rect b="b" l="l" r="r" t="t"/>
                    <a:pathLst>
                      <a:path extrusionOk="0" h="1182" w="702">
                        <a:moveTo>
                          <a:pt x="574" y="1"/>
                        </a:moveTo>
                        <a:cubicBezTo>
                          <a:pt x="562" y="1"/>
                          <a:pt x="548" y="9"/>
                          <a:pt x="535" y="22"/>
                        </a:cubicBezTo>
                        <a:lnTo>
                          <a:pt x="501" y="22"/>
                        </a:lnTo>
                        <a:cubicBezTo>
                          <a:pt x="435" y="56"/>
                          <a:pt x="368" y="123"/>
                          <a:pt x="334" y="189"/>
                        </a:cubicBezTo>
                        <a:cubicBezTo>
                          <a:pt x="301" y="256"/>
                          <a:pt x="268" y="356"/>
                          <a:pt x="234" y="423"/>
                        </a:cubicBezTo>
                        <a:cubicBezTo>
                          <a:pt x="201" y="489"/>
                          <a:pt x="168" y="556"/>
                          <a:pt x="134" y="623"/>
                        </a:cubicBezTo>
                        <a:cubicBezTo>
                          <a:pt x="68" y="723"/>
                          <a:pt x="1" y="856"/>
                          <a:pt x="34" y="990"/>
                        </a:cubicBezTo>
                        <a:cubicBezTo>
                          <a:pt x="68" y="1057"/>
                          <a:pt x="101" y="1123"/>
                          <a:pt x="168" y="1157"/>
                        </a:cubicBezTo>
                        <a:cubicBezTo>
                          <a:pt x="218" y="1173"/>
                          <a:pt x="259" y="1182"/>
                          <a:pt x="297" y="1182"/>
                        </a:cubicBezTo>
                        <a:cubicBezTo>
                          <a:pt x="334" y="1182"/>
                          <a:pt x="368" y="1173"/>
                          <a:pt x="401" y="1157"/>
                        </a:cubicBezTo>
                        <a:cubicBezTo>
                          <a:pt x="535" y="1090"/>
                          <a:pt x="568" y="923"/>
                          <a:pt x="601" y="823"/>
                        </a:cubicBezTo>
                        <a:cubicBezTo>
                          <a:pt x="601" y="723"/>
                          <a:pt x="635" y="656"/>
                          <a:pt x="635" y="556"/>
                        </a:cubicBezTo>
                        <a:cubicBezTo>
                          <a:pt x="668" y="489"/>
                          <a:pt x="668" y="389"/>
                          <a:pt x="668" y="289"/>
                        </a:cubicBezTo>
                        <a:cubicBezTo>
                          <a:pt x="701" y="223"/>
                          <a:pt x="668" y="123"/>
                          <a:pt x="601" y="56"/>
                        </a:cubicBezTo>
                        <a:cubicBezTo>
                          <a:pt x="601" y="17"/>
                          <a:pt x="590" y="1"/>
                          <a:pt x="574" y="1"/>
                        </a:cubicBezTo>
                        <a:close/>
                      </a:path>
                    </a:pathLst>
                  </a:custGeom>
                  <a:solidFill>
                    <a:srgbClr val="73CABE"/>
                  </a:solidFill>
                  <a:ln>
                    <a:noFill/>
                  </a:ln>
                </p:spPr>
                <p:txBody>
                  <a:bodyPr anchorCtr="0" anchor="ctr" bIns="81775" lIns="81775" spcFirstLastPara="1" rIns="81775" wrap="square" tIns="8177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52"/>
                      <a:buFont typeface="Arial"/>
                      <a:buNone/>
                    </a:pPr>
                    <a:r>
                      <a:t/>
                    </a:r>
                    <a:endParaRPr b="0" i="0" sz="1252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16" name="Google Shape;1816;p55"/>
                  <p:cNvSpPr/>
                  <p:nvPr/>
                </p:nvSpPr>
                <p:spPr>
                  <a:xfrm>
                    <a:off x="5834690" y="4192449"/>
                    <a:ext cx="14572" cy="27190"/>
                  </a:xfrm>
                  <a:custGeom>
                    <a:rect b="b" l="l" r="r" t="t"/>
                    <a:pathLst>
                      <a:path extrusionOk="0" h="1308" w="701">
                        <a:moveTo>
                          <a:pt x="534" y="0"/>
                        </a:moveTo>
                        <a:cubicBezTo>
                          <a:pt x="434" y="0"/>
                          <a:pt x="334" y="100"/>
                          <a:pt x="300" y="201"/>
                        </a:cubicBezTo>
                        <a:cubicBezTo>
                          <a:pt x="267" y="267"/>
                          <a:pt x="234" y="334"/>
                          <a:pt x="200" y="401"/>
                        </a:cubicBezTo>
                        <a:cubicBezTo>
                          <a:pt x="167" y="501"/>
                          <a:pt x="134" y="601"/>
                          <a:pt x="100" y="701"/>
                        </a:cubicBezTo>
                        <a:cubicBezTo>
                          <a:pt x="67" y="768"/>
                          <a:pt x="34" y="834"/>
                          <a:pt x="0" y="934"/>
                        </a:cubicBezTo>
                        <a:cubicBezTo>
                          <a:pt x="0" y="1001"/>
                          <a:pt x="0" y="1101"/>
                          <a:pt x="34" y="1168"/>
                        </a:cubicBezTo>
                        <a:cubicBezTo>
                          <a:pt x="67" y="1235"/>
                          <a:pt x="167" y="1268"/>
                          <a:pt x="234" y="1301"/>
                        </a:cubicBezTo>
                        <a:cubicBezTo>
                          <a:pt x="256" y="1306"/>
                          <a:pt x="277" y="1308"/>
                          <a:pt x="298" y="1308"/>
                        </a:cubicBezTo>
                        <a:cubicBezTo>
                          <a:pt x="434" y="1308"/>
                          <a:pt x="538" y="1217"/>
                          <a:pt x="567" y="1101"/>
                        </a:cubicBezTo>
                        <a:cubicBezTo>
                          <a:pt x="601" y="1001"/>
                          <a:pt x="634" y="901"/>
                          <a:pt x="634" y="834"/>
                        </a:cubicBezTo>
                        <a:cubicBezTo>
                          <a:pt x="634" y="734"/>
                          <a:pt x="667" y="634"/>
                          <a:pt x="667" y="534"/>
                        </a:cubicBezTo>
                        <a:cubicBezTo>
                          <a:pt x="667" y="434"/>
                          <a:pt x="701" y="367"/>
                          <a:pt x="701" y="267"/>
                        </a:cubicBezTo>
                        <a:cubicBezTo>
                          <a:pt x="701" y="167"/>
                          <a:pt x="667" y="0"/>
                          <a:pt x="534" y="0"/>
                        </a:cubicBezTo>
                        <a:close/>
                      </a:path>
                    </a:pathLst>
                  </a:custGeom>
                  <a:solidFill>
                    <a:srgbClr val="73CABE"/>
                  </a:solidFill>
                  <a:ln>
                    <a:noFill/>
                  </a:ln>
                </p:spPr>
                <p:txBody>
                  <a:bodyPr anchorCtr="0" anchor="ctr" bIns="81775" lIns="81775" spcFirstLastPara="1" rIns="81775" wrap="square" tIns="8177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52"/>
                      <a:buFont typeface="Arial"/>
                      <a:buNone/>
                    </a:pPr>
                    <a:r>
                      <a:t/>
                    </a:r>
                    <a:endParaRPr b="0" i="0" sz="1252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</p:grpSp>
      <p:grpSp>
        <p:nvGrpSpPr>
          <p:cNvPr id="1817" name="Google Shape;1817;p55"/>
          <p:cNvGrpSpPr/>
          <p:nvPr/>
        </p:nvGrpSpPr>
        <p:grpSpPr>
          <a:xfrm>
            <a:off x="100" y="320175"/>
            <a:ext cx="7041925" cy="717000"/>
            <a:chOff x="100" y="320175"/>
            <a:chExt cx="7041925" cy="717000"/>
          </a:xfrm>
        </p:grpSpPr>
        <p:sp>
          <p:nvSpPr>
            <p:cNvPr id="1818" name="Google Shape;1818;p55"/>
            <p:cNvSpPr/>
            <p:nvPr/>
          </p:nvSpPr>
          <p:spPr>
            <a:xfrm rot="5400000">
              <a:off x="3162550" y="-2842275"/>
              <a:ext cx="717000" cy="7041900"/>
            </a:xfrm>
            <a:prstGeom prst="round2SameRect">
              <a:avLst>
                <a:gd fmla="val 41869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9" name="Google Shape;1819;p55"/>
            <p:cNvSpPr txBox="1"/>
            <p:nvPr/>
          </p:nvSpPr>
          <p:spPr>
            <a:xfrm>
              <a:off x="125" y="440475"/>
              <a:ext cx="7041900" cy="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300">
                  <a:solidFill>
                    <a:schemeClr val="accent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Introduction</a:t>
              </a:r>
              <a:endParaRPr b="1" sz="23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820" name="Google Shape;1820;p55"/>
          <p:cNvGrpSpPr/>
          <p:nvPr/>
        </p:nvGrpSpPr>
        <p:grpSpPr>
          <a:xfrm>
            <a:off x="234529" y="2706385"/>
            <a:ext cx="1500640" cy="621926"/>
            <a:chOff x="213725" y="2418799"/>
            <a:chExt cx="1394517" cy="717000"/>
          </a:xfrm>
        </p:grpSpPr>
        <p:sp>
          <p:nvSpPr>
            <p:cNvPr id="1821" name="Google Shape;1821;p55"/>
            <p:cNvSpPr/>
            <p:nvPr/>
          </p:nvSpPr>
          <p:spPr>
            <a:xfrm rot="-5400000">
              <a:off x="556625" y="2080255"/>
              <a:ext cx="708300" cy="13941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C46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2" name="Google Shape;1822;p55"/>
            <p:cNvSpPr txBox="1"/>
            <p:nvPr/>
          </p:nvSpPr>
          <p:spPr>
            <a:xfrm>
              <a:off x="329043" y="2418799"/>
              <a:ext cx="1279200" cy="71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accent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Existing </a:t>
              </a:r>
              <a:endParaRPr b="1" sz="15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accent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Gap</a:t>
              </a:r>
              <a:endParaRPr b="1" sz="15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823" name="Google Shape;1823;p55"/>
          <p:cNvGrpSpPr/>
          <p:nvPr/>
        </p:nvGrpSpPr>
        <p:grpSpPr>
          <a:xfrm>
            <a:off x="210400" y="1204408"/>
            <a:ext cx="1491900" cy="1352229"/>
            <a:chOff x="210400" y="1204408"/>
            <a:chExt cx="1491900" cy="1352229"/>
          </a:xfrm>
        </p:grpSpPr>
        <p:sp>
          <p:nvSpPr>
            <p:cNvPr id="1824" name="Google Shape;1824;p55"/>
            <p:cNvSpPr/>
            <p:nvPr/>
          </p:nvSpPr>
          <p:spPr>
            <a:xfrm rot="-5400000">
              <a:off x="637450" y="777358"/>
              <a:ext cx="637800" cy="14919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5" name="Google Shape;1825;p55"/>
            <p:cNvSpPr txBox="1"/>
            <p:nvPr/>
          </p:nvSpPr>
          <p:spPr>
            <a:xfrm>
              <a:off x="222400" y="1934738"/>
              <a:ext cx="1467900" cy="62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5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826" name="Google Shape;1826;p55"/>
          <p:cNvSpPr/>
          <p:nvPr/>
        </p:nvSpPr>
        <p:spPr>
          <a:xfrm rot="5400000">
            <a:off x="3907925" y="-931075"/>
            <a:ext cx="609000" cy="48939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4E5EC"/>
          </a:solidFill>
          <a:ln>
            <a:noFill/>
          </a:ln>
          <a:effectLst>
            <a:outerShdw blurRad="57150" rotWithShape="0" algn="bl" dir="5400000" dist="19050">
              <a:srgbClr val="000000">
                <a:alpha val="9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7" name="Google Shape;1827;p55"/>
          <p:cNvSpPr txBox="1"/>
          <p:nvPr/>
        </p:nvSpPr>
        <p:spPr>
          <a:xfrm>
            <a:off x="298781" y="1204397"/>
            <a:ext cx="1412400" cy="6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</a:t>
            </a:r>
            <a:r>
              <a:rPr b="1" lang="en" sz="15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</a:t>
            </a:r>
            <a:endParaRPr b="1" sz="15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8" name="Google Shape;1828;p55"/>
          <p:cNvSpPr txBox="1"/>
          <p:nvPr/>
        </p:nvSpPr>
        <p:spPr>
          <a:xfrm>
            <a:off x="2311875" y="1244750"/>
            <a:ext cx="35451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Students lack real-world experience.</a:t>
            </a:r>
            <a:endParaRPr sz="17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grpSp>
        <p:nvGrpSpPr>
          <p:cNvPr id="1829" name="Google Shape;1829;p55"/>
          <p:cNvGrpSpPr/>
          <p:nvPr/>
        </p:nvGrpSpPr>
        <p:grpSpPr>
          <a:xfrm>
            <a:off x="234526" y="1955447"/>
            <a:ext cx="1500191" cy="607084"/>
            <a:chOff x="213725" y="2418809"/>
            <a:chExt cx="1394100" cy="717000"/>
          </a:xfrm>
        </p:grpSpPr>
        <p:sp>
          <p:nvSpPr>
            <p:cNvPr id="1830" name="Google Shape;1830;p55"/>
            <p:cNvSpPr/>
            <p:nvPr/>
          </p:nvSpPr>
          <p:spPr>
            <a:xfrm rot="-5400000">
              <a:off x="556625" y="2080255"/>
              <a:ext cx="708300" cy="13941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73CA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1" name="Google Shape;1831;p55"/>
            <p:cNvSpPr txBox="1"/>
            <p:nvPr/>
          </p:nvSpPr>
          <p:spPr>
            <a:xfrm>
              <a:off x="263192" y="2418809"/>
              <a:ext cx="1312500" cy="71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accent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Market </a:t>
              </a:r>
              <a:endParaRPr b="1" sz="15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accent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Demand</a:t>
              </a:r>
              <a:endParaRPr b="1" sz="15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832" name="Google Shape;1832;p55"/>
          <p:cNvSpPr/>
          <p:nvPr/>
        </p:nvSpPr>
        <p:spPr>
          <a:xfrm rot="5400000">
            <a:off x="3953850" y="-183125"/>
            <a:ext cx="570000" cy="48939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4E5EC"/>
          </a:solidFill>
          <a:ln>
            <a:noFill/>
          </a:ln>
          <a:effectLst>
            <a:outerShdw blurRad="57150" rotWithShape="0" algn="bl" dir="5400000" dist="19050">
              <a:srgbClr val="000000">
                <a:alpha val="9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3" name="Google Shape;1833;p55"/>
          <p:cNvSpPr txBox="1"/>
          <p:nvPr/>
        </p:nvSpPr>
        <p:spPr>
          <a:xfrm>
            <a:off x="2257650" y="1994575"/>
            <a:ext cx="37731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Startups need affordable skilled help.</a:t>
            </a:r>
            <a:endParaRPr sz="18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4" name="Google Shape;1834;p55"/>
          <p:cNvSpPr/>
          <p:nvPr/>
        </p:nvSpPr>
        <p:spPr>
          <a:xfrm rot="5400000">
            <a:off x="3970275" y="594450"/>
            <a:ext cx="570000" cy="48939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4E5EC"/>
          </a:solidFill>
          <a:ln>
            <a:noFill/>
          </a:ln>
          <a:effectLst>
            <a:outerShdw blurRad="57150" rotWithShape="0" algn="bl" dir="5400000" dist="19050">
              <a:srgbClr val="000000">
                <a:alpha val="9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5" name="Google Shape;1835;p55"/>
          <p:cNvSpPr txBox="1"/>
          <p:nvPr/>
        </p:nvSpPr>
        <p:spPr>
          <a:xfrm>
            <a:off x="2197875" y="2756400"/>
            <a:ext cx="40881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platform links students’ micro-jobs.</a:t>
            </a:r>
            <a:endParaRPr sz="18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836" name="Google Shape;1836;p55"/>
          <p:cNvGrpSpPr/>
          <p:nvPr/>
        </p:nvGrpSpPr>
        <p:grpSpPr>
          <a:xfrm>
            <a:off x="234517" y="3342858"/>
            <a:ext cx="1500643" cy="717000"/>
            <a:chOff x="213725" y="2418797"/>
            <a:chExt cx="1394520" cy="717000"/>
          </a:xfrm>
        </p:grpSpPr>
        <p:sp>
          <p:nvSpPr>
            <p:cNvPr id="1837" name="Google Shape;1837;p55"/>
            <p:cNvSpPr/>
            <p:nvPr/>
          </p:nvSpPr>
          <p:spPr>
            <a:xfrm rot="-5400000">
              <a:off x="556625" y="2080255"/>
              <a:ext cx="708300" cy="13941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0B53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8" name="Google Shape;1838;p55"/>
            <p:cNvSpPr txBox="1"/>
            <p:nvPr/>
          </p:nvSpPr>
          <p:spPr>
            <a:xfrm>
              <a:off x="340145" y="2418797"/>
              <a:ext cx="1268100" cy="71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accent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Our Solution – </a:t>
              </a:r>
              <a:r>
                <a:rPr b="1" i="1" lang="en" sz="1500">
                  <a:solidFill>
                    <a:schemeClr val="accent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SkillMatch</a:t>
              </a:r>
              <a:endParaRPr b="1" i="1" sz="15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839" name="Google Shape;1839;p55"/>
          <p:cNvSpPr/>
          <p:nvPr/>
        </p:nvSpPr>
        <p:spPr>
          <a:xfrm rot="5400000">
            <a:off x="3970263" y="1256338"/>
            <a:ext cx="570000" cy="48939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4E5EC"/>
          </a:solidFill>
          <a:ln>
            <a:noFill/>
          </a:ln>
          <a:effectLst>
            <a:outerShdw blurRad="57150" rotWithShape="0" algn="bl" dir="5400000" dist="19050">
              <a:srgbClr val="000000">
                <a:alpha val="9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0" name="Google Shape;1840;p55"/>
          <p:cNvSpPr txBox="1"/>
          <p:nvPr/>
        </p:nvSpPr>
        <p:spPr>
          <a:xfrm>
            <a:off x="2211226" y="3440050"/>
            <a:ext cx="43968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SkillMatch connects students with projects.</a:t>
            </a:r>
            <a:endParaRPr sz="18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841" name="Google Shape;1841;p55"/>
          <p:cNvGrpSpPr/>
          <p:nvPr/>
        </p:nvGrpSpPr>
        <p:grpSpPr>
          <a:xfrm>
            <a:off x="234526" y="4133073"/>
            <a:ext cx="1500317" cy="745486"/>
            <a:chOff x="213725" y="2423155"/>
            <a:chExt cx="1394217" cy="708300"/>
          </a:xfrm>
        </p:grpSpPr>
        <p:sp>
          <p:nvSpPr>
            <p:cNvPr id="1842" name="Google Shape;1842;p55"/>
            <p:cNvSpPr/>
            <p:nvPr/>
          </p:nvSpPr>
          <p:spPr>
            <a:xfrm rot="-5400000">
              <a:off x="556625" y="2080255"/>
              <a:ext cx="708300" cy="13941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3" name="Google Shape;1843;p55"/>
            <p:cNvSpPr txBox="1"/>
            <p:nvPr/>
          </p:nvSpPr>
          <p:spPr>
            <a:xfrm>
              <a:off x="329043" y="2532342"/>
              <a:ext cx="1278900" cy="41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accent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Core Impact</a:t>
              </a:r>
              <a:endParaRPr b="1" sz="15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844" name="Google Shape;1844;p55"/>
          <p:cNvSpPr/>
          <p:nvPr/>
        </p:nvSpPr>
        <p:spPr>
          <a:xfrm rot="5400000">
            <a:off x="3880775" y="2043000"/>
            <a:ext cx="663300" cy="48939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4E5EC"/>
          </a:solidFill>
          <a:ln>
            <a:noFill/>
          </a:ln>
          <a:effectLst>
            <a:outerShdw blurRad="57150" rotWithShape="0" algn="bl" dir="5400000" dist="19050">
              <a:srgbClr val="000000">
                <a:alpha val="9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5" name="Google Shape;1845;p55"/>
          <p:cNvSpPr txBox="1"/>
          <p:nvPr/>
        </p:nvSpPr>
        <p:spPr>
          <a:xfrm>
            <a:off x="1945801" y="4262425"/>
            <a:ext cx="43968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Empowers students, supports business needs.</a:t>
            </a:r>
            <a:endParaRPr sz="18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6" name="Google Shape;1846;p5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0" name="Shape 1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Google Shape;1851;p56"/>
          <p:cNvSpPr/>
          <p:nvPr/>
        </p:nvSpPr>
        <p:spPr>
          <a:xfrm rot="5400000">
            <a:off x="3097275" y="-3052325"/>
            <a:ext cx="717000" cy="7041900"/>
          </a:xfrm>
          <a:prstGeom prst="round2SameRect">
            <a:avLst>
              <a:gd fmla="val 41869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2" name="Google Shape;1852;p56"/>
          <p:cNvSpPr txBox="1"/>
          <p:nvPr/>
        </p:nvSpPr>
        <p:spPr>
          <a:xfrm>
            <a:off x="-65150" y="230425"/>
            <a:ext cx="7041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Objectives (SMART Goals Overview)</a:t>
            </a:r>
            <a:endParaRPr b="1" sz="23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3" name="Google Shape;1853;p56"/>
          <p:cNvSpPr/>
          <p:nvPr/>
        </p:nvSpPr>
        <p:spPr>
          <a:xfrm rot="-5400000">
            <a:off x="1431374" y="489425"/>
            <a:ext cx="637800" cy="1647600"/>
          </a:xfrm>
          <a:prstGeom prst="round2SameRect">
            <a:avLst>
              <a:gd fmla="val 47674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54" name="Google Shape;1854;p56"/>
          <p:cNvGrpSpPr/>
          <p:nvPr/>
        </p:nvGrpSpPr>
        <p:grpSpPr>
          <a:xfrm>
            <a:off x="6612902" y="1527127"/>
            <a:ext cx="2600863" cy="2809341"/>
            <a:chOff x="469760" y="984550"/>
            <a:chExt cx="3372488" cy="3645654"/>
          </a:xfrm>
        </p:grpSpPr>
        <p:sp>
          <p:nvSpPr>
            <p:cNvPr id="1855" name="Google Shape;1855;p56"/>
            <p:cNvSpPr/>
            <p:nvPr/>
          </p:nvSpPr>
          <p:spPr>
            <a:xfrm flipH="1">
              <a:off x="469760" y="984550"/>
              <a:ext cx="3168300" cy="31683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56" name="Google Shape;1856;p56"/>
            <p:cNvGrpSpPr/>
            <p:nvPr/>
          </p:nvGrpSpPr>
          <p:grpSpPr>
            <a:xfrm>
              <a:off x="841281" y="1052400"/>
              <a:ext cx="2265294" cy="2765938"/>
              <a:chOff x="841281" y="1052400"/>
              <a:chExt cx="2265294" cy="2765938"/>
            </a:xfrm>
          </p:grpSpPr>
          <p:sp>
            <p:nvSpPr>
              <p:cNvPr id="1857" name="Google Shape;1857;p56"/>
              <p:cNvSpPr/>
              <p:nvPr/>
            </p:nvSpPr>
            <p:spPr>
              <a:xfrm rot="1430105">
                <a:off x="889068" y="3210376"/>
                <a:ext cx="151798" cy="268546"/>
              </a:xfrm>
              <a:custGeom>
                <a:rect b="b" l="l" r="r" t="t"/>
                <a:pathLst>
                  <a:path extrusionOk="0" fill="none" h="10742" w="6072">
                    <a:moveTo>
                      <a:pt x="901" y="10741"/>
                    </a:moveTo>
                    <a:lnTo>
                      <a:pt x="1" y="8339"/>
                    </a:lnTo>
                    <a:lnTo>
                      <a:pt x="2402" y="8139"/>
                    </a:lnTo>
                    <a:lnTo>
                      <a:pt x="1702" y="5537"/>
                    </a:lnTo>
                    <a:lnTo>
                      <a:pt x="4270" y="5437"/>
                    </a:lnTo>
                    <a:lnTo>
                      <a:pt x="3503" y="2869"/>
                    </a:lnTo>
                    <a:lnTo>
                      <a:pt x="6072" y="2602"/>
                    </a:lnTo>
                    <a:lnTo>
                      <a:pt x="5371" y="0"/>
                    </a:ln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8" name="Google Shape;1858;p56"/>
              <p:cNvSpPr/>
              <p:nvPr/>
            </p:nvSpPr>
            <p:spPr>
              <a:xfrm rot="-1432269">
                <a:off x="2441676" y="1084749"/>
                <a:ext cx="54228" cy="109280"/>
              </a:xfrm>
              <a:custGeom>
                <a:rect b="b" l="l" r="r" t="t"/>
                <a:pathLst>
                  <a:path extrusionOk="0" fill="none" h="4371" w="2169">
                    <a:moveTo>
                      <a:pt x="0" y="0"/>
                    </a:moveTo>
                    <a:cubicBezTo>
                      <a:pt x="1201" y="0"/>
                      <a:pt x="2168" y="968"/>
                      <a:pt x="2168" y="2202"/>
                    </a:cubicBezTo>
                    <a:cubicBezTo>
                      <a:pt x="2168" y="3403"/>
                      <a:pt x="1201" y="4370"/>
                      <a:pt x="0" y="4370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9" name="Google Shape;1859;p56"/>
              <p:cNvSpPr/>
              <p:nvPr/>
            </p:nvSpPr>
            <p:spPr>
              <a:xfrm>
                <a:off x="1347050" y="1052400"/>
                <a:ext cx="124275" cy="201025"/>
              </a:xfrm>
              <a:custGeom>
                <a:rect b="b" l="l" r="r" t="t"/>
                <a:pathLst>
                  <a:path extrusionOk="0" fill="none" h="8041" w="4971">
                    <a:moveTo>
                      <a:pt x="835" y="8040"/>
                    </a:moveTo>
                    <a:lnTo>
                      <a:pt x="1" y="5371"/>
                    </a:lnTo>
                    <a:lnTo>
                      <a:pt x="2703" y="5572"/>
                    </a:lnTo>
                    <a:lnTo>
                      <a:pt x="2002" y="2670"/>
                    </a:lnTo>
                    <a:lnTo>
                      <a:pt x="4971" y="2569"/>
                    </a:lnTo>
                    <a:lnTo>
                      <a:pt x="4037" y="1"/>
                    </a:ln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0" name="Google Shape;1860;p56"/>
              <p:cNvSpPr/>
              <p:nvPr/>
            </p:nvSpPr>
            <p:spPr>
              <a:xfrm>
                <a:off x="2949750" y="3061050"/>
                <a:ext cx="156825" cy="208500"/>
              </a:xfrm>
              <a:custGeom>
                <a:rect b="b" l="l" r="r" t="t"/>
                <a:pathLst>
                  <a:path extrusionOk="0" fill="none" h="8340" w="6273">
                    <a:moveTo>
                      <a:pt x="1702" y="4070"/>
                    </a:moveTo>
                    <a:cubicBezTo>
                      <a:pt x="2536" y="3036"/>
                      <a:pt x="3270" y="2035"/>
                      <a:pt x="4104" y="1001"/>
                    </a:cubicBezTo>
                    <a:cubicBezTo>
                      <a:pt x="4304" y="667"/>
                      <a:pt x="4638" y="367"/>
                      <a:pt x="5004" y="200"/>
                    </a:cubicBezTo>
                    <a:cubicBezTo>
                      <a:pt x="5371" y="0"/>
                      <a:pt x="5838" y="100"/>
                      <a:pt x="6072" y="467"/>
                    </a:cubicBezTo>
                    <a:cubicBezTo>
                      <a:pt x="6272" y="868"/>
                      <a:pt x="6039" y="1301"/>
                      <a:pt x="5872" y="1668"/>
                    </a:cubicBezTo>
                    <a:cubicBezTo>
                      <a:pt x="5471" y="2469"/>
                      <a:pt x="5305" y="3303"/>
                      <a:pt x="5271" y="4170"/>
                    </a:cubicBezTo>
                    <a:cubicBezTo>
                      <a:pt x="5338" y="4804"/>
                      <a:pt x="5305" y="5438"/>
                      <a:pt x="5238" y="6071"/>
                    </a:cubicBezTo>
                    <a:cubicBezTo>
                      <a:pt x="4771" y="8340"/>
                      <a:pt x="1" y="7472"/>
                      <a:pt x="1202" y="4837"/>
                    </a:cubicBezTo>
                    <a:cubicBezTo>
                      <a:pt x="1335" y="4570"/>
                      <a:pt x="1502" y="4303"/>
                      <a:pt x="1702" y="407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1" name="Google Shape;1861;p56"/>
              <p:cNvSpPr/>
              <p:nvPr/>
            </p:nvSpPr>
            <p:spPr>
              <a:xfrm flipH="1">
                <a:off x="1522575" y="3764088"/>
                <a:ext cx="54225" cy="54250"/>
              </a:xfrm>
              <a:custGeom>
                <a:rect b="b" l="l" r="r" t="t"/>
                <a:pathLst>
                  <a:path extrusionOk="0" fill="none" h="2170" w="2169">
                    <a:moveTo>
                      <a:pt x="2168" y="1068"/>
                    </a:moveTo>
                    <a:cubicBezTo>
                      <a:pt x="2168" y="1669"/>
                      <a:pt x="1701" y="2169"/>
                      <a:pt x="1101" y="2169"/>
                    </a:cubicBezTo>
                    <a:cubicBezTo>
                      <a:pt x="500" y="2169"/>
                      <a:pt x="0" y="1669"/>
                      <a:pt x="0" y="1068"/>
                    </a:cubicBezTo>
                    <a:cubicBezTo>
                      <a:pt x="0" y="501"/>
                      <a:pt x="500" y="1"/>
                      <a:pt x="1101" y="1"/>
                    </a:cubicBezTo>
                    <a:cubicBezTo>
                      <a:pt x="1701" y="1"/>
                      <a:pt x="2168" y="501"/>
                      <a:pt x="2168" y="1068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62" name="Google Shape;1862;p56"/>
            <p:cNvGrpSpPr/>
            <p:nvPr/>
          </p:nvGrpSpPr>
          <p:grpSpPr>
            <a:xfrm>
              <a:off x="705400" y="1467297"/>
              <a:ext cx="2380710" cy="1363994"/>
              <a:chOff x="705400" y="1467297"/>
              <a:chExt cx="2380710" cy="1363994"/>
            </a:xfrm>
          </p:grpSpPr>
          <p:sp>
            <p:nvSpPr>
              <p:cNvPr id="1863" name="Google Shape;1863;p56"/>
              <p:cNvSpPr/>
              <p:nvPr/>
            </p:nvSpPr>
            <p:spPr>
              <a:xfrm>
                <a:off x="705400" y="1495795"/>
                <a:ext cx="2380710" cy="1335496"/>
              </a:xfrm>
              <a:custGeom>
                <a:rect b="b" l="l" r="r" t="t"/>
                <a:pathLst>
                  <a:path extrusionOk="0" h="47893" w="85376">
                    <a:moveTo>
                      <a:pt x="3655" y="1"/>
                    </a:moveTo>
                    <a:cubicBezTo>
                      <a:pt x="3561" y="1"/>
                      <a:pt x="3466" y="3"/>
                      <a:pt x="3372" y="8"/>
                    </a:cubicBezTo>
                    <a:cubicBezTo>
                      <a:pt x="283" y="136"/>
                      <a:pt x="541" y="3276"/>
                      <a:pt x="541" y="6648"/>
                    </a:cubicBezTo>
                    <a:cubicBezTo>
                      <a:pt x="566" y="11719"/>
                      <a:pt x="566" y="16789"/>
                      <a:pt x="566" y="21860"/>
                    </a:cubicBezTo>
                    <a:lnTo>
                      <a:pt x="566" y="36556"/>
                    </a:lnTo>
                    <a:cubicBezTo>
                      <a:pt x="566" y="40005"/>
                      <a:pt x="0" y="44072"/>
                      <a:pt x="721" y="47418"/>
                    </a:cubicBezTo>
                    <a:cubicBezTo>
                      <a:pt x="3106" y="47777"/>
                      <a:pt x="5606" y="47892"/>
                      <a:pt x="8146" y="47892"/>
                    </a:cubicBezTo>
                    <a:cubicBezTo>
                      <a:pt x="12703" y="47892"/>
                      <a:pt x="17385" y="47521"/>
                      <a:pt x="21749" y="47521"/>
                    </a:cubicBezTo>
                    <a:lnTo>
                      <a:pt x="26640" y="47521"/>
                    </a:lnTo>
                    <a:cubicBezTo>
                      <a:pt x="36266" y="47495"/>
                      <a:pt x="45892" y="47495"/>
                      <a:pt x="55518" y="47469"/>
                    </a:cubicBezTo>
                    <a:cubicBezTo>
                      <a:pt x="60898" y="47469"/>
                      <a:pt x="66303" y="47444"/>
                      <a:pt x="71682" y="47444"/>
                    </a:cubicBezTo>
                    <a:cubicBezTo>
                      <a:pt x="73902" y="47444"/>
                      <a:pt x="76478" y="47734"/>
                      <a:pt x="78919" y="47734"/>
                    </a:cubicBezTo>
                    <a:cubicBezTo>
                      <a:pt x="80187" y="47734"/>
                      <a:pt x="81418" y="47655"/>
                      <a:pt x="82544" y="47418"/>
                    </a:cubicBezTo>
                    <a:cubicBezTo>
                      <a:pt x="83367" y="47263"/>
                      <a:pt x="83779" y="47160"/>
                      <a:pt x="84011" y="46980"/>
                    </a:cubicBezTo>
                    <a:cubicBezTo>
                      <a:pt x="84320" y="46723"/>
                      <a:pt x="84320" y="46260"/>
                      <a:pt x="84448" y="45179"/>
                    </a:cubicBezTo>
                    <a:cubicBezTo>
                      <a:pt x="84680" y="43454"/>
                      <a:pt x="84500" y="41575"/>
                      <a:pt x="84526" y="39825"/>
                    </a:cubicBezTo>
                    <a:cubicBezTo>
                      <a:pt x="84603" y="34677"/>
                      <a:pt x="84680" y="29504"/>
                      <a:pt x="84706" y="24356"/>
                    </a:cubicBezTo>
                    <a:cubicBezTo>
                      <a:pt x="84732" y="22889"/>
                      <a:pt x="85375" y="2453"/>
                      <a:pt x="84448" y="2350"/>
                    </a:cubicBezTo>
                    <a:cubicBezTo>
                      <a:pt x="79722" y="1986"/>
                      <a:pt x="74922" y="1867"/>
                      <a:pt x="70094" y="1867"/>
                    </a:cubicBezTo>
                    <a:cubicBezTo>
                      <a:pt x="60909" y="1867"/>
                      <a:pt x="51622" y="2298"/>
                      <a:pt x="42546" y="2298"/>
                    </a:cubicBezTo>
                    <a:lnTo>
                      <a:pt x="12612" y="2298"/>
                    </a:lnTo>
                    <a:cubicBezTo>
                      <a:pt x="9593" y="2298"/>
                      <a:pt x="6647" y="1"/>
                      <a:pt x="365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4" name="Google Shape;1864;p56"/>
              <p:cNvSpPr/>
              <p:nvPr/>
            </p:nvSpPr>
            <p:spPr>
              <a:xfrm>
                <a:off x="710419" y="1467297"/>
                <a:ext cx="2361330" cy="106242"/>
              </a:xfrm>
              <a:custGeom>
                <a:rect b="b" l="l" r="r" t="t"/>
                <a:pathLst>
                  <a:path extrusionOk="0" h="3810" w="84681">
                    <a:moveTo>
                      <a:pt x="0" y="0"/>
                    </a:moveTo>
                    <a:lnTo>
                      <a:pt x="0" y="3809"/>
                    </a:lnTo>
                    <a:lnTo>
                      <a:pt x="84680" y="3809"/>
                    </a:lnTo>
                    <a:lnTo>
                      <a:pt x="8468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5" name="Google Shape;1865;p56"/>
              <p:cNvSpPr/>
              <p:nvPr/>
            </p:nvSpPr>
            <p:spPr>
              <a:xfrm>
                <a:off x="820952" y="1661065"/>
                <a:ext cx="155041" cy="155766"/>
              </a:xfrm>
              <a:custGeom>
                <a:rect b="b" l="l" r="r" t="t"/>
                <a:pathLst>
                  <a:path extrusionOk="0" h="5586" w="5560">
                    <a:moveTo>
                      <a:pt x="0" y="0"/>
                    </a:moveTo>
                    <a:lnTo>
                      <a:pt x="0" y="5586"/>
                    </a:lnTo>
                    <a:lnTo>
                      <a:pt x="5560" y="5586"/>
                    </a:lnTo>
                    <a:lnTo>
                      <a:pt x="5560" y="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6" name="Google Shape;1866;p56"/>
              <p:cNvSpPr/>
              <p:nvPr/>
            </p:nvSpPr>
            <p:spPr>
              <a:xfrm>
                <a:off x="1006103" y="1661065"/>
                <a:ext cx="155766" cy="155766"/>
              </a:xfrm>
              <a:custGeom>
                <a:rect b="b" l="l" r="r" t="t"/>
                <a:pathLst>
                  <a:path extrusionOk="0" h="5586" w="5586">
                    <a:moveTo>
                      <a:pt x="1" y="0"/>
                    </a:moveTo>
                    <a:lnTo>
                      <a:pt x="1" y="5586"/>
                    </a:lnTo>
                    <a:lnTo>
                      <a:pt x="5586" y="5586"/>
                    </a:lnTo>
                    <a:lnTo>
                      <a:pt x="5586" y="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7" name="Google Shape;1867;p56"/>
              <p:cNvSpPr/>
              <p:nvPr/>
            </p:nvSpPr>
            <p:spPr>
              <a:xfrm>
                <a:off x="1191979" y="1661065"/>
                <a:ext cx="155068" cy="155766"/>
              </a:xfrm>
              <a:custGeom>
                <a:rect b="b" l="l" r="r" t="t"/>
                <a:pathLst>
                  <a:path extrusionOk="0" h="5586" w="5561">
                    <a:moveTo>
                      <a:pt x="1" y="0"/>
                    </a:moveTo>
                    <a:lnTo>
                      <a:pt x="1" y="5586"/>
                    </a:lnTo>
                    <a:lnTo>
                      <a:pt x="5560" y="5586"/>
                    </a:lnTo>
                    <a:lnTo>
                      <a:pt x="5560" y="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8" name="Google Shape;1868;p56"/>
              <p:cNvSpPr/>
              <p:nvPr/>
            </p:nvSpPr>
            <p:spPr>
              <a:xfrm>
                <a:off x="1377884" y="1661065"/>
                <a:ext cx="155041" cy="155766"/>
              </a:xfrm>
              <a:custGeom>
                <a:rect b="b" l="l" r="r" t="t"/>
                <a:pathLst>
                  <a:path extrusionOk="0" h="5586" w="5560">
                    <a:moveTo>
                      <a:pt x="0" y="0"/>
                    </a:moveTo>
                    <a:lnTo>
                      <a:pt x="0" y="5586"/>
                    </a:lnTo>
                    <a:lnTo>
                      <a:pt x="5560" y="5586"/>
                    </a:lnTo>
                    <a:lnTo>
                      <a:pt x="5560" y="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9" name="Google Shape;1869;p56"/>
              <p:cNvSpPr/>
              <p:nvPr/>
            </p:nvSpPr>
            <p:spPr>
              <a:xfrm>
                <a:off x="1563035" y="1661065"/>
                <a:ext cx="155068" cy="155766"/>
              </a:xfrm>
              <a:custGeom>
                <a:rect b="b" l="l" r="r" t="t"/>
                <a:pathLst>
                  <a:path extrusionOk="0" h="5586" w="5561">
                    <a:moveTo>
                      <a:pt x="1" y="0"/>
                    </a:moveTo>
                    <a:lnTo>
                      <a:pt x="1" y="5586"/>
                    </a:lnTo>
                    <a:lnTo>
                      <a:pt x="5560" y="5586"/>
                    </a:lnTo>
                    <a:lnTo>
                      <a:pt x="5560" y="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0" name="Google Shape;1870;p56"/>
              <p:cNvSpPr/>
              <p:nvPr/>
            </p:nvSpPr>
            <p:spPr>
              <a:xfrm>
                <a:off x="1748214" y="1661065"/>
                <a:ext cx="155766" cy="155766"/>
              </a:xfrm>
              <a:custGeom>
                <a:rect b="b" l="l" r="r" t="t"/>
                <a:pathLst>
                  <a:path extrusionOk="0" h="5586" w="5586">
                    <a:moveTo>
                      <a:pt x="0" y="0"/>
                    </a:moveTo>
                    <a:lnTo>
                      <a:pt x="0" y="5586"/>
                    </a:lnTo>
                    <a:lnTo>
                      <a:pt x="5586" y="5586"/>
                    </a:lnTo>
                    <a:lnTo>
                      <a:pt x="5586" y="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1" name="Google Shape;1871;p56"/>
              <p:cNvSpPr/>
              <p:nvPr/>
            </p:nvSpPr>
            <p:spPr>
              <a:xfrm>
                <a:off x="1927621" y="1661065"/>
                <a:ext cx="155793" cy="155766"/>
              </a:xfrm>
              <a:custGeom>
                <a:rect b="b" l="l" r="r" t="t"/>
                <a:pathLst>
                  <a:path extrusionOk="0" h="5586" w="5587">
                    <a:moveTo>
                      <a:pt x="1" y="0"/>
                    </a:moveTo>
                    <a:lnTo>
                      <a:pt x="1" y="5586"/>
                    </a:lnTo>
                    <a:lnTo>
                      <a:pt x="5586" y="5586"/>
                    </a:lnTo>
                    <a:lnTo>
                      <a:pt x="5586" y="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2" name="Google Shape;1872;p56"/>
              <p:cNvSpPr/>
              <p:nvPr/>
            </p:nvSpPr>
            <p:spPr>
              <a:xfrm>
                <a:off x="820952" y="1849088"/>
                <a:ext cx="155041" cy="155793"/>
              </a:xfrm>
              <a:custGeom>
                <a:rect b="b" l="l" r="r" t="t"/>
                <a:pathLst>
                  <a:path extrusionOk="0" h="5587" w="5560">
                    <a:moveTo>
                      <a:pt x="0" y="1"/>
                    </a:moveTo>
                    <a:lnTo>
                      <a:pt x="0" y="5586"/>
                    </a:lnTo>
                    <a:lnTo>
                      <a:pt x="5560" y="5586"/>
                    </a:lnTo>
                    <a:lnTo>
                      <a:pt x="5560" y="1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3" name="Google Shape;1873;p56"/>
              <p:cNvSpPr/>
              <p:nvPr/>
            </p:nvSpPr>
            <p:spPr>
              <a:xfrm>
                <a:off x="1006103" y="1849088"/>
                <a:ext cx="155766" cy="155793"/>
              </a:xfrm>
              <a:custGeom>
                <a:rect b="b" l="l" r="r" t="t"/>
                <a:pathLst>
                  <a:path extrusionOk="0" h="5587" w="5586">
                    <a:moveTo>
                      <a:pt x="1" y="1"/>
                    </a:moveTo>
                    <a:lnTo>
                      <a:pt x="1" y="5586"/>
                    </a:lnTo>
                    <a:lnTo>
                      <a:pt x="5586" y="5586"/>
                    </a:lnTo>
                    <a:lnTo>
                      <a:pt x="5586" y="1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4" name="Google Shape;1874;p56"/>
              <p:cNvSpPr/>
              <p:nvPr/>
            </p:nvSpPr>
            <p:spPr>
              <a:xfrm>
                <a:off x="1191979" y="1849088"/>
                <a:ext cx="155068" cy="155793"/>
              </a:xfrm>
              <a:custGeom>
                <a:rect b="b" l="l" r="r" t="t"/>
                <a:pathLst>
                  <a:path extrusionOk="0" h="5587" w="5561">
                    <a:moveTo>
                      <a:pt x="1" y="1"/>
                    </a:moveTo>
                    <a:lnTo>
                      <a:pt x="1" y="5586"/>
                    </a:lnTo>
                    <a:lnTo>
                      <a:pt x="5560" y="5586"/>
                    </a:lnTo>
                    <a:lnTo>
                      <a:pt x="5560" y="1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5" name="Google Shape;1875;p56"/>
              <p:cNvSpPr/>
              <p:nvPr/>
            </p:nvSpPr>
            <p:spPr>
              <a:xfrm>
                <a:off x="1377884" y="1849088"/>
                <a:ext cx="155041" cy="155793"/>
              </a:xfrm>
              <a:custGeom>
                <a:rect b="b" l="l" r="r" t="t"/>
                <a:pathLst>
                  <a:path extrusionOk="0" h="5587" w="5560">
                    <a:moveTo>
                      <a:pt x="0" y="1"/>
                    </a:moveTo>
                    <a:lnTo>
                      <a:pt x="0" y="5586"/>
                    </a:lnTo>
                    <a:lnTo>
                      <a:pt x="5560" y="5586"/>
                    </a:lnTo>
                    <a:lnTo>
                      <a:pt x="5560" y="1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6" name="Google Shape;1876;p56"/>
              <p:cNvSpPr/>
              <p:nvPr/>
            </p:nvSpPr>
            <p:spPr>
              <a:xfrm>
                <a:off x="1563035" y="1849088"/>
                <a:ext cx="155068" cy="155793"/>
              </a:xfrm>
              <a:custGeom>
                <a:rect b="b" l="l" r="r" t="t"/>
                <a:pathLst>
                  <a:path extrusionOk="0" h="5587" w="5561">
                    <a:moveTo>
                      <a:pt x="1" y="1"/>
                    </a:moveTo>
                    <a:lnTo>
                      <a:pt x="1" y="5586"/>
                    </a:lnTo>
                    <a:lnTo>
                      <a:pt x="5560" y="5586"/>
                    </a:lnTo>
                    <a:lnTo>
                      <a:pt x="5560" y="1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7" name="Google Shape;1877;p56"/>
              <p:cNvSpPr/>
              <p:nvPr/>
            </p:nvSpPr>
            <p:spPr>
              <a:xfrm>
                <a:off x="1748214" y="1849088"/>
                <a:ext cx="155766" cy="155793"/>
              </a:xfrm>
              <a:custGeom>
                <a:rect b="b" l="l" r="r" t="t"/>
                <a:pathLst>
                  <a:path extrusionOk="0" h="5587" w="5586">
                    <a:moveTo>
                      <a:pt x="0" y="1"/>
                    </a:moveTo>
                    <a:lnTo>
                      <a:pt x="0" y="5586"/>
                    </a:lnTo>
                    <a:lnTo>
                      <a:pt x="5586" y="5586"/>
                    </a:lnTo>
                    <a:lnTo>
                      <a:pt x="5586" y="1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8" name="Google Shape;1878;p56"/>
              <p:cNvSpPr/>
              <p:nvPr/>
            </p:nvSpPr>
            <p:spPr>
              <a:xfrm>
                <a:off x="1927621" y="1849088"/>
                <a:ext cx="155793" cy="155793"/>
              </a:xfrm>
              <a:custGeom>
                <a:rect b="b" l="l" r="r" t="t"/>
                <a:pathLst>
                  <a:path extrusionOk="0" h="5587" w="5587">
                    <a:moveTo>
                      <a:pt x="1" y="1"/>
                    </a:moveTo>
                    <a:lnTo>
                      <a:pt x="1" y="5586"/>
                    </a:lnTo>
                    <a:lnTo>
                      <a:pt x="5586" y="5586"/>
                    </a:lnTo>
                    <a:lnTo>
                      <a:pt x="5586" y="1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9" name="Google Shape;1879;p56"/>
              <p:cNvSpPr/>
              <p:nvPr/>
            </p:nvSpPr>
            <p:spPr>
              <a:xfrm>
                <a:off x="820952" y="2037138"/>
                <a:ext cx="155041" cy="155766"/>
              </a:xfrm>
              <a:custGeom>
                <a:rect b="b" l="l" r="r" t="t"/>
                <a:pathLst>
                  <a:path extrusionOk="0" h="5586" w="5560">
                    <a:moveTo>
                      <a:pt x="0" y="0"/>
                    </a:moveTo>
                    <a:lnTo>
                      <a:pt x="0" y="5586"/>
                    </a:lnTo>
                    <a:lnTo>
                      <a:pt x="5560" y="5586"/>
                    </a:lnTo>
                    <a:lnTo>
                      <a:pt x="5560" y="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0" name="Google Shape;1880;p56"/>
              <p:cNvSpPr/>
              <p:nvPr/>
            </p:nvSpPr>
            <p:spPr>
              <a:xfrm>
                <a:off x="1006103" y="2037138"/>
                <a:ext cx="155766" cy="155766"/>
              </a:xfrm>
              <a:custGeom>
                <a:rect b="b" l="l" r="r" t="t"/>
                <a:pathLst>
                  <a:path extrusionOk="0" h="5586" w="5586">
                    <a:moveTo>
                      <a:pt x="1" y="0"/>
                    </a:moveTo>
                    <a:lnTo>
                      <a:pt x="1" y="5586"/>
                    </a:lnTo>
                    <a:lnTo>
                      <a:pt x="5586" y="5586"/>
                    </a:lnTo>
                    <a:lnTo>
                      <a:pt x="5586" y="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1" name="Google Shape;1881;p56"/>
              <p:cNvSpPr/>
              <p:nvPr/>
            </p:nvSpPr>
            <p:spPr>
              <a:xfrm>
                <a:off x="1191979" y="2037138"/>
                <a:ext cx="155068" cy="155766"/>
              </a:xfrm>
              <a:custGeom>
                <a:rect b="b" l="l" r="r" t="t"/>
                <a:pathLst>
                  <a:path extrusionOk="0" h="5586" w="5561">
                    <a:moveTo>
                      <a:pt x="1" y="0"/>
                    </a:moveTo>
                    <a:lnTo>
                      <a:pt x="1" y="5586"/>
                    </a:lnTo>
                    <a:lnTo>
                      <a:pt x="5560" y="5586"/>
                    </a:lnTo>
                    <a:lnTo>
                      <a:pt x="5560" y="0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2" name="Google Shape;1882;p56"/>
              <p:cNvSpPr/>
              <p:nvPr/>
            </p:nvSpPr>
            <p:spPr>
              <a:xfrm>
                <a:off x="1377884" y="2037138"/>
                <a:ext cx="155041" cy="155766"/>
              </a:xfrm>
              <a:custGeom>
                <a:rect b="b" l="l" r="r" t="t"/>
                <a:pathLst>
                  <a:path extrusionOk="0" h="5586" w="5560">
                    <a:moveTo>
                      <a:pt x="0" y="0"/>
                    </a:moveTo>
                    <a:lnTo>
                      <a:pt x="0" y="5586"/>
                    </a:lnTo>
                    <a:lnTo>
                      <a:pt x="5560" y="5586"/>
                    </a:lnTo>
                    <a:lnTo>
                      <a:pt x="5560" y="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3" name="Google Shape;1883;p56"/>
              <p:cNvSpPr/>
              <p:nvPr/>
            </p:nvSpPr>
            <p:spPr>
              <a:xfrm>
                <a:off x="1563035" y="2037138"/>
                <a:ext cx="155068" cy="155766"/>
              </a:xfrm>
              <a:custGeom>
                <a:rect b="b" l="l" r="r" t="t"/>
                <a:pathLst>
                  <a:path extrusionOk="0" h="5586" w="5561">
                    <a:moveTo>
                      <a:pt x="1" y="0"/>
                    </a:moveTo>
                    <a:lnTo>
                      <a:pt x="1" y="5586"/>
                    </a:lnTo>
                    <a:lnTo>
                      <a:pt x="5560" y="5586"/>
                    </a:lnTo>
                    <a:lnTo>
                      <a:pt x="5560" y="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4" name="Google Shape;1884;p56"/>
              <p:cNvSpPr/>
              <p:nvPr/>
            </p:nvSpPr>
            <p:spPr>
              <a:xfrm>
                <a:off x="1748214" y="2037138"/>
                <a:ext cx="155766" cy="155766"/>
              </a:xfrm>
              <a:custGeom>
                <a:rect b="b" l="l" r="r" t="t"/>
                <a:pathLst>
                  <a:path extrusionOk="0" h="5586" w="5586">
                    <a:moveTo>
                      <a:pt x="0" y="0"/>
                    </a:moveTo>
                    <a:lnTo>
                      <a:pt x="0" y="5586"/>
                    </a:lnTo>
                    <a:lnTo>
                      <a:pt x="5586" y="5586"/>
                    </a:lnTo>
                    <a:lnTo>
                      <a:pt x="5586" y="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5" name="Google Shape;1885;p56"/>
              <p:cNvSpPr/>
              <p:nvPr/>
            </p:nvSpPr>
            <p:spPr>
              <a:xfrm>
                <a:off x="1927621" y="2037138"/>
                <a:ext cx="155793" cy="155766"/>
              </a:xfrm>
              <a:custGeom>
                <a:rect b="b" l="l" r="r" t="t"/>
                <a:pathLst>
                  <a:path extrusionOk="0" h="5586" w="5587">
                    <a:moveTo>
                      <a:pt x="1" y="0"/>
                    </a:moveTo>
                    <a:lnTo>
                      <a:pt x="1" y="5586"/>
                    </a:lnTo>
                    <a:lnTo>
                      <a:pt x="5586" y="5586"/>
                    </a:lnTo>
                    <a:lnTo>
                      <a:pt x="5586" y="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6" name="Google Shape;1886;p56"/>
              <p:cNvSpPr/>
              <p:nvPr/>
            </p:nvSpPr>
            <p:spPr>
              <a:xfrm>
                <a:off x="820952" y="2224464"/>
                <a:ext cx="155041" cy="155766"/>
              </a:xfrm>
              <a:custGeom>
                <a:rect b="b" l="l" r="r" t="t"/>
                <a:pathLst>
                  <a:path extrusionOk="0" h="5586" w="5560">
                    <a:moveTo>
                      <a:pt x="0" y="0"/>
                    </a:moveTo>
                    <a:lnTo>
                      <a:pt x="0" y="5585"/>
                    </a:lnTo>
                    <a:lnTo>
                      <a:pt x="5560" y="5585"/>
                    </a:lnTo>
                    <a:lnTo>
                      <a:pt x="5560" y="0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7" name="Google Shape;1887;p56"/>
              <p:cNvSpPr/>
              <p:nvPr/>
            </p:nvSpPr>
            <p:spPr>
              <a:xfrm>
                <a:off x="1006103" y="2224464"/>
                <a:ext cx="155766" cy="155766"/>
              </a:xfrm>
              <a:custGeom>
                <a:rect b="b" l="l" r="r" t="t"/>
                <a:pathLst>
                  <a:path extrusionOk="0" h="5586" w="5586">
                    <a:moveTo>
                      <a:pt x="1" y="0"/>
                    </a:moveTo>
                    <a:lnTo>
                      <a:pt x="1" y="5585"/>
                    </a:lnTo>
                    <a:lnTo>
                      <a:pt x="5586" y="5585"/>
                    </a:lnTo>
                    <a:lnTo>
                      <a:pt x="5586" y="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8" name="Google Shape;1888;p56"/>
              <p:cNvSpPr/>
              <p:nvPr/>
            </p:nvSpPr>
            <p:spPr>
              <a:xfrm>
                <a:off x="1191979" y="2224464"/>
                <a:ext cx="155068" cy="155766"/>
              </a:xfrm>
              <a:custGeom>
                <a:rect b="b" l="l" r="r" t="t"/>
                <a:pathLst>
                  <a:path extrusionOk="0" h="5586" w="5561">
                    <a:moveTo>
                      <a:pt x="1" y="0"/>
                    </a:moveTo>
                    <a:lnTo>
                      <a:pt x="1" y="5585"/>
                    </a:lnTo>
                    <a:lnTo>
                      <a:pt x="5560" y="5585"/>
                    </a:lnTo>
                    <a:lnTo>
                      <a:pt x="5560" y="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9" name="Google Shape;1889;p56"/>
              <p:cNvSpPr/>
              <p:nvPr/>
            </p:nvSpPr>
            <p:spPr>
              <a:xfrm>
                <a:off x="1377884" y="2224464"/>
                <a:ext cx="155041" cy="155766"/>
              </a:xfrm>
              <a:custGeom>
                <a:rect b="b" l="l" r="r" t="t"/>
                <a:pathLst>
                  <a:path extrusionOk="0" h="5586" w="5560">
                    <a:moveTo>
                      <a:pt x="0" y="0"/>
                    </a:moveTo>
                    <a:lnTo>
                      <a:pt x="0" y="5585"/>
                    </a:lnTo>
                    <a:lnTo>
                      <a:pt x="5560" y="5585"/>
                    </a:lnTo>
                    <a:lnTo>
                      <a:pt x="5560" y="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0" name="Google Shape;1890;p56"/>
              <p:cNvSpPr/>
              <p:nvPr/>
            </p:nvSpPr>
            <p:spPr>
              <a:xfrm>
                <a:off x="1563035" y="2224464"/>
                <a:ext cx="155068" cy="155766"/>
              </a:xfrm>
              <a:custGeom>
                <a:rect b="b" l="l" r="r" t="t"/>
                <a:pathLst>
                  <a:path extrusionOk="0" h="5586" w="5561">
                    <a:moveTo>
                      <a:pt x="1" y="0"/>
                    </a:moveTo>
                    <a:lnTo>
                      <a:pt x="1" y="5585"/>
                    </a:lnTo>
                    <a:lnTo>
                      <a:pt x="5560" y="5585"/>
                    </a:lnTo>
                    <a:lnTo>
                      <a:pt x="5560" y="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1" name="Google Shape;1891;p56"/>
              <p:cNvSpPr/>
              <p:nvPr/>
            </p:nvSpPr>
            <p:spPr>
              <a:xfrm>
                <a:off x="1748214" y="2224464"/>
                <a:ext cx="155766" cy="155766"/>
              </a:xfrm>
              <a:custGeom>
                <a:rect b="b" l="l" r="r" t="t"/>
                <a:pathLst>
                  <a:path extrusionOk="0" h="5586" w="5586">
                    <a:moveTo>
                      <a:pt x="0" y="0"/>
                    </a:moveTo>
                    <a:lnTo>
                      <a:pt x="0" y="5585"/>
                    </a:lnTo>
                    <a:lnTo>
                      <a:pt x="5586" y="5585"/>
                    </a:lnTo>
                    <a:lnTo>
                      <a:pt x="5586" y="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2" name="Google Shape;1892;p56"/>
              <p:cNvSpPr/>
              <p:nvPr/>
            </p:nvSpPr>
            <p:spPr>
              <a:xfrm>
                <a:off x="820952" y="2412487"/>
                <a:ext cx="155041" cy="155766"/>
              </a:xfrm>
              <a:custGeom>
                <a:rect b="b" l="l" r="r" t="t"/>
                <a:pathLst>
                  <a:path extrusionOk="0" h="5586" w="5560">
                    <a:moveTo>
                      <a:pt x="0" y="1"/>
                    </a:moveTo>
                    <a:lnTo>
                      <a:pt x="0" y="5586"/>
                    </a:lnTo>
                    <a:lnTo>
                      <a:pt x="5560" y="5586"/>
                    </a:lnTo>
                    <a:lnTo>
                      <a:pt x="5560" y="1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3" name="Google Shape;1893;p56"/>
              <p:cNvSpPr/>
              <p:nvPr/>
            </p:nvSpPr>
            <p:spPr>
              <a:xfrm>
                <a:off x="1006103" y="2412487"/>
                <a:ext cx="155766" cy="155766"/>
              </a:xfrm>
              <a:custGeom>
                <a:rect b="b" l="l" r="r" t="t"/>
                <a:pathLst>
                  <a:path extrusionOk="0" h="5586" w="5586">
                    <a:moveTo>
                      <a:pt x="1" y="1"/>
                    </a:moveTo>
                    <a:lnTo>
                      <a:pt x="1" y="5586"/>
                    </a:lnTo>
                    <a:lnTo>
                      <a:pt x="5586" y="5586"/>
                    </a:lnTo>
                    <a:lnTo>
                      <a:pt x="5586" y="1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4" name="Google Shape;1894;p56"/>
              <p:cNvSpPr/>
              <p:nvPr/>
            </p:nvSpPr>
            <p:spPr>
              <a:xfrm>
                <a:off x="1191979" y="2412487"/>
                <a:ext cx="155068" cy="155766"/>
              </a:xfrm>
              <a:custGeom>
                <a:rect b="b" l="l" r="r" t="t"/>
                <a:pathLst>
                  <a:path extrusionOk="0" h="5586" w="5561">
                    <a:moveTo>
                      <a:pt x="1" y="1"/>
                    </a:moveTo>
                    <a:lnTo>
                      <a:pt x="1" y="5586"/>
                    </a:lnTo>
                    <a:lnTo>
                      <a:pt x="5560" y="5586"/>
                    </a:lnTo>
                    <a:lnTo>
                      <a:pt x="5560" y="1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5" name="Google Shape;1895;p56"/>
              <p:cNvSpPr/>
              <p:nvPr/>
            </p:nvSpPr>
            <p:spPr>
              <a:xfrm>
                <a:off x="1377884" y="2412487"/>
                <a:ext cx="155041" cy="155766"/>
              </a:xfrm>
              <a:custGeom>
                <a:rect b="b" l="l" r="r" t="t"/>
                <a:pathLst>
                  <a:path extrusionOk="0" h="5586" w="5560">
                    <a:moveTo>
                      <a:pt x="0" y="1"/>
                    </a:moveTo>
                    <a:lnTo>
                      <a:pt x="0" y="5586"/>
                    </a:lnTo>
                    <a:lnTo>
                      <a:pt x="5560" y="5586"/>
                    </a:lnTo>
                    <a:lnTo>
                      <a:pt x="5560" y="1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6" name="Google Shape;1896;p56"/>
              <p:cNvSpPr/>
              <p:nvPr/>
            </p:nvSpPr>
            <p:spPr>
              <a:xfrm>
                <a:off x="2302273" y="1692351"/>
                <a:ext cx="120603" cy="114440"/>
              </a:xfrm>
              <a:custGeom>
                <a:rect b="b" l="l" r="r" t="t"/>
                <a:pathLst>
                  <a:path extrusionOk="0" h="4104" w="4325">
                    <a:moveTo>
                      <a:pt x="3887" y="449"/>
                    </a:moveTo>
                    <a:lnTo>
                      <a:pt x="3887" y="526"/>
                    </a:lnTo>
                    <a:lnTo>
                      <a:pt x="3887" y="757"/>
                    </a:lnTo>
                    <a:cubicBezTo>
                      <a:pt x="3887" y="886"/>
                      <a:pt x="3887" y="1041"/>
                      <a:pt x="3887" y="1195"/>
                    </a:cubicBezTo>
                    <a:cubicBezTo>
                      <a:pt x="3887" y="1504"/>
                      <a:pt x="3861" y="1787"/>
                      <a:pt x="3861" y="2096"/>
                    </a:cubicBezTo>
                    <a:cubicBezTo>
                      <a:pt x="3861" y="2662"/>
                      <a:pt x="3861" y="3203"/>
                      <a:pt x="3836" y="3769"/>
                    </a:cubicBezTo>
                    <a:lnTo>
                      <a:pt x="2214" y="3743"/>
                    </a:lnTo>
                    <a:lnTo>
                      <a:pt x="490" y="3743"/>
                    </a:lnTo>
                    <a:cubicBezTo>
                      <a:pt x="515" y="3486"/>
                      <a:pt x="490" y="3228"/>
                      <a:pt x="490" y="2997"/>
                    </a:cubicBezTo>
                    <a:cubicBezTo>
                      <a:pt x="464" y="2688"/>
                      <a:pt x="464" y="2379"/>
                      <a:pt x="464" y="2096"/>
                    </a:cubicBezTo>
                    <a:cubicBezTo>
                      <a:pt x="438" y="1658"/>
                      <a:pt x="438" y="1221"/>
                      <a:pt x="412" y="783"/>
                    </a:cubicBezTo>
                    <a:cubicBezTo>
                      <a:pt x="412" y="706"/>
                      <a:pt x="438" y="603"/>
                      <a:pt x="438" y="526"/>
                    </a:cubicBezTo>
                    <a:cubicBezTo>
                      <a:pt x="507" y="534"/>
                      <a:pt x="578" y="537"/>
                      <a:pt x="652" y="537"/>
                    </a:cubicBezTo>
                    <a:cubicBezTo>
                      <a:pt x="798" y="537"/>
                      <a:pt x="953" y="526"/>
                      <a:pt x="1107" y="526"/>
                    </a:cubicBezTo>
                    <a:cubicBezTo>
                      <a:pt x="1416" y="526"/>
                      <a:pt x="1725" y="500"/>
                      <a:pt x="2008" y="500"/>
                    </a:cubicBezTo>
                    <a:cubicBezTo>
                      <a:pt x="2317" y="500"/>
                      <a:pt x="2626" y="500"/>
                      <a:pt x="2935" y="474"/>
                    </a:cubicBezTo>
                    <a:lnTo>
                      <a:pt x="3630" y="474"/>
                    </a:lnTo>
                    <a:cubicBezTo>
                      <a:pt x="3681" y="474"/>
                      <a:pt x="3836" y="474"/>
                      <a:pt x="3861" y="449"/>
                    </a:cubicBezTo>
                    <a:close/>
                    <a:moveTo>
                      <a:pt x="1718" y="1"/>
                    </a:moveTo>
                    <a:cubicBezTo>
                      <a:pt x="1267" y="1"/>
                      <a:pt x="820" y="25"/>
                      <a:pt x="387" y="62"/>
                    </a:cubicBezTo>
                    <a:cubicBezTo>
                      <a:pt x="309" y="62"/>
                      <a:pt x="258" y="62"/>
                      <a:pt x="206" y="88"/>
                    </a:cubicBezTo>
                    <a:cubicBezTo>
                      <a:pt x="103" y="88"/>
                      <a:pt x="1" y="165"/>
                      <a:pt x="1" y="268"/>
                    </a:cubicBezTo>
                    <a:cubicBezTo>
                      <a:pt x="26" y="886"/>
                      <a:pt x="26" y="1478"/>
                      <a:pt x="26" y="2096"/>
                    </a:cubicBezTo>
                    <a:lnTo>
                      <a:pt x="52" y="2997"/>
                    </a:lnTo>
                    <a:cubicBezTo>
                      <a:pt x="52" y="3280"/>
                      <a:pt x="26" y="3614"/>
                      <a:pt x="103" y="3872"/>
                    </a:cubicBezTo>
                    <a:cubicBezTo>
                      <a:pt x="129" y="3975"/>
                      <a:pt x="206" y="4026"/>
                      <a:pt x="309" y="4026"/>
                    </a:cubicBezTo>
                    <a:cubicBezTo>
                      <a:pt x="361" y="4026"/>
                      <a:pt x="412" y="4026"/>
                      <a:pt x="438" y="4052"/>
                    </a:cubicBezTo>
                    <a:lnTo>
                      <a:pt x="927" y="4052"/>
                    </a:lnTo>
                    <a:cubicBezTo>
                      <a:pt x="1262" y="4052"/>
                      <a:pt x="1622" y="4078"/>
                      <a:pt x="1957" y="4078"/>
                    </a:cubicBezTo>
                    <a:lnTo>
                      <a:pt x="3990" y="4103"/>
                    </a:lnTo>
                    <a:cubicBezTo>
                      <a:pt x="4093" y="4103"/>
                      <a:pt x="4170" y="4026"/>
                      <a:pt x="4170" y="3949"/>
                    </a:cubicBezTo>
                    <a:cubicBezTo>
                      <a:pt x="4170" y="3280"/>
                      <a:pt x="4196" y="2611"/>
                      <a:pt x="4222" y="1941"/>
                    </a:cubicBezTo>
                    <a:lnTo>
                      <a:pt x="4222" y="886"/>
                    </a:lnTo>
                    <a:cubicBezTo>
                      <a:pt x="4247" y="680"/>
                      <a:pt x="4325" y="294"/>
                      <a:pt x="4093" y="140"/>
                    </a:cubicBezTo>
                    <a:lnTo>
                      <a:pt x="4119" y="140"/>
                    </a:lnTo>
                    <a:cubicBezTo>
                      <a:pt x="4016" y="88"/>
                      <a:pt x="3861" y="88"/>
                      <a:pt x="3758" y="88"/>
                    </a:cubicBezTo>
                    <a:lnTo>
                      <a:pt x="3630" y="88"/>
                    </a:lnTo>
                    <a:cubicBezTo>
                      <a:pt x="3475" y="88"/>
                      <a:pt x="3321" y="62"/>
                      <a:pt x="3166" y="62"/>
                    </a:cubicBezTo>
                    <a:cubicBezTo>
                      <a:pt x="2857" y="11"/>
                      <a:pt x="2523" y="11"/>
                      <a:pt x="2214" y="11"/>
                    </a:cubicBezTo>
                    <a:cubicBezTo>
                      <a:pt x="2049" y="4"/>
                      <a:pt x="1883" y="1"/>
                      <a:pt x="1718" y="1"/>
                    </a:cubicBezTo>
                    <a:close/>
                  </a:path>
                </a:pathLst>
              </a:custGeom>
              <a:solidFill>
                <a:srgbClr val="B5C7BA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7" name="Google Shape;1897;p56"/>
              <p:cNvSpPr/>
              <p:nvPr/>
            </p:nvSpPr>
            <p:spPr>
              <a:xfrm>
                <a:off x="2483855" y="1687499"/>
                <a:ext cx="121328" cy="117424"/>
              </a:xfrm>
              <a:custGeom>
                <a:rect b="b" l="l" r="r" t="t"/>
                <a:pathLst>
                  <a:path extrusionOk="0" h="4211" w="4351">
                    <a:moveTo>
                      <a:pt x="412" y="391"/>
                    </a:moveTo>
                    <a:lnTo>
                      <a:pt x="412" y="391"/>
                    </a:lnTo>
                    <a:cubicBezTo>
                      <a:pt x="721" y="468"/>
                      <a:pt x="1056" y="468"/>
                      <a:pt x="1365" y="468"/>
                    </a:cubicBezTo>
                    <a:cubicBezTo>
                      <a:pt x="1673" y="494"/>
                      <a:pt x="1957" y="494"/>
                      <a:pt x="2265" y="520"/>
                    </a:cubicBezTo>
                    <a:cubicBezTo>
                      <a:pt x="2806" y="545"/>
                      <a:pt x="3372" y="571"/>
                      <a:pt x="3913" y="623"/>
                    </a:cubicBezTo>
                    <a:cubicBezTo>
                      <a:pt x="3887" y="1652"/>
                      <a:pt x="3835" y="2682"/>
                      <a:pt x="3835" y="3737"/>
                    </a:cubicBezTo>
                    <a:cubicBezTo>
                      <a:pt x="3265" y="3805"/>
                      <a:pt x="2687" y="3837"/>
                      <a:pt x="2113" y="3837"/>
                    </a:cubicBezTo>
                    <a:cubicBezTo>
                      <a:pt x="1600" y="3837"/>
                      <a:pt x="1091" y="3811"/>
                      <a:pt x="592" y="3763"/>
                    </a:cubicBezTo>
                    <a:cubicBezTo>
                      <a:pt x="412" y="3196"/>
                      <a:pt x="361" y="2630"/>
                      <a:pt x="386" y="2038"/>
                    </a:cubicBezTo>
                    <a:cubicBezTo>
                      <a:pt x="386" y="1498"/>
                      <a:pt x="438" y="931"/>
                      <a:pt x="412" y="391"/>
                    </a:cubicBezTo>
                    <a:close/>
                    <a:moveTo>
                      <a:pt x="806" y="1"/>
                    </a:moveTo>
                    <a:cubicBezTo>
                      <a:pt x="673" y="1"/>
                      <a:pt x="543" y="9"/>
                      <a:pt x="412" y="31"/>
                    </a:cubicBezTo>
                    <a:cubicBezTo>
                      <a:pt x="361" y="31"/>
                      <a:pt x="335" y="56"/>
                      <a:pt x="309" y="56"/>
                    </a:cubicBezTo>
                    <a:cubicBezTo>
                      <a:pt x="284" y="56"/>
                      <a:pt x="232" y="82"/>
                      <a:pt x="206" y="108"/>
                    </a:cubicBezTo>
                    <a:cubicBezTo>
                      <a:pt x="129" y="442"/>
                      <a:pt x="103" y="777"/>
                      <a:pt x="78" y="1112"/>
                    </a:cubicBezTo>
                    <a:cubicBezTo>
                      <a:pt x="52" y="1446"/>
                      <a:pt x="26" y="1781"/>
                      <a:pt x="26" y="2115"/>
                    </a:cubicBezTo>
                    <a:cubicBezTo>
                      <a:pt x="0" y="2733"/>
                      <a:pt x="52" y="3377"/>
                      <a:pt x="258" y="3994"/>
                    </a:cubicBezTo>
                    <a:cubicBezTo>
                      <a:pt x="284" y="4071"/>
                      <a:pt x="361" y="4123"/>
                      <a:pt x="438" y="4123"/>
                    </a:cubicBezTo>
                    <a:cubicBezTo>
                      <a:pt x="1009" y="4184"/>
                      <a:pt x="1575" y="4210"/>
                      <a:pt x="2138" y="4210"/>
                    </a:cubicBezTo>
                    <a:cubicBezTo>
                      <a:pt x="2766" y="4210"/>
                      <a:pt x="3391" y="4177"/>
                      <a:pt x="4016" y="4123"/>
                    </a:cubicBezTo>
                    <a:cubicBezTo>
                      <a:pt x="4144" y="4097"/>
                      <a:pt x="4222" y="4020"/>
                      <a:pt x="4222" y="3917"/>
                    </a:cubicBezTo>
                    <a:cubicBezTo>
                      <a:pt x="4273" y="2733"/>
                      <a:pt x="4324" y="1575"/>
                      <a:pt x="4350" y="417"/>
                    </a:cubicBezTo>
                    <a:cubicBezTo>
                      <a:pt x="4350" y="288"/>
                      <a:pt x="4247" y="211"/>
                      <a:pt x="4144" y="185"/>
                    </a:cubicBezTo>
                    <a:lnTo>
                      <a:pt x="4144" y="211"/>
                    </a:lnTo>
                    <a:cubicBezTo>
                      <a:pt x="3501" y="159"/>
                      <a:pt x="2883" y="108"/>
                      <a:pt x="2265" y="82"/>
                    </a:cubicBezTo>
                    <a:cubicBezTo>
                      <a:pt x="1957" y="56"/>
                      <a:pt x="1648" y="56"/>
                      <a:pt x="1365" y="31"/>
                    </a:cubicBezTo>
                    <a:cubicBezTo>
                      <a:pt x="1171" y="16"/>
                      <a:pt x="987" y="1"/>
                      <a:pt x="806" y="1"/>
                    </a:cubicBezTo>
                    <a:close/>
                  </a:path>
                </a:pathLst>
              </a:custGeom>
              <a:solidFill>
                <a:srgbClr val="B5C7BA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8" name="Google Shape;1898;p56"/>
              <p:cNvSpPr/>
              <p:nvPr/>
            </p:nvSpPr>
            <p:spPr>
              <a:xfrm>
                <a:off x="2670456" y="1689060"/>
                <a:ext cx="116308" cy="115583"/>
              </a:xfrm>
              <a:custGeom>
                <a:rect b="b" l="l" r="r" t="t"/>
                <a:pathLst>
                  <a:path extrusionOk="0" h="4145" w="4171">
                    <a:moveTo>
                      <a:pt x="464" y="438"/>
                    </a:moveTo>
                    <a:lnTo>
                      <a:pt x="464" y="438"/>
                    </a:lnTo>
                    <a:cubicBezTo>
                      <a:pt x="1210" y="456"/>
                      <a:pt x="1943" y="474"/>
                      <a:pt x="2673" y="474"/>
                    </a:cubicBezTo>
                    <a:cubicBezTo>
                      <a:pt x="2975" y="474"/>
                      <a:pt x="3277" y="471"/>
                      <a:pt x="3578" y="464"/>
                    </a:cubicBezTo>
                    <a:cubicBezTo>
                      <a:pt x="3630" y="1545"/>
                      <a:pt x="3681" y="2626"/>
                      <a:pt x="3733" y="3707"/>
                    </a:cubicBezTo>
                    <a:cubicBezTo>
                      <a:pt x="2677" y="3732"/>
                      <a:pt x="1596" y="3732"/>
                      <a:pt x="541" y="3732"/>
                    </a:cubicBezTo>
                    <a:cubicBezTo>
                      <a:pt x="438" y="2651"/>
                      <a:pt x="464" y="1545"/>
                      <a:pt x="464" y="438"/>
                    </a:cubicBezTo>
                    <a:close/>
                    <a:moveTo>
                      <a:pt x="412" y="0"/>
                    </a:moveTo>
                    <a:cubicBezTo>
                      <a:pt x="335" y="0"/>
                      <a:pt x="284" y="52"/>
                      <a:pt x="232" y="103"/>
                    </a:cubicBezTo>
                    <a:cubicBezTo>
                      <a:pt x="232" y="103"/>
                      <a:pt x="206" y="129"/>
                      <a:pt x="206" y="155"/>
                    </a:cubicBezTo>
                    <a:cubicBezTo>
                      <a:pt x="0" y="1416"/>
                      <a:pt x="26" y="2703"/>
                      <a:pt x="155" y="3938"/>
                    </a:cubicBezTo>
                    <a:cubicBezTo>
                      <a:pt x="155" y="4067"/>
                      <a:pt x="232" y="4144"/>
                      <a:pt x="361" y="4144"/>
                    </a:cubicBezTo>
                    <a:lnTo>
                      <a:pt x="3964" y="4144"/>
                    </a:lnTo>
                    <a:cubicBezTo>
                      <a:pt x="4067" y="4144"/>
                      <a:pt x="4170" y="4041"/>
                      <a:pt x="4170" y="3938"/>
                    </a:cubicBezTo>
                    <a:cubicBezTo>
                      <a:pt x="4119" y="2703"/>
                      <a:pt x="4067" y="1467"/>
                      <a:pt x="4016" y="232"/>
                    </a:cubicBezTo>
                    <a:cubicBezTo>
                      <a:pt x="4016" y="129"/>
                      <a:pt x="3913" y="26"/>
                      <a:pt x="3784" y="26"/>
                    </a:cubicBezTo>
                    <a:cubicBezTo>
                      <a:pt x="3326" y="37"/>
                      <a:pt x="2863" y="43"/>
                      <a:pt x="2397" y="43"/>
                    </a:cubicBezTo>
                    <a:cubicBezTo>
                      <a:pt x="1739" y="43"/>
                      <a:pt x="1076" y="30"/>
                      <a:pt x="412" y="0"/>
                    </a:cubicBezTo>
                    <a:close/>
                  </a:path>
                </a:pathLst>
              </a:custGeom>
              <a:solidFill>
                <a:srgbClr val="B5C7BA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9" name="Google Shape;1899;p56"/>
              <p:cNvSpPr/>
              <p:nvPr/>
            </p:nvSpPr>
            <p:spPr>
              <a:xfrm>
                <a:off x="2849891" y="1689060"/>
                <a:ext cx="119878" cy="113548"/>
              </a:xfrm>
              <a:custGeom>
                <a:rect b="b" l="l" r="r" t="t"/>
                <a:pathLst>
                  <a:path extrusionOk="0" h="4072" w="4299">
                    <a:moveTo>
                      <a:pt x="3784" y="464"/>
                    </a:moveTo>
                    <a:lnTo>
                      <a:pt x="3835" y="2317"/>
                    </a:lnTo>
                    <a:cubicBezTo>
                      <a:pt x="3861" y="2677"/>
                      <a:pt x="3861" y="3012"/>
                      <a:pt x="3861" y="3372"/>
                    </a:cubicBezTo>
                    <a:cubicBezTo>
                      <a:pt x="3861" y="3423"/>
                      <a:pt x="3861" y="3552"/>
                      <a:pt x="3887" y="3604"/>
                    </a:cubicBezTo>
                    <a:lnTo>
                      <a:pt x="3295" y="3604"/>
                    </a:lnTo>
                    <a:cubicBezTo>
                      <a:pt x="2600" y="3629"/>
                      <a:pt x="1905" y="3629"/>
                      <a:pt x="1210" y="3655"/>
                    </a:cubicBezTo>
                    <a:lnTo>
                      <a:pt x="438" y="3655"/>
                    </a:lnTo>
                    <a:cubicBezTo>
                      <a:pt x="412" y="3655"/>
                      <a:pt x="438" y="3578"/>
                      <a:pt x="438" y="3552"/>
                    </a:cubicBezTo>
                    <a:cubicBezTo>
                      <a:pt x="412" y="3218"/>
                      <a:pt x="412" y="2857"/>
                      <a:pt x="412" y="2523"/>
                    </a:cubicBezTo>
                    <a:cubicBezTo>
                      <a:pt x="412" y="1853"/>
                      <a:pt x="412" y="1210"/>
                      <a:pt x="412" y="541"/>
                    </a:cubicBezTo>
                    <a:cubicBezTo>
                      <a:pt x="1519" y="515"/>
                      <a:pt x="2651" y="489"/>
                      <a:pt x="3784" y="464"/>
                    </a:cubicBezTo>
                    <a:close/>
                    <a:moveTo>
                      <a:pt x="3990" y="0"/>
                    </a:moveTo>
                    <a:cubicBezTo>
                      <a:pt x="2780" y="26"/>
                      <a:pt x="1544" y="52"/>
                      <a:pt x="335" y="77"/>
                    </a:cubicBezTo>
                    <a:lnTo>
                      <a:pt x="309" y="77"/>
                    </a:lnTo>
                    <a:cubicBezTo>
                      <a:pt x="296" y="71"/>
                      <a:pt x="282" y="68"/>
                      <a:pt x="267" y="68"/>
                    </a:cubicBezTo>
                    <a:cubicBezTo>
                      <a:pt x="224" y="68"/>
                      <a:pt x="180" y="97"/>
                      <a:pt x="180" y="155"/>
                    </a:cubicBezTo>
                    <a:cubicBezTo>
                      <a:pt x="103" y="232"/>
                      <a:pt x="103" y="335"/>
                      <a:pt x="129" y="438"/>
                    </a:cubicBezTo>
                    <a:cubicBezTo>
                      <a:pt x="52" y="1107"/>
                      <a:pt x="26" y="1802"/>
                      <a:pt x="26" y="2471"/>
                    </a:cubicBezTo>
                    <a:cubicBezTo>
                      <a:pt x="26" y="2857"/>
                      <a:pt x="0" y="3243"/>
                      <a:pt x="26" y="3629"/>
                    </a:cubicBezTo>
                    <a:cubicBezTo>
                      <a:pt x="26" y="3784"/>
                      <a:pt x="77" y="3913"/>
                      <a:pt x="206" y="4015"/>
                    </a:cubicBezTo>
                    <a:cubicBezTo>
                      <a:pt x="299" y="4062"/>
                      <a:pt x="401" y="4071"/>
                      <a:pt x="501" y="4071"/>
                    </a:cubicBezTo>
                    <a:cubicBezTo>
                      <a:pt x="567" y="4071"/>
                      <a:pt x="633" y="4067"/>
                      <a:pt x="695" y="4067"/>
                    </a:cubicBezTo>
                    <a:cubicBezTo>
                      <a:pt x="1493" y="4067"/>
                      <a:pt x="2265" y="4041"/>
                      <a:pt x="3063" y="4041"/>
                    </a:cubicBezTo>
                    <a:cubicBezTo>
                      <a:pt x="3243" y="4041"/>
                      <a:pt x="3423" y="4015"/>
                      <a:pt x="3603" y="4015"/>
                    </a:cubicBezTo>
                    <a:cubicBezTo>
                      <a:pt x="3694" y="4015"/>
                      <a:pt x="3797" y="4028"/>
                      <a:pt x="3896" y="4028"/>
                    </a:cubicBezTo>
                    <a:cubicBezTo>
                      <a:pt x="3996" y="4028"/>
                      <a:pt x="4093" y="4015"/>
                      <a:pt x="4170" y="3964"/>
                    </a:cubicBezTo>
                    <a:cubicBezTo>
                      <a:pt x="4298" y="3861"/>
                      <a:pt x="4298" y="3707"/>
                      <a:pt x="4298" y="3578"/>
                    </a:cubicBezTo>
                    <a:cubicBezTo>
                      <a:pt x="4298" y="3372"/>
                      <a:pt x="4298" y="3140"/>
                      <a:pt x="4298" y="2934"/>
                    </a:cubicBezTo>
                    <a:lnTo>
                      <a:pt x="4221" y="232"/>
                    </a:lnTo>
                    <a:cubicBezTo>
                      <a:pt x="4221" y="129"/>
                      <a:pt x="4118" y="0"/>
                      <a:pt x="3990" y="0"/>
                    </a:cubicBezTo>
                    <a:close/>
                  </a:path>
                </a:pathLst>
              </a:custGeom>
              <a:solidFill>
                <a:srgbClr val="B5C7BA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0" name="Google Shape;1900;p56"/>
              <p:cNvSpPr/>
              <p:nvPr/>
            </p:nvSpPr>
            <p:spPr>
              <a:xfrm>
                <a:off x="2302273" y="1851681"/>
                <a:ext cx="120603" cy="115165"/>
              </a:xfrm>
              <a:custGeom>
                <a:rect b="b" l="l" r="r" t="t"/>
                <a:pathLst>
                  <a:path extrusionOk="0" h="4130" w="4325">
                    <a:moveTo>
                      <a:pt x="3887" y="474"/>
                    </a:moveTo>
                    <a:lnTo>
                      <a:pt x="3887" y="551"/>
                    </a:lnTo>
                    <a:lnTo>
                      <a:pt x="3887" y="757"/>
                    </a:lnTo>
                    <a:cubicBezTo>
                      <a:pt x="3887" y="912"/>
                      <a:pt x="3887" y="1040"/>
                      <a:pt x="3887" y="1195"/>
                    </a:cubicBezTo>
                    <a:cubicBezTo>
                      <a:pt x="3887" y="1504"/>
                      <a:pt x="3861" y="1813"/>
                      <a:pt x="3861" y="2096"/>
                    </a:cubicBezTo>
                    <a:cubicBezTo>
                      <a:pt x="3861" y="2662"/>
                      <a:pt x="3861" y="3228"/>
                      <a:pt x="3836" y="3769"/>
                    </a:cubicBezTo>
                    <a:lnTo>
                      <a:pt x="2214" y="3743"/>
                    </a:lnTo>
                    <a:lnTo>
                      <a:pt x="490" y="3743"/>
                    </a:lnTo>
                    <a:cubicBezTo>
                      <a:pt x="515" y="3486"/>
                      <a:pt x="490" y="3228"/>
                      <a:pt x="490" y="2997"/>
                    </a:cubicBezTo>
                    <a:cubicBezTo>
                      <a:pt x="464" y="2688"/>
                      <a:pt x="464" y="2405"/>
                      <a:pt x="464" y="2096"/>
                    </a:cubicBezTo>
                    <a:cubicBezTo>
                      <a:pt x="438" y="1658"/>
                      <a:pt x="438" y="1221"/>
                      <a:pt x="412" y="783"/>
                    </a:cubicBezTo>
                    <a:cubicBezTo>
                      <a:pt x="412" y="706"/>
                      <a:pt x="438" y="629"/>
                      <a:pt x="438" y="526"/>
                    </a:cubicBezTo>
                    <a:cubicBezTo>
                      <a:pt x="507" y="534"/>
                      <a:pt x="578" y="537"/>
                      <a:pt x="652" y="537"/>
                    </a:cubicBezTo>
                    <a:cubicBezTo>
                      <a:pt x="798" y="537"/>
                      <a:pt x="953" y="526"/>
                      <a:pt x="1107" y="526"/>
                    </a:cubicBezTo>
                    <a:cubicBezTo>
                      <a:pt x="1416" y="526"/>
                      <a:pt x="1725" y="526"/>
                      <a:pt x="2008" y="500"/>
                    </a:cubicBezTo>
                    <a:lnTo>
                      <a:pt x="2935" y="500"/>
                    </a:lnTo>
                    <a:cubicBezTo>
                      <a:pt x="3089" y="474"/>
                      <a:pt x="3269" y="474"/>
                      <a:pt x="3424" y="474"/>
                    </a:cubicBezTo>
                    <a:lnTo>
                      <a:pt x="3630" y="474"/>
                    </a:lnTo>
                    <a:cubicBezTo>
                      <a:pt x="3664" y="474"/>
                      <a:pt x="3744" y="486"/>
                      <a:pt x="3801" y="486"/>
                    </a:cubicBezTo>
                    <a:cubicBezTo>
                      <a:pt x="3830" y="486"/>
                      <a:pt x="3853" y="483"/>
                      <a:pt x="3861" y="474"/>
                    </a:cubicBezTo>
                    <a:close/>
                    <a:moveTo>
                      <a:pt x="1718" y="1"/>
                    </a:moveTo>
                    <a:cubicBezTo>
                      <a:pt x="1267" y="1"/>
                      <a:pt x="820" y="25"/>
                      <a:pt x="387" y="62"/>
                    </a:cubicBezTo>
                    <a:cubicBezTo>
                      <a:pt x="309" y="88"/>
                      <a:pt x="258" y="88"/>
                      <a:pt x="206" y="88"/>
                    </a:cubicBezTo>
                    <a:cubicBezTo>
                      <a:pt x="103" y="88"/>
                      <a:pt x="1" y="165"/>
                      <a:pt x="1" y="268"/>
                    </a:cubicBezTo>
                    <a:cubicBezTo>
                      <a:pt x="26" y="886"/>
                      <a:pt x="26" y="1478"/>
                      <a:pt x="26" y="2096"/>
                    </a:cubicBezTo>
                    <a:lnTo>
                      <a:pt x="52" y="2997"/>
                    </a:lnTo>
                    <a:cubicBezTo>
                      <a:pt x="52" y="3280"/>
                      <a:pt x="26" y="3614"/>
                      <a:pt x="103" y="3897"/>
                    </a:cubicBezTo>
                    <a:cubicBezTo>
                      <a:pt x="129" y="3975"/>
                      <a:pt x="206" y="4026"/>
                      <a:pt x="309" y="4026"/>
                    </a:cubicBezTo>
                    <a:cubicBezTo>
                      <a:pt x="361" y="4026"/>
                      <a:pt x="412" y="4052"/>
                      <a:pt x="438" y="4052"/>
                    </a:cubicBezTo>
                    <a:lnTo>
                      <a:pt x="927" y="4052"/>
                    </a:lnTo>
                    <a:cubicBezTo>
                      <a:pt x="1262" y="4078"/>
                      <a:pt x="1622" y="4078"/>
                      <a:pt x="1957" y="4078"/>
                    </a:cubicBezTo>
                    <a:lnTo>
                      <a:pt x="3990" y="4129"/>
                    </a:lnTo>
                    <a:cubicBezTo>
                      <a:pt x="4093" y="4129"/>
                      <a:pt x="4170" y="4026"/>
                      <a:pt x="4170" y="3949"/>
                    </a:cubicBezTo>
                    <a:cubicBezTo>
                      <a:pt x="4170" y="3280"/>
                      <a:pt x="4196" y="2610"/>
                      <a:pt x="4222" y="1941"/>
                    </a:cubicBezTo>
                    <a:lnTo>
                      <a:pt x="4222" y="886"/>
                    </a:lnTo>
                    <a:cubicBezTo>
                      <a:pt x="4247" y="680"/>
                      <a:pt x="4325" y="294"/>
                      <a:pt x="4093" y="140"/>
                    </a:cubicBezTo>
                    <a:lnTo>
                      <a:pt x="4119" y="140"/>
                    </a:lnTo>
                    <a:cubicBezTo>
                      <a:pt x="4058" y="109"/>
                      <a:pt x="3980" y="97"/>
                      <a:pt x="3905" y="97"/>
                    </a:cubicBezTo>
                    <a:cubicBezTo>
                      <a:pt x="3852" y="97"/>
                      <a:pt x="3801" y="103"/>
                      <a:pt x="3758" y="114"/>
                    </a:cubicBezTo>
                    <a:lnTo>
                      <a:pt x="3630" y="114"/>
                    </a:lnTo>
                    <a:cubicBezTo>
                      <a:pt x="3475" y="88"/>
                      <a:pt x="3321" y="62"/>
                      <a:pt x="3166" y="62"/>
                    </a:cubicBezTo>
                    <a:cubicBezTo>
                      <a:pt x="2857" y="37"/>
                      <a:pt x="2523" y="11"/>
                      <a:pt x="2214" y="11"/>
                    </a:cubicBezTo>
                    <a:cubicBezTo>
                      <a:pt x="2049" y="4"/>
                      <a:pt x="1883" y="1"/>
                      <a:pt x="1718" y="1"/>
                    </a:cubicBezTo>
                    <a:close/>
                  </a:path>
                </a:pathLst>
              </a:custGeom>
              <a:solidFill>
                <a:srgbClr val="B5C7BA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1" name="Google Shape;1901;p56"/>
              <p:cNvSpPr/>
              <p:nvPr/>
            </p:nvSpPr>
            <p:spPr>
              <a:xfrm>
                <a:off x="2483855" y="1846829"/>
                <a:ext cx="121328" cy="117424"/>
              </a:xfrm>
              <a:custGeom>
                <a:rect b="b" l="l" r="r" t="t"/>
                <a:pathLst>
                  <a:path extrusionOk="0" h="4211" w="4351">
                    <a:moveTo>
                      <a:pt x="412" y="391"/>
                    </a:moveTo>
                    <a:cubicBezTo>
                      <a:pt x="721" y="468"/>
                      <a:pt x="1056" y="468"/>
                      <a:pt x="1365" y="468"/>
                    </a:cubicBezTo>
                    <a:cubicBezTo>
                      <a:pt x="1673" y="494"/>
                      <a:pt x="1957" y="520"/>
                      <a:pt x="2265" y="520"/>
                    </a:cubicBezTo>
                    <a:cubicBezTo>
                      <a:pt x="2806" y="545"/>
                      <a:pt x="3372" y="571"/>
                      <a:pt x="3913" y="622"/>
                    </a:cubicBezTo>
                    <a:cubicBezTo>
                      <a:pt x="3887" y="1652"/>
                      <a:pt x="3835" y="2682"/>
                      <a:pt x="3835" y="3737"/>
                    </a:cubicBezTo>
                    <a:cubicBezTo>
                      <a:pt x="3265" y="3805"/>
                      <a:pt x="2687" y="3837"/>
                      <a:pt x="2113" y="3837"/>
                    </a:cubicBezTo>
                    <a:cubicBezTo>
                      <a:pt x="1600" y="3837"/>
                      <a:pt x="1091" y="3811"/>
                      <a:pt x="592" y="3763"/>
                    </a:cubicBezTo>
                    <a:cubicBezTo>
                      <a:pt x="412" y="3196"/>
                      <a:pt x="361" y="2630"/>
                      <a:pt x="386" y="2038"/>
                    </a:cubicBezTo>
                    <a:cubicBezTo>
                      <a:pt x="386" y="1498"/>
                      <a:pt x="438" y="957"/>
                      <a:pt x="412" y="391"/>
                    </a:cubicBezTo>
                    <a:close/>
                    <a:moveTo>
                      <a:pt x="806" y="1"/>
                    </a:moveTo>
                    <a:cubicBezTo>
                      <a:pt x="673" y="1"/>
                      <a:pt x="543" y="9"/>
                      <a:pt x="412" y="30"/>
                    </a:cubicBezTo>
                    <a:cubicBezTo>
                      <a:pt x="361" y="30"/>
                      <a:pt x="335" y="56"/>
                      <a:pt x="309" y="56"/>
                    </a:cubicBezTo>
                    <a:cubicBezTo>
                      <a:pt x="284" y="56"/>
                      <a:pt x="232" y="82"/>
                      <a:pt x="206" y="108"/>
                    </a:cubicBezTo>
                    <a:cubicBezTo>
                      <a:pt x="129" y="442"/>
                      <a:pt x="103" y="777"/>
                      <a:pt x="78" y="1111"/>
                    </a:cubicBezTo>
                    <a:cubicBezTo>
                      <a:pt x="52" y="1446"/>
                      <a:pt x="26" y="1781"/>
                      <a:pt x="26" y="2115"/>
                    </a:cubicBezTo>
                    <a:cubicBezTo>
                      <a:pt x="0" y="2733"/>
                      <a:pt x="52" y="3376"/>
                      <a:pt x="258" y="3994"/>
                    </a:cubicBezTo>
                    <a:cubicBezTo>
                      <a:pt x="284" y="4071"/>
                      <a:pt x="361" y="4123"/>
                      <a:pt x="438" y="4123"/>
                    </a:cubicBezTo>
                    <a:cubicBezTo>
                      <a:pt x="1009" y="4184"/>
                      <a:pt x="1575" y="4210"/>
                      <a:pt x="2138" y="4210"/>
                    </a:cubicBezTo>
                    <a:cubicBezTo>
                      <a:pt x="2766" y="4210"/>
                      <a:pt x="3391" y="4177"/>
                      <a:pt x="4016" y="4123"/>
                    </a:cubicBezTo>
                    <a:cubicBezTo>
                      <a:pt x="4144" y="4097"/>
                      <a:pt x="4222" y="4020"/>
                      <a:pt x="4222" y="3917"/>
                    </a:cubicBezTo>
                    <a:cubicBezTo>
                      <a:pt x="4273" y="2733"/>
                      <a:pt x="4324" y="1575"/>
                      <a:pt x="4350" y="417"/>
                    </a:cubicBezTo>
                    <a:cubicBezTo>
                      <a:pt x="4350" y="288"/>
                      <a:pt x="4247" y="211"/>
                      <a:pt x="4144" y="185"/>
                    </a:cubicBezTo>
                    <a:lnTo>
                      <a:pt x="4144" y="211"/>
                    </a:lnTo>
                    <a:cubicBezTo>
                      <a:pt x="3501" y="159"/>
                      <a:pt x="2883" y="108"/>
                      <a:pt x="2265" y="82"/>
                    </a:cubicBezTo>
                    <a:cubicBezTo>
                      <a:pt x="1957" y="56"/>
                      <a:pt x="1648" y="56"/>
                      <a:pt x="1365" y="30"/>
                    </a:cubicBezTo>
                    <a:cubicBezTo>
                      <a:pt x="1171" y="16"/>
                      <a:pt x="987" y="1"/>
                      <a:pt x="806" y="1"/>
                    </a:cubicBezTo>
                    <a:close/>
                  </a:path>
                </a:pathLst>
              </a:custGeom>
              <a:solidFill>
                <a:srgbClr val="B5C7BA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2" name="Google Shape;1902;p56"/>
              <p:cNvSpPr/>
              <p:nvPr/>
            </p:nvSpPr>
            <p:spPr>
              <a:xfrm>
                <a:off x="2670456" y="1849088"/>
                <a:ext cx="116308" cy="115583"/>
              </a:xfrm>
              <a:custGeom>
                <a:rect b="b" l="l" r="r" t="t"/>
                <a:pathLst>
                  <a:path extrusionOk="0" h="4145" w="4171">
                    <a:moveTo>
                      <a:pt x="464" y="413"/>
                    </a:moveTo>
                    <a:lnTo>
                      <a:pt x="464" y="413"/>
                    </a:lnTo>
                    <a:cubicBezTo>
                      <a:pt x="1082" y="443"/>
                      <a:pt x="1691" y="455"/>
                      <a:pt x="2297" y="455"/>
                    </a:cubicBezTo>
                    <a:cubicBezTo>
                      <a:pt x="2725" y="455"/>
                      <a:pt x="3152" y="449"/>
                      <a:pt x="3578" y="439"/>
                    </a:cubicBezTo>
                    <a:cubicBezTo>
                      <a:pt x="3630" y="1520"/>
                      <a:pt x="3681" y="2601"/>
                      <a:pt x="3733" y="3707"/>
                    </a:cubicBezTo>
                    <a:lnTo>
                      <a:pt x="541" y="3707"/>
                    </a:lnTo>
                    <a:cubicBezTo>
                      <a:pt x="438" y="2626"/>
                      <a:pt x="464" y="1520"/>
                      <a:pt x="464" y="413"/>
                    </a:cubicBezTo>
                    <a:close/>
                    <a:moveTo>
                      <a:pt x="412" y="1"/>
                    </a:moveTo>
                    <a:cubicBezTo>
                      <a:pt x="335" y="1"/>
                      <a:pt x="284" y="27"/>
                      <a:pt x="232" y="78"/>
                    </a:cubicBezTo>
                    <a:cubicBezTo>
                      <a:pt x="232" y="78"/>
                      <a:pt x="206" y="104"/>
                      <a:pt x="206" y="130"/>
                    </a:cubicBezTo>
                    <a:cubicBezTo>
                      <a:pt x="0" y="1391"/>
                      <a:pt x="26" y="2678"/>
                      <a:pt x="155" y="3939"/>
                    </a:cubicBezTo>
                    <a:cubicBezTo>
                      <a:pt x="155" y="4042"/>
                      <a:pt x="232" y="4145"/>
                      <a:pt x="361" y="4145"/>
                    </a:cubicBezTo>
                    <a:lnTo>
                      <a:pt x="3964" y="4119"/>
                    </a:lnTo>
                    <a:cubicBezTo>
                      <a:pt x="4067" y="4119"/>
                      <a:pt x="4170" y="4016"/>
                      <a:pt x="4170" y="3913"/>
                    </a:cubicBezTo>
                    <a:cubicBezTo>
                      <a:pt x="4119" y="2678"/>
                      <a:pt x="4067" y="1442"/>
                      <a:pt x="4016" y="233"/>
                    </a:cubicBezTo>
                    <a:cubicBezTo>
                      <a:pt x="4016" y="104"/>
                      <a:pt x="3913" y="1"/>
                      <a:pt x="3784" y="1"/>
                    </a:cubicBezTo>
                    <a:cubicBezTo>
                      <a:pt x="3231" y="14"/>
                      <a:pt x="2671" y="20"/>
                      <a:pt x="2108" y="20"/>
                    </a:cubicBezTo>
                    <a:cubicBezTo>
                      <a:pt x="1545" y="20"/>
                      <a:pt x="978" y="14"/>
                      <a:pt x="412" y="1"/>
                    </a:cubicBezTo>
                    <a:close/>
                  </a:path>
                </a:pathLst>
              </a:custGeom>
              <a:solidFill>
                <a:srgbClr val="B5C7BA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3" name="Google Shape;1903;p56"/>
              <p:cNvSpPr/>
              <p:nvPr/>
            </p:nvSpPr>
            <p:spPr>
              <a:xfrm>
                <a:off x="2849891" y="1849004"/>
                <a:ext cx="119878" cy="112934"/>
              </a:xfrm>
              <a:custGeom>
                <a:rect b="b" l="l" r="r" t="t"/>
                <a:pathLst>
                  <a:path extrusionOk="0" h="4050" w="4299">
                    <a:moveTo>
                      <a:pt x="3784" y="442"/>
                    </a:moveTo>
                    <a:lnTo>
                      <a:pt x="3835" y="2295"/>
                    </a:lnTo>
                    <a:cubicBezTo>
                      <a:pt x="3861" y="2655"/>
                      <a:pt x="3861" y="2990"/>
                      <a:pt x="3861" y="3350"/>
                    </a:cubicBezTo>
                    <a:cubicBezTo>
                      <a:pt x="3861" y="3401"/>
                      <a:pt x="3861" y="3530"/>
                      <a:pt x="3887" y="3556"/>
                    </a:cubicBezTo>
                    <a:lnTo>
                      <a:pt x="3809" y="3556"/>
                    </a:lnTo>
                    <a:cubicBezTo>
                      <a:pt x="3655" y="3582"/>
                      <a:pt x="3475" y="3582"/>
                      <a:pt x="3295" y="3582"/>
                    </a:cubicBezTo>
                    <a:cubicBezTo>
                      <a:pt x="2600" y="3607"/>
                      <a:pt x="1905" y="3633"/>
                      <a:pt x="1210" y="3633"/>
                    </a:cubicBezTo>
                    <a:lnTo>
                      <a:pt x="746" y="3633"/>
                    </a:lnTo>
                    <a:cubicBezTo>
                      <a:pt x="695" y="3633"/>
                      <a:pt x="632" y="3645"/>
                      <a:pt x="573" y="3645"/>
                    </a:cubicBezTo>
                    <a:cubicBezTo>
                      <a:pt x="543" y="3645"/>
                      <a:pt x="515" y="3642"/>
                      <a:pt x="489" y="3633"/>
                    </a:cubicBezTo>
                    <a:lnTo>
                      <a:pt x="489" y="3633"/>
                    </a:lnTo>
                    <a:cubicBezTo>
                      <a:pt x="528" y="3646"/>
                      <a:pt x="508" y="3646"/>
                      <a:pt x="483" y="3646"/>
                    </a:cubicBezTo>
                    <a:cubicBezTo>
                      <a:pt x="457" y="3646"/>
                      <a:pt x="425" y="3646"/>
                      <a:pt x="438" y="3659"/>
                    </a:cubicBezTo>
                    <a:lnTo>
                      <a:pt x="438" y="3659"/>
                    </a:lnTo>
                    <a:cubicBezTo>
                      <a:pt x="412" y="3633"/>
                      <a:pt x="438" y="3556"/>
                      <a:pt x="438" y="3530"/>
                    </a:cubicBezTo>
                    <a:cubicBezTo>
                      <a:pt x="412" y="3196"/>
                      <a:pt x="412" y="2835"/>
                      <a:pt x="412" y="2501"/>
                    </a:cubicBezTo>
                    <a:cubicBezTo>
                      <a:pt x="412" y="1831"/>
                      <a:pt x="412" y="1188"/>
                      <a:pt x="412" y="519"/>
                    </a:cubicBezTo>
                    <a:cubicBezTo>
                      <a:pt x="1519" y="493"/>
                      <a:pt x="2651" y="467"/>
                      <a:pt x="3784" y="442"/>
                    </a:cubicBezTo>
                    <a:close/>
                    <a:moveTo>
                      <a:pt x="4023" y="1"/>
                    </a:moveTo>
                    <a:cubicBezTo>
                      <a:pt x="4012" y="1"/>
                      <a:pt x="4001" y="2"/>
                      <a:pt x="3990" y="4"/>
                    </a:cubicBezTo>
                    <a:cubicBezTo>
                      <a:pt x="2780" y="4"/>
                      <a:pt x="1544" y="30"/>
                      <a:pt x="335" y="55"/>
                    </a:cubicBezTo>
                    <a:lnTo>
                      <a:pt x="309" y="55"/>
                    </a:lnTo>
                    <a:cubicBezTo>
                      <a:pt x="296" y="49"/>
                      <a:pt x="282" y="46"/>
                      <a:pt x="267" y="46"/>
                    </a:cubicBezTo>
                    <a:cubicBezTo>
                      <a:pt x="224" y="46"/>
                      <a:pt x="180" y="75"/>
                      <a:pt x="180" y="133"/>
                    </a:cubicBezTo>
                    <a:cubicBezTo>
                      <a:pt x="103" y="210"/>
                      <a:pt x="103" y="313"/>
                      <a:pt x="129" y="416"/>
                    </a:cubicBezTo>
                    <a:cubicBezTo>
                      <a:pt x="52" y="1085"/>
                      <a:pt x="26" y="1780"/>
                      <a:pt x="26" y="2449"/>
                    </a:cubicBezTo>
                    <a:cubicBezTo>
                      <a:pt x="26" y="2835"/>
                      <a:pt x="0" y="3247"/>
                      <a:pt x="26" y="3607"/>
                    </a:cubicBezTo>
                    <a:cubicBezTo>
                      <a:pt x="26" y="3762"/>
                      <a:pt x="77" y="3916"/>
                      <a:pt x="206" y="3993"/>
                    </a:cubicBezTo>
                    <a:cubicBezTo>
                      <a:pt x="299" y="4040"/>
                      <a:pt x="401" y="4049"/>
                      <a:pt x="501" y="4049"/>
                    </a:cubicBezTo>
                    <a:cubicBezTo>
                      <a:pt x="567" y="4049"/>
                      <a:pt x="633" y="4045"/>
                      <a:pt x="695" y="4045"/>
                    </a:cubicBezTo>
                    <a:cubicBezTo>
                      <a:pt x="1493" y="4045"/>
                      <a:pt x="2265" y="4045"/>
                      <a:pt x="3063" y="4019"/>
                    </a:cubicBezTo>
                    <a:cubicBezTo>
                      <a:pt x="3243" y="4019"/>
                      <a:pt x="3423" y="4019"/>
                      <a:pt x="3603" y="3993"/>
                    </a:cubicBezTo>
                    <a:cubicBezTo>
                      <a:pt x="3694" y="3993"/>
                      <a:pt x="3797" y="4006"/>
                      <a:pt x="3896" y="4006"/>
                    </a:cubicBezTo>
                    <a:cubicBezTo>
                      <a:pt x="3996" y="4006"/>
                      <a:pt x="4093" y="3993"/>
                      <a:pt x="4170" y="3942"/>
                    </a:cubicBezTo>
                    <a:cubicBezTo>
                      <a:pt x="4298" y="3865"/>
                      <a:pt x="4298" y="3710"/>
                      <a:pt x="4298" y="3556"/>
                    </a:cubicBezTo>
                    <a:cubicBezTo>
                      <a:pt x="4298" y="3350"/>
                      <a:pt x="4298" y="3144"/>
                      <a:pt x="4298" y="2938"/>
                    </a:cubicBezTo>
                    <a:lnTo>
                      <a:pt x="4221" y="210"/>
                    </a:lnTo>
                    <a:cubicBezTo>
                      <a:pt x="4221" y="116"/>
                      <a:pt x="4136" y="1"/>
                      <a:pt x="4023" y="1"/>
                    </a:cubicBezTo>
                    <a:close/>
                  </a:path>
                </a:pathLst>
              </a:custGeom>
              <a:solidFill>
                <a:srgbClr val="B5C7BA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4" name="Google Shape;1904;p56"/>
              <p:cNvSpPr/>
              <p:nvPr/>
            </p:nvSpPr>
            <p:spPr>
              <a:xfrm>
                <a:off x="2302273" y="2011290"/>
                <a:ext cx="120603" cy="114858"/>
              </a:xfrm>
              <a:custGeom>
                <a:rect b="b" l="l" r="r" t="t"/>
                <a:pathLst>
                  <a:path extrusionOk="0" h="4119" w="4325">
                    <a:moveTo>
                      <a:pt x="3887" y="464"/>
                    </a:moveTo>
                    <a:lnTo>
                      <a:pt x="3887" y="541"/>
                    </a:lnTo>
                    <a:lnTo>
                      <a:pt x="3887" y="747"/>
                    </a:lnTo>
                    <a:cubicBezTo>
                      <a:pt x="3887" y="902"/>
                      <a:pt x="3887" y="1056"/>
                      <a:pt x="3887" y="1185"/>
                    </a:cubicBezTo>
                    <a:cubicBezTo>
                      <a:pt x="3887" y="1494"/>
                      <a:pt x="3861" y="1803"/>
                      <a:pt x="3861" y="2086"/>
                    </a:cubicBezTo>
                    <a:cubicBezTo>
                      <a:pt x="3861" y="2652"/>
                      <a:pt x="3861" y="3218"/>
                      <a:pt x="3836" y="3759"/>
                    </a:cubicBezTo>
                    <a:lnTo>
                      <a:pt x="2214" y="3733"/>
                    </a:lnTo>
                    <a:lnTo>
                      <a:pt x="490" y="3733"/>
                    </a:lnTo>
                    <a:cubicBezTo>
                      <a:pt x="515" y="3476"/>
                      <a:pt x="490" y="3218"/>
                      <a:pt x="490" y="2987"/>
                    </a:cubicBezTo>
                    <a:cubicBezTo>
                      <a:pt x="464" y="2678"/>
                      <a:pt x="464" y="2395"/>
                      <a:pt x="464" y="2086"/>
                    </a:cubicBezTo>
                    <a:cubicBezTo>
                      <a:pt x="438" y="1648"/>
                      <a:pt x="438" y="1211"/>
                      <a:pt x="412" y="773"/>
                    </a:cubicBezTo>
                    <a:cubicBezTo>
                      <a:pt x="412" y="696"/>
                      <a:pt x="438" y="619"/>
                      <a:pt x="438" y="541"/>
                    </a:cubicBezTo>
                    <a:cubicBezTo>
                      <a:pt x="644" y="541"/>
                      <a:pt x="876" y="541"/>
                      <a:pt x="1107" y="516"/>
                    </a:cubicBezTo>
                    <a:lnTo>
                      <a:pt x="2008" y="516"/>
                    </a:lnTo>
                    <a:cubicBezTo>
                      <a:pt x="2317" y="490"/>
                      <a:pt x="2626" y="490"/>
                      <a:pt x="2935" y="490"/>
                    </a:cubicBezTo>
                    <a:cubicBezTo>
                      <a:pt x="3089" y="490"/>
                      <a:pt x="3269" y="464"/>
                      <a:pt x="3424" y="464"/>
                    </a:cubicBezTo>
                    <a:lnTo>
                      <a:pt x="3630" y="464"/>
                    </a:lnTo>
                    <a:cubicBezTo>
                      <a:pt x="3664" y="464"/>
                      <a:pt x="3744" y="476"/>
                      <a:pt x="3801" y="476"/>
                    </a:cubicBezTo>
                    <a:cubicBezTo>
                      <a:pt x="3830" y="476"/>
                      <a:pt x="3853" y="473"/>
                      <a:pt x="3861" y="464"/>
                    </a:cubicBezTo>
                    <a:close/>
                    <a:moveTo>
                      <a:pt x="2214" y="1"/>
                    </a:moveTo>
                    <a:cubicBezTo>
                      <a:pt x="1596" y="1"/>
                      <a:pt x="979" y="27"/>
                      <a:pt x="387" y="52"/>
                    </a:cubicBezTo>
                    <a:cubicBezTo>
                      <a:pt x="309" y="78"/>
                      <a:pt x="258" y="78"/>
                      <a:pt x="206" y="78"/>
                    </a:cubicBezTo>
                    <a:cubicBezTo>
                      <a:pt x="103" y="78"/>
                      <a:pt x="1" y="155"/>
                      <a:pt x="1" y="258"/>
                    </a:cubicBezTo>
                    <a:cubicBezTo>
                      <a:pt x="26" y="876"/>
                      <a:pt x="26" y="1468"/>
                      <a:pt x="26" y="2086"/>
                    </a:cubicBezTo>
                    <a:lnTo>
                      <a:pt x="52" y="2987"/>
                    </a:lnTo>
                    <a:cubicBezTo>
                      <a:pt x="52" y="3270"/>
                      <a:pt x="26" y="3604"/>
                      <a:pt x="103" y="3887"/>
                    </a:cubicBezTo>
                    <a:cubicBezTo>
                      <a:pt x="129" y="3990"/>
                      <a:pt x="206" y="4016"/>
                      <a:pt x="309" y="4016"/>
                    </a:cubicBezTo>
                    <a:cubicBezTo>
                      <a:pt x="361" y="4016"/>
                      <a:pt x="412" y="4042"/>
                      <a:pt x="438" y="4042"/>
                    </a:cubicBezTo>
                    <a:lnTo>
                      <a:pt x="927" y="4042"/>
                    </a:lnTo>
                    <a:cubicBezTo>
                      <a:pt x="1262" y="4068"/>
                      <a:pt x="1622" y="4068"/>
                      <a:pt x="1957" y="4068"/>
                    </a:cubicBezTo>
                    <a:lnTo>
                      <a:pt x="3990" y="4119"/>
                    </a:lnTo>
                    <a:cubicBezTo>
                      <a:pt x="4093" y="4119"/>
                      <a:pt x="4170" y="4042"/>
                      <a:pt x="4170" y="3939"/>
                    </a:cubicBezTo>
                    <a:cubicBezTo>
                      <a:pt x="4170" y="3270"/>
                      <a:pt x="4196" y="2600"/>
                      <a:pt x="4222" y="1931"/>
                    </a:cubicBezTo>
                    <a:lnTo>
                      <a:pt x="4222" y="876"/>
                    </a:lnTo>
                    <a:cubicBezTo>
                      <a:pt x="4247" y="670"/>
                      <a:pt x="4325" y="284"/>
                      <a:pt x="4093" y="155"/>
                    </a:cubicBezTo>
                    <a:lnTo>
                      <a:pt x="4119" y="130"/>
                    </a:lnTo>
                    <a:cubicBezTo>
                      <a:pt x="4058" y="99"/>
                      <a:pt x="3980" y="87"/>
                      <a:pt x="3905" y="87"/>
                    </a:cubicBezTo>
                    <a:cubicBezTo>
                      <a:pt x="3852" y="87"/>
                      <a:pt x="3801" y="93"/>
                      <a:pt x="3758" y="104"/>
                    </a:cubicBezTo>
                    <a:lnTo>
                      <a:pt x="3630" y="104"/>
                    </a:lnTo>
                    <a:cubicBezTo>
                      <a:pt x="3475" y="78"/>
                      <a:pt x="3321" y="52"/>
                      <a:pt x="3166" y="52"/>
                    </a:cubicBezTo>
                    <a:cubicBezTo>
                      <a:pt x="2857" y="27"/>
                      <a:pt x="2523" y="1"/>
                      <a:pt x="2214" y="1"/>
                    </a:cubicBezTo>
                    <a:close/>
                  </a:path>
                </a:pathLst>
              </a:custGeom>
              <a:solidFill>
                <a:srgbClr val="B6C6B8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5" name="Google Shape;1905;p56"/>
              <p:cNvSpPr/>
              <p:nvPr/>
            </p:nvSpPr>
            <p:spPr>
              <a:xfrm>
                <a:off x="2483855" y="2006354"/>
                <a:ext cx="121328" cy="117480"/>
              </a:xfrm>
              <a:custGeom>
                <a:rect b="b" l="l" r="r" t="t"/>
                <a:pathLst>
                  <a:path extrusionOk="0" h="4213" w="4351">
                    <a:moveTo>
                      <a:pt x="412" y="409"/>
                    </a:moveTo>
                    <a:lnTo>
                      <a:pt x="412" y="409"/>
                    </a:lnTo>
                    <a:cubicBezTo>
                      <a:pt x="721" y="487"/>
                      <a:pt x="1056" y="461"/>
                      <a:pt x="1365" y="487"/>
                    </a:cubicBezTo>
                    <a:cubicBezTo>
                      <a:pt x="1673" y="487"/>
                      <a:pt x="1957" y="512"/>
                      <a:pt x="2265" y="512"/>
                    </a:cubicBezTo>
                    <a:cubicBezTo>
                      <a:pt x="2806" y="538"/>
                      <a:pt x="3372" y="590"/>
                      <a:pt x="3913" y="615"/>
                    </a:cubicBezTo>
                    <a:cubicBezTo>
                      <a:pt x="3887" y="1645"/>
                      <a:pt x="3835" y="2700"/>
                      <a:pt x="3835" y="3730"/>
                    </a:cubicBezTo>
                    <a:cubicBezTo>
                      <a:pt x="3265" y="3798"/>
                      <a:pt x="2687" y="3830"/>
                      <a:pt x="2113" y="3830"/>
                    </a:cubicBezTo>
                    <a:cubicBezTo>
                      <a:pt x="1600" y="3830"/>
                      <a:pt x="1091" y="3804"/>
                      <a:pt x="592" y="3755"/>
                    </a:cubicBezTo>
                    <a:cubicBezTo>
                      <a:pt x="412" y="3215"/>
                      <a:pt x="361" y="2623"/>
                      <a:pt x="386" y="2031"/>
                    </a:cubicBezTo>
                    <a:cubicBezTo>
                      <a:pt x="386" y="1491"/>
                      <a:pt x="438" y="950"/>
                      <a:pt x="412" y="409"/>
                    </a:cubicBezTo>
                    <a:close/>
                    <a:moveTo>
                      <a:pt x="722" y="1"/>
                    </a:moveTo>
                    <a:cubicBezTo>
                      <a:pt x="618" y="1"/>
                      <a:pt x="515" y="6"/>
                      <a:pt x="412" y="23"/>
                    </a:cubicBezTo>
                    <a:cubicBezTo>
                      <a:pt x="361" y="23"/>
                      <a:pt x="335" y="49"/>
                      <a:pt x="309" y="49"/>
                    </a:cubicBezTo>
                    <a:cubicBezTo>
                      <a:pt x="284" y="49"/>
                      <a:pt x="232" y="75"/>
                      <a:pt x="206" y="126"/>
                    </a:cubicBezTo>
                    <a:cubicBezTo>
                      <a:pt x="129" y="435"/>
                      <a:pt x="103" y="770"/>
                      <a:pt x="78" y="1104"/>
                    </a:cubicBezTo>
                    <a:cubicBezTo>
                      <a:pt x="52" y="1439"/>
                      <a:pt x="26" y="1774"/>
                      <a:pt x="26" y="2108"/>
                    </a:cubicBezTo>
                    <a:cubicBezTo>
                      <a:pt x="0" y="2752"/>
                      <a:pt x="52" y="3395"/>
                      <a:pt x="258" y="3987"/>
                    </a:cubicBezTo>
                    <a:cubicBezTo>
                      <a:pt x="284" y="4064"/>
                      <a:pt x="361" y="4116"/>
                      <a:pt x="438" y="4116"/>
                    </a:cubicBezTo>
                    <a:cubicBezTo>
                      <a:pt x="1043" y="4180"/>
                      <a:pt x="1641" y="4212"/>
                      <a:pt x="2236" y="4212"/>
                    </a:cubicBezTo>
                    <a:cubicBezTo>
                      <a:pt x="2832" y="4212"/>
                      <a:pt x="3424" y="4180"/>
                      <a:pt x="4016" y="4116"/>
                    </a:cubicBezTo>
                    <a:cubicBezTo>
                      <a:pt x="4144" y="4090"/>
                      <a:pt x="4222" y="4039"/>
                      <a:pt x="4222" y="3910"/>
                    </a:cubicBezTo>
                    <a:cubicBezTo>
                      <a:pt x="4273" y="2752"/>
                      <a:pt x="4324" y="1568"/>
                      <a:pt x="4350" y="409"/>
                    </a:cubicBezTo>
                    <a:cubicBezTo>
                      <a:pt x="4350" y="281"/>
                      <a:pt x="4247" y="204"/>
                      <a:pt x="4144" y="204"/>
                    </a:cubicBezTo>
                    <a:cubicBezTo>
                      <a:pt x="3501" y="152"/>
                      <a:pt x="2883" y="126"/>
                      <a:pt x="2265" y="75"/>
                    </a:cubicBezTo>
                    <a:cubicBezTo>
                      <a:pt x="1957" y="75"/>
                      <a:pt x="1648" y="49"/>
                      <a:pt x="1365" y="23"/>
                    </a:cubicBezTo>
                    <a:cubicBezTo>
                      <a:pt x="1141" y="23"/>
                      <a:pt x="930" y="1"/>
                      <a:pt x="722" y="1"/>
                    </a:cubicBezTo>
                    <a:close/>
                  </a:path>
                </a:pathLst>
              </a:custGeom>
              <a:solidFill>
                <a:srgbClr val="B6C6B8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6" name="Google Shape;1906;p56"/>
              <p:cNvSpPr/>
              <p:nvPr/>
            </p:nvSpPr>
            <p:spPr>
              <a:xfrm>
                <a:off x="2670456" y="2008418"/>
                <a:ext cx="116308" cy="115583"/>
              </a:xfrm>
              <a:custGeom>
                <a:rect b="b" l="l" r="r" t="t"/>
                <a:pathLst>
                  <a:path extrusionOk="0" h="4145" w="4171">
                    <a:moveTo>
                      <a:pt x="3578" y="438"/>
                    </a:moveTo>
                    <a:cubicBezTo>
                      <a:pt x="3630" y="1519"/>
                      <a:pt x="3681" y="2626"/>
                      <a:pt x="3733" y="3707"/>
                    </a:cubicBezTo>
                    <a:lnTo>
                      <a:pt x="541" y="3733"/>
                    </a:lnTo>
                    <a:cubicBezTo>
                      <a:pt x="438" y="2626"/>
                      <a:pt x="464" y="1545"/>
                      <a:pt x="464" y="438"/>
                    </a:cubicBezTo>
                    <a:lnTo>
                      <a:pt x="464" y="438"/>
                    </a:lnTo>
                    <a:cubicBezTo>
                      <a:pt x="991" y="451"/>
                      <a:pt x="1513" y="458"/>
                      <a:pt x="2031" y="458"/>
                    </a:cubicBezTo>
                    <a:cubicBezTo>
                      <a:pt x="2549" y="458"/>
                      <a:pt x="3063" y="451"/>
                      <a:pt x="3578" y="438"/>
                    </a:cubicBezTo>
                    <a:close/>
                    <a:moveTo>
                      <a:pt x="412" y="1"/>
                    </a:moveTo>
                    <a:cubicBezTo>
                      <a:pt x="335" y="1"/>
                      <a:pt x="284" y="27"/>
                      <a:pt x="232" y="78"/>
                    </a:cubicBezTo>
                    <a:cubicBezTo>
                      <a:pt x="232" y="104"/>
                      <a:pt x="206" y="130"/>
                      <a:pt x="206" y="155"/>
                    </a:cubicBezTo>
                    <a:cubicBezTo>
                      <a:pt x="0" y="1391"/>
                      <a:pt x="26" y="2678"/>
                      <a:pt x="155" y="3939"/>
                    </a:cubicBezTo>
                    <a:cubicBezTo>
                      <a:pt x="155" y="4042"/>
                      <a:pt x="232" y="4145"/>
                      <a:pt x="361" y="4145"/>
                    </a:cubicBezTo>
                    <a:lnTo>
                      <a:pt x="3964" y="4119"/>
                    </a:lnTo>
                    <a:cubicBezTo>
                      <a:pt x="4067" y="4119"/>
                      <a:pt x="4170" y="4016"/>
                      <a:pt x="4170" y="3913"/>
                    </a:cubicBezTo>
                    <a:lnTo>
                      <a:pt x="4016" y="233"/>
                    </a:lnTo>
                    <a:cubicBezTo>
                      <a:pt x="4016" y="104"/>
                      <a:pt x="3913" y="1"/>
                      <a:pt x="3784" y="1"/>
                    </a:cubicBezTo>
                    <a:cubicBezTo>
                      <a:pt x="3231" y="14"/>
                      <a:pt x="2671" y="20"/>
                      <a:pt x="2108" y="20"/>
                    </a:cubicBezTo>
                    <a:cubicBezTo>
                      <a:pt x="1545" y="20"/>
                      <a:pt x="978" y="14"/>
                      <a:pt x="412" y="1"/>
                    </a:cubicBezTo>
                    <a:close/>
                  </a:path>
                </a:pathLst>
              </a:custGeom>
              <a:solidFill>
                <a:srgbClr val="B6C6B8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7" name="Google Shape;1907;p56"/>
              <p:cNvSpPr/>
              <p:nvPr/>
            </p:nvSpPr>
            <p:spPr>
              <a:xfrm>
                <a:off x="2849891" y="2008418"/>
                <a:ext cx="119878" cy="112823"/>
              </a:xfrm>
              <a:custGeom>
                <a:rect b="b" l="l" r="r" t="t"/>
                <a:pathLst>
                  <a:path extrusionOk="0" h="4046" w="4299">
                    <a:moveTo>
                      <a:pt x="3784" y="438"/>
                    </a:moveTo>
                    <a:lnTo>
                      <a:pt x="3835" y="2292"/>
                    </a:lnTo>
                    <a:cubicBezTo>
                      <a:pt x="3861" y="2652"/>
                      <a:pt x="3861" y="2987"/>
                      <a:pt x="3861" y="3347"/>
                    </a:cubicBezTo>
                    <a:cubicBezTo>
                      <a:pt x="3861" y="3398"/>
                      <a:pt x="3861" y="3527"/>
                      <a:pt x="3887" y="3579"/>
                    </a:cubicBezTo>
                    <a:lnTo>
                      <a:pt x="3295" y="3579"/>
                    </a:lnTo>
                    <a:cubicBezTo>
                      <a:pt x="2600" y="3604"/>
                      <a:pt x="1905" y="3630"/>
                      <a:pt x="1210" y="3630"/>
                    </a:cubicBezTo>
                    <a:lnTo>
                      <a:pt x="746" y="3630"/>
                    </a:lnTo>
                    <a:cubicBezTo>
                      <a:pt x="695" y="3630"/>
                      <a:pt x="632" y="3641"/>
                      <a:pt x="573" y="3641"/>
                    </a:cubicBezTo>
                    <a:cubicBezTo>
                      <a:pt x="543" y="3641"/>
                      <a:pt x="515" y="3639"/>
                      <a:pt x="489" y="3630"/>
                    </a:cubicBezTo>
                    <a:lnTo>
                      <a:pt x="489" y="3630"/>
                    </a:lnTo>
                    <a:cubicBezTo>
                      <a:pt x="528" y="3643"/>
                      <a:pt x="508" y="3643"/>
                      <a:pt x="483" y="3643"/>
                    </a:cubicBezTo>
                    <a:cubicBezTo>
                      <a:pt x="457" y="3643"/>
                      <a:pt x="425" y="3643"/>
                      <a:pt x="438" y="3656"/>
                    </a:cubicBezTo>
                    <a:lnTo>
                      <a:pt x="438" y="3656"/>
                    </a:lnTo>
                    <a:cubicBezTo>
                      <a:pt x="412" y="3630"/>
                      <a:pt x="438" y="3553"/>
                      <a:pt x="438" y="3527"/>
                    </a:cubicBezTo>
                    <a:cubicBezTo>
                      <a:pt x="412" y="3192"/>
                      <a:pt x="412" y="2832"/>
                      <a:pt x="412" y="2498"/>
                    </a:cubicBezTo>
                    <a:cubicBezTo>
                      <a:pt x="412" y="1828"/>
                      <a:pt x="412" y="1185"/>
                      <a:pt x="412" y="516"/>
                    </a:cubicBezTo>
                    <a:cubicBezTo>
                      <a:pt x="1519" y="490"/>
                      <a:pt x="2651" y="464"/>
                      <a:pt x="3784" y="438"/>
                    </a:cubicBezTo>
                    <a:close/>
                    <a:moveTo>
                      <a:pt x="3990" y="1"/>
                    </a:moveTo>
                    <a:cubicBezTo>
                      <a:pt x="2780" y="1"/>
                      <a:pt x="1544" y="27"/>
                      <a:pt x="335" y="52"/>
                    </a:cubicBezTo>
                    <a:lnTo>
                      <a:pt x="309" y="52"/>
                    </a:lnTo>
                    <a:cubicBezTo>
                      <a:pt x="296" y="46"/>
                      <a:pt x="282" y="43"/>
                      <a:pt x="267" y="43"/>
                    </a:cubicBezTo>
                    <a:cubicBezTo>
                      <a:pt x="224" y="43"/>
                      <a:pt x="180" y="72"/>
                      <a:pt x="180" y="130"/>
                    </a:cubicBezTo>
                    <a:cubicBezTo>
                      <a:pt x="103" y="207"/>
                      <a:pt x="103" y="310"/>
                      <a:pt x="129" y="413"/>
                    </a:cubicBezTo>
                    <a:cubicBezTo>
                      <a:pt x="52" y="1082"/>
                      <a:pt x="26" y="1777"/>
                      <a:pt x="26" y="2472"/>
                    </a:cubicBezTo>
                    <a:cubicBezTo>
                      <a:pt x="26" y="2858"/>
                      <a:pt x="0" y="3244"/>
                      <a:pt x="26" y="3604"/>
                    </a:cubicBezTo>
                    <a:cubicBezTo>
                      <a:pt x="26" y="3759"/>
                      <a:pt x="77" y="3913"/>
                      <a:pt x="206" y="3990"/>
                    </a:cubicBezTo>
                    <a:cubicBezTo>
                      <a:pt x="299" y="4037"/>
                      <a:pt x="401" y="4046"/>
                      <a:pt x="501" y="4046"/>
                    </a:cubicBezTo>
                    <a:cubicBezTo>
                      <a:pt x="567" y="4046"/>
                      <a:pt x="633" y="4042"/>
                      <a:pt x="695" y="4042"/>
                    </a:cubicBezTo>
                    <a:cubicBezTo>
                      <a:pt x="1493" y="4042"/>
                      <a:pt x="2265" y="4042"/>
                      <a:pt x="3063" y="4016"/>
                    </a:cubicBezTo>
                    <a:lnTo>
                      <a:pt x="3603" y="4016"/>
                    </a:lnTo>
                    <a:cubicBezTo>
                      <a:pt x="3664" y="4008"/>
                      <a:pt x="3729" y="4008"/>
                      <a:pt x="3796" y="4008"/>
                    </a:cubicBezTo>
                    <a:cubicBezTo>
                      <a:pt x="3929" y="4008"/>
                      <a:pt x="4067" y="4008"/>
                      <a:pt x="4170" y="3939"/>
                    </a:cubicBezTo>
                    <a:cubicBezTo>
                      <a:pt x="4298" y="3862"/>
                      <a:pt x="4298" y="3707"/>
                      <a:pt x="4298" y="3553"/>
                    </a:cubicBezTo>
                    <a:cubicBezTo>
                      <a:pt x="4298" y="3347"/>
                      <a:pt x="4298" y="3141"/>
                      <a:pt x="4298" y="2935"/>
                    </a:cubicBezTo>
                    <a:lnTo>
                      <a:pt x="4221" y="207"/>
                    </a:lnTo>
                    <a:cubicBezTo>
                      <a:pt x="4221" y="104"/>
                      <a:pt x="4118" y="1"/>
                      <a:pt x="3990" y="1"/>
                    </a:cubicBezTo>
                    <a:close/>
                  </a:path>
                </a:pathLst>
              </a:custGeom>
              <a:solidFill>
                <a:srgbClr val="B6C6B8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8" name="Google Shape;1908;p56"/>
              <p:cNvSpPr/>
              <p:nvPr/>
            </p:nvSpPr>
            <p:spPr>
              <a:xfrm>
                <a:off x="2341032" y="1635355"/>
                <a:ext cx="91184" cy="135661"/>
              </a:xfrm>
              <a:custGeom>
                <a:rect b="b" l="l" r="r" t="t"/>
                <a:pathLst>
                  <a:path extrusionOk="0" h="4865" w="3270">
                    <a:moveTo>
                      <a:pt x="3104" y="0"/>
                    </a:moveTo>
                    <a:cubicBezTo>
                      <a:pt x="3054" y="0"/>
                      <a:pt x="3006" y="23"/>
                      <a:pt x="2986" y="73"/>
                    </a:cubicBezTo>
                    <a:cubicBezTo>
                      <a:pt x="2909" y="253"/>
                      <a:pt x="2857" y="433"/>
                      <a:pt x="2806" y="614"/>
                    </a:cubicBezTo>
                    <a:cubicBezTo>
                      <a:pt x="2754" y="794"/>
                      <a:pt x="2677" y="974"/>
                      <a:pt x="2600" y="1180"/>
                    </a:cubicBezTo>
                    <a:cubicBezTo>
                      <a:pt x="2446" y="1566"/>
                      <a:pt x="2265" y="1952"/>
                      <a:pt x="2059" y="2338"/>
                    </a:cubicBezTo>
                    <a:cubicBezTo>
                      <a:pt x="1725" y="3059"/>
                      <a:pt x="1365" y="3754"/>
                      <a:pt x="1004" y="4474"/>
                    </a:cubicBezTo>
                    <a:cubicBezTo>
                      <a:pt x="747" y="4243"/>
                      <a:pt x="464" y="4011"/>
                      <a:pt x="206" y="3779"/>
                    </a:cubicBezTo>
                    <a:cubicBezTo>
                      <a:pt x="181" y="3754"/>
                      <a:pt x="155" y="3754"/>
                      <a:pt x="129" y="3754"/>
                    </a:cubicBezTo>
                    <a:cubicBezTo>
                      <a:pt x="129" y="3754"/>
                      <a:pt x="129" y="3728"/>
                      <a:pt x="129" y="3728"/>
                    </a:cubicBezTo>
                    <a:cubicBezTo>
                      <a:pt x="99" y="3713"/>
                      <a:pt x="78" y="3698"/>
                      <a:pt x="61" y="3698"/>
                    </a:cubicBezTo>
                    <a:cubicBezTo>
                      <a:pt x="48" y="3698"/>
                      <a:pt x="37" y="3706"/>
                      <a:pt x="26" y="3728"/>
                    </a:cubicBezTo>
                    <a:cubicBezTo>
                      <a:pt x="0" y="3754"/>
                      <a:pt x="52" y="3805"/>
                      <a:pt x="52" y="3805"/>
                    </a:cubicBezTo>
                    <a:cubicBezTo>
                      <a:pt x="26" y="3857"/>
                      <a:pt x="26" y="3882"/>
                      <a:pt x="52" y="3934"/>
                    </a:cubicBezTo>
                    <a:cubicBezTo>
                      <a:pt x="309" y="4268"/>
                      <a:pt x="644" y="4526"/>
                      <a:pt x="953" y="4809"/>
                    </a:cubicBezTo>
                    <a:cubicBezTo>
                      <a:pt x="977" y="4845"/>
                      <a:pt x="1017" y="4864"/>
                      <a:pt x="1059" y="4864"/>
                    </a:cubicBezTo>
                    <a:cubicBezTo>
                      <a:pt x="1107" y="4864"/>
                      <a:pt x="1157" y="4838"/>
                      <a:pt x="1184" y="4783"/>
                    </a:cubicBezTo>
                    <a:cubicBezTo>
                      <a:pt x="1570" y="4011"/>
                      <a:pt x="1982" y="3239"/>
                      <a:pt x="2368" y="2441"/>
                    </a:cubicBezTo>
                    <a:cubicBezTo>
                      <a:pt x="2549" y="2055"/>
                      <a:pt x="2729" y="1669"/>
                      <a:pt x="2883" y="1283"/>
                    </a:cubicBezTo>
                    <a:cubicBezTo>
                      <a:pt x="3038" y="922"/>
                      <a:pt x="3218" y="536"/>
                      <a:pt x="3269" y="150"/>
                    </a:cubicBezTo>
                    <a:cubicBezTo>
                      <a:pt x="3269" y="56"/>
                      <a:pt x="3183" y="0"/>
                      <a:pt x="310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9" name="Google Shape;1909;p56"/>
              <p:cNvSpPr/>
              <p:nvPr/>
            </p:nvSpPr>
            <p:spPr>
              <a:xfrm>
                <a:off x="2519017" y="1635355"/>
                <a:ext cx="91184" cy="135661"/>
              </a:xfrm>
              <a:custGeom>
                <a:rect b="b" l="l" r="r" t="t"/>
                <a:pathLst>
                  <a:path extrusionOk="0" h="4865" w="3270">
                    <a:moveTo>
                      <a:pt x="3104" y="0"/>
                    </a:moveTo>
                    <a:cubicBezTo>
                      <a:pt x="3054" y="0"/>
                      <a:pt x="3006" y="23"/>
                      <a:pt x="2986" y="73"/>
                    </a:cubicBezTo>
                    <a:cubicBezTo>
                      <a:pt x="2909" y="253"/>
                      <a:pt x="2858" y="433"/>
                      <a:pt x="2806" y="614"/>
                    </a:cubicBezTo>
                    <a:cubicBezTo>
                      <a:pt x="2755" y="794"/>
                      <a:pt x="2677" y="974"/>
                      <a:pt x="2600" y="1180"/>
                    </a:cubicBezTo>
                    <a:cubicBezTo>
                      <a:pt x="2446" y="1566"/>
                      <a:pt x="2266" y="1952"/>
                      <a:pt x="2060" y="2338"/>
                    </a:cubicBezTo>
                    <a:cubicBezTo>
                      <a:pt x="1725" y="3059"/>
                      <a:pt x="1365" y="3754"/>
                      <a:pt x="1004" y="4474"/>
                    </a:cubicBezTo>
                    <a:cubicBezTo>
                      <a:pt x="747" y="4243"/>
                      <a:pt x="464" y="4011"/>
                      <a:pt x="206" y="3779"/>
                    </a:cubicBezTo>
                    <a:cubicBezTo>
                      <a:pt x="181" y="3754"/>
                      <a:pt x="155" y="3754"/>
                      <a:pt x="129" y="3754"/>
                    </a:cubicBezTo>
                    <a:cubicBezTo>
                      <a:pt x="129" y="3754"/>
                      <a:pt x="129" y="3728"/>
                      <a:pt x="129" y="3728"/>
                    </a:cubicBezTo>
                    <a:cubicBezTo>
                      <a:pt x="100" y="3713"/>
                      <a:pt x="78" y="3698"/>
                      <a:pt x="61" y="3698"/>
                    </a:cubicBezTo>
                    <a:cubicBezTo>
                      <a:pt x="48" y="3698"/>
                      <a:pt x="37" y="3706"/>
                      <a:pt x="26" y="3728"/>
                    </a:cubicBezTo>
                    <a:cubicBezTo>
                      <a:pt x="1" y="3754"/>
                      <a:pt x="52" y="3805"/>
                      <a:pt x="52" y="3805"/>
                    </a:cubicBezTo>
                    <a:cubicBezTo>
                      <a:pt x="26" y="3857"/>
                      <a:pt x="26" y="3882"/>
                      <a:pt x="52" y="3934"/>
                    </a:cubicBezTo>
                    <a:cubicBezTo>
                      <a:pt x="309" y="4268"/>
                      <a:pt x="644" y="4526"/>
                      <a:pt x="953" y="4809"/>
                    </a:cubicBezTo>
                    <a:cubicBezTo>
                      <a:pt x="977" y="4845"/>
                      <a:pt x="1017" y="4864"/>
                      <a:pt x="1059" y="4864"/>
                    </a:cubicBezTo>
                    <a:cubicBezTo>
                      <a:pt x="1107" y="4864"/>
                      <a:pt x="1157" y="4838"/>
                      <a:pt x="1185" y="4783"/>
                    </a:cubicBezTo>
                    <a:cubicBezTo>
                      <a:pt x="1571" y="4011"/>
                      <a:pt x="1982" y="3239"/>
                      <a:pt x="2369" y="2441"/>
                    </a:cubicBezTo>
                    <a:cubicBezTo>
                      <a:pt x="2549" y="2055"/>
                      <a:pt x="2729" y="1669"/>
                      <a:pt x="2883" y="1283"/>
                    </a:cubicBezTo>
                    <a:cubicBezTo>
                      <a:pt x="3038" y="922"/>
                      <a:pt x="3218" y="536"/>
                      <a:pt x="3269" y="150"/>
                    </a:cubicBezTo>
                    <a:cubicBezTo>
                      <a:pt x="3269" y="56"/>
                      <a:pt x="3183" y="0"/>
                      <a:pt x="310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0" name="Google Shape;1910;p56"/>
              <p:cNvSpPr/>
              <p:nvPr/>
            </p:nvSpPr>
            <p:spPr>
              <a:xfrm>
                <a:off x="2697002" y="1635355"/>
                <a:ext cx="91184" cy="135661"/>
              </a:xfrm>
              <a:custGeom>
                <a:rect b="b" l="l" r="r" t="t"/>
                <a:pathLst>
                  <a:path extrusionOk="0" h="4865" w="3270">
                    <a:moveTo>
                      <a:pt x="3104" y="0"/>
                    </a:moveTo>
                    <a:cubicBezTo>
                      <a:pt x="3054" y="0"/>
                      <a:pt x="3006" y="23"/>
                      <a:pt x="2986" y="73"/>
                    </a:cubicBezTo>
                    <a:cubicBezTo>
                      <a:pt x="2909" y="253"/>
                      <a:pt x="2858" y="433"/>
                      <a:pt x="2806" y="614"/>
                    </a:cubicBezTo>
                    <a:cubicBezTo>
                      <a:pt x="2755" y="794"/>
                      <a:pt x="2678" y="974"/>
                      <a:pt x="2600" y="1180"/>
                    </a:cubicBezTo>
                    <a:cubicBezTo>
                      <a:pt x="2446" y="1566"/>
                      <a:pt x="2266" y="1952"/>
                      <a:pt x="2060" y="2338"/>
                    </a:cubicBezTo>
                    <a:cubicBezTo>
                      <a:pt x="1725" y="3059"/>
                      <a:pt x="1365" y="3754"/>
                      <a:pt x="1005" y="4474"/>
                    </a:cubicBezTo>
                    <a:cubicBezTo>
                      <a:pt x="747" y="4243"/>
                      <a:pt x="464" y="4011"/>
                      <a:pt x="207" y="3779"/>
                    </a:cubicBezTo>
                    <a:cubicBezTo>
                      <a:pt x="181" y="3754"/>
                      <a:pt x="155" y="3754"/>
                      <a:pt x="129" y="3754"/>
                    </a:cubicBezTo>
                    <a:cubicBezTo>
                      <a:pt x="129" y="3754"/>
                      <a:pt x="129" y="3728"/>
                      <a:pt x="129" y="3728"/>
                    </a:cubicBezTo>
                    <a:cubicBezTo>
                      <a:pt x="100" y="3713"/>
                      <a:pt x="79" y="3698"/>
                      <a:pt x="61" y="3698"/>
                    </a:cubicBezTo>
                    <a:cubicBezTo>
                      <a:pt x="48" y="3698"/>
                      <a:pt x="37" y="3706"/>
                      <a:pt x="26" y="3728"/>
                    </a:cubicBezTo>
                    <a:cubicBezTo>
                      <a:pt x="1" y="3754"/>
                      <a:pt x="52" y="3805"/>
                      <a:pt x="52" y="3805"/>
                    </a:cubicBezTo>
                    <a:cubicBezTo>
                      <a:pt x="26" y="3857"/>
                      <a:pt x="26" y="3882"/>
                      <a:pt x="52" y="3934"/>
                    </a:cubicBezTo>
                    <a:cubicBezTo>
                      <a:pt x="310" y="4268"/>
                      <a:pt x="644" y="4526"/>
                      <a:pt x="953" y="4809"/>
                    </a:cubicBezTo>
                    <a:cubicBezTo>
                      <a:pt x="977" y="4845"/>
                      <a:pt x="1017" y="4864"/>
                      <a:pt x="1059" y="4864"/>
                    </a:cubicBezTo>
                    <a:cubicBezTo>
                      <a:pt x="1107" y="4864"/>
                      <a:pt x="1157" y="4838"/>
                      <a:pt x="1185" y="4783"/>
                    </a:cubicBezTo>
                    <a:cubicBezTo>
                      <a:pt x="1571" y="4011"/>
                      <a:pt x="1983" y="3239"/>
                      <a:pt x="2369" y="2441"/>
                    </a:cubicBezTo>
                    <a:cubicBezTo>
                      <a:pt x="2549" y="2055"/>
                      <a:pt x="2729" y="1669"/>
                      <a:pt x="2883" y="1283"/>
                    </a:cubicBezTo>
                    <a:cubicBezTo>
                      <a:pt x="3038" y="922"/>
                      <a:pt x="3218" y="536"/>
                      <a:pt x="3270" y="150"/>
                    </a:cubicBezTo>
                    <a:cubicBezTo>
                      <a:pt x="3270" y="56"/>
                      <a:pt x="3183" y="0"/>
                      <a:pt x="310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1" name="Google Shape;1911;p56"/>
              <p:cNvSpPr/>
              <p:nvPr/>
            </p:nvSpPr>
            <p:spPr>
              <a:xfrm>
                <a:off x="2511126" y="1788412"/>
                <a:ext cx="90905" cy="135633"/>
              </a:xfrm>
              <a:custGeom>
                <a:rect b="b" l="l" r="r" t="t"/>
                <a:pathLst>
                  <a:path extrusionOk="0" h="4864" w="3260">
                    <a:moveTo>
                      <a:pt x="3085" y="0"/>
                    </a:moveTo>
                    <a:cubicBezTo>
                      <a:pt x="3036" y="0"/>
                      <a:pt x="2988" y="20"/>
                      <a:pt x="2960" y="66"/>
                    </a:cubicBezTo>
                    <a:lnTo>
                      <a:pt x="2986" y="66"/>
                    </a:lnTo>
                    <a:cubicBezTo>
                      <a:pt x="2909" y="247"/>
                      <a:pt x="2857" y="427"/>
                      <a:pt x="2806" y="607"/>
                    </a:cubicBezTo>
                    <a:cubicBezTo>
                      <a:pt x="2729" y="787"/>
                      <a:pt x="2652" y="993"/>
                      <a:pt x="2600" y="1173"/>
                    </a:cubicBezTo>
                    <a:cubicBezTo>
                      <a:pt x="2420" y="1559"/>
                      <a:pt x="2240" y="1945"/>
                      <a:pt x="2060" y="2331"/>
                    </a:cubicBezTo>
                    <a:cubicBezTo>
                      <a:pt x="1725" y="3052"/>
                      <a:pt x="1339" y="3773"/>
                      <a:pt x="1004" y="4468"/>
                    </a:cubicBezTo>
                    <a:cubicBezTo>
                      <a:pt x="747" y="4236"/>
                      <a:pt x="464" y="4030"/>
                      <a:pt x="206" y="3773"/>
                    </a:cubicBezTo>
                    <a:cubicBezTo>
                      <a:pt x="181" y="3773"/>
                      <a:pt x="155" y="3747"/>
                      <a:pt x="129" y="3747"/>
                    </a:cubicBezTo>
                    <a:cubicBezTo>
                      <a:pt x="129" y="3747"/>
                      <a:pt x="129" y="3721"/>
                      <a:pt x="103" y="3721"/>
                    </a:cubicBezTo>
                    <a:cubicBezTo>
                      <a:pt x="86" y="3721"/>
                      <a:pt x="69" y="3710"/>
                      <a:pt x="52" y="3710"/>
                    </a:cubicBezTo>
                    <a:cubicBezTo>
                      <a:pt x="43" y="3710"/>
                      <a:pt x="35" y="3713"/>
                      <a:pt x="26" y="3721"/>
                    </a:cubicBezTo>
                    <a:cubicBezTo>
                      <a:pt x="0" y="3747"/>
                      <a:pt x="26" y="3798"/>
                      <a:pt x="26" y="3798"/>
                    </a:cubicBezTo>
                    <a:cubicBezTo>
                      <a:pt x="0" y="3850"/>
                      <a:pt x="26" y="3901"/>
                      <a:pt x="52" y="3927"/>
                    </a:cubicBezTo>
                    <a:cubicBezTo>
                      <a:pt x="309" y="4262"/>
                      <a:pt x="644" y="4519"/>
                      <a:pt x="927" y="4828"/>
                    </a:cubicBezTo>
                    <a:cubicBezTo>
                      <a:pt x="962" y="4851"/>
                      <a:pt x="1007" y="4864"/>
                      <a:pt x="1048" y="4864"/>
                    </a:cubicBezTo>
                    <a:cubicBezTo>
                      <a:pt x="1099" y="4864"/>
                      <a:pt x="1145" y="4845"/>
                      <a:pt x="1159" y="4802"/>
                    </a:cubicBezTo>
                    <a:cubicBezTo>
                      <a:pt x="1571" y="4004"/>
                      <a:pt x="1982" y="3232"/>
                      <a:pt x="2368" y="2460"/>
                    </a:cubicBezTo>
                    <a:cubicBezTo>
                      <a:pt x="2549" y="2074"/>
                      <a:pt x="2729" y="1662"/>
                      <a:pt x="2883" y="1276"/>
                    </a:cubicBezTo>
                    <a:cubicBezTo>
                      <a:pt x="3038" y="916"/>
                      <a:pt x="3218" y="530"/>
                      <a:pt x="3244" y="144"/>
                    </a:cubicBezTo>
                    <a:cubicBezTo>
                      <a:pt x="3260" y="61"/>
                      <a:pt x="3171" y="0"/>
                      <a:pt x="30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2" name="Google Shape;1912;p56"/>
              <p:cNvSpPr/>
              <p:nvPr/>
            </p:nvSpPr>
            <p:spPr>
              <a:xfrm>
                <a:off x="2692708" y="1942918"/>
                <a:ext cx="90905" cy="135437"/>
              </a:xfrm>
              <a:custGeom>
                <a:rect b="b" l="l" r="r" t="t"/>
                <a:pathLst>
                  <a:path extrusionOk="0" h="4857" w="3260">
                    <a:moveTo>
                      <a:pt x="3082" y="1"/>
                    </a:moveTo>
                    <a:cubicBezTo>
                      <a:pt x="3030" y="1"/>
                      <a:pt x="2980" y="26"/>
                      <a:pt x="2960" y="85"/>
                    </a:cubicBezTo>
                    <a:cubicBezTo>
                      <a:pt x="2909" y="239"/>
                      <a:pt x="2857" y="420"/>
                      <a:pt x="2806" y="600"/>
                    </a:cubicBezTo>
                    <a:cubicBezTo>
                      <a:pt x="2729" y="780"/>
                      <a:pt x="2651" y="986"/>
                      <a:pt x="2574" y="1166"/>
                    </a:cubicBezTo>
                    <a:cubicBezTo>
                      <a:pt x="2420" y="1552"/>
                      <a:pt x="2240" y="1964"/>
                      <a:pt x="2059" y="2350"/>
                    </a:cubicBezTo>
                    <a:cubicBezTo>
                      <a:pt x="1725" y="3045"/>
                      <a:pt x="1339" y="3766"/>
                      <a:pt x="1004" y="4486"/>
                    </a:cubicBezTo>
                    <a:cubicBezTo>
                      <a:pt x="721" y="4255"/>
                      <a:pt x="464" y="4023"/>
                      <a:pt x="206" y="3791"/>
                    </a:cubicBezTo>
                    <a:cubicBezTo>
                      <a:pt x="188" y="3773"/>
                      <a:pt x="170" y="3755"/>
                      <a:pt x="152" y="3755"/>
                    </a:cubicBezTo>
                    <a:cubicBezTo>
                      <a:pt x="144" y="3755"/>
                      <a:pt x="137" y="3758"/>
                      <a:pt x="129" y="3766"/>
                    </a:cubicBezTo>
                    <a:cubicBezTo>
                      <a:pt x="129" y="3740"/>
                      <a:pt x="129" y="3740"/>
                      <a:pt x="103" y="3714"/>
                    </a:cubicBezTo>
                    <a:cubicBezTo>
                      <a:pt x="86" y="3714"/>
                      <a:pt x="58" y="3703"/>
                      <a:pt x="33" y="3703"/>
                    </a:cubicBezTo>
                    <a:cubicBezTo>
                      <a:pt x="20" y="3703"/>
                      <a:pt x="9" y="3705"/>
                      <a:pt x="0" y="3714"/>
                    </a:cubicBezTo>
                    <a:cubicBezTo>
                      <a:pt x="0" y="3740"/>
                      <a:pt x="26" y="3791"/>
                      <a:pt x="26" y="3791"/>
                    </a:cubicBezTo>
                    <a:cubicBezTo>
                      <a:pt x="0" y="3843"/>
                      <a:pt x="26" y="3894"/>
                      <a:pt x="52" y="3920"/>
                    </a:cubicBezTo>
                    <a:cubicBezTo>
                      <a:pt x="309" y="4255"/>
                      <a:pt x="618" y="4538"/>
                      <a:pt x="927" y="4821"/>
                    </a:cubicBezTo>
                    <a:cubicBezTo>
                      <a:pt x="962" y="4844"/>
                      <a:pt x="1002" y="4857"/>
                      <a:pt x="1040" y="4857"/>
                    </a:cubicBezTo>
                    <a:cubicBezTo>
                      <a:pt x="1086" y="4857"/>
                      <a:pt x="1130" y="4838"/>
                      <a:pt x="1159" y="4795"/>
                    </a:cubicBezTo>
                    <a:cubicBezTo>
                      <a:pt x="1570" y="4023"/>
                      <a:pt x="1982" y="3225"/>
                      <a:pt x="2368" y="2453"/>
                    </a:cubicBezTo>
                    <a:cubicBezTo>
                      <a:pt x="2548" y="2067"/>
                      <a:pt x="2729" y="1681"/>
                      <a:pt x="2883" y="1269"/>
                    </a:cubicBezTo>
                    <a:cubicBezTo>
                      <a:pt x="3012" y="909"/>
                      <a:pt x="3192" y="522"/>
                      <a:pt x="3243" y="162"/>
                    </a:cubicBezTo>
                    <a:cubicBezTo>
                      <a:pt x="3259" y="67"/>
                      <a:pt x="3167" y="1"/>
                      <a:pt x="308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3" name="Google Shape;1913;p56"/>
              <p:cNvSpPr/>
              <p:nvPr/>
            </p:nvSpPr>
            <p:spPr>
              <a:xfrm>
                <a:off x="2874987" y="1635355"/>
                <a:ext cx="91184" cy="135661"/>
              </a:xfrm>
              <a:custGeom>
                <a:rect b="b" l="l" r="r" t="t"/>
                <a:pathLst>
                  <a:path extrusionOk="0" h="4865" w="3270">
                    <a:moveTo>
                      <a:pt x="3104" y="0"/>
                    </a:moveTo>
                    <a:cubicBezTo>
                      <a:pt x="3054" y="0"/>
                      <a:pt x="3007" y="23"/>
                      <a:pt x="2987" y="73"/>
                    </a:cubicBezTo>
                    <a:cubicBezTo>
                      <a:pt x="2909" y="253"/>
                      <a:pt x="2858" y="433"/>
                      <a:pt x="2806" y="614"/>
                    </a:cubicBezTo>
                    <a:cubicBezTo>
                      <a:pt x="2729" y="794"/>
                      <a:pt x="2678" y="974"/>
                      <a:pt x="2601" y="1180"/>
                    </a:cubicBezTo>
                    <a:cubicBezTo>
                      <a:pt x="2420" y="1566"/>
                      <a:pt x="2266" y="1952"/>
                      <a:pt x="2060" y="2338"/>
                    </a:cubicBezTo>
                    <a:cubicBezTo>
                      <a:pt x="1725" y="3059"/>
                      <a:pt x="1365" y="3754"/>
                      <a:pt x="1005" y="4474"/>
                    </a:cubicBezTo>
                    <a:cubicBezTo>
                      <a:pt x="747" y="4243"/>
                      <a:pt x="464" y="4011"/>
                      <a:pt x="207" y="3779"/>
                    </a:cubicBezTo>
                    <a:cubicBezTo>
                      <a:pt x="181" y="3754"/>
                      <a:pt x="155" y="3754"/>
                      <a:pt x="130" y="3754"/>
                    </a:cubicBezTo>
                    <a:cubicBezTo>
                      <a:pt x="130" y="3754"/>
                      <a:pt x="130" y="3728"/>
                      <a:pt x="104" y="3728"/>
                    </a:cubicBezTo>
                    <a:cubicBezTo>
                      <a:pt x="89" y="3713"/>
                      <a:pt x="74" y="3698"/>
                      <a:pt x="59" y="3698"/>
                    </a:cubicBezTo>
                    <a:cubicBezTo>
                      <a:pt x="48" y="3698"/>
                      <a:pt x="38" y="3706"/>
                      <a:pt x="27" y="3728"/>
                    </a:cubicBezTo>
                    <a:cubicBezTo>
                      <a:pt x="1" y="3754"/>
                      <a:pt x="52" y="3805"/>
                      <a:pt x="27" y="3805"/>
                    </a:cubicBezTo>
                    <a:cubicBezTo>
                      <a:pt x="1" y="3857"/>
                      <a:pt x="27" y="3882"/>
                      <a:pt x="52" y="3934"/>
                    </a:cubicBezTo>
                    <a:cubicBezTo>
                      <a:pt x="310" y="4268"/>
                      <a:pt x="644" y="4526"/>
                      <a:pt x="928" y="4809"/>
                    </a:cubicBezTo>
                    <a:cubicBezTo>
                      <a:pt x="963" y="4845"/>
                      <a:pt x="1010" y="4864"/>
                      <a:pt x="1055" y="4864"/>
                    </a:cubicBezTo>
                    <a:cubicBezTo>
                      <a:pt x="1108" y="4864"/>
                      <a:pt x="1157" y="4838"/>
                      <a:pt x="1185" y="4783"/>
                    </a:cubicBezTo>
                    <a:cubicBezTo>
                      <a:pt x="1571" y="4011"/>
                      <a:pt x="1983" y="3239"/>
                      <a:pt x="2369" y="2441"/>
                    </a:cubicBezTo>
                    <a:cubicBezTo>
                      <a:pt x="2549" y="2055"/>
                      <a:pt x="2729" y="1669"/>
                      <a:pt x="2884" y="1283"/>
                    </a:cubicBezTo>
                    <a:cubicBezTo>
                      <a:pt x="3038" y="922"/>
                      <a:pt x="3218" y="536"/>
                      <a:pt x="3270" y="150"/>
                    </a:cubicBezTo>
                    <a:cubicBezTo>
                      <a:pt x="3270" y="56"/>
                      <a:pt x="3183" y="0"/>
                      <a:pt x="310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4" name="Google Shape;1914;p56"/>
              <p:cNvSpPr/>
              <p:nvPr/>
            </p:nvSpPr>
            <p:spPr>
              <a:xfrm>
                <a:off x="1685056" y="2342136"/>
                <a:ext cx="474435" cy="421816"/>
              </a:xfrm>
              <a:custGeom>
                <a:rect b="b" l="l" r="r" t="t"/>
                <a:pathLst>
                  <a:path extrusionOk="0" h="15127" w="17014">
                    <a:moveTo>
                      <a:pt x="12958" y="0"/>
                    </a:moveTo>
                    <a:cubicBezTo>
                      <a:pt x="12928" y="0"/>
                      <a:pt x="12899" y="1"/>
                      <a:pt x="12870" y="1"/>
                    </a:cubicBezTo>
                    <a:cubicBezTo>
                      <a:pt x="11454" y="27"/>
                      <a:pt x="10116" y="619"/>
                      <a:pt x="8906" y="1314"/>
                    </a:cubicBezTo>
                    <a:cubicBezTo>
                      <a:pt x="7902" y="1880"/>
                      <a:pt x="6924" y="2524"/>
                      <a:pt x="6049" y="3270"/>
                    </a:cubicBezTo>
                    <a:cubicBezTo>
                      <a:pt x="5174" y="4042"/>
                      <a:pt x="4376" y="4917"/>
                      <a:pt x="3604" y="5792"/>
                    </a:cubicBezTo>
                    <a:cubicBezTo>
                      <a:pt x="2960" y="6565"/>
                      <a:pt x="2317" y="7362"/>
                      <a:pt x="1776" y="8212"/>
                    </a:cubicBezTo>
                    <a:lnTo>
                      <a:pt x="1751" y="8212"/>
                    </a:lnTo>
                    <a:cubicBezTo>
                      <a:pt x="1545" y="8546"/>
                      <a:pt x="1364" y="8855"/>
                      <a:pt x="1184" y="9216"/>
                    </a:cubicBezTo>
                    <a:cubicBezTo>
                      <a:pt x="747" y="10065"/>
                      <a:pt x="412" y="10992"/>
                      <a:pt x="283" y="11944"/>
                    </a:cubicBezTo>
                    <a:cubicBezTo>
                      <a:pt x="155" y="12768"/>
                      <a:pt x="0" y="13746"/>
                      <a:pt x="567" y="14441"/>
                    </a:cubicBezTo>
                    <a:cubicBezTo>
                      <a:pt x="1018" y="14972"/>
                      <a:pt x="1655" y="15126"/>
                      <a:pt x="2322" y="15126"/>
                    </a:cubicBezTo>
                    <a:cubicBezTo>
                      <a:pt x="2946" y="15126"/>
                      <a:pt x="3596" y="14991"/>
                      <a:pt x="4144" y="14904"/>
                    </a:cubicBezTo>
                    <a:cubicBezTo>
                      <a:pt x="5302" y="14698"/>
                      <a:pt x="6332" y="14080"/>
                      <a:pt x="7336" y="13488"/>
                    </a:cubicBezTo>
                    <a:cubicBezTo>
                      <a:pt x="9369" y="12253"/>
                      <a:pt x="11403" y="10966"/>
                      <a:pt x="13256" y="9447"/>
                    </a:cubicBezTo>
                    <a:cubicBezTo>
                      <a:pt x="14440" y="8469"/>
                      <a:pt x="15546" y="7362"/>
                      <a:pt x="16216" y="5973"/>
                    </a:cubicBezTo>
                    <a:cubicBezTo>
                      <a:pt x="16833" y="4711"/>
                      <a:pt x="17014" y="2935"/>
                      <a:pt x="16344" y="1674"/>
                    </a:cubicBezTo>
                    <a:cubicBezTo>
                      <a:pt x="15716" y="518"/>
                      <a:pt x="14180" y="0"/>
                      <a:pt x="129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15" name="Google Shape;1915;p56"/>
            <p:cNvGrpSpPr/>
            <p:nvPr/>
          </p:nvGrpSpPr>
          <p:grpSpPr>
            <a:xfrm>
              <a:off x="1654188" y="2024451"/>
              <a:ext cx="1088079" cy="2605753"/>
              <a:chOff x="1654188" y="2024451"/>
              <a:chExt cx="1088079" cy="2605753"/>
            </a:xfrm>
          </p:grpSpPr>
          <p:sp>
            <p:nvSpPr>
              <p:cNvPr id="1916" name="Google Shape;1916;p56"/>
              <p:cNvSpPr/>
              <p:nvPr/>
            </p:nvSpPr>
            <p:spPr>
              <a:xfrm>
                <a:off x="1927621" y="2224464"/>
                <a:ext cx="155793" cy="155766"/>
              </a:xfrm>
              <a:custGeom>
                <a:rect b="b" l="l" r="r" t="t"/>
                <a:pathLst>
                  <a:path extrusionOk="0" h="5586" w="5587">
                    <a:moveTo>
                      <a:pt x="1" y="0"/>
                    </a:moveTo>
                    <a:lnTo>
                      <a:pt x="1" y="5585"/>
                    </a:lnTo>
                    <a:lnTo>
                      <a:pt x="5586" y="5585"/>
                    </a:lnTo>
                    <a:lnTo>
                      <a:pt x="5586" y="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7" name="Google Shape;1917;p56"/>
              <p:cNvSpPr/>
              <p:nvPr/>
            </p:nvSpPr>
            <p:spPr>
              <a:xfrm>
                <a:off x="2388407" y="4108068"/>
                <a:ext cx="160785" cy="445351"/>
              </a:xfrm>
              <a:custGeom>
                <a:rect b="b" l="l" r="r" t="t"/>
                <a:pathLst>
                  <a:path extrusionOk="0" h="15971" w="5766">
                    <a:moveTo>
                      <a:pt x="2200" y="0"/>
                    </a:moveTo>
                    <a:cubicBezTo>
                      <a:pt x="1449" y="0"/>
                      <a:pt x="665" y="402"/>
                      <a:pt x="309" y="1094"/>
                    </a:cubicBezTo>
                    <a:cubicBezTo>
                      <a:pt x="0" y="1660"/>
                      <a:pt x="26" y="2355"/>
                      <a:pt x="52" y="2998"/>
                    </a:cubicBezTo>
                    <a:cubicBezTo>
                      <a:pt x="258" y="6911"/>
                      <a:pt x="875" y="11698"/>
                      <a:pt x="1853" y="15481"/>
                    </a:cubicBezTo>
                    <a:cubicBezTo>
                      <a:pt x="1879" y="15584"/>
                      <a:pt x="1905" y="15687"/>
                      <a:pt x="1982" y="15765"/>
                    </a:cubicBezTo>
                    <a:cubicBezTo>
                      <a:pt x="2059" y="15868"/>
                      <a:pt x="2188" y="15893"/>
                      <a:pt x="2317" y="15919"/>
                    </a:cubicBezTo>
                    <a:cubicBezTo>
                      <a:pt x="2465" y="15955"/>
                      <a:pt x="2619" y="15971"/>
                      <a:pt x="2776" y="15971"/>
                    </a:cubicBezTo>
                    <a:cubicBezTo>
                      <a:pt x="3637" y="15971"/>
                      <a:pt x="4609" y="15513"/>
                      <a:pt x="5470" y="15513"/>
                    </a:cubicBezTo>
                    <a:cubicBezTo>
                      <a:pt x="5570" y="15513"/>
                      <a:pt x="5669" y="15519"/>
                      <a:pt x="5766" y="15533"/>
                    </a:cubicBezTo>
                    <a:cubicBezTo>
                      <a:pt x="5482" y="11904"/>
                      <a:pt x="5688" y="8197"/>
                      <a:pt x="5354" y="4594"/>
                    </a:cubicBezTo>
                    <a:cubicBezTo>
                      <a:pt x="5277" y="3642"/>
                      <a:pt x="5122" y="2689"/>
                      <a:pt x="4710" y="1840"/>
                    </a:cubicBezTo>
                    <a:cubicBezTo>
                      <a:pt x="4298" y="991"/>
                      <a:pt x="3604" y="270"/>
                      <a:pt x="2703" y="64"/>
                    </a:cubicBezTo>
                    <a:cubicBezTo>
                      <a:pt x="2540" y="21"/>
                      <a:pt x="2371" y="0"/>
                      <a:pt x="2200" y="0"/>
                    </a:cubicBezTo>
                    <a:close/>
                  </a:path>
                </a:pathLst>
              </a:custGeom>
              <a:solidFill>
                <a:srgbClr val="F2A88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8" name="Google Shape;1918;p56"/>
              <p:cNvSpPr/>
              <p:nvPr/>
            </p:nvSpPr>
            <p:spPr>
              <a:xfrm>
                <a:off x="2422119" y="4504972"/>
                <a:ext cx="320148" cy="116504"/>
              </a:xfrm>
              <a:custGeom>
                <a:rect b="b" l="l" r="r" t="t"/>
                <a:pathLst>
                  <a:path extrusionOk="0" h="4178" w="11481">
                    <a:moveTo>
                      <a:pt x="4376" y="1"/>
                    </a:moveTo>
                    <a:cubicBezTo>
                      <a:pt x="4273" y="1"/>
                      <a:pt x="4171" y="12"/>
                      <a:pt x="4068" y="12"/>
                    </a:cubicBezTo>
                    <a:cubicBezTo>
                      <a:pt x="3233" y="131"/>
                      <a:pt x="2433" y="250"/>
                      <a:pt x="1622" y="250"/>
                    </a:cubicBezTo>
                    <a:cubicBezTo>
                      <a:pt x="1206" y="250"/>
                      <a:pt x="788" y="219"/>
                      <a:pt x="361" y="141"/>
                    </a:cubicBezTo>
                    <a:cubicBezTo>
                      <a:pt x="335" y="784"/>
                      <a:pt x="310" y="1479"/>
                      <a:pt x="155" y="2123"/>
                    </a:cubicBezTo>
                    <a:cubicBezTo>
                      <a:pt x="52" y="2586"/>
                      <a:pt x="1" y="3307"/>
                      <a:pt x="310" y="3667"/>
                    </a:cubicBezTo>
                    <a:cubicBezTo>
                      <a:pt x="510" y="3892"/>
                      <a:pt x="825" y="3947"/>
                      <a:pt x="1162" y="3947"/>
                    </a:cubicBezTo>
                    <a:cubicBezTo>
                      <a:pt x="1483" y="3947"/>
                      <a:pt x="1824" y="3897"/>
                      <a:pt x="2102" y="3897"/>
                    </a:cubicBezTo>
                    <a:cubicBezTo>
                      <a:pt x="2131" y="3897"/>
                      <a:pt x="2160" y="3897"/>
                      <a:pt x="2189" y="3899"/>
                    </a:cubicBezTo>
                    <a:cubicBezTo>
                      <a:pt x="3141" y="3950"/>
                      <a:pt x="4119" y="3924"/>
                      <a:pt x="5071" y="3950"/>
                    </a:cubicBezTo>
                    <a:cubicBezTo>
                      <a:pt x="6204" y="3950"/>
                      <a:pt x="7336" y="4079"/>
                      <a:pt x="8469" y="4079"/>
                    </a:cubicBezTo>
                    <a:cubicBezTo>
                      <a:pt x="8778" y="4079"/>
                      <a:pt x="9405" y="4177"/>
                      <a:pt x="10005" y="4177"/>
                    </a:cubicBezTo>
                    <a:cubicBezTo>
                      <a:pt x="10706" y="4177"/>
                      <a:pt x="11371" y="4043"/>
                      <a:pt x="11455" y="3461"/>
                    </a:cubicBezTo>
                    <a:cubicBezTo>
                      <a:pt x="11480" y="3255"/>
                      <a:pt x="11377" y="3049"/>
                      <a:pt x="11274" y="2843"/>
                    </a:cubicBezTo>
                    <a:cubicBezTo>
                      <a:pt x="10682" y="1891"/>
                      <a:pt x="9524" y="1376"/>
                      <a:pt x="8417" y="1119"/>
                    </a:cubicBezTo>
                    <a:cubicBezTo>
                      <a:pt x="7311" y="836"/>
                      <a:pt x="6152" y="707"/>
                      <a:pt x="5123" y="218"/>
                    </a:cubicBezTo>
                    <a:cubicBezTo>
                      <a:pt x="4943" y="141"/>
                      <a:pt x="4737" y="38"/>
                      <a:pt x="4531" y="12"/>
                    </a:cubicBezTo>
                    <a:cubicBezTo>
                      <a:pt x="4479" y="3"/>
                      <a:pt x="4428" y="1"/>
                      <a:pt x="437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9" name="Google Shape;1919;p56"/>
              <p:cNvSpPr/>
              <p:nvPr/>
            </p:nvSpPr>
            <p:spPr>
              <a:xfrm>
                <a:off x="1913316" y="4131714"/>
                <a:ext cx="149993" cy="432468"/>
              </a:xfrm>
              <a:custGeom>
                <a:rect b="b" l="l" r="r" t="t"/>
                <a:pathLst>
                  <a:path extrusionOk="0" h="15509" w="5379">
                    <a:moveTo>
                      <a:pt x="2012" y="0"/>
                    </a:moveTo>
                    <a:cubicBezTo>
                      <a:pt x="1942" y="0"/>
                      <a:pt x="1871" y="5"/>
                      <a:pt x="1801" y="14"/>
                    </a:cubicBezTo>
                    <a:cubicBezTo>
                      <a:pt x="1595" y="40"/>
                      <a:pt x="1363" y="117"/>
                      <a:pt x="1209" y="271"/>
                    </a:cubicBezTo>
                    <a:cubicBezTo>
                      <a:pt x="1029" y="400"/>
                      <a:pt x="926" y="606"/>
                      <a:pt x="849" y="812"/>
                    </a:cubicBezTo>
                    <a:cubicBezTo>
                      <a:pt x="668" y="1275"/>
                      <a:pt x="565" y="1790"/>
                      <a:pt x="488" y="2279"/>
                    </a:cubicBezTo>
                    <a:cubicBezTo>
                      <a:pt x="334" y="3332"/>
                      <a:pt x="1" y="15509"/>
                      <a:pt x="306" y="15509"/>
                    </a:cubicBezTo>
                    <a:cubicBezTo>
                      <a:pt x="307" y="15509"/>
                      <a:pt x="307" y="15509"/>
                      <a:pt x="308" y="15509"/>
                    </a:cubicBezTo>
                    <a:cubicBezTo>
                      <a:pt x="1363" y="15380"/>
                      <a:pt x="2419" y="15225"/>
                      <a:pt x="3474" y="14968"/>
                    </a:cubicBezTo>
                    <a:cubicBezTo>
                      <a:pt x="3577" y="14942"/>
                      <a:pt x="3706" y="14917"/>
                      <a:pt x="3783" y="14839"/>
                    </a:cubicBezTo>
                    <a:cubicBezTo>
                      <a:pt x="3860" y="14762"/>
                      <a:pt x="3886" y="14659"/>
                      <a:pt x="3886" y="14556"/>
                    </a:cubicBezTo>
                    <a:lnTo>
                      <a:pt x="3886" y="14530"/>
                    </a:lnTo>
                    <a:cubicBezTo>
                      <a:pt x="4220" y="12446"/>
                      <a:pt x="4375" y="10387"/>
                      <a:pt x="4890" y="8353"/>
                    </a:cubicBezTo>
                    <a:cubicBezTo>
                      <a:pt x="5379" y="6268"/>
                      <a:pt x="5224" y="4003"/>
                      <a:pt x="4400" y="2099"/>
                    </a:cubicBezTo>
                    <a:cubicBezTo>
                      <a:pt x="4143" y="1533"/>
                      <a:pt x="3860" y="992"/>
                      <a:pt x="3422" y="606"/>
                    </a:cubicBezTo>
                    <a:cubicBezTo>
                      <a:pt x="3037" y="243"/>
                      <a:pt x="2532" y="0"/>
                      <a:pt x="2012" y="0"/>
                    </a:cubicBezTo>
                    <a:close/>
                  </a:path>
                </a:pathLst>
              </a:custGeom>
              <a:solidFill>
                <a:srgbClr val="F2A88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0" name="Google Shape;1920;p56"/>
              <p:cNvSpPr/>
              <p:nvPr/>
            </p:nvSpPr>
            <p:spPr>
              <a:xfrm>
                <a:off x="1863041" y="2839645"/>
                <a:ext cx="770128" cy="1581665"/>
              </a:xfrm>
              <a:custGeom>
                <a:rect b="b" l="l" r="r" t="t"/>
                <a:pathLst>
                  <a:path extrusionOk="0" h="56721" w="27618">
                    <a:moveTo>
                      <a:pt x="11179" y="0"/>
                    </a:moveTo>
                    <a:cubicBezTo>
                      <a:pt x="7211" y="0"/>
                      <a:pt x="4094" y="4330"/>
                      <a:pt x="2729" y="8387"/>
                    </a:cubicBezTo>
                    <a:cubicBezTo>
                      <a:pt x="1596" y="11810"/>
                      <a:pt x="1287" y="15439"/>
                      <a:pt x="1056" y="19042"/>
                    </a:cubicBezTo>
                    <a:cubicBezTo>
                      <a:pt x="876" y="21668"/>
                      <a:pt x="721" y="24267"/>
                      <a:pt x="592" y="26893"/>
                    </a:cubicBezTo>
                    <a:cubicBezTo>
                      <a:pt x="155" y="35875"/>
                      <a:pt x="0" y="44884"/>
                      <a:pt x="129" y="53867"/>
                    </a:cubicBezTo>
                    <a:cubicBezTo>
                      <a:pt x="155" y="55617"/>
                      <a:pt x="1725" y="56235"/>
                      <a:pt x="3244" y="56415"/>
                    </a:cubicBezTo>
                    <a:cubicBezTo>
                      <a:pt x="3730" y="56467"/>
                      <a:pt x="4867" y="56627"/>
                      <a:pt x="5957" y="56627"/>
                    </a:cubicBezTo>
                    <a:cubicBezTo>
                      <a:pt x="7000" y="56627"/>
                      <a:pt x="8000" y="56480"/>
                      <a:pt x="8340" y="55951"/>
                    </a:cubicBezTo>
                    <a:cubicBezTo>
                      <a:pt x="10116" y="53300"/>
                      <a:pt x="9678" y="49079"/>
                      <a:pt x="9910" y="45888"/>
                    </a:cubicBezTo>
                    <a:cubicBezTo>
                      <a:pt x="10631" y="35721"/>
                      <a:pt x="10553" y="26146"/>
                      <a:pt x="11274" y="15954"/>
                    </a:cubicBezTo>
                    <a:cubicBezTo>
                      <a:pt x="11866" y="26764"/>
                      <a:pt x="13359" y="37729"/>
                      <a:pt x="15778" y="48307"/>
                    </a:cubicBezTo>
                    <a:cubicBezTo>
                      <a:pt x="16267" y="50443"/>
                      <a:pt x="16525" y="53892"/>
                      <a:pt x="17734" y="55771"/>
                    </a:cubicBezTo>
                    <a:cubicBezTo>
                      <a:pt x="18195" y="56493"/>
                      <a:pt x="19417" y="56720"/>
                      <a:pt x="20633" y="56720"/>
                    </a:cubicBezTo>
                    <a:cubicBezTo>
                      <a:pt x="21455" y="56720"/>
                      <a:pt x="22275" y="56616"/>
                      <a:pt x="22856" y="56492"/>
                    </a:cubicBezTo>
                    <a:cubicBezTo>
                      <a:pt x="27618" y="55488"/>
                      <a:pt x="25250" y="49491"/>
                      <a:pt x="24813" y="45141"/>
                    </a:cubicBezTo>
                    <a:cubicBezTo>
                      <a:pt x="24195" y="39118"/>
                      <a:pt x="23371" y="33147"/>
                      <a:pt x="22342" y="27202"/>
                    </a:cubicBezTo>
                    <a:cubicBezTo>
                      <a:pt x="21492" y="22363"/>
                      <a:pt x="20102" y="11887"/>
                      <a:pt x="18996" y="7100"/>
                    </a:cubicBezTo>
                    <a:cubicBezTo>
                      <a:pt x="18223" y="3677"/>
                      <a:pt x="18429" y="3960"/>
                      <a:pt x="15469" y="1669"/>
                    </a:cubicBezTo>
                    <a:cubicBezTo>
                      <a:pt x="13965" y="497"/>
                      <a:pt x="12524" y="0"/>
                      <a:pt x="1117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1" name="Google Shape;1921;p56"/>
              <p:cNvSpPr/>
              <p:nvPr/>
            </p:nvSpPr>
            <p:spPr>
              <a:xfrm>
                <a:off x="1914710" y="2329225"/>
                <a:ext cx="724201" cy="756659"/>
              </a:xfrm>
              <a:custGeom>
                <a:rect b="b" l="l" r="r" t="t"/>
                <a:pathLst>
                  <a:path extrusionOk="0" h="27135" w="25971">
                    <a:moveTo>
                      <a:pt x="9884" y="1"/>
                    </a:moveTo>
                    <a:cubicBezTo>
                      <a:pt x="9086" y="1"/>
                      <a:pt x="8288" y="27"/>
                      <a:pt x="7491" y="52"/>
                    </a:cubicBezTo>
                    <a:cubicBezTo>
                      <a:pt x="6770" y="78"/>
                      <a:pt x="4556" y="52"/>
                      <a:pt x="3192" y="747"/>
                    </a:cubicBezTo>
                    <a:cubicBezTo>
                      <a:pt x="284" y="2189"/>
                      <a:pt x="1648" y="6539"/>
                      <a:pt x="1494" y="9164"/>
                    </a:cubicBezTo>
                    <a:cubicBezTo>
                      <a:pt x="1107" y="15135"/>
                      <a:pt x="207" y="21081"/>
                      <a:pt x="1" y="27078"/>
                    </a:cubicBezTo>
                    <a:cubicBezTo>
                      <a:pt x="2516" y="27111"/>
                      <a:pt x="5144" y="27135"/>
                      <a:pt x="7789" y="27135"/>
                    </a:cubicBezTo>
                    <a:cubicBezTo>
                      <a:pt x="11315" y="27135"/>
                      <a:pt x="14870" y="27093"/>
                      <a:pt x="18224" y="26975"/>
                    </a:cubicBezTo>
                    <a:cubicBezTo>
                      <a:pt x="18249" y="24736"/>
                      <a:pt x="18198" y="21647"/>
                      <a:pt x="18121" y="19408"/>
                    </a:cubicBezTo>
                    <a:cubicBezTo>
                      <a:pt x="18018" y="17246"/>
                      <a:pt x="17683" y="14595"/>
                      <a:pt x="17992" y="12484"/>
                    </a:cubicBezTo>
                    <a:cubicBezTo>
                      <a:pt x="18003" y="12484"/>
                      <a:pt x="18014" y="12483"/>
                      <a:pt x="18024" y="12483"/>
                    </a:cubicBezTo>
                    <a:cubicBezTo>
                      <a:pt x="18969" y="12483"/>
                      <a:pt x="18925" y="14731"/>
                      <a:pt x="19536" y="15367"/>
                    </a:cubicBezTo>
                    <a:cubicBezTo>
                      <a:pt x="20437" y="16371"/>
                      <a:pt x="22110" y="18455"/>
                      <a:pt x="23577" y="18481"/>
                    </a:cubicBezTo>
                    <a:cubicBezTo>
                      <a:pt x="25173" y="18481"/>
                      <a:pt x="25971" y="16268"/>
                      <a:pt x="25842" y="14904"/>
                    </a:cubicBezTo>
                    <a:cubicBezTo>
                      <a:pt x="25791" y="14157"/>
                      <a:pt x="25533" y="13436"/>
                      <a:pt x="25199" y="12767"/>
                    </a:cubicBezTo>
                    <a:cubicBezTo>
                      <a:pt x="24864" y="12124"/>
                      <a:pt x="24478" y="11506"/>
                      <a:pt x="24066" y="10888"/>
                    </a:cubicBezTo>
                    <a:cubicBezTo>
                      <a:pt x="22599" y="8752"/>
                      <a:pt x="20900" y="6796"/>
                      <a:pt x="19356" y="4711"/>
                    </a:cubicBezTo>
                    <a:cubicBezTo>
                      <a:pt x="18018" y="2909"/>
                      <a:pt x="16782" y="1391"/>
                      <a:pt x="14569" y="670"/>
                    </a:cubicBezTo>
                    <a:cubicBezTo>
                      <a:pt x="13076" y="181"/>
                      <a:pt x="11454" y="27"/>
                      <a:pt x="988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2" name="Google Shape;1922;p56"/>
              <p:cNvSpPr/>
              <p:nvPr/>
            </p:nvSpPr>
            <p:spPr>
              <a:xfrm>
                <a:off x="1725962" y="4505223"/>
                <a:ext cx="313678" cy="124981"/>
              </a:xfrm>
              <a:custGeom>
                <a:rect b="b" l="l" r="r" t="t"/>
                <a:pathLst>
                  <a:path extrusionOk="0" h="4482" w="11249">
                    <a:moveTo>
                      <a:pt x="6903" y="0"/>
                    </a:moveTo>
                    <a:cubicBezTo>
                      <a:pt x="6681" y="0"/>
                      <a:pt x="5809" y="677"/>
                      <a:pt x="5586" y="801"/>
                    </a:cubicBezTo>
                    <a:cubicBezTo>
                      <a:pt x="5174" y="1007"/>
                      <a:pt x="4788" y="1316"/>
                      <a:pt x="4376" y="1522"/>
                    </a:cubicBezTo>
                    <a:cubicBezTo>
                      <a:pt x="3269" y="2088"/>
                      <a:pt x="1957" y="2371"/>
                      <a:pt x="798" y="2808"/>
                    </a:cubicBezTo>
                    <a:cubicBezTo>
                      <a:pt x="592" y="2886"/>
                      <a:pt x="412" y="2963"/>
                      <a:pt x="258" y="3092"/>
                    </a:cubicBezTo>
                    <a:cubicBezTo>
                      <a:pt x="103" y="3246"/>
                      <a:pt x="0" y="3452"/>
                      <a:pt x="26" y="3632"/>
                    </a:cubicBezTo>
                    <a:cubicBezTo>
                      <a:pt x="148" y="4459"/>
                      <a:pt x="2313" y="4482"/>
                      <a:pt x="3030" y="4482"/>
                    </a:cubicBezTo>
                    <a:cubicBezTo>
                      <a:pt x="3072" y="4482"/>
                      <a:pt x="3109" y="4481"/>
                      <a:pt x="3141" y="4481"/>
                    </a:cubicBezTo>
                    <a:cubicBezTo>
                      <a:pt x="5663" y="4404"/>
                      <a:pt x="8160" y="4301"/>
                      <a:pt x="10708" y="4173"/>
                    </a:cubicBezTo>
                    <a:cubicBezTo>
                      <a:pt x="10759" y="4173"/>
                      <a:pt x="10836" y="4173"/>
                      <a:pt x="10888" y="4121"/>
                    </a:cubicBezTo>
                    <a:cubicBezTo>
                      <a:pt x="10965" y="4070"/>
                      <a:pt x="10991" y="3967"/>
                      <a:pt x="11017" y="3890"/>
                    </a:cubicBezTo>
                    <a:lnTo>
                      <a:pt x="11017" y="3838"/>
                    </a:lnTo>
                    <a:cubicBezTo>
                      <a:pt x="11248" y="2654"/>
                      <a:pt x="11171" y="1419"/>
                      <a:pt x="10862" y="286"/>
                    </a:cubicBezTo>
                    <a:cubicBezTo>
                      <a:pt x="10499" y="344"/>
                      <a:pt x="10125" y="370"/>
                      <a:pt x="9748" y="370"/>
                    </a:cubicBezTo>
                    <a:cubicBezTo>
                      <a:pt x="8790" y="370"/>
                      <a:pt x="7811" y="206"/>
                      <a:pt x="6924" y="3"/>
                    </a:cubicBezTo>
                    <a:cubicBezTo>
                      <a:pt x="6918" y="1"/>
                      <a:pt x="6911" y="0"/>
                      <a:pt x="690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3" name="Google Shape;1923;p56"/>
              <p:cNvSpPr/>
              <p:nvPr/>
            </p:nvSpPr>
            <p:spPr>
              <a:xfrm>
                <a:off x="2052514" y="2074085"/>
                <a:ext cx="212484" cy="188781"/>
              </a:xfrm>
              <a:custGeom>
                <a:rect b="b" l="l" r="r" t="t"/>
                <a:pathLst>
                  <a:path extrusionOk="0" h="6770" w="7620">
                    <a:moveTo>
                      <a:pt x="5813" y="0"/>
                    </a:moveTo>
                    <a:cubicBezTo>
                      <a:pt x="5584" y="0"/>
                      <a:pt x="5359" y="33"/>
                      <a:pt x="5174" y="91"/>
                    </a:cubicBezTo>
                    <a:cubicBezTo>
                      <a:pt x="4659" y="271"/>
                      <a:pt x="4325" y="760"/>
                      <a:pt x="4016" y="1198"/>
                    </a:cubicBezTo>
                    <a:cubicBezTo>
                      <a:pt x="3475" y="1944"/>
                      <a:pt x="2883" y="2665"/>
                      <a:pt x="2085" y="3077"/>
                    </a:cubicBezTo>
                    <a:cubicBezTo>
                      <a:pt x="1725" y="3283"/>
                      <a:pt x="1313" y="3411"/>
                      <a:pt x="979" y="3694"/>
                    </a:cubicBezTo>
                    <a:cubicBezTo>
                      <a:pt x="515" y="4081"/>
                      <a:pt x="0" y="5084"/>
                      <a:pt x="181" y="5702"/>
                    </a:cubicBezTo>
                    <a:cubicBezTo>
                      <a:pt x="284" y="6062"/>
                      <a:pt x="567" y="6345"/>
                      <a:pt x="901" y="6448"/>
                    </a:cubicBezTo>
                    <a:cubicBezTo>
                      <a:pt x="1107" y="6526"/>
                      <a:pt x="1339" y="6500"/>
                      <a:pt x="1571" y="6526"/>
                    </a:cubicBezTo>
                    <a:cubicBezTo>
                      <a:pt x="2317" y="6526"/>
                      <a:pt x="3012" y="6680"/>
                      <a:pt x="3733" y="6732"/>
                    </a:cubicBezTo>
                    <a:cubicBezTo>
                      <a:pt x="3952" y="6755"/>
                      <a:pt x="4175" y="6769"/>
                      <a:pt x="4397" y="6769"/>
                    </a:cubicBezTo>
                    <a:cubicBezTo>
                      <a:pt x="4902" y="6769"/>
                      <a:pt x="5404" y="6697"/>
                      <a:pt x="5869" y="6500"/>
                    </a:cubicBezTo>
                    <a:cubicBezTo>
                      <a:pt x="6847" y="6114"/>
                      <a:pt x="7439" y="5007"/>
                      <a:pt x="7568" y="4003"/>
                    </a:cubicBezTo>
                    <a:cubicBezTo>
                      <a:pt x="7619" y="3463"/>
                      <a:pt x="7593" y="2922"/>
                      <a:pt x="7516" y="2382"/>
                    </a:cubicBezTo>
                    <a:cubicBezTo>
                      <a:pt x="7465" y="1996"/>
                      <a:pt x="7542" y="1635"/>
                      <a:pt x="7465" y="1275"/>
                    </a:cubicBezTo>
                    <a:cubicBezTo>
                      <a:pt x="7362" y="889"/>
                      <a:pt x="7130" y="529"/>
                      <a:pt x="6821" y="297"/>
                    </a:cubicBezTo>
                    <a:cubicBezTo>
                      <a:pt x="6581" y="89"/>
                      <a:pt x="6191" y="0"/>
                      <a:pt x="5813" y="0"/>
                    </a:cubicBezTo>
                    <a:close/>
                  </a:path>
                </a:pathLst>
              </a:custGeom>
              <a:solidFill>
                <a:srgbClr val="16111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4" name="Google Shape;1924;p56"/>
              <p:cNvSpPr/>
              <p:nvPr/>
            </p:nvSpPr>
            <p:spPr>
              <a:xfrm>
                <a:off x="2103459" y="2183001"/>
                <a:ext cx="124925" cy="178576"/>
              </a:xfrm>
              <a:custGeom>
                <a:rect b="b" l="l" r="r" t="t"/>
                <a:pathLst>
                  <a:path extrusionOk="0" h="6404" w="4480">
                    <a:moveTo>
                      <a:pt x="747" y="0"/>
                    </a:moveTo>
                    <a:cubicBezTo>
                      <a:pt x="627" y="0"/>
                      <a:pt x="522" y="46"/>
                      <a:pt x="438" y="226"/>
                    </a:cubicBezTo>
                    <a:cubicBezTo>
                      <a:pt x="387" y="355"/>
                      <a:pt x="387" y="535"/>
                      <a:pt x="387" y="689"/>
                    </a:cubicBezTo>
                    <a:cubicBezTo>
                      <a:pt x="361" y="1075"/>
                      <a:pt x="361" y="1461"/>
                      <a:pt x="361" y="1848"/>
                    </a:cubicBezTo>
                    <a:cubicBezTo>
                      <a:pt x="361" y="2517"/>
                      <a:pt x="387" y="3186"/>
                      <a:pt x="361" y="3855"/>
                    </a:cubicBezTo>
                    <a:cubicBezTo>
                      <a:pt x="336" y="4370"/>
                      <a:pt x="310" y="5039"/>
                      <a:pt x="1" y="5477"/>
                    </a:cubicBezTo>
                    <a:cubicBezTo>
                      <a:pt x="361" y="5811"/>
                      <a:pt x="722" y="6146"/>
                      <a:pt x="1185" y="6275"/>
                    </a:cubicBezTo>
                    <a:cubicBezTo>
                      <a:pt x="1365" y="6326"/>
                      <a:pt x="1545" y="6352"/>
                      <a:pt x="1725" y="6377"/>
                    </a:cubicBezTo>
                    <a:cubicBezTo>
                      <a:pt x="1983" y="6377"/>
                      <a:pt x="2240" y="6403"/>
                      <a:pt x="2472" y="6403"/>
                    </a:cubicBezTo>
                    <a:cubicBezTo>
                      <a:pt x="3244" y="6352"/>
                      <a:pt x="3990" y="5966"/>
                      <a:pt x="4479" y="5348"/>
                    </a:cubicBezTo>
                    <a:cubicBezTo>
                      <a:pt x="4119" y="5348"/>
                      <a:pt x="4222" y="4704"/>
                      <a:pt x="4222" y="4473"/>
                    </a:cubicBezTo>
                    <a:cubicBezTo>
                      <a:pt x="4196" y="4061"/>
                      <a:pt x="4171" y="3649"/>
                      <a:pt x="4145" y="3237"/>
                    </a:cubicBezTo>
                    <a:cubicBezTo>
                      <a:pt x="4145" y="2929"/>
                      <a:pt x="4119" y="2645"/>
                      <a:pt x="4093" y="2362"/>
                    </a:cubicBezTo>
                    <a:cubicBezTo>
                      <a:pt x="3990" y="1848"/>
                      <a:pt x="3784" y="1333"/>
                      <a:pt x="3476" y="947"/>
                    </a:cubicBezTo>
                    <a:cubicBezTo>
                      <a:pt x="3090" y="458"/>
                      <a:pt x="2549" y="226"/>
                      <a:pt x="1983" y="123"/>
                    </a:cubicBezTo>
                    <a:cubicBezTo>
                      <a:pt x="1674" y="72"/>
                      <a:pt x="1365" y="46"/>
                      <a:pt x="1082" y="46"/>
                    </a:cubicBezTo>
                    <a:cubicBezTo>
                      <a:pt x="963" y="34"/>
                      <a:pt x="850" y="0"/>
                      <a:pt x="747" y="0"/>
                    </a:cubicBezTo>
                    <a:close/>
                  </a:path>
                </a:pathLst>
              </a:custGeom>
              <a:solidFill>
                <a:srgbClr val="F2A88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5" name="Google Shape;1925;p56"/>
              <p:cNvSpPr/>
              <p:nvPr/>
            </p:nvSpPr>
            <p:spPr>
              <a:xfrm>
                <a:off x="2104184" y="2058470"/>
                <a:ext cx="156491" cy="206070"/>
              </a:xfrm>
              <a:custGeom>
                <a:rect b="b" l="l" r="r" t="t"/>
                <a:pathLst>
                  <a:path extrusionOk="0" h="7390" w="5612">
                    <a:moveTo>
                      <a:pt x="3322" y="0"/>
                    </a:moveTo>
                    <a:cubicBezTo>
                      <a:pt x="3305" y="0"/>
                      <a:pt x="3287" y="3"/>
                      <a:pt x="3269" y="8"/>
                    </a:cubicBezTo>
                    <a:cubicBezTo>
                      <a:pt x="2935" y="85"/>
                      <a:pt x="2214" y="85"/>
                      <a:pt x="1880" y="162"/>
                    </a:cubicBezTo>
                    <a:cubicBezTo>
                      <a:pt x="1313" y="291"/>
                      <a:pt x="850" y="1706"/>
                      <a:pt x="438" y="2118"/>
                    </a:cubicBezTo>
                    <a:cubicBezTo>
                      <a:pt x="1" y="2581"/>
                      <a:pt x="1" y="3276"/>
                      <a:pt x="26" y="3894"/>
                    </a:cubicBezTo>
                    <a:cubicBezTo>
                      <a:pt x="52" y="4460"/>
                      <a:pt x="361" y="5155"/>
                      <a:pt x="464" y="5722"/>
                    </a:cubicBezTo>
                    <a:cubicBezTo>
                      <a:pt x="593" y="6442"/>
                      <a:pt x="696" y="7008"/>
                      <a:pt x="1442" y="7240"/>
                    </a:cubicBezTo>
                    <a:cubicBezTo>
                      <a:pt x="1769" y="7354"/>
                      <a:pt x="2120" y="7389"/>
                      <a:pt x="2477" y="7389"/>
                    </a:cubicBezTo>
                    <a:cubicBezTo>
                      <a:pt x="2766" y="7389"/>
                      <a:pt x="3059" y="7366"/>
                      <a:pt x="3347" y="7343"/>
                    </a:cubicBezTo>
                    <a:cubicBezTo>
                      <a:pt x="3604" y="7317"/>
                      <a:pt x="3887" y="7292"/>
                      <a:pt x="4119" y="7189"/>
                    </a:cubicBezTo>
                    <a:cubicBezTo>
                      <a:pt x="5612" y="6545"/>
                      <a:pt x="5354" y="4023"/>
                      <a:pt x="5251" y="2736"/>
                    </a:cubicBezTo>
                    <a:cubicBezTo>
                      <a:pt x="5226" y="2170"/>
                      <a:pt x="5174" y="1603"/>
                      <a:pt x="4994" y="1114"/>
                    </a:cubicBezTo>
                    <a:cubicBezTo>
                      <a:pt x="4968" y="1037"/>
                      <a:pt x="4917" y="960"/>
                      <a:pt x="4865" y="934"/>
                    </a:cubicBezTo>
                    <a:cubicBezTo>
                      <a:pt x="4788" y="857"/>
                      <a:pt x="4659" y="857"/>
                      <a:pt x="4556" y="857"/>
                    </a:cubicBezTo>
                    <a:cubicBezTo>
                      <a:pt x="4505" y="883"/>
                      <a:pt x="4428" y="883"/>
                      <a:pt x="4350" y="883"/>
                    </a:cubicBezTo>
                    <a:lnTo>
                      <a:pt x="4376" y="883"/>
                    </a:lnTo>
                    <a:cubicBezTo>
                      <a:pt x="4371" y="883"/>
                      <a:pt x="4366" y="883"/>
                      <a:pt x="4362" y="883"/>
                    </a:cubicBezTo>
                    <a:cubicBezTo>
                      <a:pt x="4000" y="883"/>
                      <a:pt x="3660" y="0"/>
                      <a:pt x="3322" y="0"/>
                    </a:cubicBezTo>
                    <a:close/>
                  </a:path>
                </a:pathLst>
              </a:custGeom>
              <a:solidFill>
                <a:srgbClr val="F2A88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6" name="Google Shape;1926;p56"/>
              <p:cNvSpPr/>
              <p:nvPr/>
            </p:nvSpPr>
            <p:spPr>
              <a:xfrm>
                <a:off x="2033135" y="2024451"/>
                <a:ext cx="247647" cy="232115"/>
              </a:xfrm>
              <a:custGeom>
                <a:rect b="b" l="l" r="r" t="t"/>
                <a:pathLst>
                  <a:path extrusionOk="0" h="8324" w="8881">
                    <a:moveTo>
                      <a:pt x="6978" y="1"/>
                    </a:moveTo>
                    <a:cubicBezTo>
                      <a:pt x="6878" y="1"/>
                      <a:pt x="6772" y="13"/>
                      <a:pt x="6667" y="44"/>
                    </a:cubicBezTo>
                    <a:cubicBezTo>
                      <a:pt x="6306" y="121"/>
                      <a:pt x="5946" y="301"/>
                      <a:pt x="5586" y="301"/>
                    </a:cubicBezTo>
                    <a:cubicBezTo>
                      <a:pt x="5160" y="285"/>
                      <a:pt x="4811" y="182"/>
                      <a:pt x="4456" y="182"/>
                    </a:cubicBezTo>
                    <a:cubicBezTo>
                      <a:pt x="4233" y="182"/>
                      <a:pt x="4007" y="223"/>
                      <a:pt x="3758" y="352"/>
                    </a:cubicBezTo>
                    <a:cubicBezTo>
                      <a:pt x="3089" y="713"/>
                      <a:pt x="2343" y="1073"/>
                      <a:pt x="2137" y="1845"/>
                    </a:cubicBezTo>
                    <a:cubicBezTo>
                      <a:pt x="2034" y="2206"/>
                      <a:pt x="1982" y="2592"/>
                      <a:pt x="1751" y="2875"/>
                    </a:cubicBezTo>
                    <a:cubicBezTo>
                      <a:pt x="1442" y="3209"/>
                      <a:pt x="1056" y="3364"/>
                      <a:pt x="850" y="3827"/>
                    </a:cubicBezTo>
                    <a:cubicBezTo>
                      <a:pt x="670" y="4188"/>
                      <a:pt x="695" y="4599"/>
                      <a:pt x="773" y="4985"/>
                    </a:cubicBezTo>
                    <a:cubicBezTo>
                      <a:pt x="824" y="5217"/>
                      <a:pt x="876" y="5423"/>
                      <a:pt x="824" y="5629"/>
                    </a:cubicBezTo>
                    <a:cubicBezTo>
                      <a:pt x="721" y="5938"/>
                      <a:pt x="387" y="6066"/>
                      <a:pt x="206" y="6324"/>
                    </a:cubicBezTo>
                    <a:cubicBezTo>
                      <a:pt x="26" y="6581"/>
                      <a:pt x="1" y="6916"/>
                      <a:pt x="103" y="7199"/>
                    </a:cubicBezTo>
                    <a:cubicBezTo>
                      <a:pt x="181" y="7508"/>
                      <a:pt x="387" y="7739"/>
                      <a:pt x="644" y="7920"/>
                    </a:cubicBezTo>
                    <a:cubicBezTo>
                      <a:pt x="871" y="8105"/>
                      <a:pt x="1610" y="8324"/>
                      <a:pt x="2081" y="8324"/>
                    </a:cubicBezTo>
                    <a:cubicBezTo>
                      <a:pt x="2197" y="8324"/>
                      <a:pt x="2297" y="8311"/>
                      <a:pt x="2368" y="8280"/>
                    </a:cubicBezTo>
                    <a:cubicBezTo>
                      <a:pt x="2523" y="8203"/>
                      <a:pt x="2291" y="8074"/>
                      <a:pt x="2291" y="8023"/>
                    </a:cubicBezTo>
                    <a:cubicBezTo>
                      <a:pt x="2291" y="7894"/>
                      <a:pt x="2266" y="7920"/>
                      <a:pt x="2394" y="7817"/>
                    </a:cubicBezTo>
                    <a:cubicBezTo>
                      <a:pt x="2523" y="7688"/>
                      <a:pt x="2832" y="7688"/>
                      <a:pt x="3012" y="7585"/>
                    </a:cubicBezTo>
                    <a:cubicBezTo>
                      <a:pt x="3321" y="7431"/>
                      <a:pt x="3475" y="7044"/>
                      <a:pt x="3398" y="6710"/>
                    </a:cubicBezTo>
                    <a:cubicBezTo>
                      <a:pt x="3321" y="6478"/>
                      <a:pt x="3141" y="6272"/>
                      <a:pt x="3141" y="6041"/>
                    </a:cubicBezTo>
                    <a:cubicBezTo>
                      <a:pt x="3115" y="5680"/>
                      <a:pt x="3398" y="5552"/>
                      <a:pt x="3578" y="5294"/>
                    </a:cubicBezTo>
                    <a:cubicBezTo>
                      <a:pt x="3681" y="5088"/>
                      <a:pt x="3630" y="4857"/>
                      <a:pt x="3836" y="4677"/>
                    </a:cubicBezTo>
                    <a:cubicBezTo>
                      <a:pt x="4016" y="4548"/>
                      <a:pt x="4222" y="4496"/>
                      <a:pt x="4196" y="4188"/>
                    </a:cubicBezTo>
                    <a:cubicBezTo>
                      <a:pt x="4170" y="4033"/>
                      <a:pt x="4067" y="3879"/>
                      <a:pt x="4119" y="3724"/>
                    </a:cubicBezTo>
                    <a:cubicBezTo>
                      <a:pt x="4196" y="3467"/>
                      <a:pt x="4633" y="3518"/>
                      <a:pt x="4839" y="3312"/>
                    </a:cubicBezTo>
                    <a:cubicBezTo>
                      <a:pt x="4942" y="3209"/>
                      <a:pt x="4994" y="3055"/>
                      <a:pt x="5071" y="2952"/>
                    </a:cubicBezTo>
                    <a:cubicBezTo>
                      <a:pt x="5251" y="2617"/>
                      <a:pt x="5637" y="2489"/>
                      <a:pt x="5998" y="2489"/>
                    </a:cubicBezTo>
                    <a:cubicBezTo>
                      <a:pt x="6358" y="2489"/>
                      <a:pt x="6693" y="2617"/>
                      <a:pt x="7053" y="2695"/>
                    </a:cubicBezTo>
                    <a:cubicBezTo>
                      <a:pt x="7262" y="2754"/>
                      <a:pt x="7471" y="2797"/>
                      <a:pt x="7680" y="2797"/>
                    </a:cubicBezTo>
                    <a:cubicBezTo>
                      <a:pt x="7831" y="2797"/>
                      <a:pt x="7983" y="2774"/>
                      <a:pt x="8134" y="2720"/>
                    </a:cubicBezTo>
                    <a:cubicBezTo>
                      <a:pt x="8571" y="2540"/>
                      <a:pt x="8880" y="2025"/>
                      <a:pt x="8803" y="1536"/>
                    </a:cubicBezTo>
                    <a:cubicBezTo>
                      <a:pt x="8777" y="1433"/>
                      <a:pt x="8726" y="1305"/>
                      <a:pt x="8649" y="1228"/>
                    </a:cubicBezTo>
                    <a:cubicBezTo>
                      <a:pt x="8571" y="1150"/>
                      <a:pt x="8494" y="1125"/>
                      <a:pt x="8417" y="1073"/>
                    </a:cubicBezTo>
                    <a:cubicBezTo>
                      <a:pt x="8288" y="970"/>
                      <a:pt x="8263" y="842"/>
                      <a:pt x="8185" y="687"/>
                    </a:cubicBezTo>
                    <a:cubicBezTo>
                      <a:pt x="8005" y="327"/>
                      <a:pt x="7619" y="95"/>
                      <a:pt x="7207" y="18"/>
                    </a:cubicBezTo>
                    <a:lnTo>
                      <a:pt x="7182" y="18"/>
                    </a:lnTo>
                    <a:cubicBezTo>
                      <a:pt x="7118" y="7"/>
                      <a:pt x="7049" y="1"/>
                      <a:pt x="697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7" name="Google Shape;1927;p56"/>
              <p:cNvSpPr/>
              <p:nvPr/>
            </p:nvSpPr>
            <p:spPr>
              <a:xfrm>
                <a:off x="2095567" y="2143266"/>
                <a:ext cx="47404" cy="50026"/>
              </a:xfrm>
              <a:custGeom>
                <a:rect b="b" l="l" r="r" t="t"/>
                <a:pathLst>
                  <a:path extrusionOk="0" h="1794" w="1700">
                    <a:moveTo>
                      <a:pt x="990" y="0"/>
                    </a:moveTo>
                    <a:cubicBezTo>
                      <a:pt x="752" y="0"/>
                      <a:pt x="500" y="126"/>
                      <a:pt x="335" y="338"/>
                    </a:cubicBezTo>
                    <a:cubicBezTo>
                      <a:pt x="1" y="776"/>
                      <a:pt x="207" y="1548"/>
                      <a:pt x="721" y="1728"/>
                    </a:cubicBezTo>
                    <a:cubicBezTo>
                      <a:pt x="812" y="1773"/>
                      <a:pt x="912" y="1794"/>
                      <a:pt x="1015" y="1794"/>
                    </a:cubicBezTo>
                    <a:cubicBezTo>
                      <a:pt x="1148" y="1794"/>
                      <a:pt x="1286" y="1760"/>
                      <a:pt x="1416" y="1702"/>
                    </a:cubicBezTo>
                    <a:lnTo>
                      <a:pt x="1700" y="441"/>
                    </a:lnTo>
                    <a:cubicBezTo>
                      <a:pt x="1571" y="210"/>
                      <a:pt x="1313" y="29"/>
                      <a:pt x="1056" y="4"/>
                    </a:cubicBezTo>
                    <a:cubicBezTo>
                      <a:pt x="1034" y="2"/>
                      <a:pt x="1012" y="0"/>
                      <a:pt x="990" y="0"/>
                    </a:cubicBezTo>
                    <a:close/>
                  </a:path>
                </a:pathLst>
              </a:custGeom>
              <a:solidFill>
                <a:srgbClr val="F2A88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8" name="Google Shape;1928;p56"/>
              <p:cNvSpPr/>
              <p:nvPr/>
            </p:nvSpPr>
            <p:spPr>
              <a:xfrm>
                <a:off x="2181702" y="2207232"/>
                <a:ext cx="50277" cy="20886"/>
              </a:xfrm>
              <a:custGeom>
                <a:rect b="b" l="l" r="r" t="t"/>
                <a:pathLst>
                  <a:path extrusionOk="0" h="749" w="1803">
                    <a:moveTo>
                      <a:pt x="1802" y="0"/>
                    </a:moveTo>
                    <a:cubicBezTo>
                      <a:pt x="1545" y="52"/>
                      <a:pt x="1262" y="103"/>
                      <a:pt x="978" y="103"/>
                    </a:cubicBezTo>
                    <a:cubicBezTo>
                      <a:pt x="851" y="114"/>
                      <a:pt x="718" y="120"/>
                      <a:pt x="583" y="120"/>
                    </a:cubicBezTo>
                    <a:cubicBezTo>
                      <a:pt x="392" y="120"/>
                      <a:pt x="196" y="108"/>
                      <a:pt x="0" y="78"/>
                    </a:cubicBezTo>
                    <a:lnTo>
                      <a:pt x="0" y="78"/>
                    </a:lnTo>
                    <a:cubicBezTo>
                      <a:pt x="124" y="472"/>
                      <a:pt x="436" y="748"/>
                      <a:pt x="846" y="748"/>
                    </a:cubicBezTo>
                    <a:cubicBezTo>
                      <a:pt x="865" y="748"/>
                      <a:pt x="883" y="748"/>
                      <a:pt x="901" y="747"/>
                    </a:cubicBezTo>
                    <a:cubicBezTo>
                      <a:pt x="1313" y="747"/>
                      <a:pt x="1673" y="438"/>
                      <a:pt x="18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9" name="Google Shape;1929;p56"/>
              <p:cNvSpPr/>
              <p:nvPr/>
            </p:nvSpPr>
            <p:spPr>
              <a:xfrm>
                <a:off x="2098049" y="2327301"/>
                <a:ext cx="136107" cy="38565"/>
              </a:xfrm>
              <a:custGeom>
                <a:rect b="b" l="l" r="r" t="t"/>
                <a:pathLst>
                  <a:path extrusionOk="0" h="1383" w="4881">
                    <a:moveTo>
                      <a:pt x="4693" y="0"/>
                    </a:moveTo>
                    <a:cubicBezTo>
                      <a:pt x="4661" y="0"/>
                      <a:pt x="4627" y="13"/>
                      <a:pt x="4596" y="44"/>
                    </a:cubicBezTo>
                    <a:cubicBezTo>
                      <a:pt x="4056" y="688"/>
                      <a:pt x="3258" y="1100"/>
                      <a:pt x="2408" y="1125"/>
                    </a:cubicBezTo>
                    <a:cubicBezTo>
                      <a:pt x="2022" y="1125"/>
                      <a:pt x="1611" y="1048"/>
                      <a:pt x="1250" y="894"/>
                    </a:cubicBezTo>
                    <a:cubicBezTo>
                      <a:pt x="838" y="713"/>
                      <a:pt x="504" y="430"/>
                      <a:pt x="169" y="147"/>
                    </a:cubicBezTo>
                    <a:cubicBezTo>
                      <a:pt x="152" y="136"/>
                      <a:pt x="133" y="131"/>
                      <a:pt x="115" y="131"/>
                    </a:cubicBezTo>
                    <a:cubicBezTo>
                      <a:pt x="53" y="131"/>
                      <a:pt x="1" y="190"/>
                      <a:pt x="40" y="250"/>
                    </a:cubicBezTo>
                    <a:cubicBezTo>
                      <a:pt x="530" y="997"/>
                      <a:pt x="1533" y="1383"/>
                      <a:pt x="2383" y="1383"/>
                    </a:cubicBezTo>
                    <a:cubicBezTo>
                      <a:pt x="3309" y="1383"/>
                      <a:pt x="4184" y="945"/>
                      <a:pt x="4802" y="250"/>
                    </a:cubicBezTo>
                    <a:cubicBezTo>
                      <a:pt x="4880" y="133"/>
                      <a:pt x="4795" y="0"/>
                      <a:pt x="4693" y="0"/>
                    </a:cubicBezTo>
                    <a:close/>
                  </a:path>
                </a:pathLst>
              </a:custGeom>
              <a:solidFill>
                <a:srgbClr val="16111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0" name="Google Shape;1930;p56"/>
              <p:cNvSpPr/>
              <p:nvPr/>
            </p:nvSpPr>
            <p:spPr>
              <a:xfrm>
                <a:off x="2112326" y="2155005"/>
                <a:ext cx="24176" cy="9397"/>
              </a:xfrm>
              <a:custGeom>
                <a:rect b="b" l="l" r="r" t="t"/>
                <a:pathLst>
                  <a:path extrusionOk="0" h="337" w="867">
                    <a:moveTo>
                      <a:pt x="391" y="1"/>
                    </a:moveTo>
                    <a:cubicBezTo>
                      <a:pt x="352" y="1"/>
                      <a:pt x="314" y="7"/>
                      <a:pt x="275" y="20"/>
                    </a:cubicBezTo>
                    <a:cubicBezTo>
                      <a:pt x="198" y="20"/>
                      <a:pt x="120" y="72"/>
                      <a:pt x="69" y="123"/>
                    </a:cubicBezTo>
                    <a:cubicBezTo>
                      <a:pt x="0" y="169"/>
                      <a:pt x="54" y="256"/>
                      <a:pt x="121" y="256"/>
                    </a:cubicBezTo>
                    <a:cubicBezTo>
                      <a:pt x="130" y="256"/>
                      <a:pt x="138" y="255"/>
                      <a:pt x="146" y="252"/>
                    </a:cubicBezTo>
                    <a:cubicBezTo>
                      <a:pt x="198" y="226"/>
                      <a:pt x="249" y="226"/>
                      <a:pt x="326" y="200"/>
                    </a:cubicBezTo>
                    <a:lnTo>
                      <a:pt x="481" y="200"/>
                    </a:lnTo>
                    <a:cubicBezTo>
                      <a:pt x="507" y="200"/>
                      <a:pt x="532" y="200"/>
                      <a:pt x="558" y="226"/>
                    </a:cubicBezTo>
                    <a:cubicBezTo>
                      <a:pt x="584" y="226"/>
                      <a:pt x="610" y="226"/>
                      <a:pt x="635" y="252"/>
                    </a:cubicBezTo>
                    <a:cubicBezTo>
                      <a:pt x="687" y="278"/>
                      <a:pt x="738" y="278"/>
                      <a:pt x="790" y="329"/>
                    </a:cubicBezTo>
                    <a:cubicBezTo>
                      <a:pt x="800" y="334"/>
                      <a:pt x="808" y="336"/>
                      <a:pt x="816" y="336"/>
                    </a:cubicBezTo>
                    <a:cubicBezTo>
                      <a:pt x="850" y="336"/>
                      <a:pt x="867" y="298"/>
                      <a:pt x="867" y="278"/>
                    </a:cubicBezTo>
                    <a:cubicBezTo>
                      <a:pt x="815" y="200"/>
                      <a:pt x="764" y="149"/>
                      <a:pt x="712" y="97"/>
                    </a:cubicBezTo>
                    <a:cubicBezTo>
                      <a:pt x="661" y="72"/>
                      <a:pt x="584" y="46"/>
                      <a:pt x="507" y="20"/>
                    </a:cubicBezTo>
                    <a:cubicBezTo>
                      <a:pt x="468" y="7"/>
                      <a:pt x="429" y="1"/>
                      <a:pt x="391" y="1"/>
                    </a:cubicBezTo>
                    <a:close/>
                  </a:path>
                </a:pathLst>
              </a:custGeom>
              <a:solidFill>
                <a:srgbClr val="C4634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1" name="Google Shape;1931;p56"/>
              <p:cNvSpPr/>
              <p:nvPr/>
            </p:nvSpPr>
            <p:spPr>
              <a:xfrm>
                <a:off x="2177491" y="2256615"/>
                <a:ext cx="44421" cy="8310"/>
              </a:xfrm>
              <a:custGeom>
                <a:rect b="b" l="l" r="r" t="t"/>
                <a:pathLst>
                  <a:path extrusionOk="0" h="298" w="1593">
                    <a:moveTo>
                      <a:pt x="38" y="0"/>
                    </a:moveTo>
                    <a:cubicBezTo>
                      <a:pt x="17" y="0"/>
                      <a:pt x="1" y="60"/>
                      <a:pt x="23" y="83"/>
                    </a:cubicBezTo>
                    <a:cubicBezTo>
                      <a:pt x="151" y="134"/>
                      <a:pt x="254" y="186"/>
                      <a:pt x="383" y="237"/>
                    </a:cubicBezTo>
                    <a:cubicBezTo>
                      <a:pt x="512" y="263"/>
                      <a:pt x="640" y="289"/>
                      <a:pt x="769" y="289"/>
                    </a:cubicBezTo>
                    <a:cubicBezTo>
                      <a:pt x="821" y="294"/>
                      <a:pt x="877" y="297"/>
                      <a:pt x="935" y="297"/>
                    </a:cubicBezTo>
                    <a:cubicBezTo>
                      <a:pt x="1134" y="297"/>
                      <a:pt x="1356" y="260"/>
                      <a:pt x="1516" y="160"/>
                    </a:cubicBezTo>
                    <a:cubicBezTo>
                      <a:pt x="1593" y="134"/>
                      <a:pt x="1541" y="57"/>
                      <a:pt x="1490" y="57"/>
                    </a:cubicBezTo>
                    <a:cubicBezTo>
                      <a:pt x="1361" y="83"/>
                      <a:pt x="1258" y="108"/>
                      <a:pt x="1129" y="134"/>
                    </a:cubicBezTo>
                    <a:cubicBezTo>
                      <a:pt x="1044" y="134"/>
                      <a:pt x="969" y="146"/>
                      <a:pt x="891" y="146"/>
                    </a:cubicBezTo>
                    <a:cubicBezTo>
                      <a:pt x="852" y="146"/>
                      <a:pt x="812" y="143"/>
                      <a:pt x="769" y="134"/>
                    </a:cubicBezTo>
                    <a:cubicBezTo>
                      <a:pt x="538" y="134"/>
                      <a:pt x="280" y="108"/>
                      <a:pt x="48" y="5"/>
                    </a:cubicBezTo>
                    <a:cubicBezTo>
                      <a:pt x="45" y="2"/>
                      <a:pt x="41" y="0"/>
                      <a:pt x="38" y="0"/>
                    </a:cubicBezTo>
                    <a:close/>
                  </a:path>
                </a:pathLst>
              </a:custGeom>
              <a:solidFill>
                <a:srgbClr val="C4634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2" name="Google Shape;1932;p56"/>
              <p:cNvSpPr/>
              <p:nvPr/>
            </p:nvSpPr>
            <p:spPr>
              <a:xfrm>
                <a:off x="2376055" y="2637847"/>
                <a:ext cx="13078" cy="49189"/>
              </a:xfrm>
              <a:custGeom>
                <a:rect b="b" l="l" r="r" t="t"/>
                <a:pathLst>
                  <a:path extrusionOk="0" h="1764" w="469">
                    <a:moveTo>
                      <a:pt x="162" y="1"/>
                    </a:moveTo>
                    <a:cubicBezTo>
                      <a:pt x="81" y="1"/>
                      <a:pt x="0" y="72"/>
                      <a:pt x="31" y="181"/>
                    </a:cubicBezTo>
                    <a:cubicBezTo>
                      <a:pt x="109" y="670"/>
                      <a:pt x="186" y="1159"/>
                      <a:pt x="237" y="1648"/>
                    </a:cubicBezTo>
                    <a:cubicBezTo>
                      <a:pt x="250" y="1725"/>
                      <a:pt x="308" y="1764"/>
                      <a:pt x="363" y="1764"/>
                    </a:cubicBezTo>
                    <a:cubicBezTo>
                      <a:pt x="417" y="1764"/>
                      <a:pt x="469" y="1725"/>
                      <a:pt x="469" y="1648"/>
                    </a:cubicBezTo>
                    <a:cubicBezTo>
                      <a:pt x="469" y="1390"/>
                      <a:pt x="469" y="1133"/>
                      <a:pt x="443" y="876"/>
                    </a:cubicBezTo>
                    <a:cubicBezTo>
                      <a:pt x="417" y="618"/>
                      <a:pt x="366" y="361"/>
                      <a:pt x="289" y="103"/>
                    </a:cubicBezTo>
                    <a:cubicBezTo>
                      <a:pt x="268" y="32"/>
                      <a:pt x="215" y="1"/>
                      <a:pt x="162" y="1"/>
                    </a:cubicBezTo>
                    <a:close/>
                  </a:path>
                </a:pathLst>
              </a:custGeom>
              <a:solidFill>
                <a:srgbClr val="16111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3" name="Google Shape;1933;p56"/>
              <p:cNvSpPr/>
              <p:nvPr/>
            </p:nvSpPr>
            <p:spPr>
              <a:xfrm>
                <a:off x="1920873" y="2552438"/>
                <a:ext cx="109421" cy="98936"/>
              </a:xfrm>
              <a:custGeom>
                <a:rect b="b" l="l" r="r" t="t"/>
                <a:pathLst>
                  <a:path extrusionOk="0" h="3548" w="3924">
                    <a:moveTo>
                      <a:pt x="3872" y="1"/>
                    </a:moveTo>
                    <a:cubicBezTo>
                      <a:pt x="3718" y="155"/>
                      <a:pt x="3538" y="284"/>
                      <a:pt x="3383" y="438"/>
                    </a:cubicBezTo>
                    <a:cubicBezTo>
                      <a:pt x="3229" y="567"/>
                      <a:pt x="3074" y="696"/>
                      <a:pt x="2920" y="824"/>
                    </a:cubicBezTo>
                    <a:cubicBezTo>
                      <a:pt x="2611" y="1107"/>
                      <a:pt x="2302" y="1391"/>
                      <a:pt x="1967" y="1699"/>
                    </a:cubicBezTo>
                    <a:cubicBezTo>
                      <a:pt x="1350" y="2240"/>
                      <a:pt x="655" y="2755"/>
                      <a:pt x="63" y="3347"/>
                    </a:cubicBezTo>
                    <a:cubicBezTo>
                      <a:pt x="0" y="3430"/>
                      <a:pt x="56" y="3548"/>
                      <a:pt x="148" y="3548"/>
                    </a:cubicBezTo>
                    <a:cubicBezTo>
                      <a:pt x="170" y="3548"/>
                      <a:pt x="193" y="3541"/>
                      <a:pt x="217" y="3527"/>
                    </a:cubicBezTo>
                    <a:lnTo>
                      <a:pt x="191" y="3527"/>
                    </a:lnTo>
                    <a:cubicBezTo>
                      <a:pt x="294" y="3475"/>
                      <a:pt x="372" y="3398"/>
                      <a:pt x="449" y="3347"/>
                    </a:cubicBezTo>
                    <a:cubicBezTo>
                      <a:pt x="1067" y="2652"/>
                      <a:pt x="1762" y="2060"/>
                      <a:pt x="2456" y="1468"/>
                    </a:cubicBezTo>
                    <a:cubicBezTo>
                      <a:pt x="2714" y="1236"/>
                      <a:pt x="3023" y="1056"/>
                      <a:pt x="3280" y="850"/>
                    </a:cubicBezTo>
                    <a:lnTo>
                      <a:pt x="3512" y="618"/>
                    </a:lnTo>
                    <a:cubicBezTo>
                      <a:pt x="3640" y="490"/>
                      <a:pt x="3769" y="335"/>
                      <a:pt x="3898" y="207"/>
                    </a:cubicBezTo>
                    <a:cubicBezTo>
                      <a:pt x="3924" y="129"/>
                      <a:pt x="3924" y="78"/>
                      <a:pt x="3898" y="1"/>
                    </a:cubicBezTo>
                    <a:close/>
                  </a:path>
                </a:pathLst>
              </a:custGeom>
              <a:solidFill>
                <a:srgbClr val="16111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4" name="Google Shape;1934;p56"/>
              <p:cNvSpPr/>
              <p:nvPr/>
            </p:nvSpPr>
            <p:spPr>
              <a:xfrm>
                <a:off x="2214717" y="2518782"/>
                <a:ext cx="419167" cy="332584"/>
              </a:xfrm>
              <a:custGeom>
                <a:rect b="b" l="l" r="r" t="t"/>
                <a:pathLst>
                  <a:path extrusionOk="0" h="11927" w="15032">
                    <a:moveTo>
                      <a:pt x="831" y="1"/>
                    </a:moveTo>
                    <a:cubicBezTo>
                      <a:pt x="732" y="1"/>
                      <a:pt x="634" y="15"/>
                      <a:pt x="541" y="49"/>
                    </a:cubicBezTo>
                    <a:cubicBezTo>
                      <a:pt x="0" y="307"/>
                      <a:pt x="155" y="1105"/>
                      <a:pt x="438" y="1645"/>
                    </a:cubicBezTo>
                    <a:cubicBezTo>
                      <a:pt x="1725" y="4116"/>
                      <a:pt x="3681" y="6227"/>
                      <a:pt x="5637" y="8209"/>
                    </a:cubicBezTo>
                    <a:cubicBezTo>
                      <a:pt x="6718" y="9315"/>
                      <a:pt x="7876" y="10371"/>
                      <a:pt x="9241" y="11091"/>
                    </a:cubicBezTo>
                    <a:cubicBezTo>
                      <a:pt x="9943" y="11474"/>
                      <a:pt x="11189" y="11927"/>
                      <a:pt x="12281" y="11927"/>
                    </a:cubicBezTo>
                    <a:cubicBezTo>
                      <a:pt x="12949" y="11927"/>
                      <a:pt x="13560" y="11757"/>
                      <a:pt x="13951" y="11297"/>
                    </a:cubicBezTo>
                    <a:cubicBezTo>
                      <a:pt x="14208" y="11014"/>
                      <a:pt x="14337" y="10628"/>
                      <a:pt x="14414" y="10268"/>
                    </a:cubicBezTo>
                    <a:cubicBezTo>
                      <a:pt x="15032" y="7514"/>
                      <a:pt x="13976" y="6098"/>
                      <a:pt x="11686" y="4657"/>
                    </a:cubicBezTo>
                    <a:cubicBezTo>
                      <a:pt x="9215" y="3112"/>
                      <a:pt x="6512" y="2006"/>
                      <a:pt x="3835" y="925"/>
                    </a:cubicBezTo>
                    <a:cubicBezTo>
                      <a:pt x="2960" y="564"/>
                      <a:pt x="2085" y="204"/>
                      <a:pt x="1184" y="49"/>
                    </a:cubicBezTo>
                    <a:cubicBezTo>
                      <a:pt x="1071" y="21"/>
                      <a:pt x="951" y="1"/>
                      <a:pt x="831" y="1"/>
                    </a:cubicBezTo>
                    <a:close/>
                  </a:path>
                </a:pathLst>
              </a:custGeom>
              <a:solidFill>
                <a:srgbClr val="F2A88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5" name="Google Shape;1935;p56"/>
              <p:cNvSpPr/>
              <p:nvPr/>
            </p:nvSpPr>
            <p:spPr>
              <a:xfrm>
                <a:off x="2043173" y="2446227"/>
                <a:ext cx="315826" cy="210309"/>
              </a:xfrm>
              <a:custGeom>
                <a:rect b="b" l="l" r="r" t="t"/>
                <a:pathLst>
                  <a:path extrusionOk="0" h="7542" w="11326">
                    <a:moveTo>
                      <a:pt x="1" y="0"/>
                    </a:moveTo>
                    <a:lnTo>
                      <a:pt x="1" y="7542"/>
                    </a:lnTo>
                    <a:lnTo>
                      <a:pt x="11326" y="7542"/>
                    </a:lnTo>
                    <a:lnTo>
                      <a:pt x="1132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6" name="Google Shape;1936;p56"/>
              <p:cNvSpPr/>
              <p:nvPr/>
            </p:nvSpPr>
            <p:spPr>
              <a:xfrm>
                <a:off x="1654188" y="2556649"/>
                <a:ext cx="629476" cy="270485"/>
              </a:xfrm>
              <a:custGeom>
                <a:rect b="b" l="l" r="r" t="t"/>
                <a:pathLst>
                  <a:path extrusionOk="0" h="9700" w="22574">
                    <a:moveTo>
                      <a:pt x="17657" y="0"/>
                    </a:moveTo>
                    <a:cubicBezTo>
                      <a:pt x="17486" y="0"/>
                      <a:pt x="17111" y="421"/>
                      <a:pt x="17014" y="519"/>
                    </a:cubicBezTo>
                    <a:cubicBezTo>
                      <a:pt x="16550" y="982"/>
                      <a:pt x="16242" y="1626"/>
                      <a:pt x="15650" y="1986"/>
                    </a:cubicBezTo>
                    <a:cubicBezTo>
                      <a:pt x="15212" y="2269"/>
                      <a:pt x="14672" y="2295"/>
                      <a:pt x="14183" y="2346"/>
                    </a:cubicBezTo>
                    <a:cubicBezTo>
                      <a:pt x="13333" y="2475"/>
                      <a:pt x="12561" y="2707"/>
                      <a:pt x="11712" y="2784"/>
                    </a:cubicBezTo>
                    <a:cubicBezTo>
                      <a:pt x="10708" y="2913"/>
                      <a:pt x="9704" y="3015"/>
                      <a:pt x="8700" y="3118"/>
                    </a:cubicBezTo>
                    <a:cubicBezTo>
                      <a:pt x="6590" y="3350"/>
                      <a:pt x="4350" y="3350"/>
                      <a:pt x="2317" y="4019"/>
                    </a:cubicBezTo>
                    <a:cubicBezTo>
                      <a:pt x="1" y="4791"/>
                      <a:pt x="1854" y="7854"/>
                      <a:pt x="3115" y="8781"/>
                    </a:cubicBezTo>
                    <a:cubicBezTo>
                      <a:pt x="4019" y="9438"/>
                      <a:pt x="5020" y="9699"/>
                      <a:pt x="6047" y="9699"/>
                    </a:cubicBezTo>
                    <a:cubicBezTo>
                      <a:pt x="8239" y="9699"/>
                      <a:pt x="10551" y="8511"/>
                      <a:pt x="12304" y="7442"/>
                    </a:cubicBezTo>
                    <a:cubicBezTo>
                      <a:pt x="12999" y="7031"/>
                      <a:pt x="13693" y="6593"/>
                      <a:pt x="14388" y="6181"/>
                    </a:cubicBezTo>
                    <a:cubicBezTo>
                      <a:pt x="15161" y="5718"/>
                      <a:pt x="15907" y="5229"/>
                      <a:pt x="16756" y="4869"/>
                    </a:cubicBezTo>
                    <a:cubicBezTo>
                      <a:pt x="18455" y="4148"/>
                      <a:pt x="20231" y="3968"/>
                      <a:pt x="21621" y="2681"/>
                    </a:cubicBezTo>
                    <a:cubicBezTo>
                      <a:pt x="22110" y="2243"/>
                      <a:pt x="22573" y="1574"/>
                      <a:pt x="22367" y="931"/>
                    </a:cubicBezTo>
                    <a:cubicBezTo>
                      <a:pt x="22187" y="416"/>
                      <a:pt x="21595" y="107"/>
                      <a:pt x="21029" y="107"/>
                    </a:cubicBezTo>
                    <a:cubicBezTo>
                      <a:pt x="20488" y="107"/>
                      <a:pt x="19948" y="339"/>
                      <a:pt x="19459" y="570"/>
                    </a:cubicBezTo>
                    <a:cubicBezTo>
                      <a:pt x="19047" y="750"/>
                      <a:pt x="18661" y="905"/>
                      <a:pt x="18275" y="1085"/>
                    </a:cubicBezTo>
                    <a:cubicBezTo>
                      <a:pt x="18171" y="1137"/>
                      <a:pt x="17820" y="1365"/>
                      <a:pt x="17611" y="1365"/>
                    </a:cubicBezTo>
                    <a:cubicBezTo>
                      <a:pt x="17511" y="1365"/>
                      <a:pt x="17443" y="1313"/>
                      <a:pt x="17451" y="1162"/>
                    </a:cubicBezTo>
                    <a:cubicBezTo>
                      <a:pt x="17477" y="1034"/>
                      <a:pt x="17554" y="931"/>
                      <a:pt x="17631" y="828"/>
                    </a:cubicBezTo>
                    <a:cubicBezTo>
                      <a:pt x="17709" y="673"/>
                      <a:pt x="17966" y="81"/>
                      <a:pt x="17683" y="4"/>
                    </a:cubicBezTo>
                    <a:cubicBezTo>
                      <a:pt x="17675" y="1"/>
                      <a:pt x="17666" y="0"/>
                      <a:pt x="17657" y="0"/>
                    </a:cubicBezTo>
                    <a:close/>
                  </a:path>
                </a:pathLst>
              </a:custGeom>
              <a:solidFill>
                <a:srgbClr val="F2A88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7" name="Google Shape;1937;p56"/>
              <p:cNvSpPr/>
              <p:nvPr/>
            </p:nvSpPr>
            <p:spPr>
              <a:xfrm>
                <a:off x="2175958" y="3141659"/>
                <a:ext cx="11517" cy="162068"/>
              </a:xfrm>
              <a:custGeom>
                <a:rect b="b" l="l" r="r" t="t"/>
                <a:pathLst>
                  <a:path extrusionOk="0" h="5812" w="413">
                    <a:moveTo>
                      <a:pt x="245" y="1"/>
                    </a:moveTo>
                    <a:cubicBezTo>
                      <a:pt x="200" y="1"/>
                      <a:pt x="155" y="27"/>
                      <a:pt x="155" y="78"/>
                    </a:cubicBezTo>
                    <a:cubicBezTo>
                      <a:pt x="103" y="516"/>
                      <a:pt x="103" y="979"/>
                      <a:pt x="103" y="1417"/>
                    </a:cubicBezTo>
                    <a:cubicBezTo>
                      <a:pt x="103" y="1906"/>
                      <a:pt x="103" y="2395"/>
                      <a:pt x="78" y="2858"/>
                    </a:cubicBezTo>
                    <a:cubicBezTo>
                      <a:pt x="78" y="3810"/>
                      <a:pt x="1" y="4763"/>
                      <a:pt x="1" y="5715"/>
                    </a:cubicBezTo>
                    <a:cubicBezTo>
                      <a:pt x="1" y="5779"/>
                      <a:pt x="39" y="5811"/>
                      <a:pt x="81" y="5811"/>
                    </a:cubicBezTo>
                    <a:cubicBezTo>
                      <a:pt x="123" y="5811"/>
                      <a:pt x="168" y="5779"/>
                      <a:pt x="181" y="5715"/>
                    </a:cubicBezTo>
                    <a:cubicBezTo>
                      <a:pt x="284" y="4788"/>
                      <a:pt x="309" y="3810"/>
                      <a:pt x="335" y="2858"/>
                    </a:cubicBezTo>
                    <a:cubicBezTo>
                      <a:pt x="361" y="2395"/>
                      <a:pt x="361" y="1931"/>
                      <a:pt x="387" y="1468"/>
                    </a:cubicBezTo>
                    <a:cubicBezTo>
                      <a:pt x="387" y="1005"/>
                      <a:pt x="412" y="541"/>
                      <a:pt x="335" y="78"/>
                    </a:cubicBezTo>
                    <a:cubicBezTo>
                      <a:pt x="335" y="27"/>
                      <a:pt x="290" y="1"/>
                      <a:pt x="245" y="1"/>
                    </a:cubicBezTo>
                    <a:close/>
                  </a:path>
                </a:pathLst>
              </a:custGeom>
              <a:solidFill>
                <a:srgbClr val="16111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8" name="Google Shape;1938;p56"/>
              <p:cNvSpPr/>
              <p:nvPr/>
            </p:nvSpPr>
            <p:spPr>
              <a:xfrm>
                <a:off x="2569264" y="4502267"/>
                <a:ext cx="28526" cy="40433"/>
              </a:xfrm>
              <a:custGeom>
                <a:rect b="b" l="l" r="r" t="t"/>
                <a:pathLst>
                  <a:path extrusionOk="0" h="1450" w="1023">
                    <a:moveTo>
                      <a:pt x="906" y="1"/>
                    </a:moveTo>
                    <a:cubicBezTo>
                      <a:pt x="896" y="1"/>
                      <a:pt x="886" y="3"/>
                      <a:pt x="875" y="6"/>
                    </a:cubicBezTo>
                    <a:cubicBezTo>
                      <a:pt x="644" y="135"/>
                      <a:pt x="464" y="315"/>
                      <a:pt x="309" y="521"/>
                    </a:cubicBezTo>
                    <a:cubicBezTo>
                      <a:pt x="258" y="624"/>
                      <a:pt x="206" y="727"/>
                      <a:pt x="155" y="855"/>
                    </a:cubicBezTo>
                    <a:cubicBezTo>
                      <a:pt x="77" y="984"/>
                      <a:pt x="0" y="1164"/>
                      <a:pt x="26" y="1293"/>
                    </a:cubicBezTo>
                    <a:cubicBezTo>
                      <a:pt x="59" y="1393"/>
                      <a:pt x="157" y="1449"/>
                      <a:pt x="243" y="1449"/>
                    </a:cubicBezTo>
                    <a:cubicBezTo>
                      <a:pt x="290" y="1449"/>
                      <a:pt x="333" y="1432"/>
                      <a:pt x="361" y="1396"/>
                    </a:cubicBezTo>
                    <a:cubicBezTo>
                      <a:pt x="464" y="1293"/>
                      <a:pt x="489" y="1139"/>
                      <a:pt x="515" y="1010"/>
                    </a:cubicBezTo>
                    <a:cubicBezTo>
                      <a:pt x="541" y="984"/>
                      <a:pt x="541" y="958"/>
                      <a:pt x="541" y="933"/>
                    </a:cubicBezTo>
                    <a:cubicBezTo>
                      <a:pt x="567" y="933"/>
                      <a:pt x="567" y="907"/>
                      <a:pt x="567" y="907"/>
                    </a:cubicBezTo>
                    <a:lnTo>
                      <a:pt x="567" y="881"/>
                    </a:lnTo>
                    <a:cubicBezTo>
                      <a:pt x="592" y="830"/>
                      <a:pt x="618" y="778"/>
                      <a:pt x="644" y="727"/>
                    </a:cubicBezTo>
                    <a:cubicBezTo>
                      <a:pt x="747" y="521"/>
                      <a:pt x="850" y="315"/>
                      <a:pt x="978" y="135"/>
                    </a:cubicBezTo>
                    <a:cubicBezTo>
                      <a:pt x="1023" y="68"/>
                      <a:pt x="971" y="1"/>
                      <a:pt x="90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9" name="Google Shape;1939;p56"/>
              <p:cNvSpPr/>
              <p:nvPr/>
            </p:nvSpPr>
            <p:spPr>
              <a:xfrm>
                <a:off x="1854787" y="4520531"/>
                <a:ext cx="16173" cy="47544"/>
              </a:xfrm>
              <a:custGeom>
                <a:rect b="b" l="l" r="r" t="t"/>
                <a:pathLst>
                  <a:path extrusionOk="0" h="1705" w="580">
                    <a:moveTo>
                      <a:pt x="97" y="1"/>
                    </a:moveTo>
                    <a:cubicBezTo>
                      <a:pt x="46" y="1"/>
                      <a:pt x="0" y="33"/>
                      <a:pt x="13" y="97"/>
                    </a:cubicBezTo>
                    <a:cubicBezTo>
                      <a:pt x="13" y="226"/>
                      <a:pt x="13" y="355"/>
                      <a:pt x="13" y="484"/>
                    </a:cubicBezTo>
                    <a:cubicBezTo>
                      <a:pt x="39" y="612"/>
                      <a:pt x="39" y="741"/>
                      <a:pt x="65" y="870"/>
                    </a:cubicBezTo>
                    <a:cubicBezTo>
                      <a:pt x="65" y="1024"/>
                      <a:pt x="91" y="1153"/>
                      <a:pt x="116" y="1281"/>
                    </a:cubicBezTo>
                    <a:cubicBezTo>
                      <a:pt x="142" y="1410"/>
                      <a:pt x="168" y="1565"/>
                      <a:pt x="271" y="1668"/>
                    </a:cubicBezTo>
                    <a:cubicBezTo>
                      <a:pt x="296" y="1693"/>
                      <a:pt x="331" y="1705"/>
                      <a:pt x="366" y="1705"/>
                    </a:cubicBezTo>
                    <a:cubicBezTo>
                      <a:pt x="437" y="1705"/>
                      <a:pt x="511" y="1659"/>
                      <a:pt x="528" y="1590"/>
                    </a:cubicBezTo>
                    <a:cubicBezTo>
                      <a:pt x="580" y="1436"/>
                      <a:pt x="502" y="1307"/>
                      <a:pt x="477" y="1178"/>
                    </a:cubicBezTo>
                    <a:cubicBezTo>
                      <a:pt x="425" y="1050"/>
                      <a:pt x="399" y="947"/>
                      <a:pt x="374" y="818"/>
                    </a:cubicBezTo>
                    <a:cubicBezTo>
                      <a:pt x="348" y="715"/>
                      <a:pt x="322" y="586"/>
                      <a:pt x="296" y="484"/>
                    </a:cubicBezTo>
                    <a:cubicBezTo>
                      <a:pt x="245" y="355"/>
                      <a:pt x="219" y="226"/>
                      <a:pt x="219" y="97"/>
                    </a:cubicBezTo>
                    <a:cubicBezTo>
                      <a:pt x="206" y="33"/>
                      <a:pt x="148" y="1"/>
                      <a:pt x="9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0" name="Google Shape;1940;p56"/>
              <p:cNvSpPr/>
              <p:nvPr/>
            </p:nvSpPr>
            <p:spPr>
              <a:xfrm>
                <a:off x="1729559" y="2755072"/>
                <a:ext cx="25598" cy="20691"/>
              </a:xfrm>
              <a:custGeom>
                <a:rect b="b" l="l" r="r" t="t"/>
                <a:pathLst>
                  <a:path extrusionOk="0" h="742" w="918">
                    <a:moveTo>
                      <a:pt x="93" y="1"/>
                    </a:moveTo>
                    <a:cubicBezTo>
                      <a:pt x="77" y="1"/>
                      <a:pt x="62" y="7"/>
                      <a:pt x="52" y="18"/>
                    </a:cubicBezTo>
                    <a:cubicBezTo>
                      <a:pt x="26" y="43"/>
                      <a:pt x="0" y="69"/>
                      <a:pt x="26" y="121"/>
                    </a:cubicBezTo>
                    <a:cubicBezTo>
                      <a:pt x="103" y="275"/>
                      <a:pt x="206" y="404"/>
                      <a:pt x="335" y="507"/>
                    </a:cubicBezTo>
                    <a:cubicBezTo>
                      <a:pt x="463" y="635"/>
                      <a:pt x="618" y="713"/>
                      <a:pt x="798" y="738"/>
                    </a:cubicBezTo>
                    <a:cubicBezTo>
                      <a:pt x="807" y="741"/>
                      <a:pt x="816" y="742"/>
                      <a:pt x="824" y="742"/>
                    </a:cubicBezTo>
                    <a:cubicBezTo>
                      <a:pt x="905" y="742"/>
                      <a:pt x="917" y="633"/>
                      <a:pt x="824" y="610"/>
                    </a:cubicBezTo>
                    <a:cubicBezTo>
                      <a:pt x="772" y="584"/>
                      <a:pt x="695" y="532"/>
                      <a:pt x="618" y="507"/>
                    </a:cubicBezTo>
                    <a:cubicBezTo>
                      <a:pt x="566" y="481"/>
                      <a:pt x="489" y="429"/>
                      <a:pt x="438" y="378"/>
                    </a:cubicBezTo>
                    <a:cubicBezTo>
                      <a:pt x="309" y="301"/>
                      <a:pt x="232" y="172"/>
                      <a:pt x="155" y="43"/>
                    </a:cubicBezTo>
                    <a:cubicBezTo>
                      <a:pt x="139" y="13"/>
                      <a:pt x="116" y="1"/>
                      <a:pt x="93" y="1"/>
                    </a:cubicBezTo>
                    <a:close/>
                  </a:path>
                </a:pathLst>
              </a:custGeom>
              <a:solidFill>
                <a:srgbClr val="C4634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1" name="Google Shape;1941;p56"/>
              <p:cNvSpPr/>
              <p:nvPr/>
            </p:nvSpPr>
            <p:spPr>
              <a:xfrm>
                <a:off x="2582175" y="2796006"/>
                <a:ext cx="21555" cy="27327"/>
              </a:xfrm>
              <a:custGeom>
                <a:rect b="b" l="l" r="r" t="t"/>
                <a:pathLst>
                  <a:path extrusionOk="0" h="980" w="773">
                    <a:moveTo>
                      <a:pt x="689" y="0"/>
                    </a:moveTo>
                    <a:cubicBezTo>
                      <a:pt x="655" y="0"/>
                      <a:pt x="618" y="27"/>
                      <a:pt x="618" y="68"/>
                    </a:cubicBezTo>
                    <a:lnTo>
                      <a:pt x="593" y="68"/>
                    </a:lnTo>
                    <a:cubicBezTo>
                      <a:pt x="593" y="145"/>
                      <a:pt x="567" y="223"/>
                      <a:pt x="541" y="300"/>
                    </a:cubicBezTo>
                    <a:cubicBezTo>
                      <a:pt x="515" y="326"/>
                      <a:pt x="515" y="377"/>
                      <a:pt x="490" y="403"/>
                    </a:cubicBezTo>
                    <a:cubicBezTo>
                      <a:pt x="464" y="429"/>
                      <a:pt x="464" y="454"/>
                      <a:pt x="464" y="454"/>
                    </a:cubicBezTo>
                    <a:cubicBezTo>
                      <a:pt x="438" y="480"/>
                      <a:pt x="438" y="480"/>
                      <a:pt x="438" y="480"/>
                    </a:cubicBezTo>
                    <a:cubicBezTo>
                      <a:pt x="438" y="506"/>
                      <a:pt x="438" y="506"/>
                      <a:pt x="438" y="506"/>
                    </a:cubicBezTo>
                    <a:cubicBezTo>
                      <a:pt x="412" y="531"/>
                      <a:pt x="387" y="557"/>
                      <a:pt x="335" y="583"/>
                    </a:cubicBezTo>
                    <a:cubicBezTo>
                      <a:pt x="335" y="609"/>
                      <a:pt x="309" y="609"/>
                      <a:pt x="309" y="634"/>
                    </a:cubicBezTo>
                    <a:cubicBezTo>
                      <a:pt x="284" y="634"/>
                      <a:pt x="284" y="634"/>
                      <a:pt x="284" y="660"/>
                    </a:cubicBezTo>
                    <a:lnTo>
                      <a:pt x="258" y="660"/>
                    </a:lnTo>
                    <a:cubicBezTo>
                      <a:pt x="206" y="686"/>
                      <a:pt x="206" y="712"/>
                      <a:pt x="155" y="737"/>
                    </a:cubicBezTo>
                    <a:cubicBezTo>
                      <a:pt x="129" y="763"/>
                      <a:pt x="78" y="789"/>
                      <a:pt x="52" y="789"/>
                    </a:cubicBezTo>
                    <a:cubicBezTo>
                      <a:pt x="1" y="815"/>
                      <a:pt x="1" y="866"/>
                      <a:pt x="1" y="918"/>
                    </a:cubicBezTo>
                    <a:cubicBezTo>
                      <a:pt x="19" y="955"/>
                      <a:pt x="52" y="979"/>
                      <a:pt x="88" y="979"/>
                    </a:cubicBezTo>
                    <a:cubicBezTo>
                      <a:pt x="102" y="979"/>
                      <a:pt x="115" y="976"/>
                      <a:pt x="129" y="969"/>
                    </a:cubicBezTo>
                    <a:cubicBezTo>
                      <a:pt x="335" y="943"/>
                      <a:pt x="490" y="789"/>
                      <a:pt x="593" y="634"/>
                    </a:cubicBezTo>
                    <a:cubicBezTo>
                      <a:pt x="721" y="454"/>
                      <a:pt x="773" y="274"/>
                      <a:pt x="747" y="68"/>
                    </a:cubicBezTo>
                    <a:cubicBezTo>
                      <a:pt x="747" y="20"/>
                      <a:pt x="719" y="0"/>
                      <a:pt x="689" y="0"/>
                    </a:cubicBezTo>
                    <a:close/>
                  </a:path>
                </a:pathLst>
              </a:custGeom>
              <a:solidFill>
                <a:srgbClr val="C4634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42" name="Google Shape;1942;p56"/>
            <p:cNvGrpSpPr/>
            <p:nvPr/>
          </p:nvGrpSpPr>
          <p:grpSpPr>
            <a:xfrm>
              <a:off x="3056830" y="3307838"/>
              <a:ext cx="785418" cy="1317853"/>
              <a:chOff x="3414125" y="3600088"/>
              <a:chExt cx="475550" cy="797925"/>
            </a:xfrm>
          </p:grpSpPr>
          <p:sp>
            <p:nvSpPr>
              <p:cNvPr id="1943" name="Google Shape;1943;p56"/>
              <p:cNvSpPr/>
              <p:nvPr/>
            </p:nvSpPr>
            <p:spPr>
              <a:xfrm>
                <a:off x="3623900" y="3600088"/>
                <a:ext cx="265775" cy="368525"/>
              </a:xfrm>
              <a:custGeom>
                <a:rect b="b" l="l" r="r" t="t"/>
                <a:pathLst>
                  <a:path extrusionOk="0" h="14741" w="10631">
                    <a:moveTo>
                      <a:pt x="10347" y="1"/>
                    </a:moveTo>
                    <a:lnTo>
                      <a:pt x="10347" y="1"/>
                    </a:lnTo>
                    <a:cubicBezTo>
                      <a:pt x="8855" y="1545"/>
                      <a:pt x="7053" y="2703"/>
                      <a:pt x="5328" y="4016"/>
                    </a:cubicBezTo>
                    <a:cubicBezTo>
                      <a:pt x="3295" y="5534"/>
                      <a:pt x="1262" y="7465"/>
                      <a:pt x="309" y="9884"/>
                    </a:cubicBezTo>
                    <a:cubicBezTo>
                      <a:pt x="1" y="10631"/>
                      <a:pt x="1" y="11403"/>
                      <a:pt x="232" y="12098"/>
                    </a:cubicBezTo>
                    <a:cubicBezTo>
                      <a:pt x="541" y="13076"/>
                      <a:pt x="1287" y="13925"/>
                      <a:pt x="2291" y="14388"/>
                    </a:cubicBezTo>
                    <a:cubicBezTo>
                      <a:pt x="2824" y="14632"/>
                      <a:pt x="3331" y="14741"/>
                      <a:pt x="3809" y="14741"/>
                    </a:cubicBezTo>
                    <a:cubicBezTo>
                      <a:pt x="5457" y="14741"/>
                      <a:pt x="6767" y="13448"/>
                      <a:pt x="7645" y="11892"/>
                    </a:cubicBezTo>
                    <a:cubicBezTo>
                      <a:pt x="9678" y="8314"/>
                      <a:pt x="10631" y="4119"/>
                      <a:pt x="1034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4" name="Google Shape;1944;p56"/>
              <p:cNvSpPr/>
              <p:nvPr/>
            </p:nvSpPr>
            <p:spPr>
              <a:xfrm>
                <a:off x="3414125" y="3757738"/>
                <a:ext cx="213025" cy="267525"/>
              </a:xfrm>
              <a:custGeom>
                <a:rect b="b" l="l" r="r" t="t"/>
                <a:pathLst>
                  <a:path extrusionOk="0" h="10701" w="8521">
                    <a:moveTo>
                      <a:pt x="1" y="0"/>
                    </a:moveTo>
                    <a:lnTo>
                      <a:pt x="1159" y="3990"/>
                    </a:lnTo>
                    <a:cubicBezTo>
                      <a:pt x="1571" y="5406"/>
                      <a:pt x="1983" y="6873"/>
                      <a:pt x="2678" y="8185"/>
                    </a:cubicBezTo>
                    <a:cubicBezTo>
                      <a:pt x="3273" y="9336"/>
                      <a:pt x="4341" y="10700"/>
                      <a:pt x="5637" y="10700"/>
                    </a:cubicBezTo>
                    <a:cubicBezTo>
                      <a:pt x="6022" y="10700"/>
                      <a:pt x="6428" y="10579"/>
                      <a:pt x="6847" y="10296"/>
                    </a:cubicBezTo>
                    <a:cubicBezTo>
                      <a:pt x="8057" y="9472"/>
                      <a:pt x="8520" y="7696"/>
                      <a:pt x="7851" y="6409"/>
                    </a:cubicBezTo>
                    <a:cubicBezTo>
                      <a:pt x="7439" y="5637"/>
                      <a:pt x="6744" y="5071"/>
                      <a:pt x="6075" y="4530"/>
                    </a:cubicBezTo>
                    <a:cubicBezTo>
                      <a:pt x="4968" y="3655"/>
                      <a:pt x="3836" y="2754"/>
                      <a:pt x="2729" y="1879"/>
                    </a:cubicBezTo>
                    <a:cubicBezTo>
                      <a:pt x="1854" y="1184"/>
                      <a:pt x="979" y="515"/>
                      <a:pt x="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5" name="Google Shape;1945;p56"/>
              <p:cNvSpPr/>
              <p:nvPr/>
            </p:nvSpPr>
            <p:spPr>
              <a:xfrm>
                <a:off x="3604600" y="3743688"/>
                <a:ext cx="200600" cy="535600"/>
              </a:xfrm>
              <a:custGeom>
                <a:rect b="b" l="l" r="r" t="t"/>
                <a:pathLst>
                  <a:path extrusionOk="0" h="21424" w="8024">
                    <a:moveTo>
                      <a:pt x="7960" y="1"/>
                    </a:moveTo>
                    <a:cubicBezTo>
                      <a:pt x="7947" y="1"/>
                      <a:pt x="7935" y="7"/>
                      <a:pt x="7928" y="22"/>
                    </a:cubicBezTo>
                    <a:lnTo>
                      <a:pt x="7928" y="48"/>
                    </a:lnTo>
                    <a:cubicBezTo>
                      <a:pt x="6281" y="2493"/>
                      <a:pt x="4659" y="4938"/>
                      <a:pt x="3321" y="7563"/>
                    </a:cubicBezTo>
                    <a:cubicBezTo>
                      <a:pt x="2651" y="8850"/>
                      <a:pt x="2059" y="10189"/>
                      <a:pt x="1596" y="11579"/>
                    </a:cubicBezTo>
                    <a:cubicBezTo>
                      <a:pt x="1107" y="13020"/>
                      <a:pt x="773" y="14513"/>
                      <a:pt x="541" y="16031"/>
                    </a:cubicBezTo>
                    <a:cubicBezTo>
                      <a:pt x="284" y="17781"/>
                      <a:pt x="155" y="19557"/>
                      <a:pt x="0" y="21308"/>
                    </a:cubicBezTo>
                    <a:cubicBezTo>
                      <a:pt x="0" y="21385"/>
                      <a:pt x="65" y="21423"/>
                      <a:pt x="132" y="21423"/>
                    </a:cubicBezTo>
                    <a:cubicBezTo>
                      <a:pt x="200" y="21423"/>
                      <a:pt x="271" y="21385"/>
                      <a:pt x="284" y="21308"/>
                    </a:cubicBezTo>
                    <a:cubicBezTo>
                      <a:pt x="464" y="18193"/>
                      <a:pt x="695" y="15079"/>
                      <a:pt x="1622" y="12093"/>
                    </a:cubicBezTo>
                    <a:cubicBezTo>
                      <a:pt x="2471" y="9314"/>
                      <a:pt x="3835" y="6714"/>
                      <a:pt x="5328" y="4243"/>
                    </a:cubicBezTo>
                    <a:cubicBezTo>
                      <a:pt x="6203" y="2827"/>
                      <a:pt x="7104" y="1463"/>
                      <a:pt x="8005" y="73"/>
                    </a:cubicBezTo>
                    <a:cubicBezTo>
                      <a:pt x="8023" y="37"/>
                      <a:pt x="7990" y="1"/>
                      <a:pt x="796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6" name="Google Shape;1946;p56"/>
              <p:cNvSpPr/>
              <p:nvPr/>
            </p:nvSpPr>
            <p:spPr>
              <a:xfrm>
                <a:off x="3500200" y="3885113"/>
                <a:ext cx="105075" cy="328375"/>
              </a:xfrm>
              <a:custGeom>
                <a:rect b="b" l="l" r="r" t="t"/>
                <a:pathLst>
                  <a:path extrusionOk="0" h="13135" w="4203">
                    <a:moveTo>
                      <a:pt x="102" y="0"/>
                    </a:moveTo>
                    <a:cubicBezTo>
                      <a:pt x="44" y="0"/>
                      <a:pt x="0" y="72"/>
                      <a:pt x="58" y="130"/>
                    </a:cubicBezTo>
                    <a:cubicBezTo>
                      <a:pt x="1191" y="1392"/>
                      <a:pt x="2400" y="2678"/>
                      <a:pt x="3070" y="4274"/>
                    </a:cubicBezTo>
                    <a:cubicBezTo>
                      <a:pt x="3430" y="5124"/>
                      <a:pt x="3636" y="6024"/>
                      <a:pt x="3765" y="6900"/>
                    </a:cubicBezTo>
                    <a:cubicBezTo>
                      <a:pt x="3893" y="7878"/>
                      <a:pt x="3970" y="8856"/>
                      <a:pt x="3996" y="9834"/>
                    </a:cubicBezTo>
                    <a:cubicBezTo>
                      <a:pt x="4048" y="10915"/>
                      <a:pt x="3996" y="11996"/>
                      <a:pt x="3945" y="13077"/>
                    </a:cubicBezTo>
                    <a:cubicBezTo>
                      <a:pt x="3945" y="13115"/>
                      <a:pt x="3970" y="13135"/>
                      <a:pt x="3996" y="13135"/>
                    </a:cubicBezTo>
                    <a:cubicBezTo>
                      <a:pt x="4022" y="13135"/>
                      <a:pt x="4048" y="13115"/>
                      <a:pt x="4048" y="13077"/>
                    </a:cubicBezTo>
                    <a:cubicBezTo>
                      <a:pt x="4176" y="12099"/>
                      <a:pt x="4202" y="11095"/>
                      <a:pt x="4176" y="10091"/>
                    </a:cubicBezTo>
                    <a:lnTo>
                      <a:pt x="4176" y="10091"/>
                    </a:lnTo>
                    <a:lnTo>
                      <a:pt x="4176" y="10117"/>
                    </a:lnTo>
                    <a:cubicBezTo>
                      <a:pt x="4151" y="9113"/>
                      <a:pt x="4073" y="8135"/>
                      <a:pt x="3945" y="7131"/>
                    </a:cubicBezTo>
                    <a:cubicBezTo>
                      <a:pt x="3842" y="6230"/>
                      <a:pt x="3662" y="5330"/>
                      <a:pt x="3327" y="4454"/>
                    </a:cubicBezTo>
                    <a:cubicBezTo>
                      <a:pt x="3044" y="3657"/>
                      <a:pt x="2606" y="2910"/>
                      <a:pt x="2092" y="2215"/>
                    </a:cubicBezTo>
                    <a:cubicBezTo>
                      <a:pt x="1500" y="1443"/>
                      <a:pt x="830" y="722"/>
                      <a:pt x="161" y="27"/>
                    </a:cubicBezTo>
                    <a:cubicBezTo>
                      <a:pt x="142" y="8"/>
                      <a:pt x="121" y="0"/>
                      <a:pt x="10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7" name="Google Shape;1947;p56"/>
              <p:cNvSpPr/>
              <p:nvPr/>
            </p:nvSpPr>
            <p:spPr>
              <a:xfrm>
                <a:off x="3512575" y="4117438"/>
                <a:ext cx="201425" cy="280575"/>
              </a:xfrm>
              <a:custGeom>
                <a:rect b="b" l="l" r="r" t="t"/>
                <a:pathLst>
                  <a:path extrusionOk="0" h="11223" w="8057">
                    <a:moveTo>
                      <a:pt x="2291" y="0"/>
                    </a:moveTo>
                    <a:cubicBezTo>
                      <a:pt x="1005" y="3578"/>
                      <a:pt x="1" y="7773"/>
                      <a:pt x="1545" y="11222"/>
                    </a:cubicBezTo>
                    <a:lnTo>
                      <a:pt x="6693" y="11171"/>
                    </a:lnTo>
                    <a:cubicBezTo>
                      <a:pt x="8057" y="7619"/>
                      <a:pt x="7079" y="3629"/>
                      <a:pt x="59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948" name="Google Shape;1948;p56"/>
          <p:cNvSpPr/>
          <p:nvPr/>
        </p:nvSpPr>
        <p:spPr>
          <a:xfrm rot="-5400000">
            <a:off x="1431374" y="1316850"/>
            <a:ext cx="637800" cy="16476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73CA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9" name="Google Shape;1949;p56"/>
          <p:cNvSpPr txBox="1"/>
          <p:nvPr/>
        </p:nvSpPr>
        <p:spPr>
          <a:xfrm>
            <a:off x="1054600" y="1866200"/>
            <a:ext cx="14865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Measurable</a:t>
            </a:r>
            <a:endParaRPr b="1" sz="2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 b="1" sz="19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9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0" name="Google Shape;1950;p56"/>
          <p:cNvSpPr/>
          <p:nvPr/>
        </p:nvSpPr>
        <p:spPr>
          <a:xfrm rot="-5400000">
            <a:off x="1448549" y="2183925"/>
            <a:ext cx="637800" cy="16131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C463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1" name="Google Shape;1951;p56"/>
          <p:cNvSpPr txBox="1"/>
          <p:nvPr/>
        </p:nvSpPr>
        <p:spPr>
          <a:xfrm>
            <a:off x="982050" y="2687675"/>
            <a:ext cx="15708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b="1" lang="en" sz="22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Achievable</a:t>
            </a:r>
            <a:endParaRPr b="1" sz="22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2" name="Google Shape;1952;p56"/>
          <p:cNvSpPr/>
          <p:nvPr/>
        </p:nvSpPr>
        <p:spPr>
          <a:xfrm rot="-5400000">
            <a:off x="1466024" y="3010900"/>
            <a:ext cx="637800" cy="15780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3" name="Google Shape;1953;p56"/>
          <p:cNvSpPr txBox="1"/>
          <p:nvPr/>
        </p:nvSpPr>
        <p:spPr>
          <a:xfrm>
            <a:off x="1168162" y="3509138"/>
            <a:ext cx="13635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Relevant</a:t>
            </a:r>
            <a:endParaRPr b="1" sz="22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4" name="Google Shape;1954;p56"/>
          <p:cNvSpPr/>
          <p:nvPr/>
        </p:nvSpPr>
        <p:spPr>
          <a:xfrm rot="-5400000">
            <a:off x="1455499" y="3832225"/>
            <a:ext cx="637800" cy="15990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5" name="Google Shape;1955;p56"/>
          <p:cNvSpPr txBox="1"/>
          <p:nvPr/>
        </p:nvSpPr>
        <p:spPr>
          <a:xfrm>
            <a:off x="1030000" y="4389150"/>
            <a:ext cx="17868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b="1" lang="en" sz="21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Time-Bound</a:t>
            </a:r>
            <a:endParaRPr b="1" sz="21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6" name="Google Shape;1956;p56"/>
          <p:cNvSpPr txBox="1"/>
          <p:nvPr/>
        </p:nvSpPr>
        <p:spPr>
          <a:xfrm>
            <a:off x="1245400" y="1039700"/>
            <a:ext cx="1209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Specific</a:t>
            </a:r>
            <a:endParaRPr b="1" sz="1300">
              <a:solidFill>
                <a:srgbClr val="FFFFFF"/>
              </a:solidFill>
            </a:endParaRPr>
          </a:p>
        </p:txBody>
      </p:sp>
      <p:sp>
        <p:nvSpPr>
          <p:cNvPr id="1957" name="Google Shape;1957;p56"/>
          <p:cNvSpPr/>
          <p:nvPr/>
        </p:nvSpPr>
        <p:spPr>
          <a:xfrm rot="5400000">
            <a:off x="4142125" y="-510037"/>
            <a:ext cx="609000" cy="36465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C9DAF8"/>
          </a:solidFill>
          <a:ln>
            <a:noFill/>
          </a:ln>
          <a:effectLst>
            <a:outerShdw blurRad="57150" rotWithShape="0" algn="bl" dir="5400000" dist="19050">
              <a:srgbClr val="000000">
                <a:alpha val="9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8" name="Google Shape;1958;p56"/>
          <p:cNvSpPr/>
          <p:nvPr/>
        </p:nvSpPr>
        <p:spPr>
          <a:xfrm rot="5400000">
            <a:off x="4142125" y="319588"/>
            <a:ext cx="609000" cy="36465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C9DAF8"/>
          </a:solidFill>
          <a:ln>
            <a:noFill/>
          </a:ln>
          <a:effectLst>
            <a:outerShdw blurRad="57150" rotWithShape="0" algn="bl" dir="5400000" dist="19050">
              <a:srgbClr val="000000">
                <a:alpha val="9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9" name="Google Shape;1959;p56"/>
          <p:cNvSpPr/>
          <p:nvPr/>
        </p:nvSpPr>
        <p:spPr>
          <a:xfrm rot="5400000">
            <a:off x="4142125" y="1149213"/>
            <a:ext cx="609000" cy="36465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C9DAF8"/>
          </a:solidFill>
          <a:ln>
            <a:noFill/>
          </a:ln>
          <a:effectLst>
            <a:outerShdw blurRad="57150" rotWithShape="0" algn="bl" dir="5400000" dist="19050">
              <a:srgbClr val="000000">
                <a:alpha val="9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0" name="Google Shape;1960;p56"/>
          <p:cNvSpPr/>
          <p:nvPr/>
        </p:nvSpPr>
        <p:spPr>
          <a:xfrm rot="5400000">
            <a:off x="4142125" y="1987838"/>
            <a:ext cx="609000" cy="36465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C9DAF8"/>
          </a:solidFill>
          <a:ln>
            <a:noFill/>
          </a:ln>
          <a:effectLst>
            <a:outerShdw blurRad="57150" rotWithShape="0" algn="bl" dir="5400000" dist="19050">
              <a:srgbClr val="000000">
                <a:alpha val="9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1" name="Google Shape;1961;p56"/>
          <p:cNvSpPr/>
          <p:nvPr/>
        </p:nvSpPr>
        <p:spPr>
          <a:xfrm rot="5400000">
            <a:off x="4142125" y="2808463"/>
            <a:ext cx="609000" cy="36465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C9DAF8"/>
          </a:solidFill>
          <a:ln>
            <a:noFill/>
          </a:ln>
          <a:effectLst>
            <a:outerShdw blurRad="57150" rotWithShape="0" algn="bl" dir="5400000" dist="19050">
              <a:srgbClr val="000000">
                <a:alpha val="9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2" name="Google Shape;1962;p56"/>
          <p:cNvSpPr txBox="1"/>
          <p:nvPr/>
        </p:nvSpPr>
        <p:spPr>
          <a:xfrm>
            <a:off x="2816800" y="1082538"/>
            <a:ext cx="3060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 students with projects</a:t>
            </a:r>
            <a:endParaRPr sz="18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3" name="Google Shape;1963;p56"/>
          <p:cNvSpPr txBox="1"/>
          <p:nvPr/>
        </p:nvSpPr>
        <p:spPr>
          <a:xfrm>
            <a:off x="3387920" y="1874675"/>
            <a:ext cx="2117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 profiles, 20 jobs</a:t>
            </a:r>
            <a:endParaRPr sz="18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4" name="Google Shape;1964;p56"/>
          <p:cNvSpPr txBox="1"/>
          <p:nvPr/>
        </p:nvSpPr>
        <p:spPr>
          <a:xfrm>
            <a:off x="2760850" y="2741450"/>
            <a:ext cx="324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Pilot using university resources</a:t>
            </a:r>
            <a:endParaRPr sz="18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5" name="Google Shape;1965;p56"/>
          <p:cNvSpPr txBox="1"/>
          <p:nvPr/>
        </p:nvSpPr>
        <p:spPr>
          <a:xfrm>
            <a:off x="2837201" y="3578275"/>
            <a:ext cx="30969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students and startups</a:t>
            </a:r>
            <a:endParaRPr sz="18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6" name="Google Shape;1966;p56"/>
          <p:cNvSpPr txBox="1"/>
          <p:nvPr/>
        </p:nvSpPr>
        <p:spPr>
          <a:xfrm>
            <a:off x="3180700" y="4415100"/>
            <a:ext cx="23328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MVP within 5 Months</a:t>
            </a:r>
            <a:endParaRPr sz="18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7" name="Google Shape;1967;p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1" name="Shape 1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2" name="Google Shape;1972;p57"/>
          <p:cNvGrpSpPr/>
          <p:nvPr/>
        </p:nvGrpSpPr>
        <p:grpSpPr>
          <a:xfrm>
            <a:off x="0" y="83896"/>
            <a:ext cx="8081937" cy="841421"/>
            <a:chOff x="-75" y="157521"/>
            <a:chExt cx="8081937" cy="841421"/>
          </a:xfrm>
        </p:grpSpPr>
        <p:sp>
          <p:nvSpPr>
            <p:cNvPr id="1973" name="Google Shape;1973;p57"/>
            <p:cNvSpPr/>
            <p:nvPr/>
          </p:nvSpPr>
          <p:spPr>
            <a:xfrm rot="5400000">
              <a:off x="2878875" y="-2659225"/>
              <a:ext cx="717000" cy="6474900"/>
            </a:xfrm>
            <a:prstGeom prst="round2SameRect">
              <a:avLst>
                <a:gd fmla="val 48054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4" name="Google Shape;1974;p57"/>
            <p:cNvSpPr txBox="1"/>
            <p:nvPr/>
          </p:nvSpPr>
          <p:spPr>
            <a:xfrm>
              <a:off x="372975" y="333563"/>
              <a:ext cx="5372100" cy="48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300">
                  <a:solidFill>
                    <a:schemeClr val="accent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Key Project Management Components</a:t>
              </a:r>
              <a:endParaRPr b="1" sz="23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975" name="Google Shape;1975;p57"/>
            <p:cNvGrpSpPr/>
            <p:nvPr/>
          </p:nvGrpSpPr>
          <p:grpSpPr>
            <a:xfrm>
              <a:off x="6862400" y="157521"/>
              <a:ext cx="1219462" cy="841421"/>
              <a:chOff x="6733375" y="1343796"/>
              <a:chExt cx="1219462" cy="841421"/>
            </a:xfrm>
          </p:grpSpPr>
          <p:grpSp>
            <p:nvGrpSpPr>
              <p:cNvPr id="1976" name="Google Shape;1976;p57"/>
              <p:cNvGrpSpPr/>
              <p:nvPr/>
            </p:nvGrpSpPr>
            <p:grpSpPr>
              <a:xfrm>
                <a:off x="6958180" y="1612448"/>
                <a:ext cx="560626" cy="572765"/>
                <a:chOff x="1961475" y="2492375"/>
                <a:chExt cx="1421825" cy="1451875"/>
              </a:xfrm>
            </p:grpSpPr>
            <p:sp>
              <p:nvSpPr>
                <p:cNvPr id="1977" name="Google Shape;1977;p57"/>
                <p:cNvSpPr/>
                <p:nvPr/>
              </p:nvSpPr>
              <p:spPr>
                <a:xfrm>
                  <a:off x="1961475" y="2492375"/>
                  <a:ext cx="1421825" cy="1451875"/>
                </a:xfrm>
                <a:custGeom>
                  <a:rect b="b" l="l" r="r" t="t"/>
                  <a:pathLst>
                    <a:path extrusionOk="0" h="58075" w="56873">
                      <a:moveTo>
                        <a:pt x="28469" y="9443"/>
                      </a:moveTo>
                      <a:cubicBezTo>
                        <a:pt x="29104" y="9443"/>
                        <a:pt x="29744" y="9475"/>
                        <a:pt x="30389" y="9540"/>
                      </a:cubicBezTo>
                      <a:cubicBezTo>
                        <a:pt x="40930" y="10641"/>
                        <a:pt x="48602" y="20248"/>
                        <a:pt x="47535" y="30989"/>
                      </a:cubicBezTo>
                      <a:cubicBezTo>
                        <a:pt x="46535" y="41054"/>
                        <a:pt x="38211" y="48571"/>
                        <a:pt x="28494" y="48571"/>
                      </a:cubicBezTo>
                      <a:cubicBezTo>
                        <a:pt x="27841" y="48571"/>
                        <a:pt x="27183" y="48537"/>
                        <a:pt x="26520" y="48468"/>
                      </a:cubicBezTo>
                      <a:cubicBezTo>
                        <a:pt x="15979" y="47367"/>
                        <a:pt x="8307" y="37794"/>
                        <a:pt x="9374" y="27053"/>
                      </a:cubicBezTo>
                      <a:cubicBezTo>
                        <a:pt x="10376" y="16969"/>
                        <a:pt x="18728" y="9443"/>
                        <a:pt x="28469" y="9443"/>
                      </a:cubicBezTo>
                      <a:close/>
                      <a:moveTo>
                        <a:pt x="26420" y="0"/>
                      </a:moveTo>
                      <a:cubicBezTo>
                        <a:pt x="24552" y="133"/>
                        <a:pt x="22717" y="467"/>
                        <a:pt x="20949" y="967"/>
                      </a:cubicBezTo>
                      <a:cubicBezTo>
                        <a:pt x="21049" y="1134"/>
                        <a:pt x="21149" y="1301"/>
                        <a:pt x="21249" y="1501"/>
                      </a:cubicBezTo>
                      <a:cubicBezTo>
                        <a:pt x="22317" y="3903"/>
                        <a:pt x="21249" y="6738"/>
                        <a:pt x="18881" y="7839"/>
                      </a:cubicBezTo>
                      <a:cubicBezTo>
                        <a:pt x="18255" y="8130"/>
                        <a:pt x="17601" y="8267"/>
                        <a:pt x="16958" y="8267"/>
                      </a:cubicBezTo>
                      <a:cubicBezTo>
                        <a:pt x="15168" y="8267"/>
                        <a:pt x="13462" y="7204"/>
                        <a:pt x="12677" y="5437"/>
                      </a:cubicBezTo>
                      <a:cubicBezTo>
                        <a:pt x="12610" y="5270"/>
                        <a:pt x="12543" y="5104"/>
                        <a:pt x="12510" y="4904"/>
                      </a:cubicBezTo>
                      <a:cubicBezTo>
                        <a:pt x="10975" y="5971"/>
                        <a:pt x="9541" y="7172"/>
                        <a:pt x="8240" y="8506"/>
                      </a:cubicBezTo>
                      <a:cubicBezTo>
                        <a:pt x="8407" y="8606"/>
                        <a:pt x="8574" y="8673"/>
                        <a:pt x="8707" y="8773"/>
                      </a:cubicBezTo>
                      <a:cubicBezTo>
                        <a:pt x="10809" y="10341"/>
                        <a:pt x="11309" y="13343"/>
                        <a:pt x="9775" y="15478"/>
                      </a:cubicBezTo>
                      <a:cubicBezTo>
                        <a:pt x="8866" y="16789"/>
                        <a:pt x="7433" y="17479"/>
                        <a:pt x="5970" y="17479"/>
                      </a:cubicBezTo>
                      <a:cubicBezTo>
                        <a:pt x="5015" y="17479"/>
                        <a:pt x="4047" y="17185"/>
                        <a:pt x="3203" y="16579"/>
                      </a:cubicBezTo>
                      <a:cubicBezTo>
                        <a:pt x="3070" y="16478"/>
                        <a:pt x="2970" y="16345"/>
                        <a:pt x="2836" y="16245"/>
                      </a:cubicBezTo>
                      <a:cubicBezTo>
                        <a:pt x="2036" y="17913"/>
                        <a:pt x="1402" y="19681"/>
                        <a:pt x="902" y="21515"/>
                      </a:cubicBezTo>
                      <a:cubicBezTo>
                        <a:pt x="1035" y="21515"/>
                        <a:pt x="1154" y="21501"/>
                        <a:pt x="1267" y="21501"/>
                      </a:cubicBezTo>
                      <a:cubicBezTo>
                        <a:pt x="1324" y="21501"/>
                        <a:pt x="1380" y="21504"/>
                        <a:pt x="1435" y="21515"/>
                      </a:cubicBezTo>
                      <a:cubicBezTo>
                        <a:pt x="4004" y="21782"/>
                        <a:pt x="5905" y="24117"/>
                        <a:pt x="5638" y="26752"/>
                      </a:cubicBezTo>
                      <a:cubicBezTo>
                        <a:pt x="5388" y="29253"/>
                        <a:pt x="3351" y="31081"/>
                        <a:pt x="954" y="31081"/>
                      </a:cubicBezTo>
                      <a:cubicBezTo>
                        <a:pt x="794" y="31081"/>
                        <a:pt x="631" y="31072"/>
                        <a:pt x="468" y="31056"/>
                      </a:cubicBezTo>
                      <a:cubicBezTo>
                        <a:pt x="301" y="31056"/>
                        <a:pt x="168" y="30989"/>
                        <a:pt x="1" y="30955"/>
                      </a:cubicBezTo>
                      <a:lnTo>
                        <a:pt x="1" y="30955"/>
                      </a:lnTo>
                      <a:cubicBezTo>
                        <a:pt x="134" y="32857"/>
                        <a:pt x="435" y="34725"/>
                        <a:pt x="902" y="36493"/>
                      </a:cubicBezTo>
                      <a:cubicBezTo>
                        <a:pt x="1035" y="36426"/>
                        <a:pt x="1202" y="36326"/>
                        <a:pt x="1335" y="36226"/>
                      </a:cubicBezTo>
                      <a:cubicBezTo>
                        <a:pt x="1958" y="35945"/>
                        <a:pt x="2611" y="35812"/>
                        <a:pt x="3254" y="35812"/>
                      </a:cubicBezTo>
                      <a:cubicBezTo>
                        <a:pt x="5057" y="35812"/>
                        <a:pt x="6786" y="36858"/>
                        <a:pt x="7573" y="38628"/>
                      </a:cubicBezTo>
                      <a:cubicBezTo>
                        <a:pt x="8640" y="41063"/>
                        <a:pt x="7573" y="43898"/>
                        <a:pt x="5205" y="44999"/>
                      </a:cubicBezTo>
                      <a:cubicBezTo>
                        <a:pt x="5038" y="45066"/>
                        <a:pt x="4871" y="45099"/>
                        <a:pt x="4704" y="45166"/>
                      </a:cubicBezTo>
                      <a:cubicBezTo>
                        <a:pt x="5738" y="46733"/>
                        <a:pt x="6906" y="48201"/>
                        <a:pt x="8207" y="49535"/>
                      </a:cubicBezTo>
                      <a:cubicBezTo>
                        <a:pt x="8307" y="49369"/>
                        <a:pt x="8374" y="49202"/>
                        <a:pt x="8507" y="49035"/>
                      </a:cubicBezTo>
                      <a:cubicBezTo>
                        <a:pt x="9415" y="47723"/>
                        <a:pt x="10848" y="47034"/>
                        <a:pt x="12304" y="47034"/>
                      </a:cubicBezTo>
                      <a:cubicBezTo>
                        <a:pt x="13254" y="47034"/>
                        <a:pt x="14215" y="47328"/>
                        <a:pt x="15045" y="47934"/>
                      </a:cubicBezTo>
                      <a:cubicBezTo>
                        <a:pt x="17180" y="49502"/>
                        <a:pt x="17647" y="52504"/>
                        <a:pt x="16112" y="54639"/>
                      </a:cubicBezTo>
                      <a:cubicBezTo>
                        <a:pt x="16012" y="54806"/>
                        <a:pt x="15879" y="54939"/>
                        <a:pt x="15745" y="55073"/>
                      </a:cubicBezTo>
                      <a:cubicBezTo>
                        <a:pt x="17380" y="55907"/>
                        <a:pt x="19115" y="56574"/>
                        <a:pt x="20949" y="57108"/>
                      </a:cubicBezTo>
                      <a:cubicBezTo>
                        <a:pt x="20949" y="56874"/>
                        <a:pt x="20916" y="56674"/>
                        <a:pt x="20949" y="56474"/>
                      </a:cubicBezTo>
                      <a:cubicBezTo>
                        <a:pt x="21200" y="54002"/>
                        <a:pt x="23240" y="52146"/>
                        <a:pt x="25640" y="52146"/>
                      </a:cubicBezTo>
                      <a:cubicBezTo>
                        <a:pt x="25799" y="52146"/>
                        <a:pt x="25958" y="52154"/>
                        <a:pt x="26120" y="52171"/>
                      </a:cubicBezTo>
                      <a:cubicBezTo>
                        <a:pt x="28688" y="52438"/>
                        <a:pt x="30556" y="54806"/>
                        <a:pt x="30323" y="57441"/>
                      </a:cubicBezTo>
                      <a:cubicBezTo>
                        <a:pt x="30289" y="57641"/>
                        <a:pt x="30222" y="57841"/>
                        <a:pt x="30189" y="58075"/>
                      </a:cubicBezTo>
                      <a:cubicBezTo>
                        <a:pt x="31857" y="57975"/>
                        <a:pt x="33458" y="57708"/>
                        <a:pt x="35059" y="57308"/>
                      </a:cubicBezTo>
                      <a:cubicBezTo>
                        <a:pt x="35393" y="57241"/>
                        <a:pt x="35526" y="56874"/>
                        <a:pt x="35393" y="56574"/>
                      </a:cubicBezTo>
                      <a:cubicBezTo>
                        <a:pt x="35393" y="56574"/>
                        <a:pt x="35393" y="56540"/>
                        <a:pt x="35393" y="56540"/>
                      </a:cubicBezTo>
                      <a:cubicBezTo>
                        <a:pt x="34325" y="54105"/>
                        <a:pt x="35359" y="51270"/>
                        <a:pt x="37728" y="50203"/>
                      </a:cubicBezTo>
                      <a:cubicBezTo>
                        <a:pt x="38360" y="49909"/>
                        <a:pt x="39023" y="49769"/>
                        <a:pt x="39676" y="49769"/>
                      </a:cubicBezTo>
                      <a:cubicBezTo>
                        <a:pt x="41469" y="49769"/>
                        <a:pt x="43183" y="50819"/>
                        <a:pt x="43966" y="52604"/>
                      </a:cubicBezTo>
                      <a:cubicBezTo>
                        <a:pt x="44056" y="52831"/>
                        <a:pt x="44270" y="52965"/>
                        <a:pt x="44482" y="52965"/>
                      </a:cubicBezTo>
                      <a:cubicBezTo>
                        <a:pt x="44581" y="52965"/>
                        <a:pt x="44681" y="52935"/>
                        <a:pt x="44766" y="52871"/>
                      </a:cubicBezTo>
                      <a:cubicBezTo>
                        <a:pt x="45934" y="52037"/>
                        <a:pt x="47034" y="51103"/>
                        <a:pt x="48069" y="50103"/>
                      </a:cubicBezTo>
                      <a:cubicBezTo>
                        <a:pt x="48302" y="49869"/>
                        <a:pt x="48269" y="49469"/>
                        <a:pt x="48002" y="49302"/>
                      </a:cubicBezTo>
                      <a:cubicBezTo>
                        <a:pt x="47968" y="49269"/>
                        <a:pt x="47935" y="49269"/>
                        <a:pt x="47902" y="49235"/>
                      </a:cubicBezTo>
                      <a:cubicBezTo>
                        <a:pt x="45800" y="47667"/>
                        <a:pt x="45333" y="44699"/>
                        <a:pt x="46868" y="42530"/>
                      </a:cubicBezTo>
                      <a:cubicBezTo>
                        <a:pt x="47780" y="41233"/>
                        <a:pt x="49222" y="40539"/>
                        <a:pt x="50685" y="40539"/>
                      </a:cubicBezTo>
                      <a:cubicBezTo>
                        <a:pt x="51629" y="40539"/>
                        <a:pt x="52582" y="40828"/>
                        <a:pt x="53406" y="41430"/>
                      </a:cubicBezTo>
                      <a:lnTo>
                        <a:pt x="53472" y="41496"/>
                      </a:lnTo>
                      <a:cubicBezTo>
                        <a:pt x="53567" y="41567"/>
                        <a:pt x="53678" y="41600"/>
                        <a:pt x="53788" y="41600"/>
                      </a:cubicBezTo>
                      <a:cubicBezTo>
                        <a:pt x="53989" y="41600"/>
                        <a:pt x="54187" y="41490"/>
                        <a:pt x="54273" y="41296"/>
                      </a:cubicBezTo>
                      <a:cubicBezTo>
                        <a:pt x="54873" y="39995"/>
                        <a:pt x="55407" y="38628"/>
                        <a:pt x="55807" y="37193"/>
                      </a:cubicBezTo>
                      <a:cubicBezTo>
                        <a:pt x="55874" y="36860"/>
                        <a:pt x="55641" y="36560"/>
                        <a:pt x="55307" y="36526"/>
                      </a:cubicBezTo>
                      <a:lnTo>
                        <a:pt x="55207" y="36526"/>
                      </a:lnTo>
                      <a:cubicBezTo>
                        <a:pt x="52605" y="36259"/>
                        <a:pt x="50737" y="33891"/>
                        <a:pt x="51004" y="31256"/>
                      </a:cubicBezTo>
                      <a:cubicBezTo>
                        <a:pt x="51254" y="28784"/>
                        <a:pt x="53295" y="26928"/>
                        <a:pt x="55667" y="26928"/>
                      </a:cubicBezTo>
                      <a:cubicBezTo>
                        <a:pt x="55824" y="26928"/>
                        <a:pt x="55982" y="26936"/>
                        <a:pt x="56141" y="26953"/>
                      </a:cubicBezTo>
                      <a:cubicBezTo>
                        <a:pt x="56174" y="26953"/>
                        <a:pt x="56208" y="26986"/>
                        <a:pt x="56208" y="26986"/>
                      </a:cubicBezTo>
                      <a:cubicBezTo>
                        <a:pt x="56229" y="26988"/>
                        <a:pt x="56249" y="26989"/>
                        <a:pt x="56270" y="26989"/>
                      </a:cubicBezTo>
                      <a:cubicBezTo>
                        <a:pt x="56608" y="26989"/>
                        <a:pt x="56873" y="26734"/>
                        <a:pt x="56841" y="26419"/>
                      </a:cubicBezTo>
                      <a:cubicBezTo>
                        <a:pt x="56708" y="24951"/>
                        <a:pt x="56475" y="23483"/>
                        <a:pt x="56141" y="22082"/>
                      </a:cubicBezTo>
                      <a:cubicBezTo>
                        <a:pt x="56068" y="21838"/>
                        <a:pt x="55851" y="21683"/>
                        <a:pt x="55623" y="21683"/>
                      </a:cubicBezTo>
                      <a:cubicBezTo>
                        <a:pt x="55539" y="21683"/>
                        <a:pt x="55454" y="21704"/>
                        <a:pt x="55374" y="21749"/>
                      </a:cubicBezTo>
                      <a:cubicBezTo>
                        <a:pt x="55340" y="21749"/>
                        <a:pt x="55307" y="21782"/>
                        <a:pt x="55274" y="21782"/>
                      </a:cubicBezTo>
                      <a:cubicBezTo>
                        <a:pt x="54641" y="22076"/>
                        <a:pt x="53980" y="22216"/>
                        <a:pt x="53331" y="22216"/>
                      </a:cubicBezTo>
                      <a:cubicBezTo>
                        <a:pt x="51548" y="22216"/>
                        <a:pt x="49852" y="21165"/>
                        <a:pt x="49069" y="19381"/>
                      </a:cubicBezTo>
                      <a:cubicBezTo>
                        <a:pt x="48002" y="16979"/>
                        <a:pt x="49069" y="14110"/>
                        <a:pt x="51438" y="13043"/>
                      </a:cubicBezTo>
                      <a:cubicBezTo>
                        <a:pt x="51438" y="13043"/>
                        <a:pt x="51471" y="13009"/>
                        <a:pt x="51471" y="13009"/>
                      </a:cubicBezTo>
                      <a:cubicBezTo>
                        <a:pt x="51771" y="12876"/>
                        <a:pt x="51905" y="12509"/>
                        <a:pt x="51704" y="12209"/>
                      </a:cubicBezTo>
                      <a:cubicBezTo>
                        <a:pt x="50904" y="11041"/>
                        <a:pt x="49970" y="9907"/>
                        <a:pt x="49003" y="8873"/>
                      </a:cubicBezTo>
                      <a:cubicBezTo>
                        <a:pt x="48900" y="8756"/>
                        <a:pt x="48766" y="8703"/>
                        <a:pt x="48630" y="8703"/>
                      </a:cubicBezTo>
                      <a:cubicBezTo>
                        <a:pt x="48457" y="8703"/>
                        <a:pt x="48281" y="8790"/>
                        <a:pt x="48169" y="8940"/>
                      </a:cubicBezTo>
                      <a:cubicBezTo>
                        <a:pt x="48169" y="8973"/>
                        <a:pt x="48135" y="8973"/>
                        <a:pt x="48135" y="9006"/>
                      </a:cubicBezTo>
                      <a:cubicBezTo>
                        <a:pt x="47228" y="10297"/>
                        <a:pt x="45784" y="10990"/>
                        <a:pt x="44319" y="10990"/>
                      </a:cubicBezTo>
                      <a:cubicBezTo>
                        <a:pt x="43361" y="10990"/>
                        <a:pt x="42395" y="10694"/>
                        <a:pt x="41564" y="10074"/>
                      </a:cubicBezTo>
                      <a:cubicBezTo>
                        <a:pt x="39462" y="8539"/>
                        <a:pt x="38995" y="5537"/>
                        <a:pt x="40496" y="3369"/>
                      </a:cubicBezTo>
                      <a:cubicBezTo>
                        <a:pt x="40697" y="3102"/>
                        <a:pt x="40630" y="2702"/>
                        <a:pt x="40330" y="2569"/>
                      </a:cubicBezTo>
                      <a:cubicBezTo>
                        <a:pt x="39062" y="1968"/>
                        <a:pt x="37728" y="1468"/>
                        <a:pt x="36360" y="1067"/>
                      </a:cubicBezTo>
                      <a:cubicBezTo>
                        <a:pt x="36312" y="1053"/>
                        <a:pt x="36264" y="1046"/>
                        <a:pt x="36218" y="1046"/>
                      </a:cubicBezTo>
                      <a:cubicBezTo>
                        <a:pt x="35945" y="1046"/>
                        <a:pt x="35722" y="1283"/>
                        <a:pt x="35693" y="1568"/>
                      </a:cubicBezTo>
                      <a:cubicBezTo>
                        <a:pt x="35443" y="4040"/>
                        <a:pt x="33402" y="5895"/>
                        <a:pt x="31002" y="5895"/>
                      </a:cubicBezTo>
                      <a:cubicBezTo>
                        <a:pt x="30844" y="5895"/>
                        <a:pt x="30684" y="5887"/>
                        <a:pt x="30523" y="5871"/>
                      </a:cubicBezTo>
                      <a:cubicBezTo>
                        <a:pt x="27954" y="5604"/>
                        <a:pt x="26053" y="3236"/>
                        <a:pt x="26320" y="600"/>
                      </a:cubicBezTo>
                      <a:cubicBezTo>
                        <a:pt x="26353" y="400"/>
                        <a:pt x="26386" y="200"/>
                        <a:pt x="2642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78" name="Google Shape;1978;p57"/>
                <p:cNvSpPr/>
                <p:nvPr/>
              </p:nvSpPr>
              <p:spPr>
                <a:xfrm>
                  <a:off x="2093250" y="2662475"/>
                  <a:ext cx="1159175" cy="1111650"/>
                </a:xfrm>
                <a:custGeom>
                  <a:rect b="b" l="l" r="r" t="t"/>
                  <a:pathLst>
                    <a:path extrusionOk="0" h="44466" w="46367">
                      <a:moveTo>
                        <a:pt x="23185" y="7304"/>
                      </a:moveTo>
                      <a:cubicBezTo>
                        <a:pt x="30397" y="7304"/>
                        <a:pt x="36684" y="12752"/>
                        <a:pt x="37694" y="20249"/>
                      </a:cubicBezTo>
                      <a:cubicBezTo>
                        <a:pt x="38761" y="28388"/>
                        <a:pt x="33124" y="35927"/>
                        <a:pt x="25118" y="37027"/>
                      </a:cubicBezTo>
                      <a:cubicBezTo>
                        <a:pt x="24459" y="37118"/>
                        <a:pt x="23804" y="37163"/>
                        <a:pt x="23155" y="37163"/>
                      </a:cubicBezTo>
                      <a:cubicBezTo>
                        <a:pt x="15965" y="37163"/>
                        <a:pt x="9652" y="31715"/>
                        <a:pt x="8673" y="24218"/>
                      </a:cubicBezTo>
                      <a:cubicBezTo>
                        <a:pt x="7606" y="16046"/>
                        <a:pt x="13210" y="8540"/>
                        <a:pt x="21215" y="7440"/>
                      </a:cubicBezTo>
                      <a:cubicBezTo>
                        <a:pt x="21877" y="7349"/>
                        <a:pt x="22535" y="7304"/>
                        <a:pt x="23185" y="7304"/>
                      </a:cubicBezTo>
                      <a:close/>
                      <a:moveTo>
                        <a:pt x="23173" y="1"/>
                      </a:moveTo>
                      <a:cubicBezTo>
                        <a:pt x="22208" y="1"/>
                        <a:pt x="21231" y="66"/>
                        <a:pt x="20248" y="201"/>
                      </a:cubicBezTo>
                      <a:lnTo>
                        <a:pt x="20281" y="201"/>
                      </a:lnTo>
                      <a:cubicBezTo>
                        <a:pt x="8373" y="1836"/>
                        <a:pt x="0" y="13044"/>
                        <a:pt x="1601" y="25186"/>
                      </a:cubicBezTo>
                      <a:cubicBezTo>
                        <a:pt x="3071" y="36329"/>
                        <a:pt x="12435" y="44466"/>
                        <a:pt x="23170" y="44466"/>
                      </a:cubicBezTo>
                      <a:cubicBezTo>
                        <a:pt x="24133" y="44466"/>
                        <a:pt x="25106" y="44400"/>
                        <a:pt x="26086" y="44266"/>
                      </a:cubicBezTo>
                      <a:cubicBezTo>
                        <a:pt x="37994" y="42631"/>
                        <a:pt x="46367" y="31390"/>
                        <a:pt x="44766" y="19248"/>
                      </a:cubicBezTo>
                      <a:cubicBezTo>
                        <a:pt x="43297" y="8108"/>
                        <a:pt x="33909" y="1"/>
                        <a:pt x="2317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79" name="Google Shape;1979;p57"/>
              <p:cNvGrpSpPr/>
              <p:nvPr/>
            </p:nvGrpSpPr>
            <p:grpSpPr>
              <a:xfrm>
                <a:off x="7518896" y="1343796"/>
                <a:ext cx="433941" cy="443257"/>
                <a:chOff x="1961475" y="2492375"/>
                <a:chExt cx="1421825" cy="1451875"/>
              </a:xfrm>
            </p:grpSpPr>
            <p:sp>
              <p:nvSpPr>
                <p:cNvPr id="1980" name="Google Shape;1980;p57"/>
                <p:cNvSpPr/>
                <p:nvPr/>
              </p:nvSpPr>
              <p:spPr>
                <a:xfrm>
                  <a:off x="1961475" y="2492375"/>
                  <a:ext cx="1421825" cy="1451875"/>
                </a:xfrm>
                <a:custGeom>
                  <a:rect b="b" l="l" r="r" t="t"/>
                  <a:pathLst>
                    <a:path extrusionOk="0" h="58075" w="56873">
                      <a:moveTo>
                        <a:pt x="28469" y="9443"/>
                      </a:moveTo>
                      <a:cubicBezTo>
                        <a:pt x="29104" y="9443"/>
                        <a:pt x="29744" y="9475"/>
                        <a:pt x="30389" y="9540"/>
                      </a:cubicBezTo>
                      <a:cubicBezTo>
                        <a:pt x="40930" y="10641"/>
                        <a:pt x="48602" y="20248"/>
                        <a:pt x="47535" y="30989"/>
                      </a:cubicBezTo>
                      <a:cubicBezTo>
                        <a:pt x="46535" y="41054"/>
                        <a:pt x="38211" y="48571"/>
                        <a:pt x="28494" y="48571"/>
                      </a:cubicBezTo>
                      <a:cubicBezTo>
                        <a:pt x="27841" y="48571"/>
                        <a:pt x="27183" y="48537"/>
                        <a:pt x="26520" y="48468"/>
                      </a:cubicBezTo>
                      <a:cubicBezTo>
                        <a:pt x="15979" y="47367"/>
                        <a:pt x="8307" y="37794"/>
                        <a:pt x="9374" y="27053"/>
                      </a:cubicBezTo>
                      <a:cubicBezTo>
                        <a:pt x="10376" y="16969"/>
                        <a:pt x="18728" y="9443"/>
                        <a:pt x="28469" y="9443"/>
                      </a:cubicBezTo>
                      <a:close/>
                      <a:moveTo>
                        <a:pt x="26420" y="0"/>
                      </a:moveTo>
                      <a:cubicBezTo>
                        <a:pt x="24552" y="133"/>
                        <a:pt x="22717" y="467"/>
                        <a:pt x="20949" y="967"/>
                      </a:cubicBezTo>
                      <a:cubicBezTo>
                        <a:pt x="21049" y="1134"/>
                        <a:pt x="21149" y="1301"/>
                        <a:pt x="21249" y="1501"/>
                      </a:cubicBezTo>
                      <a:cubicBezTo>
                        <a:pt x="22317" y="3903"/>
                        <a:pt x="21249" y="6738"/>
                        <a:pt x="18881" y="7839"/>
                      </a:cubicBezTo>
                      <a:cubicBezTo>
                        <a:pt x="18255" y="8130"/>
                        <a:pt x="17601" y="8267"/>
                        <a:pt x="16958" y="8267"/>
                      </a:cubicBezTo>
                      <a:cubicBezTo>
                        <a:pt x="15168" y="8267"/>
                        <a:pt x="13462" y="7204"/>
                        <a:pt x="12677" y="5437"/>
                      </a:cubicBezTo>
                      <a:cubicBezTo>
                        <a:pt x="12610" y="5270"/>
                        <a:pt x="12543" y="5104"/>
                        <a:pt x="12510" y="4904"/>
                      </a:cubicBezTo>
                      <a:cubicBezTo>
                        <a:pt x="10975" y="5971"/>
                        <a:pt x="9541" y="7172"/>
                        <a:pt x="8240" y="8506"/>
                      </a:cubicBezTo>
                      <a:cubicBezTo>
                        <a:pt x="8407" y="8606"/>
                        <a:pt x="8574" y="8673"/>
                        <a:pt x="8707" y="8773"/>
                      </a:cubicBezTo>
                      <a:cubicBezTo>
                        <a:pt x="10809" y="10341"/>
                        <a:pt x="11309" y="13343"/>
                        <a:pt x="9775" y="15478"/>
                      </a:cubicBezTo>
                      <a:cubicBezTo>
                        <a:pt x="8866" y="16789"/>
                        <a:pt x="7433" y="17479"/>
                        <a:pt x="5970" y="17479"/>
                      </a:cubicBezTo>
                      <a:cubicBezTo>
                        <a:pt x="5015" y="17479"/>
                        <a:pt x="4047" y="17185"/>
                        <a:pt x="3203" y="16579"/>
                      </a:cubicBezTo>
                      <a:cubicBezTo>
                        <a:pt x="3070" y="16478"/>
                        <a:pt x="2970" y="16345"/>
                        <a:pt x="2836" y="16245"/>
                      </a:cubicBezTo>
                      <a:cubicBezTo>
                        <a:pt x="2036" y="17913"/>
                        <a:pt x="1402" y="19681"/>
                        <a:pt x="902" y="21515"/>
                      </a:cubicBezTo>
                      <a:cubicBezTo>
                        <a:pt x="1035" y="21515"/>
                        <a:pt x="1154" y="21501"/>
                        <a:pt x="1267" y="21501"/>
                      </a:cubicBezTo>
                      <a:cubicBezTo>
                        <a:pt x="1324" y="21501"/>
                        <a:pt x="1380" y="21504"/>
                        <a:pt x="1435" y="21515"/>
                      </a:cubicBezTo>
                      <a:cubicBezTo>
                        <a:pt x="4004" y="21782"/>
                        <a:pt x="5905" y="24117"/>
                        <a:pt x="5638" y="26752"/>
                      </a:cubicBezTo>
                      <a:cubicBezTo>
                        <a:pt x="5388" y="29253"/>
                        <a:pt x="3351" y="31081"/>
                        <a:pt x="954" y="31081"/>
                      </a:cubicBezTo>
                      <a:cubicBezTo>
                        <a:pt x="794" y="31081"/>
                        <a:pt x="631" y="31072"/>
                        <a:pt x="468" y="31056"/>
                      </a:cubicBezTo>
                      <a:cubicBezTo>
                        <a:pt x="301" y="31056"/>
                        <a:pt x="168" y="30989"/>
                        <a:pt x="1" y="30955"/>
                      </a:cubicBezTo>
                      <a:lnTo>
                        <a:pt x="1" y="30955"/>
                      </a:lnTo>
                      <a:cubicBezTo>
                        <a:pt x="134" y="32857"/>
                        <a:pt x="435" y="34725"/>
                        <a:pt x="902" y="36493"/>
                      </a:cubicBezTo>
                      <a:cubicBezTo>
                        <a:pt x="1035" y="36426"/>
                        <a:pt x="1202" y="36326"/>
                        <a:pt x="1335" y="36226"/>
                      </a:cubicBezTo>
                      <a:cubicBezTo>
                        <a:pt x="1958" y="35945"/>
                        <a:pt x="2611" y="35812"/>
                        <a:pt x="3254" y="35812"/>
                      </a:cubicBezTo>
                      <a:cubicBezTo>
                        <a:pt x="5057" y="35812"/>
                        <a:pt x="6786" y="36858"/>
                        <a:pt x="7573" y="38628"/>
                      </a:cubicBezTo>
                      <a:cubicBezTo>
                        <a:pt x="8640" y="41063"/>
                        <a:pt x="7573" y="43898"/>
                        <a:pt x="5205" y="44999"/>
                      </a:cubicBezTo>
                      <a:cubicBezTo>
                        <a:pt x="5038" y="45066"/>
                        <a:pt x="4871" y="45099"/>
                        <a:pt x="4704" y="45166"/>
                      </a:cubicBezTo>
                      <a:cubicBezTo>
                        <a:pt x="5738" y="46733"/>
                        <a:pt x="6906" y="48201"/>
                        <a:pt x="8207" y="49535"/>
                      </a:cubicBezTo>
                      <a:cubicBezTo>
                        <a:pt x="8307" y="49369"/>
                        <a:pt x="8374" y="49202"/>
                        <a:pt x="8507" y="49035"/>
                      </a:cubicBezTo>
                      <a:cubicBezTo>
                        <a:pt x="9415" y="47723"/>
                        <a:pt x="10848" y="47034"/>
                        <a:pt x="12304" y="47034"/>
                      </a:cubicBezTo>
                      <a:cubicBezTo>
                        <a:pt x="13254" y="47034"/>
                        <a:pt x="14215" y="47328"/>
                        <a:pt x="15045" y="47934"/>
                      </a:cubicBezTo>
                      <a:cubicBezTo>
                        <a:pt x="17180" y="49502"/>
                        <a:pt x="17647" y="52504"/>
                        <a:pt x="16112" y="54639"/>
                      </a:cubicBezTo>
                      <a:cubicBezTo>
                        <a:pt x="16012" y="54806"/>
                        <a:pt x="15879" y="54939"/>
                        <a:pt x="15745" y="55073"/>
                      </a:cubicBezTo>
                      <a:cubicBezTo>
                        <a:pt x="17380" y="55907"/>
                        <a:pt x="19115" y="56574"/>
                        <a:pt x="20949" y="57108"/>
                      </a:cubicBezTo>
                      <a:cubicBezTo>
                        <a:pt x="20949" y="56874"/>
                        <a:pt x="20916" y="56674"/>
                        <a:pt x="20949" y="56474"/>
                      </a:cubicBezTo>
                      <a:cubicBezTo>
                        <a:pt x="21200" y="54002"/>
                        <a:pt x="23240" y="52146"/>
                        <a:pt x="25640" y="52146"/>
                      </a:cubicBezTo>
                      <a:cubicBezTo>
                        <a:pt x="25799" y="52146"/>
                        <a:pt x="25958" y="52154"/>
                        <a:pt x="26120" y="52171"/>
                      </a:cubicBezTo>
                      <a:cubicBezTo>
                        <a:pt x="28688" y="52438"/>
                        <a:pt x="30556" y="54806"/>
                        <a:pt x="30323" y="57441"/>
                      </a:cubicBezTo>
                      <a:cubicBezTo>
                        <a:pt x="30289" y="57641"/>
                        <a:pt x="30222" y="57841"/>
                        <a:pt x="30189" y="58075"/>
                      </a:cubicBezTo>
                      <a:cubicBezTo>
                        <a:pt x="31857" y="57975"/>
                        <a:pt x="33458" y="57708"/>
                        <a:pt x="35059" y="57308"/>
                      </a:cubicBezTo>
                      <a:cubicBezTo>
                        <a:pt x="35393" y="57241"/>
                        <a:pt x="35526" y="56874"/>
                        <a:pt x="35393" y="56574"/>
                      </a:cubicBezTo>
                      <a:cubicBezTo>
                        <a:pt x="35393" y="56574"/>
                        <a:pt x="35393" y="56540"/>
                        <a:pt x="35393" y="56540"/>
                      </a:cubicBezTo>
                      <a:cubicBezTo>
                        <a:pt x="34325" y="54105"/>
                        <a:pt x="35359" y="51270"/>
                        <a:pt x="37728" y="50203"/>
                      </a:cubicBezTo>
                      <a:cubicBezTo>
                        <a:pt x="38360" y="49909"/>
                        <a:pt x="39023" y="49769"/>
                        <a:pt x="39676" y="49769"/>
                      </a:cubicBezTo>
                      <a:cubicBezTo>
                        <a:pt x="41469" y="49769"/>
                        <a:pt x="43183" y="50819"/>
                        <a:pt x="43966" y="52604"/>
                      </a:cubicBezTo>
                      <a:cubicBezTo>
                        <a:pt x="44056" y="52831"/>
                        <a:pt x="44270" y="52965"/>
                        <a:pt x="44482" y="52965"/>
                      </a:cubicBezTo>
                      <a:cubicBezTo>
                        <a:pt x="44581" y="52965"/>
                        <a:pt x="44681" y="52935"/>
                        <a:pt x="44766" y="52871"/>
                      </a:cubicBezTo>
                      <a:cubicBezTo>
                        <a:pt x="45934" y="52037"/>
                        <a:pt x="47034" y="51103"/>
                        <a:pt x="48069" y="50103"/>
                      </a:cubicBezTo>
                      <a:cubicBezTo>
                        <a:pt x="48302" y="49869"/>
                        <a:pt x="48269" y="49469"/>
                        <a:pt x="48002" y="49302"/>
                      </a:cubicBezTo>
                      <a:cubicBezTo>
                        <a:pt x="47968" y="49269"/>
                        <a:pt x="47935" y="49269"/>
                        <a:pt x="47902" y="49235"/>
                      </a:cubicBezTo>
                      <a:cubicBezTo>
                        <a:pt x="45800" y="47667"/>
                        <a:pt x="45333" y="44699"/>
                        <a:pt x="46868" y="42530"/>
                      </a:cubicBezTo>
                      <a:cubicBezTo>
                        <a:pt x="47780" y="41233"/>
                        <a:pt x="49222" y="40539"/>
                        <a:pt x="50685" y="40539"/>
                      </a:cubicBezTo>
                      <a:cubicBezTo>
                        <a:pt x="51629" y="40539"/>
                        <a:pt x="52582" y="40828"/>
                        <a:pt x="53406" y="41430"/>
                      </a:cubicBezTo>
                      <a:lnTo>
                        <a:pt x="53472" y="41496"/>
                      </a:lnTo>
                      <a:cubicBezTo>
                        <a:pt x="53567" y="41567"/>
                        <a:pt x="53678" y="41600"/>
                        <a:pt x="53788" y="41600"/>
                      </a:cubicBezTo>
                      <a:cubicBezTo>
                        <a:pt x="53989" y="41600"/>
                        <a:pt x="54187" y="41490"/>
                        <a:pt x="54273" y="41296"/>
                      </a:cubicBezTo>
                      <a:cubicBezTo>
                        <a:pt x="54873" y="39995"/>
                        <a:pt x="55407" y="38628"/>
                        <a:pt x="55807" y="37193"/>
                      </a:cubicBezTo>
                      <a:cubicBezTo>
                        <a:pt x="55874" y="36860"/>
                        <a:pt x="55641" y="36560"/>
                        <a:pt x="55307" y="36526"/>
                      </a:cubicBezTo>
                      <a:lnTo>
                        <a:pt x="55207" y="36526"/>
                      </a:lnTo>
                      <a:cubicBezTo>
                        <a:pt x="52605" y="36259"/>
                        <a:pt x="50737" y="33891"/>
                        <a:pt x="51004" y="31256"/>
                      </a:cubicBezTo>
                      <a:cubicBezTo>
                        <a:pt x="51254" y="28784"/>
                        <a:pt x="53295" y="26928"/>
                        <a:pt x="55667" y="26928"/>
                      </a:cubicBezTo>
                      <a:cubicBezTo>
                        <a:pt x="55824" y="26928"/>
                        <a:pt x="55982" y="26936"/>
                        <a:pt x="56141" y="26953"/>
                      </a:cubicBezTo>
                      <a:cubicBezTo>
                        <a:pt x="56174" y="26953"/>
                        <a:pt x="56208" y="26986"/>
                        <a:pt x="56208" y="26986"/>
                      </a:cubicBezTo>
                      <a:cubicBezTo>
                        <a:pt x="56229" y="26988"/>
                        <a:pt x="56249" y="26989"/>
                        <a:pt x="56270" y="26989"/>
                      </a:cubicBezTo>
                      <a:cubicBezTo>
                        <a:pt x="56608" y="26989"/>
                        <a:pt x="56873" y="26734"/>
                        <a:pt x="56841" y="26419"/>
                      </a:cubicBezTo>
                      <a:cubicBezTo>
                        <a:pt x="56708" y="24951"/>
                        <a:pt x="56475" y="23483"/>
                        <a:pt x="56141" y="22082"/>
                      </a:cubicBezTo>
                      <a:cubicBezTo>
                        <a:pt x="56068" y="21838"/>
                        <a:pt x="55851" y="21683"/>
                        <a:pt x="55623" y="21683"/>
                      </a:cubicBezTo>
                      <a:cubicBezTo>
                        <a:pt x="55539" y="21683"/>
                        <a:pt x="55454" y="21704"/>
                        <a:pt x="55374" y="21749"/>
                      </a:cubicBezTo>
                      <a:cubicBezTo>
                        <a:pt x="55340" y="21749"/>
                        <a:pt x="55307" y="21782"/>
                        <a:pt x="55274" y="21782"/>
                      </a:cubicBezTo>
                      <a:cubicBezTo>
                        <a:pt x="54641" y="22076"/>
                        <a:pt x="53980" y="22216"/>
                        <a:pt x="53331" y="22216"/>
                      </a:cubicBezTo>
                      <a:cubicBezTo>
                        <a:pt x="51548" y="22216"/>
                        <a:pt x="49852" y="21165"/>
                        <a:pt x="49069" y="19381"/>
                      </a:cubicBezTo>
                      <a:cubicBezTo>
                        <a:pt x="48002" y="16979"/>
                        <a:pt x="49069" y="14110"/>
                        <a:pt x="51438" y="13043"/>
                      </a:cubicBezTo>
                      <a:cubicBezTo>
                        <a:pt x="51438" y="13043"/>
                        <a:pt x="51471" y="13009"/>
                        <a:pt x="51471" y="13009"/>
                      </a:cubicBezTo>
                      <a:cubicBezTo>
                        <a:pt x="51771" y="12876"/>
                        <a:pt x="51905" y="12509"/>
                        <a:pt x="51704" y="12209"/>
                      </a:cubicBezTo>
                      <a:cubicBezTo>
                        <a:pt x="50904" y="11041"/>
                        <a:pt x="49970" y="9907"/>
                        <a:pt x="49003" y="8873"/>
                      </a:cubicBezTo>
                      <a:cubicBezTo>
                        <a:pt x="48900" y="8756"/>
                        <a:pt x="48766" y="8703"/>
                        <a:pt x="48630" y="8703"/>
                      </a:cubicBezTo>
                      <a:cubicBezTo>
                        <a:pt x="48457" y="8703"/>
                        <a:pt x="48281" y="8790"/>
                        <a:pt x="48169" y="8940"/>
                      </a:cubicBezTo>
                      <a:cubicBezTo>
                        <a:pt x="48169" y="8973"/>
                        <a:pt x="48135" y="8973"/>
                        <a:pt x="48135" y="9006"/>
                      </a:cubicBezTo>
                      <a:cubicBezTo>
                        <a:pt x="47228" y="10297"/>
                        <a:pt x="45784" y="10990"/>
                        <a:pt x="44319" y="10990"/>
                      </a:cubicBezTo>
                      <a:cubicBezTo>
                        <a:pt x="43361" y="10990"/>
                        <a:pt x="42395" y="10694"/>
                        <a:pt x="41564" y="10074"/>
                      </a:cubicBezTo>
                      <a:cubicBezTo>
                        <a:pt x="39462" y="8539"/>
                        <a:pt x="38995" y="5537"/>
                        <a:pt x="40496" y="3369"/>
                      </a:cubicBezTo>
                      <a:cubicBezTo>
                        <a:pt x="40697" y="3102"/>
                        <a:pt x="40630" y="2702"/>
                        <a:pt x="40330" y="2569"/>
                      </a:cubicBezTo>
                      <a:cubicBezTo>
                        <a:pt x="39062" y="1968"/>
                        <a:pt x="37728" y="1468"/>
                        <a:pt x="36360" y="1067"/>
                      </a:cubicBezTo>
                      <a:cubicBezTo>
                        <a:pt x="36312" y="1053"/>
                        <a:pt x="36264" y="1046"/>
                        <a:pt x="36218" y="1046"/>
                      </a:cubicBezTo>
                      <a:cubicBezTo>
                        <a:pt x="35945" y="1046"/>
                        <a:pt x="35722" y="1283"/>
                        <a:pt x="35693" y="1568"/>
                      </a:cubicBezTo>
                      <a:cubicBezTo>
                        <a:pt x="35443" y="4040"/>
                        <a:pt x="33402" y="5895"/>
                        <a:pt x="31002" y="5895"/>
                      </a:cubicBezTo>
                      <a:cubicBezTo>
                        <a:pt x="30844" y="5895"/>
                        <a:pt x="30684" y="5887"/>
                        <a:pt x="30523" y="5871"/>
                      </a:cubicBezTo>
                      <a:cubicBezTo>
                        <a:pt x="27954" y="5604"/>
                        <a:pt x="26053" y="3236"/>
                        <a:pt x="26320" y="600"/>
                      </a:cubicBezTo>
                      <a:cubicBezTo>
                        <a:pt x="26353" y="400"/>
                        <a:pt x="26386" y="200"/>
                        <a:pt x="2642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81" name="Google Shape;1981;p57"/>
                <p:cNvSpPr/>
                <p:nvPr/>
              </p:nvSpPr>
              <p:spPr>
                <a:xfrm>
                  <a:off x="2093250" y="2662475"/>
                  <a:ext cx="1159175" cy="1111650"/>
                </a:xfrm>
                <a:custGeom>
                  <a:rect b="b" l="l" r="r" t="t"/>
                  <a:pathLst>
                    <a:path extrusionOk="0" h="44466" w="46367">
                      <a:moveTo>
                        <a:pt x="23185" y="7304"/>
                      </a:moveTo>
                      <a:cubicBezTo>
                        <a:pt x="30397" y="7304"/>
                        <a:pt x="36684" y="12752"/>
                        <a:pt x="37694" y="20249"/>
                      </a:cubicBezTo>
                      <a:cubicBezTo>
                        <a:pt x="38761" y="28388"/>
                        <a:pt x="33124" y="35927"/>
                        <a:pt x="25118" y="37027"/>
                      </a:cubicBezTo>
                      <a:cubicBezTo>
                        <a:pt x="24459" y="37118"/>
                        <a:pt x="23804" y="37163"/>
                        <a:pt x="23155" y="37163"/>
                      </a:cubicBezTo>
                      <a:cubicBezTo>
                        <a:pt x="15965" y="37163"/>
                        <a:pt x="9652" y="31715"/>
                        <a:pt x="8673" y="24218"/>
                      </a:cubicBezTo>
                      <a:cubicBezTo>
                        <a:pt x="7606" y="16046"/>
                        <a:pt x="13210" y="8540"/>
                        <a:pt x="21215" y="7440"/>
                      </a:cubicBezTo>
                      <a:cubicBezTo>
                        <a:pt x="21877" y="7349"/>
                        <a:pt x="22535" y="7304"/>
                        <a:pt x="23185" y="7304"/>
                      </a:cubicBezTo>
                      <a:close/>
                      <a:moveTo>
                        <a:pt x="23173" y="1"/>
                      </a:moveTo>
                      <a:cubicBezTo>
                        <a:pt x="22208" y="1"/>
                        <a:pt x="21231" y="66"/>
                        <a:pt x="20248" y="201"/>
                      </a:cubicBezTo>
                      <a:lnTo>
                        <a:pt x="20281" y="201"/>
                      </a:lnTo>
                      <a:cubicBezTo>
                        <a:pt x="8373" y="1836"/>
                        <a:pt x="0" y="13044"/>
                        <a:pt x="1601" y="25186"/>
                      </a:cubicBezTo>
                      <a:cubicBezTo>
                        <a:pt x="3071" y="36329"/>
                        <a:pt x="12435" y="44466"/>
                        <a:pt x="23170" y="44466"/>
                      </a:cubicBezTo>
                      <a:cubicBezTo>
                        <a:pt x="24133" y="44466"/>
                        <a:pt x="25106" y="44400"/>
                        <a:pt x="26086" y="44266"/>
                      </a:cubicBezTo>
                      <a:cubicBezTo>
                        <a:pt x="37994" y="42631"/>
                        <a:pt x="46367" y="31390"/>
                        <a:pt x="44766" y="19248"/>
                      </a:cubicBezTo>
                      <a:cubicBezTo>
                        <a:pt x="43297" y="8108"/>
                        <a:pt x="33909" y="1"/>
                        <a:pt x="2317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982" name="Google Shape;1982;p57"/>
              <p:cNvSpPr/>
              <p:nvPr/>
            </p:nvSpPr>
            <p:spPr>
              <a:xfrm rot="1430105">
                <a:off x="7692480" y="1897451"/>
                <a:ext cx="151798" cy="268546"/>
              </a:xfrm>
              <a:custGeom>
                <a:rect b="b" l="l" r="r" t="t"/>
                <a:pathLst>
                  <a:path extrusionOk="0" fill="none" h="10742" w="6072">
                    <a:moveTo>
                      <a:pt x="901" y="10741"/>
                    </a:moveTo>
                    <a:lnTo>
                      <a:pt x="1" y="8339"/>
                    </a:lnTo>
                    <a:lnTo>
                      <a:pt x="2402" y="8139"/>
                    </a:lnTo>
                    <a:lnTo>
                      <a:pt x="1702" y="5537"/>
                    </a:lnTo>
                    <a:lnTo>
                      <a:pt x="4270" y="5437"/>
                    </a:lnTo>
                    <a:lnTo>
                      <a:pt x="3503" y="2869"/>
                    </a:lnTo>
                    <a:lnTo>
                      <a:pt x="6072" y="2602"/>
                    </a:lnTo>
                    <a:lnTo>
                      <a:pt x="5371" y="0"/>
                    </a:lnTo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3" name="Google Shape;1983;p57"/>
              <p:cNvSpPr/>
              <p:nvPr/>
            </p:nvSpPr>
            <p:spPr>
              <a:xfrm>
                <a:off x="6733375" y="1504375"/>
                <a:ext cx="156825" cy="208500"/>
              </a:xfrm>
              <a:custGeom>
                <a:rect b="b" l="l" r="r" t="t"/>
                <a:pathLst>
                  <a:path extrusionOk="0" fill="none" h="8340" w="6273">
                    <a:moveTo>
                      <a:pt x="1702" y="4070"/>
                    </a:moveTo>
                    <a:cubicBezTo>
                      <a:pt x="2536" y="3036"/>
                      <a:pt x="3270" y="2035"/>
                      <a:pt x="4104" y="1001"/>
                    </a:cubicBezTo>
                    <a:cubicBezTo>
                      <a:pt x="4304" y="667"/>
                      <a:pt x="4638" y="367"/>
                      <a:pt x="5004" y="200"/>
                    </a:cubicBezTo>
                    <a:cubicBezTo>
                      <a:pt x="5371" y="0"/>
                      <a:pt x="5838" y="100"/>
                      <a:pt x="6072" y="467"/>
                    </a:cubicBezTo>
                    <a:cubicBezTo>
                      <a:pt x="6272" y="868"/>
                      <a:pt x="6039" y="1301"/>
                      <a:pt x="5872" y="1668"/>
                    </a:cubicBezTo>
                    <a:cubicBezTo>
                      <a:pt x="5471" y="2469"/>
                      <a:pt x="5305" y="3303"/>
                      <a:pt x="5271" y="4170"/>
                    </a:cubicBezTo>
                    <a:cubicBezTo>
                      <a:pt x="5338" y="4804"/>
                      <a:pt x="5305" y="5438"/>
                      <a:pt x="5238" y="6071"/>
                    </a:cubicBezTo>
                    <a:cubicBezTo>
                      <a:pt x="4771" y="8340"/>
                      <a:pt x="1" y="7472"/>
                      <a:pt x="1202" y="4837"/>
                    </a:cubicBezTo>
                    <a:cubicBezTo>
                      <a:pt x="1335" y="4570"/>
                      <a:pt x="1502" y="4303"/>
                      <a:pt x="1702" y="407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4" name="Google Shape;1984;p57"/>
              <p:cNvSpPr/>
              <p:nvPr/>
            </p:nvSpPr>
            <p:spPr>
              <a:xfrm flipH="1">
                <a:off x="7362863" y="1393788"/>
                <a:ext cx="54225" cy="54250"/>
              </a:xfrm>
              <a:custGeom>
                <a:rect b="b" l="l" r="r" t="t"/>
                <a:pathLst>
                  <a:path extrusionOk="0" fill="none" h="2170" w="2169">
                    <a:moveTo>
                      <a:pt x="2168" y="1068"/>
                    </a:moveTo>
                    <a:cubicBezTo>
                      <a:pt x="2168" y="1669"/>
                      <a:pt x="1701" y="2169"/>
                      <a:pt x="1101" y="2169"/>
                    </a:cubicBezTo>
                    <a:cubicBezTo>
                      <a:pt x="500" y="2169"/>
                      <a:pt x="0" y="1669"/>
                      <a:pt x="0" y="1068"/>
                    </a:cubicBezTo>
                    <a:cubicBezTo>
                      <a:pt x="0" y="501"/>
                      <a:pt x="500" y="1"/>
                      <a:pt x="1101" y="1"/>
                    </a:cubicBezTo>
                    <a:cubicBezTo>
                      <a:pt x="1701" y="1"/>
                      <a:pt x="2168" y="501"/>
                      <a:pt x="2168" y="1068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985" name="Google Shape;1985;p57"/>
          <p:cNvSpPr/>
          <p:nvPr/>
        </p:nvSpPr>
        <p:spPr>
          <a:xfrm>
            <a:off x="495275" y="1817875"/>
            <a:ext cx="2068200" cy="686400"/>
          </a:xfrm>
          <a:prstGeom prst="roundRect">
            <a:avLst>
              <a:gd fmla="val 16667" name="adj"/>
            </a:avLst>
          </a:prstGeom>
          <a:solidFill>
            <a:srgbClr val="5CC9BF"/>
          </a:solidFill>
          <a:ln cap="flat" cmpd="sng" w="9525">
            <a:solidFill>
              <a:srgbClr val="5CC9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Work Breakdown Structure</a:t>
            </a:r>
            <a:endParaRPr b="1" sz="18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6" name="Google Shape;1986;p57"/>
          <p:cNvSpPr/>
          <p:nvPr/>
        </p:nvSpPr>
        <p:spPr>
          <a:xfrm>
            <a:off x="495275" y="993350"/>
            <a:ext cx="2068200" cy="686400"/>
          </a:xfrm>
          <a:prstGeom prst="roundRect">
            <a:avLst>
              <a:gd fmla="val 16667" name="adj"/>
            </a:avLst>
          </a:prstGeom>
          <a:solidFill>
            <a:srgbClr val="7745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Charter</a:t>
            </a:r>
            <a:endParaRPr b="1" sz="2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7" name="Google Shape;1987;p57"/>
          <p:cNvSpPr/>
          <p:nvPr/>
        </p:nvSpPr>
        <p:spPr>
          <a:xfrm>
            <a:off x="495275" y="2642413"/>
            <a:ext cx="2068200" cy="686400"/>
          </a:xfrm>
          <a:prstGeom prst="roundRect">
            <a:avLst>
              <a:gd fmla="val 16667" name="adj"/>
            </a:avLst>
          </a:prstGeom>
          <a:solidFill>
            <a:srgbClr val="C4634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Gantt Chart</a:t>
            </a:r>
            <a:endParaRPr b="1" sz="2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8" name="Google Shape;1988;p57"/>
          <p:cNvSpPr/>
          <p:nvPr/>
        </p:nvSpPr>
        <p:spPr>
          <a:xfrm>
            <a:off x="495275" y="3481138"/>
            <a:ext cx="2068200" cy="686400"/>
          </a:xfrm>
          <a:prstGeom prst="roundRect">
            <a:avLst>
              <a:gd fmla="val 16667" name="adj"/>
            </a:avLst>
          </a:prstGeom>
          <a:solidFill>
            <a:srgbClr val="3B408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Diagram</a:t>
            </a:r>
            <a:endParaRPr b="1" sz="2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9" name="Google Shape;1989;p57"/>
          <p:cNvSpPr/>
          <p:nvPr/>
        </p:nvSpPr>
        <p:spPr>
          <a:xfrm>
            <a:off x="495275" y="4348225"/>
            <a:ext cx="2068200" cy="686400"/>
          </a:xfrm>
          <a:prstGeom prst="roundRect">
            <a:avLst>
              <a:gd fmla="val 16667" name="adj"/>
            </a:avLst>
          </a:prstGeom>
          <a:solidFill>
            <a:srgbClr val="5F7D9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Costing</a:t>
            </a:r>
            <a:endParaRPr b="1" sz="2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0" name="Google Shape;1990;p57"/>
          <p:cNvSpPr/>
          <p:nvPr/>
        </p:nvSpPr>
        <p:spPr>
          <a:xfrm>
            <a:off x="1461275" y="1679750"/>
            <a:ext cx="136200" cy="1770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991" name="Google Shape;1991;p57"/>
          <p:cNvSpPr/>
          <p:nvPr/>
        </p:nvSpPr>
        <p:spPr>
          <a:xfrm>
            <a:off x="1461275" y="2491950"/>
            <a:ext cx="136200" cy="1770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992" name="Google Shape;1992;p57"/>
          <p:cNvSpPr/>
          <p:nvPr/>
        </p:nvSpPr>
        <p:spPr>
          <a:xfrm>
            <a:off x="1461275" y="3337750"/>
            <a:ext cx="136200" cy="1770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993" name="Google Shape;1993;p57"/>
          <p:cNvSpPr/>
          <p:nvPr/>
        </p:nvSpPr>
        <p:spPr>
          <a:xfrm>
            <a:off x="1461275" y="4183550"/>
            <a:ext cx="136200" cy="1770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994" name="Google Shape;1994;p57"/>
          <p:cNvSpPr txBox="1"/>
          <p:nvPr/>
        </p:nvSpPr>
        <p:spPr>
          <a:xfrm>
            <a:off x="2959200" y="993350"/>
            <a:ext cx="38619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Times New Roman"/>
              <a:buChar char="❏"/>
            </a:pPr>
            <a:r>
              <a:rPr lang="en" sz="17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1.Defines project purpose clearly.   </a:t>
            </a:r>
            <a:endParaRPr sz="17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Times New Roman"/>
              <a:buChar char="❏"/>
            </a:pPr>
            <a:r>
              <a:rPr lang="en" sz="17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2.Authorizes project and resources.</a:t>
            </a:r>
            <a:endParaRPr sz="17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5" name="Google Shape;1995;p57"/>
          <p:cNvSpPr/>
          <p:nvPr/>
        </p:nvSpPr>
        <p:spPr>
          <a:xfrm>
            <a:off x="2643175" y="1184125"/>
            <a:ext cx="303000" cy="23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996" name="Google Shape;1996;p57"/>
          <p:cNvSpPr txBox="1"/>
          <p:nvPr/>
        </p:nvSpPr>
        <p:spPr>
          <a:xfrm>
            <a:off x="2959200" y="1832575"/>
            <a:ext cx="38619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Times New Roman"/>
              <a:buChar char="❏"/>
            </a:pPr>
            <a:r>
              <a:rPr lang="en" sz="17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Breaks project into smaller tasks.</a:t>
            </a:r>
            <a:endParaRPr sz="17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Times New Roman"/>
              <a:buChar char="❏"/>
            </a:pPr>
            <a:r>
              <a:rPr lang="en" sz="17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clear task hierarchy.</a:t>
            </a:r>
            <a:endParaRPr sz="17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7" name="Google Shape;1997;p57"/>
          <p:cNvSpPr/>
          <p:nvPr/>
        </p:nvSpPr>
        <p:spPr>
          <a:xfrm>
            <a:off x="2643175" y="2041975"/>
            <a:ext cx="303000" cy="23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998" name="Google Shape;1998;p57"/>
          <p:cNvSpPr/>
          <p:nvPr/>
        </p:nvSpPr>
        <p:spPr>
          <a:xfrm>
            <a:off x="2643175" y="2866525"/>
            <a:ext cx="303000" cy="23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999" name="Google Shape;1999;p57"/>
          <p:cNvSpPr/>
          <p:nvPr/>
        </p:nvSpPr>
        <p:spPr>
          <a:xfrm>
            <a:off x="2643175" y="3691075"/>
            <a:ext cx="303000" cy="23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2000" name="Google Shape;2000;p57"/>
          <p:cNvSpPr/>
          <p:nvPr/>
        </p:nvSpPr>
        <p:spPr>
          <a:xfrm>
            <a:off x="2643175" y="4548925"/>
            <a:ext cx="303000" cy="23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2001" name="Google Shape;2001;p57"/>
          <p:cNvSpPr txBox="1"/>
          <p:nvPr/>
        </p:nvSpPr>
        <p:spPr>
          <a:xfrm>
            <a:off x="2959200" y="2671800"/>
            <a:ext cx="46089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Times New Roman"/>
              <a:buChar char="❏"/>
            </a:pPr>
            <a:r>
              <a:rPr lang="en" sz="17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Visualizes project timeline easily.</a:t>
            </a:r>
            <a:endParaRPr sz="17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Times New Roman"/>
              <a:buChar char="❏"/>
            </a:pPr>
            <a:r>
              <a:rPr lang="en" sz="17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Shows task dependencies and duration.</a:t>
            </a:r>
            <a:endParaRPr sz="17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2" name="Google Shape;2002;p57"/>
          <p:cNvSpPr txBox="1"/>
          <p:nvPr/>
        </p:nvSpPr>
        <p:spPr>
          <a:xfrm>
            <a:off x="2959200" y="3498325"/>
            <a:ext cx="46089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Times New Roman"/>
              <a:buChar char="❏"/>
            </a:pPr>
            <a:r>
              <a:rPr lang="en" sz="17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Illustrates task sequence logically.</a:t>
            </a:r>
            <a:endParaRPr sz="17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Times New Roman"/>
              <a:buChar char="❏"/>
            </a:pPr>
            <a:r>
              <a:rPr lang="en" sz="17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Highlights project critical path.</a:t>
            </a:r>
            <a:endParaRPr sz="17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3" name="Google Shape;2003;p57"/>
          <p:cNvSpPr txBox="1"/>
          <p:nvPr/>
        </p:nvSpPr>
        <p:spPr>
          <a:xfrm>
            <a:off x="3025875" y="4324850"/>
            <a:ext cx="46089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Times New Roman"/>
              <a:buChar char="❏"/>
            </a:pPr>
            <a:r>
              <a:rPr lang="en" sz="17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Estimates project financia</a:t>
            </a:r>
            <a:r>
              <a:rPr lang="en" sz="17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</a:t>
            </a:r>
            <a:r>
              <a:rPr lang="en" sz="17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requirements.</a:t>
            </a:r>
            <a:endParaRPr sz="17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Times New Roman"/>
              <a:buChar char="❏"/>
            </a:pPr>
            <a:r>
              <a:rPr lang="en" sz="17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Tracks budget allocation and usage.</a:t>
            </a:r>
            <a:endParaRPr sz="17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04" name="Google Shape;200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5050" y="1344050"/>
            <a:ext cx="2348799" cy="1634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5" name="Google Shape;2005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9" name="Shape 2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0" name="Google Shape;2010;p58"/>
          <p:cNvSpPr/>
          <p:nvPr/>
        </p:nvSpPr>
        <p:spPr>
          <a:xfrm>
            <a:off x="59525" y="27300"/>
            <a:ext cx="9013200" cy="288000"/>
          </a:xfrm>
          <a:prstGeom prst="roundRect">
            <a:avLst>
              <a:gd fmla="val 16667" name="adj"/>
            </a:avLst>
          </a:prstGeom>
          <a:solidFill>
            <a:srgbClr val="4C1130"/>
          </a:solidFill>
          <a:ln cap="flat" cmpd="sng" w="189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9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Charter </a:t>
            </a:r>
            <a:endParaRPr b="1" sz="229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1" name="Google Shape;2011;p58"/>
          <p:cNvSpPr/>
          <p:nvPr/>
        </p:nvSpPr>
        <p:spPr>
          <a:xfrm>
            <a:off x="1537952" y="363147"/>
            <a:ext cx="7533900" cy="288000"/>
          </a:xfrm>
          <a:prstGeom prst="rect">
            <a:avLst/>
          </a:prstGeom>
          <a:solidFill>
            <a:srgbClr val="F2E7EC"/>
          </a:solidFill>
          <a:ln cap="flat" cmpd="sng" w="189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24"/>
              <a:t> </a:t>
            </a:r>
            <a:r>
              <a:rPr lang="en" sz="1524"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" sz="1602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" sz="1404">
                <a:latin typeface="Times New Roman"/>
                <a:ea typeface="Times New Roman"/>
                <a:cs typeface="Times New Roman"/>
                <a:sym typeface="Times New Roman"/>
              </a:rPr>
              <a:t>SkillMatch: A Platform Connecting University Students with Freelance Opportunities</a:t>
            </a:r>
            <a:endParaRPr b="1" sz="155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2" name="Google Shape;2012;p58"/>
          <p:cNvSpPr/>
          <p:nvPr/>
        </p:nvSpPr>
        <p:spPr>
          <a:xfrm>
            <a:off x="64393" y="358861"/>
            <a:ext cx="1485300" cy="284100"/>
          </a:xfrm>
          <a:prstGeom prst="rect">
            <a:avLst/>
          </a:prstGeom>
          <a:solidFill>
            <a:srgbClr val="4C1130"/>
          </a:solidFill>
          <a:ln cap="flat" cmpd="sng" w="189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3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Title</a:t>
            </a:r>
            <a:endParaRPr b="1" sz="1603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3" name="Google Shape;2013;p58"/>
          <p:cNvSpPr/>
          <p:nvPr/>
        </p:nvSpPr>
        <p:spPr>
          <a:xfrm>
            <a:off x="1538050" y="699600"/>
            <a:ext cx="7533900" cy="530700"/>
          </a:xfrm>
          <a:prstGeom prst="rect">
            <a:avLst/>
          </a:prstGeom>
          <a:solidFill>
            <a:srgbClr val="F2E7EC"/>
          </a:solidFill>
          <a:ln cap="flat" cmpd="sng" w="189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48">
                <a:latin typeface="Times New Roman"/>
                <a:ea typeface="Times New Roman"/>
                <a:cs typeface="Times New Roman"/>
                <a:sym typeface="Times New Roman"/>
              </a:rPr>
              <a:t>SkillMatch links students with freelance micro-projects to gain experience and earn, while startups access affordable skilled talent for short-term tasks.</a:t>
            </a:r>
            <a:endParaRPr sz="144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4" name="Google Shape;2014;p58"/>
          <p:cNvSpPr/>
          <p:nvPr/>
        </p:nvSpPr>
        <p:spPr>
          <a:xfrm>
            <a:off x="64393" y="690301"/>
            <a:ext cx="1485300" cy="541200"/>
          </a:xfrm>
          <a:prstGeom prst="rect">
            <a:avLst/>
          </a:prstGeom>
          <a:solidFill>
            <a:srgbClr val="4C1130"/>
          </a:solidFill>
          <a:ln cap="flat" cmpd="sng" w="189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2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Purpose</a:t>
            </a:r>
            <a:endParaRPr b="1" sz="1702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5" name="Google Shape;2015;p58"/>
          <p:cNvSpPr/>
          <p:nvPr/>
        </p:nvSpPr>
        <p:spPr>
          <a:xfrm>
            <a:off x="64400" y="1289475"/>
            <a:ext cx="1485300" cy="548400"/>
          </a:xfrm>
          <a:prstGeom prst="rect">
            <a:avLst/>
          </a:prstGeom>
          <a:solidFill>
            <a:srgbClr val="4C1130"/>
          </a:solidFill>
          <a:ln cap="flat" cmpd="sng" w="18925">
            <a:solidFill>
              <a:srgbClr val="4C11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2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Approval</a:t>
            </a:r>
            <a:endParaRPr b="1" sz="1702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6" name="Google Shape;2016;p58"/>
          <p:cNvSpPr/>
          <p:nvPr/>
        </p:nvSpPr>
        <p:spPr>
          <a:xfrm>
            <a:off x="1605467" y="1296766"/>
            <a:ext cx="7466700" cy="548400"/>
          </a:xfrm>
          <a:prstGeom prst="rect">
            <a:avLst/>
          </a:prstGeom>
          <a:solidFill>
            <a:srgbClr val="EAD1DC"/>
          </a:solidFill>
          <a:ln cap="flat" cmpd="sng" w="94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92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7" name="Google Shape;2017;p58"/>
          <p:cNvSpPr/>
          <p:nvPr/>
        </p:nvSpPr>
        <p:spPr>
          <a:xfrm>
            <a:off x="1549800" y="1296900"/>
            <a:ext cx="691200" cy="548400"/>
          </a:xfrm>
          <a:prstGeom prst="rect">
            <a:avLst/>
          </a:prstGeom>
          <a:solidFill>
            <a:srgbClr val="1C4587"/>
          </a:solidFill>
          <a:ln cap="flat" cmpd="sng" w="189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5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</a:t>
            </a:r>
            <a:r>
              <a:rPr b="1" lang="en" sz="1305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1" sz="130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8" name="Google Shape;2018;p58"/>
          <p:cNvSpPr/>
          <p:nvPr/>
        </p:nvSpPr>
        <p:spPr>
          <a:xfrm>
            <a:off x="2252921" y="1303108"/>
            <a:ext cx="1644900" cy="265500"/>
          </a:xfrm>
          <a:prstGeom prst="rect">
            <a:avLst/>
          </a:prstGeom>
          <a:solidFill>
            <a:srgbClr val="F2E7EC"/>
          </a:solidFill>
          <a:ln cap="flat" cmpd="sng" w="189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92">
                <a:latin typeface="Times New Roman"/>
                <a:ea typeface="Times New Roman"/>
                <a:cs typeface="Times New Roman"/>
                <a:sym typeface="Times New Roman"/>
              </a:rPr>
              <a:t>1. Maria Hasan</a:t>
            </a:r>
            <a:endParaRPr sz="1192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9" name="Google Shape;2019;p58"/>
          <p:cNvSpPr/>
          <p:nvPr/>
        </p:nvSpPr>
        <p:spPr>
          <a:xfrm>
            <a:off x="2252921" y="1568633"/>
            <a:ext cx="1518600" cy="265500"/>
          </a:xfrm>
          <a:prstGeom prst="rect">
            <a:avLst/>
          </a:prstGeom>
          <a:solidFill>
            <a:srgbClr val="F2E7EC"/>
          </a:solidFill>
          <a:ln cap="flat" cmpd="sng" w="189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92">
                <a:latin typeface="Times New Roman"/>
                <a:ea typeface="Times New Roman"/>
                <a:cs typeface="Times New Roman"/>
                <a:sym typeface="Times New Roman"/>
              </a:rPr>
              <a:t>3. Jerin Anan Proma</a:t>
            </a:r>
            <a:endParaRPr sz="1192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0" name="Google Shape;2020;p58"/>
          <p:cNvSpPr/>
          <p:nvPr/>
        </p:nvSpPr>
        <p:spPr>
          <a:xfrm>
            <a:off x="3736575" y="1296775"/>
            <a:ext cx="1825200" cy="284100"/>
          </a:xfrm>
          <a:prstGeom prst="rect">
            <a:avLst/>
          </a:prstGeom>
          <a:solidFill>
            <a:srgbClr val="F2E7EC"/>
          </a:solidFill>
          <a:ln cap="flat" cmpd="sng" w="189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93">
                <a:latin typeface="Times New Roman"/>
                <a:ea typeface="Times New Roman"/>
                <a:cs typeface="Times New Roman"/>
                <a:sym typeface="Times New Roman"/>
              </a:rPr>
              <a:t>2.</a:t>
            </a:r>
            <a:r>
              <a:rPr lang="en" sz="496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092">
                <a:latin typeface="Times New Roman"/>
                <a:ea typeface="Times New Roman"/>
                <a:cs typeface="Times New Roman"/>
                <a:sym typeface="Times New Roman"/>
              </a:rPr>
              <a:t>Shamima Sharmin Ananna</a:t>
            </a:r>
            <a:r>
              <a:rPr lang="en" sz="496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298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79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1" name="Google Shape;2021;p58"/>
          <p:cNvSpPr/>
          <p:nvPr/>
        </p:nvSpPr>
        <p:spPr>
          <a:xfrm>
            <a:off x="3736375" y="1568625"/>
            <a:ext cx="1825200" cy="265500"/>
          </a:xfrm>
          <a:prstGeom prst="rect">
            <a:avLst/>
          </a:prstGeom>
          <a:solidFill>
            <a:srgbClr val="F2E7EC"/>
          </a:solidFill>
          <a:ln cap="flat" cmpd="sng" w="189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92">
                <a:latin typeface="Times New Roman"/>
                <a:ea typeface="Times New Roman"/>
                <a:cs typeface="Times New Roman"/>
                <a:sym typeface="Times New Roman"/>
              </a:rPr>
              <a:t>4. Fatema Tuz Zannat</a:t>
            </a:r>
            <a:endParaRPr sz="1192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2" name="Google Shape;2022;p58"/>
          <p:cNvSpPr/>
          <p:nvPr/>
        </p:nvSpPr>
        <p:spPr>
          <a:xfrm>
            <a:off x="5561475" y="1296775"/>
            <a:ext cx="850500" cy="541200"/>
          </a:xfrm>
          <a:prstGeom prst="rect">
            <a:avLst/>
          </a:prstGeom>
          <a:solidFill>
            <a:srgbClr val="1C4587"/>
          </a:solidFill>
          <a:ln cap="flat" cmpd="sng" w="189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27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Approved By :</a:t>
            </a:r>
            <a:endParaRPr b="1" sz="1227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3" name="Google Shape;2023;p58"/>
          <p:cNvSpPr/>
          <p:nvPr/>
        </p:nvSpPr>
        <p:spPr>
          <a:xfrm>
            <a:off x="6318950" y="1303100"/>
            <a:ext cx="1348200" cy="530700"/>
          </a:xfrm>
          <a:prstGeom prst="rect">
            <a:avLst/>
          </a:prstGeom>
          <a:solidFill>
            <a:srgbClr val="F2E7EC"/>
          </a:solidFill>
          <a:ln cap="flat" cmpd="sng" w="189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ctr">
              <a:spcBef>
                <a:spcPts val="1192"/>
              </a:spcBef>
              <a:spcAft>
                <a:spcPts val="1192"/>
              </a:spcAft>
              <a:buClr>
                <a:schemeClr val="dk1"/>
              </a:buClr>
              <a:buSzPts val="1093"/>
              <a:buFont typeface="Arial"/>
              <a:buNone/>
            </a:pPr>
            <a:r>
              <a:rPr lang="en" sz="794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99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Deepak Chandra Ray (Course Instructor)</a:t>
            </a:r>
            <a:endParaRPr sz="1092"/>
          </a:p>
        </p:txBody>
      </p:sp>
      <p:sp>
        <p:nvSpPr>
          <p:cNvPr id="2024" name="Google Shape;2024;p58"/>
          <p:cNvSpPr/>
          <p:nvPr/>
        </p:nvSpPr>
        <p:spPr>
          <a:xfrm>
            <a:off x="7607175" y="1303100"/>
            <a:ext cx="931200" cy="541200"/>
          </a:xfrm>
          <a:prstGeom prst="rect">
            <a:avLst/>
          </a:prstGeom>
          <a:solidFill>
            <a:srgbClr val="1C4587"/>
          </a:solidFill>
          <a:ln cap="flat" cmpd="sng" w="189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5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Approved Date</a:t>
            </a:r>
            <a:endParaRPr b="1" sz="130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5" name="Google Shape;2025;p58"/>
          <p:cNvSpPr/>
          <p:nvPr/>
        </p:nvSpPr>
        <p:spPr>
          <a:xfrm>
            <a:off x="8457675" y="1303100"/>
            <a:ext cx="614400" cy="541200"/>
          </a:xfrm>
          <a:prstGeom prst="rect">
            <a:avLst/>
          </a:prstGeom>
          <a:solidFill>
            <a:srgbClr val="F2E7EC"/>
          </a:solidFill>
          <a:ln cap="flat" cmpd="sng" w="189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93">
                <a:latin typeface="Times New Roman"/>
                <a:ea typeface="Times New Roman"/>
                <a:cs typeface="Times New Roman"/>
                <a:sym typeface="Times New Roman"/>
              </a:rPr>
              <a:t>20/7/25</a:t>
            </a:r>
            <a:endParaRPr sz="109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6" name="Google Shape;2026;p58"/>
          <p:cNvSpPr/>
          <p:nvPr/>
        </p:nvSpPr>
        <p:spPr>
          <a:xfrm>
            <a:off x="62125" y="2114249"/>
            <a:ext cx="3303300" cy="1155900"/>
          </a:xfrm>
          <a:prstGeom prst="rect">
            <a:avLst/>
          </a:prstGeom>
          <a:solidFill>
            <a:srgbClr val="F2E7EC"/>
          </a:solidFill>
          <a:ln cap="flat" cmpd="sng" w="94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92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92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7" name="Google Shape;2027;p58"/>
          <p:cNvSpPr/>
          <p:nvPr/>
        </p:nvSpPr>
        <p:spPr>
          <a:xfrm>
            <a:off x="62257" y="1899775"/>
            <a:ext cx="3303300" cy="220800"/>
          </a:xfrm>
          <a:prstGeom prst="rect">
            <a:avLst/>
          </a:prstGeom>
          <a:solidFill>
            <a:srgbClr val="4C1130"/>
          </a:solidFill>
          <a:ln cap="flat" cmpd="sng" w="189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25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Objectives</a:t>
            </a:r>
            <a:endParaRPr b="1" sz="152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8" name="Google Shape;2028;p58"/>
          <p:cNvSpPr/>
          <p:nvPr/>
        </p:nvSpPr>
        <p:spPr>
          <a:xfrm>
            <a:off x="67800" y="2128725"/>
            <a:ext cx="3297600" cy="234000"/>
          </a:xfrm>
          <a:prstGeom prst="rect">
            <a:avLst/>
          </a:prstGeom>
          <a:solidFill>
            <a:srgbClr val="F2E7EC"/>
          </a:solidFill>
          <a:ln cap="flat" cmpd="sng" w="94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92">
                <a:latin typeface="Times New Roman"/>
                <a:ea typeface="Times New Roman"/>
                <a:cs typeface="Times New Roman"/>
                <a:sym typeface="Times New Roman"/>
              </a:rPr>
              <a:t>1. Develop MVP freelance web platform</a:t>
            </a:r>
            <a:endParaRPr sz="1192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9" name="Google Shape;2029;p58"/>
          <p:cNvSpPr/>
          <p:nvPr/>
        </p:nvSpPr>
        <p:spPr>
          <a:xfrm>
            <a:off x="62250" y="2361549"/>
            <a:ext cx="3303300" cy="231000"/>
          </a:xfrm>
          <a:prstGeom prst="rect">
            <a:avLst/>
          </a:prstGeom>
          <a:solidFill>
            <a:srgbClr val="F2E7EC"/>
          </a:solidFill>
          <a:ln cap="flat" cmpd="sng" w="94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92">
                <a:latin typeface="Times New Roman"/>
                <a:ea typeface="Times New Roman"/>
                <a:cs typeface="Times New Roman"/>
                <a:sym typeface="Times New Roman"/>
              </a:rPr>
              <a:t>2. Enable student registration and profiling</a:t>
            </a:r>
            <a:endParaRPr sz="1192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0" name="Google Shape;2030;p58"/>
          <p:cNvSpPr/>
          <p:nvPr/>
        </p:nvSpPr>
        <p:spPr>
          <a:xfrm>
            <a:off x="67812" y="2809756"/>
            <a:ext cx="3297600" cy="234000"/>
          </a:xfrm>
          <a:prstGeom prst="rect">
            <a:avLst/>
          </a:prstGeom>
          <a:solidFill>
            <a:srgbClr val="F2E7EC"/>
          </a:solidFill>
          <a:ln cap="flat" cmpd="sng" w="94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92">
                <a:latin typeface="Times New Roman"/>
                <a:ea typeface="Times New Roman"/>
                <a:cs typeface="Times New Roman"/>
                <a:sym typeface="Times New Roman"/>
              </a:rPr>
              <a:t>4. Integrate communication and admin tools</a:t>
            </a:r>
            <a:endParaRPr sz="1192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1" name="Google Shape;2031;p58"/>
          <p:cNvSpPr/>
          <p:nvPr/>
        </p:nvSpPr>
        <p:spPr>
          <a:xfrm>
            <a:off x="62250" y="2589100"/>
            <a:ext cx="3303300" cy="220800"/>
          </a:xfrm>
          <a:prstGeom prst="rect">
            <a:avLst/>
          </a:prstGeom>
          <a:solidFill>
            <a:srgbClr val="F2E7EC"/>
          </a:solidFill>
          <a:ln cap="flat" cmpd="sng" w="94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92">
                <a:latin typeface="Times New Roman"/>
                <a:ea typeface="Times New Roman"/>
                <a:cs typeface="Times New Roman"/>
                <a:sym typeface="Times New Roman"/>
              </a:rPr>
              <a:t>3. Implement job browsing and filtering</a:t>
            </a:r>
            <a:endParaRPr sz="1192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2" name="Google Shape;2032;p58"/>
          <p:cNvSpPr/>
          <p:nvPr/>
        </p:nvSpPr>
        <p:spPr>
          <a:xfrm>
            <a:off x="64753" y="3039066"/>
            <a:ext cx="3303300" cy="220800"/>
          </a:xfrm>
          <a:prstGeom prst="rect">
            <a:avLst/>
          </a:prstGeom>
          <a:solidFill>
            <a:srgbClr val="F2E7EC"/>
          </a:solidFill>
          <a:ln cap="flat" cmpd="sng" w="94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92">
                <a:latin typeface="Times New Roman"/>
                <a:ea typeface="Times New Roman"/>
                <a:cs typeface="Times New Roman"/>
                <a:sym typeface="Times New Roman"/>
              </a:rPr>
              <a:t>5. Achieve pilot adoption and satisfaction</a:t>
            </a:r>
            <a:endParaRPr sz="1192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3" name="Google Shape;2033;p58"/>
          <p:cNvSpPr/>
          <p:nvPr/>
        </p:nvSpPr>
        <p:spPr>
          <a:xfrm>
            <a:off x="3421375" y="2129099"/>
            <a:ext cx="2642700" cy="1155900"/>
          </a:xfrm>
          <a:prstGeom prst="rect">
            <a:avLst/>
          </a:prstGeom>
          <a:solidFill>
            <a:srgbClr val="F2E7EC"/>
          </a:solidFill>
          <a:ln cap="flat" cmpd="sng" w="94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92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92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4" name="Google Shape;2034;p58"/>
          <p:cNvSpPr/>
          <p:nvPr/>
        </p:nvSpPr>
        <p:spPr>
          <a:xfrm>
            <a:off x="3421481" y="1914625"/>
            <a:ext cx="2642700" cy="220800"/>
          </a:xfrm>
          <a:prstGeom prst="rect">
            <a:avLst/>
          </a:prstGeom>
          <a:solidFill>
            <a:srgbClr val="1C4587"/>
          </a:solidFill>
          <a:ln cap="flat" cmpd="sng" w="189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3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Milestones</a:t>
            </a:r>
            <a:endParaRPr b="1" sz="1603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5" name="Google Shape;2035;p58"/>
          <p:cNvSpPr/>
          <p:nvPr/>
        </p:nvSpPr>
        <p:spPr>
          <a:xfrm>
            <a:off x="3425914" y="2143574"/>
            <a:ext cx="2637600" cy="220800"/>
          </a:xfrm>
          <a:prstGeom prst="rect">
            <a:avLst/>
          </a:prstGeom>
          <a:solidFill>
            <a:srgbClr val="F2E7EC"/>
          </a:solidFill>
          <a:ln cap="flat" cmpd="sng" w="94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93"/>
              <a:buFont typeface="Arial"/>
              <a:buNone/>
            </a:pPr>
            <a:r>
              <a:rPr lang="en" sz="109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Project Planning &amp; Charter Approval</a:t>
            </a:r>
            <a:endParaRPr sz="99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6" name="Google Shape;2036;p58"/>
          <p:cNvSpPr/>
          <p:nvPr/>
        </p:nvSpPr>
        <p:spPr>
          <a:xfrm>
            <a:off x="3421484" y="2362832"/>
            <a:ext cx="2642700" cy="234000"/>
          </a:xfrm>
          <a:prstGeom prst="rect">
            <a:avLst/>
          </a:prstGeom>
          <a:solidFill>
            <a:srgbClr val="F2E7EC"/>
          </a:solidFill>
          <a:ln cap="flat" cmpd="sng" w="94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93"/>
              <a:buFont typeface="Arial"/>
              <a:buNone/>
            </a:pPr>
            <a:r>
              <a:rPr lang="en" sz="119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Platform Design Completion</a:t>
            </a:r>
            <a:endParaRPr sz="1092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7" name="Google Shape;2037;p58"/>
          <p:cNvSpPr/>
          <p:nvPr/>
        </p:nvSpPr>
        <p:spPr>
          <a:xfrm>
            <a:off x="3425910" y="2824606"/>
            <a:ext cx="2637600" cy="234000"/>
          </a:xfrm>
          <a:prstGeom prst="rect">
            <a:avLst/>
          </a:prstGeom>
          <a:solidFill>
            <a:srgbClr val="F2E7EC"/>
          </a:solidFill>
          <a:ln cap="flat" cmpd="sng" w="94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93"/>
              <a:buFont typeface="Arial"/>
              <a:buNone/>
            </a:pPr>
            <a:r>
              <a:rPr lang="en" sz="129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Testing &amp; Debugging</a:t>
            </a:r>
            <a:endParaRPr sz="1192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8" name="Google Shape;2038;p58"/>
          <p:cNvSpPr/>
          <p:nvPr/>
        </p:nvSpPr>
        <p:spPr>
          <a:xfrm>
            <a:off x="3421481" y="2603939"/>
            <a:ext cx="2642700" cy="220800"/>
          </a:xfrm>
          <a:prstGeom prst="rect">
            <a:avLst/>
          </a:prstGeom>
          <a:solidFill>
            <a:srgbClr val="F2E7EC"/>
          </a:solidFill>
          <a:ln cap="flat" cmpd="sng" w="94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93"/>
              <a:buFont typeface="Arial"/>
              <a:buNone/>
            </a:pPr>
            <a:r>
              <a:rPr lang="en" sz="129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19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Core Development Completion</a:t>
            </a:r>
            <a:endParaRPr sz="1092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9" name="Google Shape;2039;p58"/>
          <p:cNvSpPr/>
          <p:nvPr/>
        </p:nvSpPr>
        <p:spPr>
          <a:xfrm>
            <a:off x="3423972" y="3053916"/>
            <a:ext cx="2642700" cy="220800"/>
          </a:xfrm>
          <a:prstGeom prst="rect">
            <a:avLst/>
          </a:prstGeom>
          <a:solidFill>
            <a:srgbClr val="F2E7EC"/>
          </a:solidFill>
          <a:ln cap="flat" cmpd="sng" w="94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93"/>
              <a:buFont typeface="Arial"/>
              <a:buNone/>
            </a:pPr>
            <a:r>
              <a:rPr lang="en" sz="129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Pilot Launch &amp; Evaluation </a:t>
            </a:r>
            <a:endParaRPr sz="1192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0" name="Google Shape;2040;p58"/>
          <p:cNvSpPr/>
          <p:nvPr/>
        </p:nvSpPr>
        <p:spPr>
          <a:xfrm>
            <a:off x="6967437" y="2130550"/>
            <a:ext cx="2120400" cy="1145700"/>
          </a:xfrm>
          <a:prstGeom prst="rect">
            <a:avLst/>
          </a:prstGeom>
          <a:solidFill>
            <a:srgbClr val="F2E7EC"/>
          </a:solidFill>
          <a:ln cap="flat" cmpd="sng" w="94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92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92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1" name="Google Shape;2041;p58"/>
          <p:cNvSpPr/>
          <p:nvPr/>
        </p:nvSpPr>
        <p:spPr>
          <a:xfrm>
            <a:off x="6952397" y="1918000"/>
            <a:ext cx="2135700" cy="218700"/>
          </a:xfrm>
          <a:prstGeom prst="rect">
            <a:avLst/>
          </a:prstGeom>
          <a:solidFill>
            <a:srgbClr val="1C4587"/>
          </a:solidFill>
          <a:ln cap="flat" cmpd="sng" w="189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3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Deliverables</a:t>
            </a:r>
            <a:endParaRPr b="1" sz="1603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2" name="Google Shape;2042;p58"/>
          <p:cNvSpPr/>
          <p:nvPr/>
        </p:nvSpPr>
        <p:spPr>
          <a:xfrm>
            <a:off x="6951975" y="2144895"/>
            <a:ext cx="2135700" cy="218700"/>
          </a:xfrm>
          <a:prstGeom prst="rect">
            <a:avLst/>
          </a:prstGeom>
          <a:solidFill>
            <a:srgbClr val="F2E7EC"/>
          </a:solidFill>
          <a:ln cap="flat" cmpd="sng" w="94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93"/>
              <a:buFont typeface="Arial"/>
              <a:buNone/>
            </a:pPr>
            <a:r>
              <a:rPr lang="en" sz="109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Requirements, WBS, Timeline</a:t>
            </a:r>
            <a:endParaRPr sz="99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3" name="Google Shape;2043;p58"/>
          <p:cNvSpPr/>
          <p:nvPr/>
        </p:nvSpPr>
        <p:spPr>
          <a:xfrm>
            <a:off x="6952320" y="2362185"/>
            <a:ext cx="2135700" cy="231900"/>
          </a:xfrm>
          <a:prstGeom prst="rect">
            <a:avLst/>
          </a:prstGeom>
          <a:solidFill>
            <a:srgbClr val="F2E7EC"/>
          </a:solidFill>
          <a:ln cap="flat" cmpd="sng" w="94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93"/>
              <a:buFont typeface="Arial"/>
              <a:buNone/>
            </a:pPr>
            <a:r>
              <a:rPr lang="en" sz="109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UI/UX, Branding , Architecture</a:t>
            </a:r>
            <a:endParaRPr sz="99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4" name="Google Shape;2044;p58"/>
          <p:cNvSpPr/>
          <p:nvPr/>
        </p:nvSpPr>
        <p:spPr>
          <a:xfrm>
            <a:off x="6951975" y="2819816"/>
            <a:ext cx="2135700" cy="231900"/>
          </a:xfrm>
          <a:prstGeom prst="rect">
            <a:avLst/>
          </a:prstGeom>
          <a:solidFill>
            <a:srgbClr val="F2E7EC"/>
          </a:solidFill>
          <a:ln cap="flat" cmpd="sng" w="94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93"/>
              <a:buFont typeface="Arial"/>
              <a:buNone/>
            </a:pPr>
            <a:r>
              <a:rPr lang="en" sz="99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Unit, Integration user acceptance testing</a:t>
            </a:r>
            <a:endParaRPr sz="89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5" name="Google Shape;2045;p58"/>
          <p:cNvSpPr/>
          <p:nvPr/>
        </p:nvSpPr>
        <p:spPr>
          <a:xfrm>
            <a:off x="6952320" y="2601129"/>
            <a:ext cx="2135700" cy="218700"/>
          </a:xfrm>
          <a:prstGeom prst="rect">
            <a:avLst/>
          </a:prstGeom>
          <a:solidFill>
            <a:srgbClr val="F2E7EC"/>
          </a:solidFill>
          <a:ln cap="flat" cmpd="sng" w="94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93"/>
              <a:buFont typeface="Arial"/>
              <a:buNone/>
            </a:pPr>
            <a:r>
              <a:rPr lang="en" sz="109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Functional modules, Admin Panel</a:t>
            </a:r>
            <a:endParaRPr sz="99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6" name="Google Shape;2046;p58"/>
          <p:cNvSpPr/>
          <p:nvPr/>
        </p:nvSpPr>
        <p:spPr>
          <a:xfrm>
            <a:off x="6954070" y="3047069"/>
            <a:ext cx="2135700" cy="218700"/>
          </a:xfrm>
          <a:prstGeom prst="rect">
            <a:avLst/>
          </a:prstGeom>
          <a:solidFill>
            <a:srgbClr val="F2E7EC"/>
          </a:solidFill>
          <a:ln cap="flat" cmpd="sng" w="94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93"/>
              <a:buFont typeface="Arial"/>
              <a:buNone/>
            </a:pPr>
            <a:r>
              <a:rPr lang="en" sz="109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Hosting, Feedback, Data analysis</a:t>
            </a:r>
            <a:endParaRPr sz="99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7" name="Google Shape;2047;p58"/>
          <p:cNvSpPr/>
          <p:nvPr/>
        </p:nvSpPr>
        <p:spPr>
          <a:xfrm>
            <a:off x="6081151" y="2129632"/>
            <a:ext cx="851700" cy="1140600"/>
          </a:xfrm>
          <a:prstGeom prst="rect">
            <a:avLst/>
          </a:prstGeom>
          <a:solidFill>
            <a:srgbClr val="F2E7EC"/>
          </a:solidFill>
          <a:ln cap="flat" cmpd="sng" w="94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92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92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8" name="Google Shape;2048;p58"/>
          <p:cNvSpPr/>
          <p:nvPr/>
        </p:nvSpPr>
        <p:spPr>
          <a:xfrm>
            <a:off x="6081185" y="1918011"/>
            <a:ext cx="851700" cy="217800"/>
          </a:xfrm>
          <a:prstGeom prst="rect">
            <a:avLst/>
          </a:prstGeom>
          <a:solidFill>
            <a:srgbClr val="1C4587"/>
          </a:solidFill>
          <a:ln cap="flat" cmpd="sng" w="189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25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</a:t>
            </a:r>
            <a:endParaRPr b="1" sz="152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9" name="Google Shape;2049;p58"/>
          <p:cNvSpPr/>
          <p:nvPr/>
        </p:nvSpPr>
        <p:spPr>
          <a:xfrm>
            <a:off x="6082615" y="2143914"/>
            <a:ext cx="850500" cy="217800"/>
          </a:xfrm>
          <a:prstGeom prst="rect">
            <a:avLst/>
          </a:prstGeom>
          <a:solidFill>
            <a:srgbClr val="F2E7EC"/>
          </a:solidFill>
          <a:ln cap="flat" cmpd="sng" w="94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93"/>
              <a:buFont typeface="Arial"/>
              <a:buNone/>
            </a:pPr>
            <a:r>
              <a:rPr lang="en" sz="109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21days</a:t>
            </a:r>
            <a:r>
              <a:rPr lang="en" sz="99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(9/1/25)</a:t>
            </a:r>
            <a:endParaRPr sz="89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0" name="Google Shape;2050;p58"/>
          <p:cNvSpPr/>
          <p:nvPr/>
        </p:nvSpPr>
        <p:spPr>
          <a:xfrm>
            <a:off x="6081191" y="2360255"/>
            <a:ext cx="851700" cy="231000"/>
          </a:xfrm>
          <a:prstGeom prst="rect">
            <a:avLst/>
          </a:prstGeom>
          <a:solidFill>
            <a:srgbClr val="F2E7EC"/>
          </a:solidFill>
          <a:ln cap="flat" cmpd="sng" w="94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93"/>
              <a:buFont typeface="Arial"/>
              <a:buNone/>
            </a:pPr>
            <a:r>
              <a:rPr lang="en" sz="109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 days</a:t>
            </a:r>
            <a:endParaRPr sz="99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1" name="Google Shape;2051;p58"/>
          <p:cNvSpPr/>
          <p:nvPr/>
        </p:nvSpPr>
        <p:spPr>
          <a:xfrm>
            <a:off x="6082616" y="2815885"/>
            <a:ext cx="850500" cy="231000"/>
          </a:xfrm>
          <a:prstGeom prst="rect">
            <a:avLst/>
          </a:prstGeom>
          <a:solidFill>
            <a:srgbClr val="F2E7EC"/>
          </a:solidFill>
          <a:ln cap="flat" cmpd="sng" w="94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93"/>
              <a:buFont typeface="Arial"/>
              <a:buNone/>
            </a:pPr>
            <a:r>
              <a:rPr lang="en" sz="109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41 days</a:t>
            </a:r>
            <a:endParaRPr sz="99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2" name="Google Shape;2052;p58"/>
          <p:cNvSpPr/>
          <p:nvPr/>
        </p:nvSpPr>
        <p:spPr>
          <a:xfrm>
            <a:off x="6081185" y="2598154"/>
            <a:ext cx="851700" cy="217800"/>
          </a:xfrm>
          <a:prstGeom prst="rect">
            <a:avLst/>
          </a:prstGeom>
          <a:solidFill>
            <a:srgbClr val="F2E7EC"/>
          </a:solidFill>
          <a:ln cap="flat" cmpd="sng" w="94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93"/>
              <a:buFont typeface="Arial"/>
              <a:buNone/>
            </a:pPr>
            <a:r>
              <a:rPr lang="en" sz="109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 days</a:t>
            </a:r>
            <a:endParaRPr sz="99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3" name="Google Shape;2053;p58"/>
          <p:cNvSpPr/>
          <p:nvPr/>
        </p:nvSpPr>
        <p:spPr>
          <a:xfrm>
            <a:off x="6083475" y="3042150"/>
            <a:ext cx="851700" cy="234000"/>
          </a:xfrm>
          <a:prstGeom prst="rect">
            <a:avLst/>
          </a:prstGeom>
          <a:solidFill>
            <a:srgbClr val="F2E7EC"/>
          </a:solidFill>
          <a:ln cap="flat" cmpd="sng" w="94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93"/>
              <a:buFont typeface="Arial"/>
              <a:buNone/>
            </a:pPr>
            <a:r>
              <a:rPr lang="en" sz="109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28 days</a:t>
            </a:r>
            <a:r>
              <a:rPr lang="en" sz="89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(4/1/26)</a:t>
            </a:r>
            <a:endParaRPr sz="79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4" name="Google Shape;2054;p58"/>
          <p:cNvSpPr/>
          <p:nvPr/>
        </p:nvSpPr>
        <p:spPr>
          <a:xfrm>
            <a:off x="65014" y="3322000"/>
            <a:ext cx="2078100" cy="217800"/>
          </a:xfrm>
          <a:prstGeom prst="rect">
            <a:avLst/>
          </a:prstGeom>
          <a:solidFill>
            <a:srgbClr val="4C1130"/>
          </a:solidFill>
          <a:ln cap="flat" cmpd="sng" w="94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25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lang="en" sz="1603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Project Teams</a:t>
            </a:r>
            <a:endParaRPr b="1" sz="129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5" name="Google Shape;2055;p58"/>
          <p:cNvSpPr/>
          <p:nvPr/>
        </p:nvSpPr>
        <p:spPr>
          <a:xfrm>
            <a:off x="64891" y="3539798"/>
            <a:ext cx="2077800" cy="217800"/>
          </a:xfrm>
          <a:prstGeom prst="rect">
            <a:avLst/>
          </a:prstGeom>
          <a:solidFill>
            <a:srgbClr val="F2E7EC"/>
          </a:solidFill>
          <a:ln cap="flat" cmpd="sng" w="94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8">
                <a:latin typeface="Times New Roman"/>
                <a:ea typeface="Times New Roman"/>
                <a:cs typeface="Times New Roman"/>
                <a:sym typeface="Times New Roman"/>
              </a:rPr>
              <a:t>1. Project Manager 	</a:t>
            </a:r>
            <a:r>
              <a:rPr lang="en" sz="1192">
                <a:latin typeface="Times New Roman"/>
                <a:ea typeface="Times New Roman"/>
                <a:cs typeface="Times New Roman"/>
                <a:sym typeface="Times New Roman"/>
              </a:rPr>
              <a:t>	         </a:t>
            </a:r>
            <a:endParaRPr sz="1192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6" name="Google Shape;2056;p58"/>
          <p:cNvSpPr/>
          <p:nvPr/>
        </p:nvSpPr>
        <p:spPr>
          <a:xfrm>
            <a:off x="64889" y="3757277"/>
            <a:ext cx="2077800" cy="231000"/>
          </a:xfrm>
          <a:prstGeom prst="rect">
            <a:avLst/>
          </a:prstGeom>
          <a:solidFill>
            <a:srgbClr val="F2E7EC"/>
          </a:solidFill>
          <a:ln cap="flat" cmpd="sng" w="94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92">
                <a:latin typeface="Times New Roman"/>
                <a:ea typeface="Times New Roman"/>
                <a:cs typeface="Times New Roman"/>
                <a:sym typeface="Times New Roman"/>
              </a:rPr>
              <a:t>2. System Analyst</a:t>
            </a:r>
            <a:endParaRPr sz="1192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7" name="Google Shape;2057;p58"/>
          <p:cNvSpPr/>
          <p:nvPr/>
        </p:nvSpPr>
        <p:spPr>
          <a:xfrm>
            <a:off x="64891" y="3973490"/>
            <a:ext cx="2077800" cy="217800"/>
          </a:xfrm>
          <a:prstGeom prst="rect">
            <a:avLst/>
          </a:prstGeom>
          <a:solidFill>
            <a:srgbClr val="F2E7EC"/>
          </a:solidFill>
          <a:ln cap="flat" cmpd="sng" w="94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9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Front-End Developers</a:t>
            </a:r>
            <a:r>
              <a:rPr lang="en" sz="1192">
                <a:latin typeface="Times New Roman"/>
                <a:ea typeface="Times New Roman"/>
                <a:cs typeface="Times New Roman"/>
                <a:sym typeface="Times New Roman"/>
              </a:rPr>
              <a:t>	         </a:t>
            </a:r>
            <a:endParaRPr sz="1192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8" name="Google Shape;2058;p58"/>
          <p:cNvSpPr/>
          <p:nvPr/>
        </p:nvSpPr>
        <p:spPr>
          <a:xfrm>
            <a:off x="64750" y="4167647"/>
            <a:ext cx="2077800" cy="217800"/>
          </a:xfrm>
          <a:prstGeom prst="rect">
            <a:avLst/>
          </a:prstGeom>
          <a:solidFill>
            <a:srgbClr val="F2E7EC"/>
          </a:solidFill>
          <a:ln cap="flat" cmpd="sng" w="94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92">
                <a:latin typeface="Times New Roman"/>
                <a:ea typeface="Times New Roman"/>
                <a:cs typeface="Times New Roman"/>
                <a:sym typeface="Times New Roman"/>
              </a:rPr>
              <a:t>4. Back-End Developers</a:t>
            </a:r>
            <a:endParaRPr sz="1192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9" name="Google Shape;2059;p58"/>
          <p:cNvSpPr/>
          <p:nvPr/>
        </p:nvSpPr>
        <p:spPr>
          <a:xfrm>
            <a:off x="64750" y="4385227"/>
            <a:ext cx="2077800" cy="217800"/>
          </a:xfrm>
          <a:prstGeom prst="rect">
            <a:avLst/>
          </a:prstGeom>
          <a:solidFill>
            <a:srgbClr val="F2E7EC"/>
          </a:solidFill>
          <a:ln cap="flat" cmpd="sng" w="94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9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QA Tester	</a:t>
            </a:r>
            <a:endParaRPr sz="1192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0" name="Google Shape;2060;p58"/>
          <p:cNvSpPr/>
          <p:nvPr/>
        </p:nvSpPr>
        <p:spPr>
          <a:xfrm>
            <a:off x="4572000" y="3354425"/>
            <a:ext cx="4494000" cy="208800"/>
          </a:xfrm>
          <a:prstGeom prst="rect">
            <a:avLst/>
          </a:prstGeom>
          <a:solidFill>
            <a:srgbClr val="4C1130"/>
          </a:solidFill>
          <a:ln cap="flat" cmpd="sng" w="93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800" lIns="89800" spcFirstLastPara="1" rIns="89800" wrap="square" tIns="8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88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Budget Estimate </a:t>
            </a:r>
            <a:endParaRPr sz="149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1" name="Google Shape;2061;p58"/>
          <p:cNvSpPr/>
          <p:nvPr/>
        </p:nvSpPr>
        <p:spPr>
          <a:xfrm>
            <a:off x="4567925" y="3572426"/>
            <a:ext cx="1796100" cy="215400"/>
          </a:xfrm>
          <a:prstGeom prst="rect">
            <a:avLst/>
          </a:prstGeom>
          <a:solidFill>
            <a:srgbClr val="1C4587"/>
          </a:solidFill>
          <a:ln cap="flat" cmpd="sng" w="93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800" lIns="89800" spcFirstLastPara="1" rIns="89800" wrap="square" tIns="8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7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Category</a:t>
            </a:r>
            <a:endParaRPr b="1" sz="127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2" name="Google Shape;2062;p58"/>
          <p:cNvSpPr/>
          <p:nvPr/>
        </p:nvSpPr>
        <p:spPr>
          <a:xfrm>
            <a:off x="4571500" y="3802349"/>
            <a:ext cx="1796100" cy="163200"/>
          </a:xfrm>
          <a:prstGeom prst="rect">
            <a:avLst/>
          </a:prstGeom>
          <a:solidFill>
            <a:srgbClr val="F2E7EC"/>
          </a:solidFill>
          <a:ln cap="flat" cmpd="sng" w="93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800" lIns="89800" spcFirstLastPara="1" rIns="89800" wrap="square" tIns="89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Arial"/>
              <a:buNone/>
            </a:pPr>
            <a:r>
              <a:rPr lang="en" sz="108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lang="en" sz="117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Development</a:t>
            </a:r>
            <a:endParaRPr sz="117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3" name="Google Shape;2063;p58"/>
          <p:cNvSpPr/>
          <p:nvPr/>
        </p:nvSpPr>
        <p:spPr>
          <a:xfrm>
            <a:off x="4567931" y="3961294"/>
            <a:ext cx="1796100" cy="234000"/>
          </a:xfrm>
          <a:prstGeom prst="rect">
            <a:avLst/>
          </a:prstGeom>
          <a:solidFill>
            <a:srgbClr val="F2E7EC"/>
          </a:solidFill>
          <a:ln cap="flat" cmpd="sng" w="93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800" lIns="89800" spcFirstLastPara="1" rIns="89800" wrap="square" tIns="89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Arial"/>
              <a:buNone/>
            </a:pPr>
            <a:r>
              <a:rPr lang="en" sz="117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Management</a:t>
            </a:r>
            <a:endParaRPr sz="117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4" name="Google Shape;2064;p58"/>
          <p:cNvSpPr/>
          <p:nvPr/>
        </p:nvSpPr>
        <p:spPr>
          <a:xfrm>
            <a:off x="4568706" y="4201975"/>
            <a:ext cx="1796100" cy="218400"/>
          </a:xfrm>
          <a:prstGeom prst="rect">
            <a:avLst/>
          </a:prstGeom>
          <a:solidFill>
            <a:srgbClr val="F2E7EC"/>
          </a:solidFill>
          <a:ln cap="flat" cmpd="sng" w="93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800" lIns="89800" spcFirstLastPara="1" rIns="89800" wrap="square" tIns="89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Arial"/>
              <a:buNone/>
            </a:pPr>
            <a:r>
              <a:rPr lang="en" sz="117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General Labor</a:t>
            </a:r>
            <a:endParaRPr sz="117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5" name="Google Shape;2065;p58"/>
          <p:cNvSpPr/>
          <p:nvPr/>
        </p:nvSpPr>
        <p:spPr>
          <a:xfrm>
            <a:off x="6367500" y="3573575"/>
            <a:ext cx="2698500" cy="208800"/>
          </a:xfrm>
          <a:prstGeom prst="rect">
            <a:avLst/>
          </a:prstGeom>
          <a:solidFill>
            <a:srgbClr val="1C4587"/>
          </a:solidFill>
          <a:ln cap="flat" cmpd="sng" w="93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800" lIns="89800" spcFirstLastPara="1" rIns="89800" wrap="square" tIns="8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7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Estimated Cost (BDT)</a:t>
            </a:r>
            <a:endParaRPr b="1" sz="127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6" name="Google Shape;2066;p58"/>
          <p:cNvSpPr/>
          <p:nvPr/>
        </p:nvSpPr>
        <p:spPr>
          <a:xfrm>
            <a:off x="6367500" y="3799450"/>
            <a:ext cx="2698500" cy="163200"/>
          </a:xfrm>
          <a:prstGeom prst="rect">
            <a:avLst/>
          </a:prstGeom>
          <a:solidFill>
            <a:srgbClr val="F2E7EC"/>
          </a:solidFill>
          <a:ln cap="flat" cmpd="sng" w="93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89800" spcFirstLastPara="1" rIns="898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7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~74.4% ≈ 21,083 USD</a:t>
            </a:r>
            <a:endParaRPr sz="117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7" name="Google Shape;2067;p58"/>
          <p:cNvSpPr/>
          <p:nvPr/>
        </p:nvSpPr>
        <p:spPr>
          <a:xfrm>
            <a:off x="6367500" y="4428023"/>
            <a:ext cx="2698500" cy="215400"/>
          </a:xfrm>
          <a:prstGeom prst="rect">
            <a:avLst/>
          </a:prstGeom>
          <a:solidFill>
            <a:srgbClr val="F2E7EC"/>
          </a:solidFill>
          <a:ln cap="flat" cmpd="sng" w="93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800" lIns="89800" spcFirstLastPara="1" rIns="89800" wrap="square" tIns="898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78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178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" sz="1178"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" sz="1178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178">
                <a:latin typeface="Times New Roman"/>
                <a:ea typeface="Times New Roman"/>
                <a:cs typeface="Times New Roman"/>
                <a:sym typeface="Times New Roman"/>
              </a:rPr>
              <a:t>33 USD</a:t>
            </a:r>
            <a:endParaRPr sz="117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8" name="Google Shape;2068;p58"/>
          <p:cNvSpPr/>
          <p:nvPr/>
        </p:nvSpPr>
        <p:spPr>
          <a:xfrm>
            <a:off x="6361300" y="4203473"/>
            <a:ext cx="2698500" cy="215400"/>
          </a:xfrm>
          <a:prstGeom prst="rect">
            <a:avLst/>
          </a:prstGeom>
          <a:solidFill>
            <a:srgbClr val="F2E7EC"/>
          </a:solidFill>
          <a:ln cap="flat" cmpd="sng" w="93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800" lIns="89800" spcFirstLastPara="1" rIns="89800" wrap="square" tIns="898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7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~18.5% ≈ 5,250 USD</a:t>
            </a:r>
            <a:endParaRPr sz="117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9" name="Google Shape;2069;p58"/>
          <p:cNvSpPr/>
          <p:nvPr/>
        </p:nvSpPr>
        <p:spPr>
          <a:xfrm>
            <a:off x="4571804" y="4427044"/>
            <a:ext cx="1789500" cy="218400"/>
          </a:xfrm>
          <a:prstGeom prst="rect">
            <a:avLst/>
          </a:prstGeom>
          <a:solidFill>
            <a:srgbClr val="F2E7EC"/>
          </a:solidFill>
          <a:ln cap="flat" cmpd="sng" w="93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800" lIns="89800" spcFirstLastPara="1" rIns="89800" wrap="square" tIns="89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7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</a:t>
            </a:r>
            <a:endParaRPr sz="117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0" name="Google Shape;2070;p58"/>
          <p:cNvSpPr txBox="1"/>
          <p:nvPr/>
        </p:nvSpPr>
        <p:spPr>
          <a:xfrm>
            <a:off x="3233650" y="4684875"/>
            <a:ext cx="5826300" cy="365100"/>
          </a:xfrm>
          <a:prstGeom prst="rect">
            <a:avLst/>
          </a:prstGeom>
          <a:solidFill>
            <a:srgbClr val="F2E7E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just">
              <a:spcBef>
                <a:spcPts val="1192"/>
              </a:spcBef>
              <a:spcAft>
                <a:spcPts val="0"/>
              </a:spcAft>
              <a:buNone/>
            </a:pPr>
            <a:r>
              <a:rPr lang="en" sz="109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technical resources or skills may delay development, while low student or employer adoption and technical issues during the pilot phase could affect usability.</a:t>
            </a:r>
            <a:endParaRPr sz="2086">
              <a:solidFill>
                <a:schemeClr val="dk2"/>
              </a:solidFill>
            </a:endParaRPr>
          </a:p>
        </p:txBody>
      </p:sp>
      <p:sp>
        <p:nvSpPr>
          <p:cNvPr id="2071" name="Google Shape;2071;p58"/>
          <p:cNvSpPr/>
          <p:nvPr/>
        </p:nvSpPr>
        <p:spPr>
          <a:xfrm>
            <a:off x="2195050" y="4684876"/>
            <a:ext cx="1038600" cy="365100"/>
          </a:xfrm>
          <a:prstGeom prst="rect">
            <a:avLst/>
          </a:prstGeom>
          <a:solidFill>
            <a:srgbClr val="4C1130"/>
          </a:solidFill>
          <a:ln cap="flat" cmpd="sng" w="189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l">
              <a:spcBef>
                <a:spcPts val="1192"/>
              </a:spcBef>
              <a:spcAft>
                <a:spcPts val="1192"/>
              </a:spcAft>
              <a:buClr>
                <a:schemeClr val="dk1"/>
              </a:buClr>
              <a:buSzPts val="1093"/>
              <a:buFont typeface="Arial"/>
              <a:buNone/>
            </a:pPr>
            <a:r>
              <a:rPr b="1" lang="en" sz="129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Constraints</a:t>
            </a:r>
            <a:endParaRPr b="1" sz="129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2" name="Google Shape;2072;p58"/>
          <p:cNvSpPr/>
          <p:nvPr/>
        </p:nvSpPr>
        <p:spPr>
          <a:xfrm>
            <a:off x="2193123" y="3316988"/>
            <a:ext cx="2325000" cy="220800"/>
          </a:xfrm>
          <a:prstGeom prst="rect">
            <a:avLst/>
          </a:prstGeom>
          <a:solidFill>
            <a:srgbClr val="4C1130"/>
          </a:solidFill>
          <a:ln cap="flat" cmpd="sng" w="9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8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Sponsors   </a:t>
            </a:r>
            <a:r>
              <a:rPr b="1" lang="en" sz="1525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" sz="1603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endParaRPr b="1" sz="129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3" name="Google Shape;2073;p58"/>
          <p:cNvSpPr/>
          <p:nvPr/>
        </p:nvSpPr>
        <p:spPr>
          <a:xfrm>
            <a:off x="2192358" y="3544877"/>
            <a:ext cx="2324700" cy="220800"/>
          </a:xfrm>
          <a:prstGeom prst="rect">
            <a:avLst/>
          </a:prstGeom>
          <a:solidFill>
            <a:srgbClr val="F2E7EC"/>
          </a:solidFill>
          <a:ln cap="flat" cmpd="sng" w="94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1. East West University Career Center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4" name="Google Shape;2074;p58"/>
          <p:cNvSpPr/>
          <p:nvPr/>
        </p:nvSpPr>
        <p:spPr>
          <a:xfrm>
            <a:off x="2192356" y="3765291"/>
            <a:ext cx="2324700" cy="234000"/>
          </a:xfrm>
          <a:prstGeom prst="rect">
            <a:avLst/>
          </a:prstGeom>
          <a:solidFill>
            <a:srgbClr val="F2E7EC"/>
          </a:solidFill>
          <a:ln cap="flat" cmpd="sng" w="94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92">
                <a:latin typeface="Times New Roman"/>
                <a:ea typeface="Times New Roman"/>
                <a:cs typeface="Times New Roman"/>
                <a:sym typeface="Times New Roman"/>
              </a:rPr>
              <a:t>2. Bangladesh Youth Foundation </a:t>
            </a:r>
            <a:endParaRPr sz="1192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5" name="Google Shape;2075;p58"/>
          <p:cNvSpPr/>
          <p:nvPr/>
        </p:nvSpPr>
        <p:spPr>
          <a:xfrm>
            <a:off x="2192358" y="3984421"/>
            <a:ext cx="2324700" cy="220800"/>
          </a:xfrm>
          <a:prstGeom prst="rect">
            <a:avLst/>
          </a:prstGeom>
          <a:solidFill>
            <a:srgbClr val="F2E7EC"/>
          </a:solidFill>
          <a:ln cap="flat" cmpd="sng" w="94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92">
                <a:latin typeface="Times New Roman"/>
                <a:ea typeface="Times New Roman"/>
                <a:cs typeface="Times New Roman"/>
                <a:sym typeface="Times New Roman"/>
              </a:rPr>
              <a:t>3.Grameenphone Innovation Fund        </a:t>
            </a:r>
            <a:endParaRPr sz="1192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6" name="Google Shape;2076;p58"/>
          <p:cNvSpPr/>
          <p:nvPr/>
        </p:nvSpPr>
        <p:spPr>
          <a:xfrm>
            <a:off x="2193275" y="4197463"/>
            <a:ext cx="2324700" cy="220800"/>
          </a:xfrm>
          <a:prstGeom prst="rect">
            <a:avLst/>
          </a:prstGeom>
          <a:solidFill>
            <a:srgbClr val="F2E7EC"/>
          </a:solidFill>
          <a:ln cap="flat" cmpd="sng" w="94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92">
                <a:latin typeface="Times New Roman"/>
                <a:ea typeface="Times New Roman"/>
                <a:cs typeface="Times New Roman"/>
                <a:sym typeface="Times New Roman"/>
              </a:rPr>
              <a:t>4.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Startup Bangladesh Limited</a:t>
            </a:r>
            <a:endParaRPr sz="1292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7" name="Google Shape;2077;p58"/>
          <p:cNvSpPr/>
          <p:nvPr/>
        </p:nvSpPr>
        <p:spPr>
          <a:xfrm>
            <a:off x="65169" y="4606926"/>
            <a:ext cx="2077800" cy="217800"/>
          </a:xfrm>
          <a:prstGeom prst="rect">
            <a:avLst/>
          </a:prstGeom>
          <a:solidFill>
            <a:srgbClr val="F2E7EC"/>
          </a:solidFill>
          <a:ln cap="flat" cmpd="sng" w="94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9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UI/UX Designer</a:t>
            </a:r>
            <a:endParaRPr sz="1192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8" name="Google Shape;2078;p58"/>
          <p:cNvSpPr/>
          <p:nvPr/>
        </p:nvSpPr>
        <p:spPr>
          <a:xfrm>
            <a:off x="65169" y="4824725"/>
            <a:ext cx="2077800" cy="217800"/>
          </a:xfrm>
          <a:prstGeom prst="rect">
            <a:avLst/>
          </a:prstGeom>
          <a:solidFill>
            <a:srgbClr val="F2E7EC"/>
          </a:solidFill>
          <a:ln cap="flat" cmpd="sng" w="94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92">
                <a:latin typeface="Times New Roman"/>
                <a:ea typeface="Times New Roman"/>
                <a:cs typeface="Times New Roman"/>
                <a:sym typeface="Times New Roman"/>
              </a:rPr>
              <a:t>7. Marketing/Outreach</a:t>
            </a:r>
            <a:endParaRPr sz="1192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9" name="Google Shape;2079;p58"/>
          <p:cNvSpPr/>
          <p:nvPr/>
        </p:nvSpPr>
        <p:spPr>
          <a:xfrm>
            <a:off x="6367488" y="3966889"/>
            <a:ext cx="2698500" cy="231000"/>
          </a:xfrm>
          <a:prstGeom prst="rect">
            <a:avLst/>
          </a:prstGeom>
          <a:solidFill>
            <a:srgbClr val="F2E7EC"/>
          </a:solidFill>
          <a:ln cap="flat" cmpd="sng" w="93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89800" spcFirstLastPara="1" rIns="898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7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~7.1% ≈ 2,000 USD</a:t>
            </a:r>
            <a:endParaRPr sz="117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0" name="Google Shape;2080;p58"/>
          <p:cNvSpPr/>
          <p:nvPr/>
        </p:nvSpPr>
        <p:spPr>
          <a:xfrm>
            <a:off x="2195038" y="4423963"/>
            <a:ext cx="2324700" cy="220800"/>
          </a:xfrm>
          <a:prstGeom prst="rect">
            <a:avLst/>
          </a:prstGeom>
          <a:solidFill>
            <a:srgbClr val="F2E7EC"/>
          </a:solidFill>
          <a:ln cap="flat" cmpd="sng" w="94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25" lIns="90825" spcFirstLastPara="1" rIns="90825" wrap="square" tIns="9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92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 sz="1292"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Orange Corners Bangladesh</a:t>
            </a:r>
            <a:endParaRPr sz="1292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1" name="Google Shape;2081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5" name="Shape 2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6" name="Google Shape;2086;p59"/>
          <p:cNvSpPr/>
          <p:nvPr/>
        </p:nvSpPr>
        <p:spPr>
          <a:xfrm rot="5400000">
            <a:off x="3414650" y="-3195025"/>
            <a:ext cx="717000" cy="7546500"/>
          </a:xfrm>
          <a:prstGeom prst="round2SameRect">
            <a:avLst>
              <a:gd fmla="val 48054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7" name="Google Shape;2087;p59"/>
          <p:cNvSpPr txBox="1"/>
          <p:nvPr/>
        </p:nvSpPr>
        <p:spPr>
          <a:xfrm>
            <a:off x="74950" y="268650"/>
            <a:ext cx="76410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FE5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Overall </a:t>
            </a:r>
            <a:r>
              <a:rPr b="1" lang="en" sz="23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 Breakdown Structure (WBS)</a:t>
            </a:r>
            <a:endParaRPr b="1" sz="23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088" name="Google Shape;2088;p59"/>
          <p:cNvGrpSpPr/>
          <p:nvPr/>
        </p:nvGrpSpPr>
        <p:grpSpPr>
          <a:xfrm>
            <a:off x="6400155" y="1475856"/>
            <a:ext cx="2553795" cy="3000366"/>
            <a:chOff x="6400155" y="1475856"/>
            <a:chExt cx="2553795" cy="3000366"/>
          </a:xfrm>
        </p:grpSpPr>
        <p:sp>
          <p:nvSpPr>
            <p:cNvPr id="2089" name="Google Shape;2089;p59"/>
            <p:cNvSpPr/>
            <p:nvPr/>
          </p:nvSpPr>
          <p:spPr>
            <a:xfrm>
              <a:off x="6876925" y="1892175"/>
              <a:ext cx="2010600" cy="2010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90" name="Google Shape;2090;p59"/>
            <p:cNvGrpSpPr/>
            <p:nvPr/>
          </p:nvGrpSpPr>
          <p:grpSpPr>
            <a:xfrm>
              <a:off x="7020639" y="1751452"/>
              <a:ext cx="1866880" cy="2724770"/>
              <a:chOff x="5742839" y="1892177"/>
              <a:chExt cx="1866880" cy="2724770"/>
            </a:xfrm>
          </p:grpSpPr>
          <p:sp>
            <p:nvSpPr>
              <p:cNvPr id="2091" name="Google Shape;2091;p59"/>
              <p:cNvSpPr/>
              <p:nvPr/>
            </p:nvSpPr>
            <p:spPr>
              <a:xfrm flipH="1">
                <a:off x="7304447" y="3967699"/>
                <a:ext cx="21561" cy="39171"/>
              </a:xfrm>
              <a:custGeom>
                <a:rect b="b" l="l" r="r" t="t"/>
                <a:pathLst>
                  <a:path extrusionOk="0" h="1654" w="878">
                    <a:moveTo>
                      <a:pt x="813" y="1"/>
                    </a:moveTo>
                    <a:cubicBezTo>
                      <a:pt x="792" y="1"/>
                      <a:pt x="769" y="12"/>
                      <a:pt x="757" y="37"/>
                    </a:cubicBezTo>
                    <a:lnTo>
                      <a:pt x="390" y="771"/>
                    </a:lnTo>
                    <a:lnTo>
                      <a:pt x="190" y="1138"/>
                    </a:lnTo>
                    <a:cubicBezTo>
                      <a:pt x="123" y="1238"/>
                      <a:pt x="56" y="1371"/>
                      <a:pt x="23" y="1505"/>
                    </a:cubicBezTo>
                    <a:cubicBezTo>
                      <a:pt x="1" y="1594"/>
                      <a:pt x="82" y="1653"/>
                      <a:pt x="159" y="1653"/>
                    </a:cubicBezTo>
                    <a:cubicBezTo>
                      <a:pt x="197" y="1653"/>
                      <a:pt x="234" y="1638"/>
                      <a:pt x="256" y="1605"/>
                    </a:cubicBezTo>
                    <a:cubicBezTo>
                      <a:pt x="323" y="1471"/>
                      <a:pt x="390" y="1371"/>
                      <a:pt x="423" y="1238"/>
                    </a:cubicBezTo>
                    <a:lnTo>
                      <a:pt x="590" y="838"/>
                    </a:lnTo>
                    <a:cubicBezTo>
                      <a:pt x="690" y="604"/>
                      <a:pt x="757" y="337"/>
                      <a:pt x="857" y="70"/>
                    </a:cubicBezTo>
                    <a:cubicBezTo>
                      <a:pt x="877" y="29"/>
                      <a:pt x="847" y="1"/>
                      <a:pt x="813" y="1"/>
                    </a:cubicBezTo>
                    <a:close/>
                  </a:path>
                </a:pathLst>
              </a:custGeom>
              <a:solidFill>
                <a:srgbClr val="C4634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2" name="Google Shape;2092;p59"/>
              <p:cNvSpPr/>
              <p:nvPr/>
            </p:nvSpPr>
            <p:spPr>
              <a:xfrm flipH="1">
                <a:off x="7332785" y="3955337"/>
                <a:ext cx="27087" cy="42084"/>
              </a:xfrm>
              <a:custGeom>
                <a:rect b="b" l="l" r="r" t="t"/>
                <a:pathLst>
                  <a:path extrusionOk="0" h="1777" w="1103">
                    <a:moveTo>
                      <a:pt x="878" y="1"/>
                    </a:moveTo>
                    <a:cubicBezTo>
                      <a:pt x="840" y="1"/>
                      <a:pt x="801" y="18"/>
                      <a:pt x="768" y="59"/>
                    </a:cubicBezTo>
                    <a:cubicBezTo>
                      <a:pt x="535" y="259"/>
                      <a:pt x="368" y="492"/>
                      <a:pt x="234" y="759"/>
                    </a:cubicBezTo>
                    <a:cubicBezTo>
                      <a:pt x="168" y="926"/>
                      <a:pt x="101" y="1059"/>
                      <a:pt x="68" y="1226"/>
                    </a:cubicBezTo>
                    <a:cubicBezTo>
                      <a:pt x="1" y="1360"/>
                      <a:pt x="1" y="1560"/>
                      <a:pt x="68" y="1727"/>
                    </a:cubicBezTo>
                    <a:cubicBezTo>
                      <a:pt x="101" y="1760"/>
                      <a:pt x="143" y="1777"/>
                      <a:pt x="184" y="1777"/>
                    </a:cubicBezTo>
                    <a:cubicBezTo>
                      <a:pt x="226" y="1777"/>
                      <a:pt x="268" y="1760"/>
                      <a:pt x="301" y="1727"/>
                    </a:cubicBezTo>
                    <a:cubicBezTo>
                      <a:pt x="401" y="1627"/>
                      <a:pt x="468" y="1460"/>
                      <a:pt x="468" y="1326"/>
                    </a:cubicBezTo>
                    <a:cubicBezTo>
                      <a:pt x="501" y="1193"/>
                      <a:pt x="535" y="1059"/>
                      <a:pt x="601" y="926"/>
                    </a:cubicBezTo>
                    <a:cubicBezTo>
                      <a:pt x="701" y="693"/>
                      <a:pt x="835" y="459"/>
                      <a:pt x="1002" y="259"/>
                    </a:cubicBezTo>
                    <a:cubicBezTo>
                      <a:pt x="1102" y="158"/>
                      <a:pt x="994" y="1"/>
                      <a:pt x="878" y="1"/>
                    </a:cubicBezTo>
                    <a:close/>
                  </a:path>
                </a:pathLst>
              </a:custGeom>
              <a:solidFill>
                <a:srgbClr val="C4634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3" name="Google Shape;2093;p59"/>
              <p:cNvSpPr/>
              <p:nvPr/>
            </p:nvSpPr>
            <p:spPr>
              <a:xfrm flipH="1">
                <a:off x="6329317" y="2268002"/>
                <a:ext cx="796277" cy="539937"/>
              </a:xfrm>
              <a:custGeom>
                <a:rect b="b" l="l" r="r" t="t"/>
                <a:pathLst>
                  <a:path extrusionOk="0" h="22799" w="32425">
                    <a:moveTo>
                      <a:pt x="31187" y="0"/>
                    </a:moveTo>
                    <a:cubicBezTo>
                      <a:pt x="30840" y="0"/>
                      <a:pt x="30469" y="122"/>
                      <a:pt x="30156" y="279"/>
                    </a:cubicBezTo>
                    <a:cubicBezTo>
                      <a:pt x="29255" y="679"/>
                      <a:pt x="28455" y="1280"/>
                      <a:pt x="27821" y="2013"/>
                    </a:cubicBezTo>
                    <a:cubicBezTo>
                      <a:pt x="26954" y="3047"/>
                      <a:pt x="26353" y="4215"/>
                      <a:pt x="25519" y="5282"/>
                    </a:cubicBezTo>
                    <a:cubicBezTo>
                      <a:pt x="24585" y="6450"/>
                      <a:pt x="23618" y="7584"/>
                      <a:pt x="22550" y="8618"/>
                    </a:cubicBezTo>
                    <a:cubicBezTo>
                      <a:pt x="20149" y="10986"/>
                      <a:pt x="16946" y="12388"/>
                      <a:pt x="13777" y="13355"/>
                    </a:cubicBezTo>
                    <a:cubicBezTo>
                      <a:pt x="10975" y="14222"/>
                      <a:pt x="8007" y="14989"/>
                      <a:pt x="5038" y="15190"/>
                    </a:cubicBezTo>
                    <a:cubicBezTo>
                      <a:pt x="3570" y="15290"/>
                      <a:pt x="1869" y="15323"/>
                      <a:pt x="935" y="16457"/>
                    </a:cubicBezTo>
                    <a:cubicBezTo>
                      <a:pt x="1" y="17758"/>
                      <a:pt x="1" y="19493"/>
                      <a:pt x="935" y="20794"/>
                    </a:cubicBezTo>
                    <a:cubicBezTo>
                      <a:pt x="2163" y="22354"/>
                      <a:pt x="3936" y="22799"/>
                      <a:pt x="5760" y="22799"/>
                    </a:cubicBezTo>
                    <a:cubicBezTo>
                      <a:pt x="6860" y="22799"/>
                      <a:pt x="7979" y="22637"/>
                      <a:pt x="9007" y="22461"/>
                    </a:cubicBezTo>
                    <a:cubicBezTo>
                      <a:pt x="10475" y="22195"/>
                      <a:pt x="11943" y="21794"/>
                      <a:pt x="13344" y="21294"/>
                    </a:cubicBezTo>
                    <a:cubicBezTo>
                      <a:pt x="19715" y="18859"/>
                      <a:pt x="24752" y="13822"/>
                      <a:pt x="27954" y="7717"/>
                    </a:cubicBezTo>
                    <a:cubicBezTo>
                      <a:pt x="28355" y="6817"/>
                      <a:pt x="28855" y="5950"/>
                      <a:pt x="29422" y="5149"/>
                    </a:cubicBezTo>
                    <a:cubicBezTo>
                      <a:pt x="30256" y="4115"/>
                      <a:pt x="31390" y="3314"/>
                      <a:pt x="31990" y="2180"/>
                    </a:cubicBezTo>
                    <a:cubicBezTo>
                      <a:pt x="32324" y="1546"/>
                      <a:pt x="32424" y="646"/>
                      <a:pt x="31857" y="212"/>
                    </a:cubicBezTo>
                    <a:cubicBezTo>
                      <a:pt x="31664" y="61"/>
                      <a:pt x="31431" y="0"/>
                      <a:pt x="31187" y="0"/>
                    </a:cubicBezTo>
                    <a:close/>
                  </a:path>
                </a:pathLst>
              </a:custGeom>
              <a:solidFill>
                <a:srgbClr val="F2A88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4" name="Google Shape;2094;p59"/>
              <p:cNvSpPr/>
              <p:nvPr/>
            </p:nvSpPr>
            <p:spPr>
              <a:xfrm flipH="1">
                <a:off x="6426001" y="3398437"/>
                <a:ext cx="234303" cy="323456"/>
              </a:xfrm>
              <a:custGeom>
                <a:rect b="b" l="l" r="r" t="t"/>
                <a:pathLst>
                  <a:path extrusionOk="0" h="13658" w="9541">
                    <a:moveTo>
                      <a:pt x="3302" y="0"/>
                    </a:moveTo>
                    <a:cubicBezTo>
                      <a:pt x="2899" y="0"/>
                      <a:pt x="2456" y="108"/>
                      <a:pt x="1969" y="348"/>
                    </a:cubicBezTo>
                    <a:cubicBezTo>
                      <a:pt x="768" y="881"/>
                      <a:pt x="1" y="2082"/>
                      <a:pt x="68" y="3417"/>
                    </a:cubicBezTo>
                    <a:cubicBezTo>
                      <a:pt x="234" y="6719"/>
                      <a:pt x="3236" y="11055"/>
                      <a:pt x="4971" y="13657"/>
                    </a:cubicBezTo>
                    <a:cubicBezTo>
                      <a:pt x="6305" y="12490"/>
                      <a:pt x="7873" y="11556"/>
                      <a:pt x="9541" y="10922"/>
                    </a:cubicBezTo>
                    <a:cubicBezTo>
                      <a:pt x="8440" y="8087"/>
                      <a:pt x="7306" y="5285"/>
                      <a:pt x="6072" y="2483"/>
                    </a:cubicBezTo>
                    <a:cubicBezTo>
                      <a:pt x="5463" y="1087"/>
                      <a:pt x="4584" y="0"/>
                      <a:pt x="3302" y="0"/>
                    </a:cubicBezTo>
                    <a:close/>
                  </a:path>
                </a:pathLst>
              </a:custGeom>
              <a:solidFill>
                <a:srgbClr val="F2A88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5" name="Google Shape;2095;p59"/>
              <p:cNvSpPr/>
              <p:nvPr/>
            </p:nvSpPr>
            <p:spPr>
              <a:xfrm flipH="1">
                <a:off x="6218737" y="3567415"/>
                <a:ext cx="340809" cy="222450"/>
              </a:xfrm>
              <a:custGeom>
                <a:rect b="b" l="l" r="r" t="t"/>
                <a:pathLst>
                  <a:path extrusionOk="0" h="9393" w="13878">
                    <a:moveTo>
                      <a:pt x="12273" y="1"/>
                    </a:moveTo>
                    <a:cubicBezTo>
                      <a:pt x="12197" y="1"/>
                      <a:pt x="12120" y="6"/>
                      <a:pt x="12043" y="18"/>
                    </a:cubicBezTo>
                    <a:cubicBezTo>
                      <a:pt x="11742" y="84"/>
                      <a:pt x="11476" y="184"/>
                      <a:pt x="11209" y="318"/>
                    </a:cubicBezTo>
                    <a:cubicBezTo>
                      <a:pt x="9589" y="1077"/>
                      <a:pt x="7930" y="1894"/>
                      <a:pt x="6189" y="1894"/>
                    </a:cubicBezTo>
                    <a:cubicBezTo>
                      <a:pt x="5636" y="1894"/>
                      <a:pt x="5075" y="1812"/>
                      <a:pt x="4504" y="1619"/>
                    </a:cubicBezTo>
                    <a:cubicBezTo>
                      <a:pt x="3437" y="3287"/>
                      <a:pt x="1869" y="4588"/>
                      <a:pt x="1" y="5321"/>
                    </a:cubicBezTo>
                    <a:cubicBezTo>
                      <a:pt x="1" y="5321"/>
                      <a:pt x="1268" y="8123"/>
                      <a:pt x="1335" y="8324"/>
                    </a:cubicBezTo>
                    <a:cubicBezTo>
                      <a:pt x="1560" y="8967"/>
                      <a:pt x="2188" y="9393"/>
                      <a:pt x="2861" y="9393"/>
                    </a:cubicBezTo>
                    <a:cubicBezTo>
                      <a:pt x="2886" y="9393"/>
                      <a:pt x="2911" y="9392"/>
                      <a:pt x="2936" y="9391"/>
                    </a:cubicBezTo>
                    <a:lnTo>
                      <a:pt x="13877" y="1452"/>
                    </a:lnTo>
                    <a:cubicBezTo>
                      <a:pt x="13786" y="629"/>
                      <a:pt x="13081" y="1"/>
                      <a:pt x="122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6" name="Google Shape;2096;p59"/>
              <p:cNvSpPr/>
              <p:nvPr/>
            </p:nvSpPr>
            <p:spPr>
              <a:xfrm flipH="1">
                <a:off x="7343467" y="4234541"/>
                <a:ext cx="193341" cy="309743"/>
              </a:xfrm>
              <a:custGeom>
                <a:rect b="b" l="l" r="r" t="t"/>
                <a:pathLst>
                  <a:path extrusionOk="0" h="13079" w="7873">
                    <a:moveTo>
                      <a:pt x="4704" y="1"/>
                    </a:moveTo>
                    <a:cubicBezTo>
                      <a:pt x="3633" y="1"/>
                      <a:pt x="2616" y="524"/>
                      <a:pt x="2035" y="1436"/>
                    </a:cubicBezTo>
                    <a:cubicBezTo>
                      <a:pt x="201" y="4205"/>
                      <a:pt x="101" y="9476"/>
                      <a:pt x="1" y="12611"/>
                    </a:cubicBezTo>
                    <a:cubicBezTo>
                      <a:pt x="448" y="12569"/>
                      <a:pt x="898" y="12548"/>
                      <a:pt x="1348" y="12548"/>
                    </a:cubicBezTo>
                    <a:cubicBezTo>
                      <a:pt x="2674" y="12548"/>
                      <a:pt x="4001" y="12729"/>
                      <a:pt x="5271" y="13078"/>
                    </a:cubicBezTo>
                    <a:cubicBezTo>
                      <a:pt x="6072" y="10143"/>
                      <a:pt x="6806" y="7207"/>
                      <a:pt x="7439" y="4205"/>
                    </a:cubicBezTo>
                    <a:cubicBezTo>
                      <a:pt x="7873" y="2270"/>
                      <a:pt x="7606" y="469"/>
                      <a:pt x="5371" y="69"/>
                    </a:cubicBezTo>
                    <a:cubicBezTo>
                      <a:pt x="5149" y="23"/>
                      <a:pt x="4925" y="1"/>
                      <a:pt x="4704" y="1"/>
                    </a:cubicBezTo>
                    <a:close/>
                  </a:path>
                </a:pathLst>
              </a:custGeom>
              <a:solidFill>
                <a:srgbClr val="F2A88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7" name="Google Shape;2097;p59"/>
              <p:cNvSpPr/>
              <p:nvPr/>
            </p:nvSpPr>
            <p:spPr>
              <a:xfrm flipH="1">
                <a:off x="7194377" y="4488967"/>
                <a:ext cx="364532" cy="127980"/>
              </a:xfrm>
              <a:custGeom>
                <a:rect b="b" l="l" r="r" t="t"/>
                <a:pathLst>
                  <a:path extrusionOk="0" h="5404" w="14844">
                    <a:moveTo>
                      <a:pt x="6705" y="0"/>
                    </a:moveTo>
                    <a:cubicBezTo>
                      <a:pt x="5582" y="441"/>
                      <a:pt x="4399" y="665"/>
                      <a:pt x="3214" y="665"/>
                    </a:cubicBezTo>
                    <a:cubicBezTo>
                      <a:pt x="2427" y="665"/>
                      <a:pt x="1639" y="567"/>
                      <a:pt x="867" y="367"/>
                    </a:cubicBezTo>
                    <a:cubicBezTo>
                      <a:pt x="867" y="367"/>
                      <a:pt x="234" y="3336"/>
                      <a:pt x="200" y="3603"/>
                    </a:cubicBezTo>
                    <a:cubicBezTo>
                      <a:pt x="0" y="4270"/>
                      <a:pt x="267" y="5004"/>
                      <a:pt x="867" y="5404"/>
                    </a:cubicBezTo>
                    <a:lnTo>
                      <a:pt x="14377" y="5404"/>
                    </a:lnTo>
                    <a:cubicBezTo>
                      <a:pt x="14844" y="4603"/>
                      <a:pt x="14544" y="3603"/>
                      <a:pt x="13743" y="3169"/>
                    </a:cubicBezTo>
                    <a:cubicBezTo>
                      <a:pt x="13476" y="3036"/>
                      <a:pt x="13176" y="2936"/>
                      <a:pt x="12876" y="2902"/>
                    </a:cubicBezTo>
                    <a:cubicBezTo>
                      <a:pt x="10574" y="2502"/>
                      <a:pt x="8139" y="2068"/>
                      <a:pt x="670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8" name="Google Shape;2098;p59"/>
              <p:cNvSpPr/>
              <p:nvPr/>
            </p:nvSpPr>
            <p:spPr>
              <a:xfrm flipH="1">
                <a:off x="6592449" y="2853682"/>
                <a:ext cx="1017270" cy="1540807"/>
              </a:xfrm>
              <a:custGeom>
                <a:rect b="b" l="l" r="r" t="t"/>
                <a:pathLst>
                  <a:path extrusionOk="0" h="65061" w="41424">
                    <a:moveTo>
                      <a:pt x="34628" y="0"/>
                    </a:moveTo>
                    <a:cubicBezTo>
                      <a:pt x="34359" y="0"/>
                      <a:pt x="34080" y="22"/>
                      <a:pt x="33792" y="66"/>
                    </a:cubicBezTo>
                    <a:cubicBezTo>
                      <a:pt x="31724" y="367"/>
                      <a:pt x="29922" y="1601"/>
                      <a:pt x="28154" y="2702"/>
                    </a:cubicBezTo>
                    <a:cubicBezTo>
                      <a:pt x="21249" y="6971"/>
                      <a:pt x="13344" y="7772"/>
                      <a:pt x="5505" y="9340"/>
                    </a:cubicBezTo>
                    <a:cubicBezTo>
                      <a:pt x="4671" y="9440"/>
                      <a:pt x="3837" y="9740"/>
                      <a:pt x="3103" y="10174"/>
                    </a:cubicBezTo>
                    <a:cubicBezTo>
                      <a:pt x="1" y="12342"/>
                      <a:pt x="1235" y="18113"/>
                      <a:pt x="1669" y="21215"/>
                    </a:cubicBezTo>
                    <a:cubicBezTo>
                      <a:pt x="2469" y="27019"/>
                      <a:pt x="4237" y="32623"/>
                      <a:pt x="5905" y="38260"/>
                    </a:cubicBezTo>
                    <a:cubicBezTo>
                      <a:pt x="6239" y="39261"/>
                      <a:pt x="6439" y="40295"/>
                      <a:pt x="6506" y="41363"/>
                    </a:cubicBezTo>
                    <a:cubicBezTo>
                      <a:pt x="6472" y="42397"/>
                      <a:pt x="6305" y="43464"/>
                      <a:pt x="6005" y="44465"/>
                    </a:cubicBezTo>
                    <a:lnTo>
                      <a:pt x="1402" y="62344"/>
                    </a:lnTo>
                    <a:lnTo>
                      <a:pt x="1002" y="64012"/>
                    </a:lnTo>
                    <a:cubicBezTo>
                      <a:pt x="816" y="64717"/>
                      <a:pt x="4004" y="65061"/>
                      <a:pt x="7077" y="65061"/>
                    </a:cubicBezTo>
                    <a:cubicBezTo>
                      <a:pt x="9530" y="65061"/>
                      <a:pt x="11910" y="64842"/>
                      <a:pt x="12443" y="64412"/>
                    </a:cubicBezTo>
                    <a:cubicBezTo>
                      <a:pt x="13677" y="63478"/>
                      <a:pt x="14311" y="62011"/>
                      <a:pt x="14878" y="60576"/>
                    </a:cubicBezTo>
                    <a:cubicBezTo>
                      <a:pt x="15812" y="58208"/>
                      <a:pt x="16679" y="55840"/>
                      <a:pt x="17447" y="53438"/>
                    </a:cubicBezTo>
                    <a:cubicBezTo>
                      <a:pt x="17680" y="52737"/>
                      <a:pt x="17914" y="52037"/>
                      <a:pt x="18114" y="51303"/>
                    </a:cubicBezTo>
                    <a:cubicBezTo>
                      <a:pt x="18948" y="48634"/>
                      <a:pt x="19481" y="45899"/>
                      <a:pt x="19615" y="43097"/>
                    </a:cubicBezTo>
                    <a:cubicBezTo>
                      <a:pt x="19782" y="39261"/>
                      <a:pt x="18714" y="35558"/>
                      <a:pt x="18447" y="31789"/>
                    </a:cubicBezTo>
                    <a:cubicBezTo>
                      <a:pt x="18281" y="29588"/>
                      <a:pt x="18114" y="27386"/>
                      <a:pt x="17980" y="25184"/>
                    </a:cubicBezTo>
                    <a:cubicBezTo>
                      <a:pt x="17880" y="23850"/>
                      <a:pt x="17113" y="20815"/>
                      <a:pt x="18214" y="19780"/>
                    </a:cubicBezTo>
                    <a:cubicBezTo>
                      <a:pt x="19415" y="18680"/>
                      <a:pt x="23051" y="18379"/>
                      <a:pt x="24618" y="17912"/>
                    </a:cubicBezTo>
                    <a:cubicBezTo>
                      <a:pt x="26953" y="17212"/>
                      <a:pt x="29322" y="16445"/>
                      <a:pt x="31557" y="15678"/>
                    </a:cubicBezTo>
                    <a:cubicBezTo>
                      <a:pt x="33792" y="14910"/>
                      <a:pt x="36093" y="14076"/>
                      <a:pt x="37828" y="12475"/>
                    </a:cubicBezTo>
                    <a:cubicBezTo>
                      <a:pt x="41424" y="9198"/>
                      <a:pt x="40193" y="0"/>
                      <a:pt x="3462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9" name="Google Shape;2099;p59"/>
              <p:cNvSpPr/>
              <p:nvPr/>
            </p:nvSpPr>
            <p:spPr>
              <a:xfrm flipH="1">
                <a:off x="6398128" y="2854653"/>
                <a:ext cx="455493" cy="732144"/>
              </a:xfrm>
              <a:custGeom>
                <a:rect b="b" l="l" r="r" t="t"/>
                <a:pathLst>
                  <a:path extrusionOk="0" h="30915" w="18548">
                    <a:moveTo>
                      <a:pt x="4149" y="0"/>
                    </a:moveTo>
                    <a:cubicBezTo>
                      <a:pt x="3092" y="0"/>
                      <a:pt x="2072" y="313"/>
                      <a:pt x="1402" y="1093"/>
                    </a:cubicBezTo>
                    <a:cubicBezTo>
                      <a:pt x="1" y="2794"/>
                      <a:pt x="901" y="6697"/>
                      <a:pt x="1268" y="8765"/>
                    </a:cubicBezTo>
                    <a:cubicBezTo>
                      <a:pt x="2636" y="16370"/>
                      <a:pt x="4837" y="23776"/>
                      <a:pt x="7773" y="30914"/>
                    </a:cubicBezTo>
                    <a:cubicBezTo>
                      <a:pt x="11242" y="29647"/>
                      <a:pt x="14711" y="28479"/>
                      <a:pt x="18247" y="27378"/>
                    </a:cubicBezTo>
                    <a:cubicBezTo>
                      <a:pt x="18547" y="27278"/>
                      <a:pt x="15011" y="16437"/>
                      <a:pt x="14711" y="15570"/>
                    </a:cubicBezTo>
                    <a:cubicBezTo>
                      <a:pt x="13644" y="12468"/>
                      <a:pt x="12476" y="9432"/>
                      <a:pt x="11142" y="6397"/>
                    </a:cubicBezTo>
                    <a:cubicBezTo>
                      <a:pt x="10275" y="4362"/>
                      <a:pt x="9240" y="2294"/>
                      <a:pt x="7439" y="993"/>
                    </a:cubicBezTo>
                    <a:cubicBezTo>
                      <a:pt x="6604" y="407"/>
                      <a:pt x="5353" y="0"/>
                      <a:pt x="414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0" name="Google Shape;2100;p59"/>
              <p:cNvSpPr/>
              <p:nvPr/>
            </p:nvSpPr>
            <p:spPr>
              <a:xfrm flipH="1">
                <a:off x="6897011" y="2549095"/>
                <a:ext cx="704506" cy="655982"/>
              </a:xfrm>
              <a:custGeom>
                <a:rect b="b" l="l" r="r" t="t"/>
                <a:pathLst>
                  <a:path extrusionOk="0" h="27699" w="28688">
                    <a:moveTo>
                      <a:pt x="16034" y="1"/>
                    </a:moveTo>
                    <a:cubicBezTo>
                      <a:pt x="13235" y="1"/>
                      <a:pt x="10448" y="882"/>
                      <a:pt x="8707" y="3187"/>
                    </a:cubicBezTo>
                    <a:cubicBezTo>
                      <a:pt x="7639" y="4688"/>
                      <a:pt x="6972" y="6389"/>
                      <a:pt x="6405" y="8157"/>
                    </a:cubicBezTo>
                    <a:cubicBezTo>
                      <a:pt x="6305" y="8491"/>
                      <a:pt x="6172" y="8824"/>
                      <a:pt x="6105" y="9158"/>
                    </a:cubicBezTo>
                    <a:cubicBezTo>
                      <a:pt x="4804" y="13494"/>
                      <a:pt x="3203" y="17764"/>
                      <a:pt x="1401" y="21900"/>
                    </a:cubicBezTo>
                    <a:cubicBezTo>
                      <a:pt x="901" y="22901"/>
                      <a:pt x="0" y="23435"/>
                      <a:pt x="1001" y="24602"/>
                    </a:cubicBezTo>
                    <a:cubicBezTo>
                      <a:pt x="1568" y="25169"/>
                      <a:pt x="2202" y="25570"/>
                      <a:pt x="2936" y="25803"/>
                    </a:cubicBezTo>
                    <a:cubicBezTo>
                      <a:pt x="4637" y="26537"/>
                      <a:pt x="6338" y="27271"/>
                      <a:pt x="8140" y="27571"/>
                    </a:cubicBezTo>
                    <a:cubicBezTo>
                      <a:pt x="8684" y="27657"/>
                      <a:pt x="9232" y="27699"/>
                      <a:pt x="9780" y="27699"/>
                    </a:cubicBezTo>
                    <a:cubicBezTo>
                      <a:pt x="14128" y="27699"/>
                      <a:pt x="18422" y="25074"/>
                      <a:pt x="20348" y="21133"/>
                    </a:cubicBezTo>
                    <a:cubicBezTo>
                      <a:pt x="21082" y="19565"/>
                      <a:pt x="20949" y="18064"/>
                      <a:pt x="21116" y="16363"/>
                    </a:cubicBezTo>
                    <a:cubicBezTo>
                      <a:pt x="21149" y="15930"/>
                      <a:pt x="21583" y="11460"/>
                      <a:pt x="21849" y="11460"/>
                    </a:cubicBezTo>
                    <a:lnTo>
                      <a:pt x="26186" y="11426"/>
                    </a:lnTo>
                    <a:cubicBezTo>
                      <a:pt x="27153" y="8091"/>
                      <a:pt x="27987" y="4755"/>
                      <a:pt x="28688" y="1386"/>
                    </a:cubicBezTo>
                    <a:cubicBezTo>
                      <a:pt x="25419" y="1019"/>
                      <a:pt x="22216" y="986"/>
                      <a:pt x="19014" y="318"/>
                    </a:cubicBezTo>
                    <a:cubicBezTo>
                      <a:pt x="18051" y="115"/>
                      <a:pt x="17042" y="1"/>
                      <a:pt x="1603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1" name="Google Shape;2101;p59"/>
              <p:cNvSpPr/>
              <p:nvPr/>
            </p:nvSpPr>
            <p:spPr>
              <a:xfrm flipH="1">
                <a:off x="6981442" y="2332136"/>
                <a:ext cx="244887" cy="290300"/>
              </a:xfrm>
              <a:custGeom>
                <a:rect b="b" l="l" r="r" t="t"/>
                <a:pathLst>
                  <a:path extrusionOk="0" h="12258" w="9972">
                    <a:moveTo>
                      <a:pt x="7374" y="1"/>
                    </a:moveTo>
                    <a:cubicBezTo>
                      <a:pt x="6882" y="1"/>
                      <a:pt x="6364" y="69"/>
                      <a:pt x="5871" y="173"/>
                    </a:cubicBezTo>
                    <a:cubicBezTo>
                      <a:pt x="4937" y="339"/>
                      <a:pt x="4070" y="873"/>
                      <a:pt x="3536" y="1674"/>
                    </a:cubicBezTo>
                    <a:cubicBezTo>
                      <a:pt x="2769" y="2975"/>
                      <a:pt x="2468" y="4676"/>
                      <a:pt x="2001" y="6077"/>
                    </a:cubicBezTo>
                    <a:cubicBezTo>
                      <a:pt x="1868" y="6410"/>
                      <a:pt x="1768" y="6744"/>
                      <a:pt x="1635" y="7078"/>
                    </a:cubicBezTo>
                    <a:cubicBezTo>
                      <a:pt x="1168" y="8379"/>
                      <a:pt x="600" y="9680"/>
                      <a:pt x="0" y="10947"/>
                    </a:cubicBezTo>
                    <a:cubicBezTo>
                      <a:pt x="1213" y="11809"/>
                      <a:pt x="2643" y="12258"/>
                      <a:pt x="4097" y="12258"/>
                    </a:cubicBezTo>
                    <a:cubicBezTo>
                      <a:pt x="4443" y="12258"/>
                      <a:pt x="4791" y="12233"/>
                      <a:pt x="5137" y="12181"/>
                    </a:cubicBezTo>
                    <a:cubicBezTo>
                      <a:pt x="5404" y="10914"/>
                      <a:pt x="5737" y="9646"/>
                      <a:pt x="6138" y="8445"/>
                    </a:cubicBezTo>
                    <a:cubicBezTo>
                      <a:pt x="6204" y="8245"/>
                      <a:pt x="6305" y="8078"/>
                      <a:pt x="6438" y="7945"/>
                    </a:cubicBezTo>
                    <a:cubicBezTo>
                      <a:pt x="6638" y="7811"/>
                      <a:pt x="6838" y="7745"/>
                      <a:pt x="7038" y="7711"/>
                    </a:cubicBezTo>
                    <a:cubicBezTo>
                      <a:pt x="8006" y="7478"/>
                      <a:pt x="8573" y="6511"/>
                      <a:pt x="8973" y="5577"/>
                    </a:cubicBezTo>
                    <a:cubicBezTo>
                      <a:pt x="9373" y="4576"/>
                      <a:pt x="9640" y="3508"/>
                      <a:pt x="9774" y="2408"/>
                    </a:cubicBezTo>
                    <a:cubicBezTo>
                      <a:pt x="9971" y="555"/>
                      <a:pt x="8778" y="1"/>
                      <a:pt x="7374" y="1"/>
                    </a:cubicBezTo>
                    <a:close/>
                  </a:path>
                </a:pathLst>
              </a:custGeom>
              <a:solidFill>
                <a:srgbClr val="F2A88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2" name="Google Shape;2102;p59"/>
              <p:cNvSpPr/>
              <p:nvPr/>
            </p:nvSpPr>
            <p:spPr>
              <a:xfrm flipH="1">
                <a:off x="6962533" y="2291969"/>
                <a:ext cx="236783" cy="173119"/>
              </a:xfrm>
              <a:custGeom>
                <a:rect b="b" l="l" r="r" t="t"/>
                <a:pathLst>
                  <a:path extrusionOk="0" h="7310" w="9642">
                    <a:moveTo>
                      <a:pt x="7806" y="1"/>
                    </a:moveTo>
                    <a:cubicBezTo>
                      <a:pt x="7406" y="34"/>
                      <a:pt x="6972" y="134"/>
                      <a:pt x="6572" y="268"/>
                    </a:cubicBezTo>
                    <a:cubicBezTo>
                      <a:pt x="6500" y="276"/>
                      <a:pt x="6428" y="280"/>
                      <a:pt x="6355" y="280"/>
                    </a:cubicBezTo>
                    <a:cubicBezTo>
                      <a:pt x="5738" y="280"/>
                      <a:pt x="5096" y="12"/>
                      <a:pt x="4499" y="12"/>
                    </a:cubicBezTo>
                    <a:cubicBezTo>
                      <a:pt x="4318" y="12"/>
                      <a:pt x="4141" y="37"/>
                      <a:pt x="3970" y="101"/>
                    </a:cubicBezTo>
                    <a:cubicBezTo>
                      <a:pt x="3470" y="301"/>
                      <a:pt x="3170" y="701"/>
                      <a:pt x="2736" y="968"/>
                    </a:cubicBezTo>
                    <a:cubicBezTo>
                      <a:pt x="2403" y="1168"/>
                      <a:pt x="2036" y="1268"/>
                      <a:pt x="1702" y="1502"/>
                    </a:cubicBezTo>
                    <a:cubicBezTo>
                      <a:pt x="668" y="2236"/>
                      <a:pt x="1002" y="3670"/>
                      <a:pt x="535" y="4704"/>
                    </a:cubicBezTo>
                    <a:cubicBezTo>
                      <a:pt x="334" y="5238"/>
                      <a:pt x="1" y="5771"/>
                      <a:pt x="134" y="6305"/>
                    </a:cubicBezTo>
                    <a:cubicBezTo>
                      <a:pt x="301" y="6906"/>
                      <a:pt x="835" y="7306"/>
                      <a:pt x="1435" y="7306"/>
                    </a:cubicBezTo>
                    <a:cubicBezTo>
                      <a:pt x="1466" y="7308"/>
                      <a:pt x="1496" y="7309"/>
                      <a:pt x="1526" y="7309"/>
                    </a:cubicBezTo>
                    <a:cubicBezTo>
                      <a:pt x="2383" y="7309"/>
                      <a:pt x="3044" y="6410"/>
                      <a:pt x="3270" y="5605"/>
                    </a:cubicBezTo>
                    <a:cubicBezTo>
                      <a:pt x="3322" y="5397"/>
                      <a:pt x="3374" y="4480"/>
                      <a:pt x="3663" y="4480"/>
                    </a:cubicBezTo>
                    <a:cubicBezTo>
                      <a:pt x="3744" y="4480"/>
                      <a:pt x="3845" y="4553"/>
                      <a:pt x="3970" y="4737"/>
                    </a:cubicBezTo>
                    <a:cubicBezTo>
                      <a:pt x="4070" y="4871"/>
                      <a:pt x="4137" y="5038"/>
                      <a:pt x="4337" y="5071"/>
                    </a:cubicBezTo>
                    <a:cubicBezTo>
                      <a:pt x="4352" y="5074"/>
                      <a:pt x="4366" y="5075"/>
                      <a:pt x="4380" y="5075"/>
                    </a:cubicBezTo>
                    <a:cubicBezTo>
                      <a:pt x="4527" y="5075"/>
                      <a:pt x="4646" y="4926"/>
                      <a:pt x="4738" y="4804"/>
                    </a:cubicBezTo>
                    <a:cubicBezTo>
                      <a:pt x="5104" y="4370"/>
                      <a:pt x="5438" y="3803"/>
                      <a:pt x="6005" y="3570"/>
                    </a:cubicBezTo>
                    <a:cubicBezTo>
                      <a:pt x="6505" y="3370"/>
                      <a:pt x="7006" y="3270"/>
                      <a:pt x="7540" y="3236"/>
                    </a:cubicBezTo>
                    <a:cubicBezTo>
                      <a:pt x="7906" y="3203"/>
                      <a:pt x="8273" y="3170"/>
                      <a:pt x="8640" y="3103"/>
                    </a:cubicBezTo>
                    <a:cubicBezTo>
                      <a:pt x="9007" y="3036"/>
                      <a:pt x="9341" y="2769"/>
                      <a:pt x="9508" y="2469"/>
                    </a:cubicBezTo>
                    <a:cubicBezTo>
                      <a:pt x="9641" y="2035"/>
                      <a:pt x="9608" y="1568"/>
                      <a:pt x="9374" y="1202"/>
                    </a:cubicBezTo>
                    <a:cubicBezTo>
                      <a:pt x="9141" y="568"/>
                      <a:pt x="8574" y="134"/>
                      <a:pt x="790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3" name="Google Shape;2103;p59"/>
              <p:cNvSpPr/>
              <p:nvPr/>
            </p:nvSpPr>
            <p:spPr>
              <a:xfrm flipH="1">
                <a:off x="7098531" y="2390348"/>
                <a:ext cx="55598" cy="53451"/>
              </a:xfrm>
              <a:custGeom>
                <a:rect b="b" l="l" r="r" t="t"/>
                <a:pathLst>
                  <a:path extrusionOk="0" h="2257" w="2264">
                    <a:moveTo>
                      <a:pt x="1283" y="0"/>
                    </a:moveTo>
                    <a:cubicBezTo>
                      <a:pt x="1187" y="0"/>
                      <a:pt x="1090" y="16"/>
                      <a:pt x="996" y="50"/>
                    </a:cubicBezTo>
                    <a:cubicBezTo>
                      <a:pt x="396" y="283"/>
                      <a:pt x="29" y="850"/>
                      <a:pt x="29" y="1484"/>
                    </a:cubicBezTo>
                    <a:cubicBezTo>
                      <a:pt x="1" y="1906"/>
                      <a:pt x="352" y="2256"/>
                      <a:pt x="762" y="2256"/>
                    </a:cubicBezTo>
                    <a:cubicBezTo>
                      <a:pt x="839" y="2256"/>
                      <a:pt x="917" y="2244"/>
                      <a:pt x="996" y="2218"/>
                    </a:cubicBezTo>
                    <a:cubicBezTo>
                      <a:pt x="1230" y="2185"/>
                      <a:pt x="1430" y="2118"/>
                      <a:pt x="1597" y="1984"/>
                    </a:cubicBezTo>
                    <a:cubicBezTo>
                      <a:pt x="2030" y="1684"/>
                      <a:pt x="2264" y="1150"/>
                      <a:pt x="2164" y="650"/>
                    </a:cubicBezTo>
                    <a:cubicBezTo>
                      <a:pt x="2031" y="251"/>
                      <a:pt x="1664" y="0"/>
                      <a:pt x="1283" y="0"/>
                    </a:cubicBezTo>
                    <a:close/>
                  </a:path>
                </a:pathLst>
              </a:custGeom>
              <a:solidFill>
                <a:srgbClr val="F2A88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4" name="Google Shape;2104;p59"/>
              <p:cNvSpPr/>
              <p:nvPr/>
            </p:nvSpPr>
            <p:spPr>
              <a:xfrm flipH="1">
                <a:off x="7029893" y="2466986"/>
                <a:ext cx="29960" cy="12315"/>
              </a:xfrm>
              <a:custGeom>
                <a:rect b="b" l="l" r="r" t="t"/>
                <a:pathLst>
                  <a:path extrusionOk="0" h="520" w="1220">
                    <a:moveTo>
                      <a:pt x="255" y="0"/>
                    </a:moveTo>
                    <a:cubicBezTo>
                      <a:pt x="93" y="0"/>
                      <a:pt x="1" y="211"/>
                      <a:pt x="159" y="316"/>
                    </a:cubicBezTo>
                    <a:cubicBezTo>
                      <a:pt x="290" y="428"/>
                      <a:pt x="515" y="519"/>
                      <a:pt x="723" y="519"/>
                    </a:cubicBezTo>
                    <a:cubicBezTo>
                      <a:pt x="886" y="519"/>
                      <a:pt x="1039" y="463"/>
                      <a:pt x="1127" y="316"/>
                    </a:cubicBezTo>
                    <a:cubicBezTo>
                      <a:pt x="1219" y="224"/>
                      <a:pt x="1141" y="46"/>
                      <a:pt x="996" y="46"/>
                    </a:cubicBezTo>
                    <a:cubicBezTo>
                      <a:pt x="985" y="46"/>
                      <a:pt x="972" y="47"/>
                      <a:pt x="960" y="49"/>
                    </a:cubicBezTo>
                    <a:cubicBezTo>
                      <a:pt x="826" y="49"/>
                      <a:pt x="708" y="109"/>
                      <a:pt x="584" y="109"/>
                    </a:cubicBezTo>
                    <a:cubicBezTo>
                      <a:pt x="523" y="109"/>
                      <a:pt x="460" y="94"/>
                      <a:pt x="393" y="49"/>
                    </a:cubicBezTo>
                    <a:cubicBezTo>
                      <a:pt x="344" y="15"/>
                      <a:pt x="297" y="0"/>
                      <a:pt x="25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5" name="Google Shape;2105;p59"/>
              <p:cNvSpPr/>
              <p:nvPr/>
            </p:nvSpPr>
            <p:spPr>
              <a:xfrm flipH="1">
                <a:off x="7110000" y="2400200"/>
                <a:ext cx="18860" cy="29840"/>
              </a:xfrm>
              <a:custGeom>
                <a:rect b="b" l="l" r="r" t="t"/>
                <a:pathLst>
                  <a:path extrusionOk="0" h="1260" w="768">
                    <a:moveTo>
                      <a:pt x="67" y="1"/>
                    </a:moveTo>
                    <a:cubicBezTo>
                      <a:pt x="1" y="1"/>
                      <a:pt x="1" y="101"/>
                      <a:pt x="67" y="101"/>
                    </a:cubicBezTo>
                    <a:cubicBezTo>
                      <a:pt x="301" y="101"/>
                      <a:pt x="468" y="267"/>
                      <a:pt x="568" y="468"/>
                    </a:cubicBezTo>
                    <a:lnTo>
                      <a:pt x="534" y="468"/>
                    </a:lnTo>
                    <a:lnTo>
                      <a:pt x="367" y="501"/>
                    </a:lnTo>
                    <a:lnTo>
                      <a:pt x="301" y="501"/>
                    </a:lnTo>
                    <a:lnTo>
                      <a:pt x="234" y="534"/>
                    </a:lnTo>
                    <a:cubicBezTo>
                      <a:pt x="201" y="534"/>
                      <a:pt x="167" y="568"/>
                      <a:pt x="201" y="601"/>
                    </a:cubicBezTo>
                    <a:cubicBezTo>
                      <a:pt x="201" y="634"/>
                      <a:pt x="201" y="634"/>
                      <a:pt x="234" y="634"/>
                    </a:cubicBezTo>
                    <a:lnTo>
                      <a:pt x="334" y="634"/>
                    </a:lnTo>
                    <a:cubicBezTo>
                      <a:pt x="367" y="634"/>
                      <a:pt x="401" y="634"/>
                      <a:pt x="434" y="601"/>
                    </a:cubicBezTo>
                    <a:lnTo>
                      <a:pt x="601" y="568"/>
                    </a:lnTo>
                    <a:cubicBezTo>
                      <a:pt x="601" y="668"/>
                      <a:pt x="634" y="734"/>
                      <a:pt x="634" y="835"/>
                    </a:cubicBezTo>
                    <a:lnTo>
                      <a:pt x="634" y="1235"/>
                    </a:lnTo>
                    <a:cubicBezTo>
                      <a:pt x="634" y="1252"/>
                      <a:pt x="659" y="1260"/>
                      <a:pt x="684" y="1260"/>
                    </a:cubicBezTo>
                    <a:cubicBezTo>
                      <a:pt x="709" y="1260"/>
                      <a:pt x="734" y="1252"/>
                      <a:pt x="734" y="1235"/>
                    </a:cubicBezTo>
                    <a:cubicBezTo>
                      <a:pt x="734" y="1168"/>
                      <a:pt x="768" y="1101"/>
                      <a:pt x="768" y="1035"/>
                    </a:cubicBezTo>
                    <a:lnTo>
                      <a:pt x="768" y="835"/>
                    </a:lnTo>
                    <a:cubicBezTo>
                      <a:pt x="734" y="668"/>
                      <a:pt x="701" y="534"/>
                      <a:pt x="668" y="401"/>
                    </a:cubicBezTo>
                    <a:cubicBezTo>
                      <a:pt x="568" y="167"/>
                      <a:pt x="334" y="1"/>
                      <a:pt x="67" y="1"/>
                    </a:cubicBezTo>
                    <a:close/>
                  </a:path>
                </a:pathLst>
              </a:custGeom>
              <a:solidFill>
                <a:srgbClr val="AD786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6" name="Google Shape;2106;p59"/>
              <p:cNvSpPr/>
              <p:nvPr/>
            </p:nvSpPr>
            <p:spPr>
              <a:xfrm flipH="1">
                <a:off x="7063292" y="2506797"/>
                <a:ext cx="35461" cy="13499"/>
              </a:xfrm>
              <a:custGeom>
                <a:rect b="b" l="l" r="r" t="t"/>
                <a:pathLst>
                  <a:path extrusionOk="0" h="570" w="1444">
                    <a:moveTo>
                      <a:pt x="104" y="1"/>
                    </a:moveTo>
                    <a:cubicBezTo>
                      <a:pt x="38" y="1"/>
                      <a:pt x="0" y="95"/>
                      <a:pt x="75" y="170"/>
                    </a:cubicBezTo>
                    <a:cubicBezTo>
                      <a:pt x="336" y="431"/>
                      <a:pt x="679" y="569"/>
                      <a:pt x="1039" y="569"/>
                    </a:cubicBezTo>
                    <a:cubicBezTo>
                      <a:pt x="1140" y="569"/>
                      <a:pt x="1241" y="558"/>
                      <a:pt x="1343" y="537"/>
                    </a:cubicBezTo>
                    <a:cubicBezTo>
                      <a:pt x="1443" y="503"/>
                      <a:pt x="1443" y="370"/>
                      <a:pt x="1343" y="370"/>
                    </a:cubicBezTo>
                    <a:cubicBezTo>
                      <a:pt x="1269" y="381"/>
                      <a:pt x="1195" y="387"/>
                      <a:pt x="1123" y="387"/>
                    </a:cubicBezTo>
                    <a:cubicBezTo>
                      <a:pt x="774" y="387"/>
                      <a:pt x="452" y="257"/>
                      <a:pt x="176" y="36"/>
                    </a:cubicBezTo>
                    <a:cubicBezTo>
                      <a:pt x="151" y="11"/>
                      <a:pt x="125" y="1"/>
                      <a:pt x="104" y="1"/>
                    </a:cubicBezTo>
                    <a:close/>
                  </a:path>
                </a:pathLst>
              </a:custGeom>
              <a:solidFill>
                <a:srgbClr val="AD786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7" name="Google Shape;2107;p59"/>
              <p:cNvSpPr/>
              <p:nvPr/>
            </p:nvSpPr>
            <p:spPr>
              <a:xfrm flipH="1">
                <a:off x="6338332" y="3577883"/>
                <a:ext cx="22151" cy="37513"/>
              </a:xfrm>
              <a:custGeom>
                <a:rect b="b" l="l" r="r" t="t"/>
                <a:pathLst>
                  <a:path extrusionOk="0" h="1584" w="902">
                    <a:moveTo>
                      <a:pt x="305" y="1"/>
                    </a:moveTo>
                    <a:cubicBezTo>
                      <a:pt x="281" y="1"/>
                      <a:pt x="257" y="4"/>
                      <a:pt x="234" y="9"/>
                    </a:cubicBezTo>
                    <a:cubicBezTo>
                      <a:pt x="101" y="43"/>
                      <a:pt x="1" y="176"/>
                      <a:pt x="67" y="343"/>
                    </a:cubicBezTo>
                    <a:cubicBezTo>
                      <a:pt x="134" y="676"/>
                      <a:pt x="234" y="1010"/>
                      <a:pt x="334" y="1344"/>
                    </a:cubicBezTo>
                    <a:cubicBezTo>
                      <a:pt x="363" y="1489"/>
                      <a:pt x="493" y="1583"/>
                      <a:pt x="615" y="1583"/>
                    </a:cubicBezTo>
                    <a:cubicBezTo>
                      <a:pt x="633" y="1583"/>
                      <a:pt x="650" y="1581"/>
                      <a:pt x="668" y="1577"/>
                    </a:cubicBezTo>
                    <a:cubicBezTo>
                      <a:pt x="834" y="1510"/>
                      <a:pt x="901" y="1344"/>
                      <a:pt x="868" y="1210"/>
                    </a:cubicBezTo>
                    <a:cubicBezTo>
                      <a:pt x="801" y="877"/>
                      <a:pt x="668" y="510"/>
                      <a:pt x="568" y="176"/>
                    </a:cubicBezTo>
                    <a:cubicBezTo>
                      <a:pt x="540" y="65"/>
                      <a:pt x="421" y="1"/>
                      <a:pt x="305" y="1"/>
                    </a:cubicBezTo>
                    <a:close/>
                  </a:path>
                </a:pathLst>
              </a:custGeom>
              <a:solidFill>
                <a:srgbClr val="C4634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8" name="Google Shape;2108;p59"/>
              <p:cNvSpPr/>
              <p:nvPr/>
            </p:nvSpPr>
            <p:spPr>
              <a:xfrm flipH="1">
                <a:off x="6370281" y="3589204"/>
                <a:ext cx="20506" cy="44428"/>
              </a:xfrm>
              <a:custGeom>
                <a:rect b="b" l="l" r="r" t="t"/>
                <a:pathLst>
                  <a:path extrusionOk="0" h="1876" w="835">
                    <a:moveTo>
                      <a:pt x="188" y="0"/>
                    </a:moveTo>
                    <a:cubicBezTo>
                      <a:pt x="94" y="0"/>
                      <a:pt x="0" y="68"/>
                      <a:pt x="0" y="198"/>
                    </a:cubicBezTo>
                    <a:cubicBezTo>
                      <a:pt x="0" y="465"/>
                      <a:pt x="34" y="732"/>
                      <a:pt x="100" y="1032"/>
                    </a:cubicBezTo>
                    <a:cubicBezTo>
                      <a:pt x="134" y="1132"/>
                      <a:pt x="134" y="1299"/>
                      <a:pt x="167" y="1466"/>
                    </a:cubicBezTo>
                    <a:cubicBezTo>
                      <a:pt x="234" y="1599"/>
                      <a:pt x="267" y="1800"/>
                      <a:pt x="467" y="1866"/>
                    </a:cubicBezTo>
                    <a:cubicBezTo>
                      <a:pt x="486" y="1872"/>
                      <a:pt x="504" y="1875"/>
                      <a:pt x="522" y="1875"/>
                    </a:cubicBezTo>
                    <a:cubicBezTo>
                      <a:pt x="603" y="1875"/>
                      <a:pt x="680" y="1821"/>
                      <a:pt x="734" y="1766"/>
                    </a:cubicBezTo>
                    <a:cubicBezTo>
                      <a:pt x="834" y="1599"/>
                      <a:pt x="701" y="1399"/>
                      <a:pt x="667" y="1266"/>
                    </a:cubicBezTo>
                    <a:cubicBezTo>
                      <a:pt x="634" y="1166"/>
                      <a:pt x="601" y="1032"/>
                      <a:pt x="534" y="899"/>
                    </a:cubicBezTo>
                    <a:cubicBezTo>
                      <a:pt x="467" y="632"/>
                      <a:pt x="434" y="399"/>
                      <a:pt x="367" y="132"/>
                    </a:cubicBezTo>
                    <a:cubicBezTo>
                      <a:pt x="338" y="43"/>
                      <a:pt x="262" y="0"/>
                      <a:pt x="188" y="0"/>
                    </a:cubicBezTo>
                    <a:close/>
                  </a:path>
                </a:pathLst>
              </a:custGeom>
              <a:solidFill>
                <a:srgbClr val="C4634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9" name="Google Shape;2109;p59"/>
              <p:cNvSpPr/>
              <p:nvPr/>
            </p:nvSpPr>
            <p:spPr>
              <a:xfrm flipH="1">
                <a:off x="6951065" y="2375570"/>
                <a:ext cx="104885" cy="55607"/>
              </a:xfrm>
              <a:custGeom>
                <a:rect b="b" l="l" r="r" t="t"/>
                <a:pathLst>
                  <a:path extrusionOk="0" h="2348" w="4271">
                    <a:moveTo>
                      <a:pt x="3501" y="1"/>
                    </a:moveTo>
                    <a:cubicBezTo>
                      <a:pt x="3446" y="1"/>
                      <a:pt x="3390" y="13"/>
                      <a:pt x="3336" y="40"/>
                    </a:cubicBezTo>
                    <a:lnTo>
                      <a:pt x="234" y="1674"/>
                    </a:lnTo>
                    <a:cubicBezTo>
                      <a:pt x="100" y="1741"/>
                      <a:pt x="0" y="1941"/>
                      <a:pt x="67" y="2108"/>
                    </a:cubicBezTo>
                    <a:cubicBezTo>
                      <a:pt x="125" y="2253"/>
                      <a:pt x="259" y="2348"/>
                      <a:pt x="425" y="2348"/>
                    </a:cubicBezTo>
                    <a:cubicBezTo>
                      <a:pt x="450" y="2348"/>
                      <a:pt x="475" y="2346"/>
                      <a:pt x="501" y="2342"/>
                    </a:cubicBezTo>
                    <a:lnTo>
                      <a:pt x="3903" y="1708"/>
                    </a:lnTo>
                    <a:cubicBezTo>
                      <a:pt x="4137" y="1674"/>
                      <a:pt x="4270" y="1441"/>
                      <a:pt x="4203" y="1241"/>
                    </a:cubicBezTo>
                    <a:lnTo>
                      <a:pt x="3870" y="240"/>
                    </a:lnTo>
                    <a:cubicBezTo>
                      <a:pt x="3796" y="94"/>
                      <a:pt x="3652" y="1"/>
                      <a:pt x="35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0" name="Google Shape;2110;p59"/>
              <p:cNvSpPr/>
              <p:nvPr/>
            </p:nvSpPr>
            <p:spPr>
              <a:xfrm flipH="1">
                <a:off x="6004941" y="1903284"/>
                <a:ext cx="1670" cy="24"/>
              </a:xfrm>
              <a:custGeom>
                <a:rect b="b" l="l" r="r" t="t"/>
                <a:pathLst>
                  <a:path extrusionOk="0" h="1" w="68">
                    <a:moveTo>
                      <a:pt x="68" y="1"/>
                    </a:moveTo>
                    <a:lnTo>
                      <a:pt x="6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467A7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1" name="Google Shape;2111;p59"/>
              <p:cNvSpPr/>
              <p:nvPr/>
            </p:nvSpPr>
            <p:spPr>
              <a:xfrm flipH="1">
                <a:off x="5862405" y="1911194"/>
                <a:ext cx="1137037" cy="519144"/>
              </a:xfrm>
              <a:custGeom>
                <a:rect b="b" l="l" r="r" t="t"/>
                <a:pathLst>
                  <a:path extrusionOk="0" h="21921" w="46301">
                    <a:moveTo>
                      <a:pt x="39729" y="1"/>
                    </a:moveTo>
                    <a:lnTo>
                      <a:pt x="935" y="19181"/>
                    </a:lnTo>
                    <a:cubicBezTo>
                      <a:pt x="301" y="19514"/>
                      <a:pt x="1" y="20282"/>
                      <a:pt x="234" y="20949"/>
                    </a:cubicBezTo>
                    <a:cubicBezTo>
                      <a:pt x="432" y="21542"/>
                      <a:pt x="966" y="21921"/>
                      <a:pt x="1570" y="21921"/>
                    </a:cubicBezTo>
                    <a:cubicBezTo>
                      <a:pt x="1679" y="21921"/>
                      <a:pt x="1790" y="21908"/>
                      <a:pt x="1902" y="21883"/>
                    </a:cubicBezTo>
                    <a:lnTo>
                      <a:pt x="43299" y="12843"/>
                    </a:lnTo>
                    <a:cubicBezTo>
                      <a:pt x="45834" y="10942"/>
                      <a:pt x="46301" y="7306"/>
                      <a:pt x="45300" y="4304"/>
                    </a:cubicBezTo>
                    <a:cubicBezTo>
                      <a:pt x="44166" y="1035"/>
                      <a:pt x="43899" y="668"/>
                      <a:pt x="3972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2" name="Google Shape;2112;p59"/>
              <p:cNvSpPr/>
              <p:nvPr/>
            </p:nvSpPr>
            <p:spPr>
              <a:xfrm flipH="1">
                <a:off x="5742839" y="1892177"/>
                <a:ext cx="382532" cy="324190"/>
              </a:xfrm>
              <a:custGeom>
                <a:rect b="b" l="l" r="r" t="t"/>
                <a:pathLst>
                  <a:path extrusionOk="0" h="13689" w="15577">
                    <a:moveTo>
                      <a:pt x="7259" y="0"/>
                    </a:moveTo>
                    <a:cubicBezTo>
                      <a:pt x="7186" y="0"/>
                      <a:pt x="7113" y="1"/>
                      <a:pt x="7038" y="3"/>
                    </a:cubicBezTo>
                    <a:cubicBezTo>
                      <a:pt x="4070" y="136"/>
                      <a:pt x="1434" y="2038"/>
                      <a:pt x="400" y="4806"/>
                    </a:cubicBezTo>
                    <a:cubicBezTo>
                      <a:pt x="100" y="5640"/>
                      <a:pt x="0" y="6541"/>
                      <a:pt x="33" y="7442"/>
                    </a:cubicBezTo>
                    <a:cubicBezTo>
                      <a:pt x="33" y="8042"/>
                      <a:pt x="133" y="8676"/>
                      <a:pt x="400" y="9243"/>
                    </a:cubicBezTo>
                    <a:cubicBezTo>
                      <a:pt x="701" y="9910"/>
                      <a:pt x="1067" y="10510"/>
                      <a:pt x="1501" y="11078"/>
                    </a:cubicBezTo>
                    <a:cubicBezTo>
                      <a:pt x="2891" y="12671"/>
                      <a:pt x="5012" y="13689"/>
                      <a:pt x="7195" y="13689"/>
                    </a:cubicBezTo>
                    <a:cubicBezTo>
                      <a:pt x="8941" y="13689"/>
                      <a:pt x="10726" y="13038"/>
                      <a:pt x="12209" y="11511"/>
                    </a:cubicBezTo>
                    <a:cubicBezTo>
                      <a:pt x="15577" y="8044"/>
                      <a:pt x="14434" y="0"/>
                      <a:pt x="725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3" name="Google Shape;2113;p59"/>
              <p:cNvSpPr/>
              <p:nvPr/>
            </p:nvSpPr>
            <p:spPr>
              <a:xfrm flipH="1">
                <a:off x="6115522" y="1982291"/>
                <a:ext cx="229392" cy="297689"/>
              </a:xfrm>
              <a:custGeom>
                <a:rect b="b" l="l" r="r" t="t"/>
                <a:pathLst>
                  <a:path extrusionOk="0" h="12570" w="9341">
                    <a:moveTo>
                      <a:pt x="5137" y="1"/>
                    </a:moveTo>
                    <a:cubicBezTo>
                      <a:pt x="1768" y="1168"/>
                      <a:pt x="0" y="4837"/>
                      <a:pt x="1168" y="8207"/>
                    </a:cubicBezTo>
                    <a:cubicBezTo>
                      <a:pt x="2074" y="10899"/>
                      <a:pt x="4600" y="12569"/>
                      <a:pt x="7298" y="12569"/>
                    </a:cubicBezTo>
                    <a:cubicBezTo>
                      <a:pt x="7975" y="12569"/>
                      <a:pt x="8664" y="12464"/>
                      <a:pt x="9340" y="12243"/>
                    </a:cubicBezTo>
                    <a:lnTo>
                      <a:pt x="9207" y="11876"/>
                    </a:lnTo>
                    <a:cubicBezTo>
                      <a:pt x="8553" y="12103"/>
                      <a:pt x="7887" y="12211"/>
                      <a:pt x="7231" y="12211"/>
                    </a:cubicBezTo>
                    <a:cubicBezTo>
                      <a:pt x="4707" y="12211"/>
                      <a:pt x="2342" y="10615"/>
                      <a:pt x="1468" y="8073"/>
                    </a:cubicBezTo>
                    <a:cubicBezTo>
                      <a:pt x="367" y="4904"/>
                      <a:pt x="2068" y="1435"/>
                      <a:pt x="5237" y="334"/>
                    </a:cubicBezTo>
                    <a:lnTo>
                      <a:pt x="513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4" name="Google Shape;2114;p59"/>
              <p:cNvSpPr/>
              <p:nvPr/>
            </p:nvSpPr>
            <p:spPr>
              <a:xfrm flipH="1">
                <a:off x="6349800" y="2082635"/>
                <a:ext cx="188430" cy="244853"/>
              </a:xfrm>
              <a:custGeom>
                <a:rect b="b" l="l" r="r" t="t"/>
                <a:pathLst>
                  <a:path extrusionOk="0" h="10339" w="7673">
                    <a:moveTo>
                      <a:pt x="4203" y="0"/>
                    </a:moveTo>
                    <a:cubicBezTo>
                      <a:pt x="1434" y="967"/>
                      <a:pt x="0" y="3970"/>
                      <a:pt x="934" y="6738"/>
                    </a:cubicBezTo>
                    <a:cubicBezTo>
                      <a:pt x="1709" y="8956"/>
                      <a:pt x="3767" y="10339"/>
                      <a:pt x="5996" y="10339"/>
                    </a:cubicBezTo>
                    <a:cubicBezTo>
                      <a:pt x="6550" y="10339"/>
                      <a:pt x="7114" y="10253"/>
                      <a:pt x="7672" y="10074"/>
                    </a:cubicBezTo>
                    <a:lnTo>
                      <a:pt x="7539" y="9707"/>
                    </a:lnTo>
                    <a:cubicBezTo>
                      <a:pt x="7042" y="9862"/>
                      <a:pt x="6540" y="9935"/>
                      <a:pt x="6046" y="9935"/>
                    </a:cubicBezTo>
                    <a:cubicBezTo>
                      <a:pt x="3983" y="9935"/>
                      <a:pt x="2067" y="8650"/>
                      <a:pt x="1368" y="6605"/>
                    </a:cubicBezTo>
                    <a:cubicBezTo>
                      <a:pt x="500" y="4070"/>
                      <a:pt x="1801" y="1301"/>
                      <a:pt x="4303" y="334"/>
                    </a:cubicBezTo>
                    <a:lnTo>
                      <a:pt x="42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5" name="Google Shape;2115;p59"/>
              <p:cNvSpPr/>
              <p:nvPr/>
            </p:nvSpPr>
            <p:spPr>
              <a:xfrm flipH="1">
                <a:off x="6774963" y="2268263"/>
                <a:ext cx="108151" cy="140508"/>
              </a:xfrm>
              <a:custGeom>
                <a:rect b="b" l="l" r="r" t="t"/>
                <a:pathLst>
                  <a:path extrusionOk="0" h="5933" w="4404">
                    <a:moveTo>
                      <a:pt x="2436" y="1"/>
                    </a:moveTo>
                    <a:cubicBezTo>
                      <a:pt x="835" y="568"/>
                      <a:pt x="1" y="2269"/>
                      <a:pt x="534" y="3870"/>
                    </a:cubicBezTo>
                    <a:cubicBezTo>
                      <a:pt x="959" y="5144"/>
                      <a:pt x="2144" y="5933"/>
                      <a:pt x="3417" y="5933"/>
                    </a:cubicBezTo>
                    <a:cubicBezTo>
                      <a:pt x="3744" y="5933"/>
                      <a:pt x="4077" y="5881"/>
                      <a:pt x="4404" y="5772"/>
                    </a:cubicBezTo>
                    <a:lnTo>
                      <a:pt x="4270" y="5405"/>
                    </a:lnTo>
                    <a:cubicBezTo>
                      <a:pt x="3992" y="5500"/>
                      <a:pt x="3706" y="5545"/>
                      <a:pt x="3424" y="5545"/>
                    </a:cubicBezTo>
                    <a:cubicBezTo>
                      <a:pt x="2322" y="5545"/>
                      <a:pt x="1273" y="4853"/>
                      <a:pt x="901" y="3737"/>
                    </a:cubicBezTo>
                    <a:cubicBezTo>
                      <a:pt x="401" y="2369"/>
                      <a:pt x="1168" y="835"/>
                      <a:pt x="2536" y="368"/>
                    </a:cubicBezTo>
                    <a:lnTo>
                      <a:pt x="243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6" name="Google Shape;2116;p59"/>
              <p:cNvSpPr/>
              <p:nvPr/>
            </p:nvSpPr>
            <p:spPr>
              <a:xfrm flipH="1">
                <a:off x="6575901" y="2179783"/>
                <a:ext cx="149113" cy="193249"/>
              </a:xfrm>
              <a:custGeom>
                <a:rect b="b" l="l" r="r" t="t"/>
                <a:pathLst>
                  <a:path extrusionOk="0" h="8160" w="6072">
                    <a:moveTo>
                      <a:pt x="3336" y="1"/>
                    </a:moveTo>
                    <a:cubicBezTo>
                      <a:pt x="1168" y="768"/>
                      <a:pt x="1" y="3137"/>
                      <a:pt x="768" y="5338"/>
                    </a:cubicBezTo>
                    <a:cubicBezTo>
                      <a:pt x="1353" y="7067"/>
                      <a:pt x="2998" y="8159"/>
                      <a:pt x="4740" y="8159"/>
                    </a:cubicBezTo>
                    <a:cubicBezTo>
                      <a:pt x="5183" y="8159"/>
                      <a:pt x="5632" y="8089"/>
                      <a:pt x="6072" y="7940"/>
                    </a:cubicBezTo>
                    <a:lnTo>
                      <a:pt x="6072" y="7907"/>
                    </a:lnTo>
                    <a:lnTo>
                      <a:pt x="5938" y="7573"/>
                    </a:lnTo>
                    <a:cubicBezTo>
                      <a:pt x="5508" y="7731"/>
                      <a:pt x="5068" y="7805"/>
                      <a:pt x="4634" y="7805"/>
                    </a:cubicBezTo>
                    <a:cubicBezTo>
                      <a:pt x="3047" y="7805"/>
                      <a:pt x="1551" y="6810"/>
                      <a:pt x="1001" y="5238"/>
                    </a:cubicBezTo>
                    <a:cubicBezTo>
                      <a:pt x="334" y="3203"/>
                      <a:pt x="1435" y="1002"/>
                      <a:pt x="3470" y="368"/>
                    </a:cubicBezTo>
                    <a:lnTo>
                      <a:pt x="333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7" name="Google Shape;2117;p59"/>
              <p:cNvSpPr/>
              <p:nvPr/>
            </p:nvSpPr>
            <p:spPr>
              <a:xfrm flipH="1">
                <a:off x="5787042" y="1913279"/>
                <a:ext cx="320033" cy="280614"/>
              </a:xfrm>
              <a:custGeom>
                <a:rect b="b" l="l" r="r" t="t"/>
                <a:pathLst>
                  <a:path extrusionOk="0" h="11849" w="13032">
                    <a:moveTo>
                      <a:pt x="6542" y="0"/>
                    </a:moveTo>
                    <a:cubicBezTo>
                      <a:pt x="5228" y="0"/>
                      <a:pt x="3920" y="445"/>
                      <a:pt x="2858" y="1314"/>
                    </a:cubicBezTo>
                    <a:cubicBezTo>
                      <a:pt x="1256" y="2648"/>
                      <a:pt x="256" y="4182"/>
                      <a:pt x="189" y="5984"/>
                    </a:cubicBezTo>
                    <a:cubicBezTo>
                      <a:pt x="0" y="9258"/>
                      <a:pt x="3050" y="11849"/>
                      <a:pt x="6227" y="11849"/>
                    </a:cubicBezTo>
                    <a:cubicBezTo>
                      <a:pt x="6415" y="11849"/>
                      <a:pt x="6605" y="11840"/>
                      <a:pt x="6794" y="11821"/>
                    </a:cubicBezTo>
                    <a:cubicBezTo>
                      <a:pt x="10063" y="11487"/>
                      <a:pt x="11364" y="10053"/>
                      <a:pt x="12098" y="7852"/>
                    </a:cubicBezTo>
                    <a:cubicBezTo>
                      <a:pt x="13032" y="5116"/>
                      <a:pt x="11864" y="2114"/>
                      <a:pt x="9329" y="713"/>
                    </a:cubicBezTo>
                    <a:cubicBezTo>
                      <a:pt x="8458" y="235"/>
                      <a:pt x="7498" y="0"/>
                      <a:pt x="654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8" name="Google Shape;2118;p59"/>
              <p:cNvSpPr/>
              <p:nvPr/>
            </p:nvSpPr>
            <p:spPr>
              <a:xfrm flipH="1">
                <a:off x="6666000" y="2212726"/>
                <a:ext cx="618505" cy="619297"/>
              </a:xfrm>
              <a:custGeom>
                <a:rect b="b" l="l" r="r" t="t"/>
                <a:pathLst>
                  <a:path extrusionOk="0" h="26150" w="25186">
                    <a:moveTo>
                      <a:pt x="24590" y="0"/>
                    </a:moveTo>
                    <a:cubicBezTo>
                      <a:pt x="24531" y="0"/>
                      <a:pt x="24473" y="4"/>
                      <a:pt x="24418" y="11"/>
                    </a:cubicBezTo>
                    <a:cubicBezTo>
                      <a:pt x="22450" y="345"/>
                      <a:pt x="20515" y="1479"/>
                      <a:pt x="19715" y="3380"/>
                    </a:cubicBezTo>
                    <a:cubicBezTo>
                      <a:pt x="19314" y="4381"/>
                      <a:pt x="19314" y="5381"/>
                      <a:pt x="18814" y="6382"/>
                    </a:cubicBezTo>
                    <a:cubicBezTo>
                      <a:pt x="15745" y="12720"/>
                      <a:pt x="9307" y="16856"/>
                      <a:pt x="2536" y="17991"/>
                    </a:cubicBezTo>
                    <a:cubicBezTo>
                      <a:pt x="201" y="18357"/>
                      <a:pt x="1" y="20192"/>
                      <a:pt x="301" y="22294"/>
                    </a:cubicBezTo>
                    <a:cubicBezTo>
                      <a:pt x="501" y="23928"/>
                      <a:pt x="1435" y="25829"/>
                      <a:pt x="3203" y="26096"/>
                    </a:cubicBezTo>
                    <a:cubicBezTo>
                      <a:pt x="3485" y="26133"/>
                      <a:pt x="3754" y="26150"/>
                      <a:pt x="4013" y="26150"/>
                    </a:cubicBezTo>
                    <a:cubicBezTo>
                      <a:pt x="5409" y="26150"/>
                      <a:pt x="6522" y="25658"/>
                      <a:pt x="7873" y="25096"/>
                    </a:cubicBezTo>
                    <a:cubicBezTo>
                      <a:pt x="11476" y="23595"/>
                      <a:pt x="14644" y="21193"/>
                      <a:pt x="17080" y="18157"/>
                    </a:cubicBezTo>
                    <a:cubicBezTo>
                      <a:pt x="17813" y="17257"/>
                      <a:pt x="18481" y="16323"/>
                      <a:pt x="19048" y="15322"/>
                    </a:cubicBezTo>
                    <a:cubicBezTo>
                      <a:pt x="19615" y="14355"/>
                      <a:pt x="20115" y="13387"/>
                      <a:pt x="20549" y="12386"/>
                    </a:cubicBezTo>
                    <a:cubicBezTo>
                      <a:pt x="21616" y="10085"/>
                      <a:pt x="21816" y="7616"/>
                      <a:pt x="22650" y="5215"/>
                    </a:cubicBezTo>
                    <a:cubicBezTo>
                      <a:pt x="22917" y="4614"/>
                      <a:pt x="23251" y="4047"/>
                      <a:pt x="23618" y="3513"/>
                    </a:cubicBezTo>
                    <a:cubicBezTo>
                      <a:pt x="23984" y="2846"/>
                      <a:pt x="24018" y="2179"/>
                      <a:pt x="24318" y="1512"/>
                    </a:cubicBezTo>
                    <a:cubicBezTo>
                      <a:pt x="24451" y="1145"/>
                      <a:pt x="25185" y="645"/>
                      <a:pt x="25085" y="244"/>
                    </a:cubicBezTo>
                    <a:cubicBezTo>
                      <a:pt x="25032" y="59"/>
                      <a:pt x="24812" y="0"/>
                      <a:pt x="24590" y="0"/>
                    </a:cubicBezTo>
                    <a:close/>
                  </a:path>
                </a:pathLst>
              </a:custGeom>
              <a:solidFill>
                <a:srgbClr val="F2A88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9" name="Google Shape;2119;p59"/>
              <p:cNvSpPr/>
              <p:nvPr/>
            </p:nvSpPr>
            <p:spPr>
              <a:xfrm flipH="1">
                <a:off x="7162429" y="2583104"/>
                <a:ext cx="276886" cy="330608"/>
              </a:xfrm>
              <a:custGeom>
                <a:rect b="b" l="l" r="r" t="t"/>
                <a:pathLst>
                  <a:path extrusionOk="0" h="13960" w="11275">
                    <a:moveTo>
                      <a:pt x="5336" y="0"/>
                    </a:moveTo>
                    <a:cubicBezTo>
                      <a:pt x="3929" y="0"/>
                      <a:pt x="2714" y="1065"/>
                      <a:pt x="1935" y="2218"/>
                    </a:cubicBezTo>
                    <a:cubicBezTo>
                      <a:pt x="567" y="4253"/>
                      <a:pt x="67" y="6788"/>
                      <a:pt x="34" y="9223"/>
                    </a:cubicBezTo>
                    <a:cubicBezTo>
                      <a:pt x="0" y="11225"/>
                      <a:pt x="2235" y="13059"/>
                      <a:pt x="4003" y="13626"/>
                    </a:cubicBezTo>
                    <a:lnTo>
                      <a:pt x="4036" y="13626"/>
                    </a:lnTo>
                    <a:cubicBezTo>
                      <a:pt x="4752" y="13855"/>
                      <a:pt x="5492" y="13959"/>
                      <a:pt x="6235" y="13959"/>
                    </a:cubicBezTo>
                    <a:cubicBezTo>
                      <a:pt x="7985" y="13959"/>
                      <a:pt x="9753" y="13382"/>
                      <a:pt x="11275" y="12492"/>
                    </a:cubicBezTo>
                    <a:cubicBezTo>
                      <a:pt x="11141" y="9990"/>
                      <a:pt x="11008" y="7489"/>
                      <a:pt x="10908" y="5020"/>
                    </a:cubicBezTo>
                    <a:cubicBezTo>
                      <a:pt x="10875" y="4420"/>
                      <a:pt x="10841" y="3819"/>
                      <a:pt x="10841" y="3252"/>
                    </a:cubicBezTo>
                    <a:cubicBezTo>
                      <a:pt x="10841" y="2919"/>
                      <a:pt x="10975" y="1751"/>
                      <a:pt x="10741" y="1518"/>
                    </a:cubicBezTo>
                    <a:cubicBezTo>
                      <a:pt x="10508" y="1284"/>
                      <a:pt x="9507" y="1284"/>
                      <a:pt x="9140" y="1217"/>
                    </a:cubicBezTo>
                    <a:cubicBezTo>
                      <a:pt x="8540" y="1051"/>
                      <a:pt x="7973" y="884"/>
                      <a:pt x="7439" y="650"/>
                    </a:cubicBezTo>
                    <a:cubicBezTo>
                      <a:pt x="6838" y="350"/>
                      <a:pt x="6238" y="117"/>
                      <a:pt x="5638" y="17"/>
                    </a:cubicBezTo>
                    <a:cubicBezTo>
                      <a:pt x="5536" y="5"/>
                      <a:pt x="5435" y="0"/>
                      <a:pt x="5336" y="0"/>
                    </a:cubicBezTo>
                    <a:close/>
                  </a:path>
                </a:pathLst>
              </a:custGeom>
              <a:solidFill>
                <a:srgbClr val="5CC9B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0" name="Google Shape;2120;p59"/>
              <p:cNvSpPr/>
              <p:nvPr/>
            </p:nvSpPr>
            <p:spPr>
              <a:xfrm flipH="1">
                <a:off x="6013143" y="1974665"/>
                <a:ext cx="63899" cy="164072"/>
              </a:xfrm>
              <a:custGeom>
                <a:rect b="b" l="l" r="r" t="t"/>
                <a:pathLst>
                  <a:path extrusionOk="0" h="6928" w="2602">
                    <a:moveTo>
                      <a:pt x="1767" y="0"/>
                    </a:moveTo>
                    <a:cubicBezTo>
                      <a:pt x="1755" y="0"/>
                      <a:pt x="1743" y="6"/>
                      <a:pt x="1735" y="22"/>
                    </a:cubicBezTo>
                    <a:cubicBezTo>
                      <a:pt x="567" y="856"/>
                      <a:pt x="0" y="2257"/>
                      <a:pt x="200" y="3692"/>
                    </a:cubicBezTo>
                    <a:cubicBezTo>
                      <a:pt x="300" y="4459"/>
                      <a:pt x="534" y="5226"/>
                      <a:pt x="901" y="5927"/>
                    </a:cubicBezTo>
                    <a:cubicBezTo>
                      <a:pt x="1168" y="6527"/>
                      <a:pt x="1801" y="6927"/>
                      <a:pt x="2469" y="6927"/>
                    </a:cubicBezTo>
                    <a:cubicBezTo>
                      <a:pt x="2602" y="6894"/>
                      <a:pt x="2602" y="6761"/>
                      <a:pt x="2469" y="6727"/>
                    </a:cubicBezTo>
                    <a:cubicBezTo>
                      <a:pt x="1835" y="6594"/>
                      <a:pt x="1301" y="6127"/>
                      <a:pt x="1068" y="5526"/>
                    </a:cubicBezTo>
                    <a:cubicBezTo>
                      <a:pt x="767" y="4859"/>
                      <a:pt x="567" y="4159"/>
                      <a:pt x="500" y="3425"/>
                    </a:cubicBezTo>
                    <a:cubicBezTo>
                      <a:pt x="334" y="2157"/>
                      <a:pt x="834" y="923"/>
                      <a:pt x="1801" y="89"/>
                    </a:cubicBezTo>
                    <a:cubicBezTo>
                      <a:pt x="1852" y="64"/>
                      <a:pt x="1807" y="0"/>
                      <a:pt x="176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1" name="Google Shape;2121;p59"/>
              <p:cNvSpPr/>
              <p:nvPr/>
            </p:nvSpPr>
            <p:spPr>
              <a:xfrm flipH="1">
                <a:off x="5936131" y="2148095"/>
                <a:ext cx="57170" cy="11178"/>
              </a:xfrm>
              <a:custGeom>
                <a:rect b="b" l="l" r="r" t="t"/>
                <a:pathLst>
                  <a:path extrusionOk="0" h="472" w="2328">
                    <a:moveTo>
                      <a:pt x="130" y="1"/>
                    </a:moveTo>
                    <a:cubicBezTo>
                      <a:pt x="22" y="1"/>
                      <a:pt x="0" y="174"/>
                      <a:pt x="93" y="205"/>
                    </a:cubicBezTo>
                    <a:cubicBezTo>
                      <a:pt x="537" y="383"/>
                      <a:pt x="1012" y="472"/>
                      <a:pt x="1486" y="472"/>
                    </a:cubicBezTo>
                    <a:cubicBezTo>
                      <a:pt x="1723" y="472"/>
                      <a:pt x="1961" y="449"/>
                      <a:pt x="2194" y="405"/>
                    </a:cubicBezTo>
                    <a:cubicBezTo>
                      <a:pt x="2328" y="372"/>
                      <a:pt x="2328" y="171"/>
                      <a:pt x="2161" y="171"/>
                    </a:cubicBezTo>
                    <a:cubicBezTo>
                      <a:pt x="1988" y="189"/>
                      <a:pt x="1816" y="197"/>
                      <a:pt x="1644" y="197"/>
                    </a:cubicBezTo>
                    <a:cubicBezTo>
                      <a:pt x="1149" y="197"/>
                      <a:pt x="654" y="128"/>
                      <a:pt x="159" y="5"/>
                    </a:cubicBezTo>
                    <a:cubicBezTo>
                      <a:pt x="149" y="2"/>
                      <a:pt x="140" y="1"/>
                      <a:pt x="13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2" name="Google Shape;2122;p59"/>
              <p:cNvSpPr/>
              <p:nvPr/>
            </p:nvSpPr>
            <p:spPr>
              <a:xfrm flipH="1">
                <a:off x="7168152" y="2625046"/>
                <a:ext cx="158126" cy="14067"/>
              </a:xfrm>
              <a:custGeom>
                <a:rect b="b" l="l" r="r" t="t"/>
                <a:pathLst>
                  <a:path extrusionOk="0" h="594" w="6439">
                    <a:moveTo>
                      <a:pt x="6184" y="0"/>
                    </a:moveTo>
                    <a:cubicBezTo>
                      <a:pt x="6013" y="0"/>
                      <a:pt x="5842" y="31"/>
                      <a:pt x="5671" y="80"/>
                    </a:cubicBezTo>
                    <a:cubicBezTo>
                      <a:pt x="5371" y="114"/>
                      <a:pt x="5104" y="147"/>
                      <a:pt x="4804" y="180"/>
                    </a:cubicBezTo>
                    <a:cubicBezTo>
                      <a:pt x="4304" y="247"/>
                      <a:pt x="3770" y="314"/>
                      <a:pt x="3269" y="314"/>
                    </a:cubicBezTo>
                    <a:cubicBezTo>
                      <a:pt x="2832" y="342"/>
                      <a:pt x="2389" y="352"/>
                      <a:pt x="1945" y="352"/>
                    </a:cubicBezTo>
                    <a:cubicBezTo>
                      <a:pt x="1339" y="352"/>
                      <a:pt x="731" y="333"/>
                      <a:pt x="134" y="314"/>
                    </a:cubicBezTo>
                    <a:cubicBezTo>
                      <a:pt x="0" y="314"/>
                      <a:pt x="0" y="514"/>
                      <a:pt x="134" y="514"/>
                    </a:cubicBezTo>
                    <a:cubicBezTo>
                      <a:pt x="722" y="569"/>
                      <a:pt x="1319" y="594"/>
                      <a:pt x="1916" y="594"/>
                    </a:cubicBezTo>
                    <a:cubicBezTo>
                      <a:pt x="2403" y="594"/>
                      <a:pt x="2890" y="577"/>
                      <a:pt x="3370" y="547"/>
                    </a:cubicBezTo>
                    <a:cubicBezTo>
                      <a:pt x="3870" y="514"/>
                      <a:pt x="4370" y="447"/>
                      <a:pt x="4871" y="380"/>
                    </a:cubicBezTo>
                    <a:cubicBezTo>
                      <a:pt x="5137" y="347"/>
                      <a:pt x="5404" y="314"/>
                      <a:pt x="5671" y="280"/>
                    </a:cubicBezTo>
                    <a:cubicBezTo>
                      <a:pt x="5938" y="247"/>
                      <a:pt x="6172" y="180"/>
                      <a:pt x="6405" y="80"/>
                    </a:cubicBezTo>
                    <a:cubicBezTo>
                      <a:pt x="6438" y="47"/>
                      <a:pt x="6405" y="13"/>
                      <a:pt x="6372" y="13"/>
                    </a:cubicBezTo>
                    <a:cubicBezTo>
                      <a:pt x="6309" y="4"/>
                      <a:pt x="6247" y="0"/>
                      <a:pt x="618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3" name="Google Shape;2123;p59"/>
              <p:cNvSpPr/>
              <p:nvPr/>
            </p:nvSpPr>
            <p:spPr>
              <a:xfrm flipH="1">
                <a:off x="7160195" y="2832225"/>
                <a:ext cx="203754" cy="22096"/>
              </a:xfrm>
              <a:custGeom>
                <a:rect b="b" l="l" r="r" t="t"/>
                <a:pathLst>
                  <a:path extrusionOk="0" h="933" w="8297">
                    <a:moveTo>
                      <a:pt x="8198" y="1"/>
                    </a:moveTo>
                    <a:cubicBezTo>
                      <a:pt x="8190" y="1"/>
                      <a:pt x="8182" y="2"/>
                      <a:pt x="8173" y="5"/>
                    </a:cubicBezTo>
                    <a:cubicBezTo>
                      <a:pt x="6838" y="339"/>
                      <a:pt x="5504" y="572"/>
                      <a:pt x="4136" y="639"/>
                    </a:cubicBezTo>
                    <a:cubicBezTo>
                      <a:pt x="2802" y="706"/>
                      <a:pt x="1434" y="639"/>
                      <a:pt x="100" y="739"/>
                    </a:cubicBezTo>
                    <a:cubicBezTo>
                      <a:pt x="0" y="739"/>
                      <a:pt x="0" y="872"/>
                      <a:pt x="100" y="872"/>
                    </a:cubicBezTo>
                    <a:cubicBezTo>
                      <a:pt x="673" y="914"/>
                      <a:pt x="1252" y="933"/>
                      <a:pt x="1831" y="933"/>
                    </a:cubicBezTo>
                    <a:cubicBezTo>
                      <a:pt x="2636" y="933"/>
                      <a:pt x="3442" y="897"/>
                      <a:pt x="4236" y="839"/>
                    </a:cubicBezTo>
                    <a:cubicBezTo>
                      <a:pt x="5571" y="739"/>
                      <a:pt x="6905" y="539"/>
                      <a:pt x="8206" y="172"/>
                    </a:cubicBezTo>
                    <a:cubicBezTo>
                      <a:pt x="8297" y="141"/>
                      <a:pt x="8278" y="1"/>
                      <a:pt x="8198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4" name="Google Shape;2124;p59"/>
              <p:cNvSpPr/>
              <p:nvPr/>
            </p:nvSpPr>
            <p:spPr>
              <a:xfrm flipH="1">
                <a:off x="7153417" y="2581115"/>
                <a:ext cx="84380" cy="45897"/>
              </a:xfrm>
              <a:custGeom>
                <a:rect b="b" l="l" r="r" t="t"/>
                <a:pathLst>
                  <a:path extrusionOk="0" h="1938" w="3436">
                    <a:moveTo>
                      <a:pt x="133" y="0"/>
                    </a:moveTo>
                    <a:cubicBezTo>
                      <a:pt x="33" y="0"/>
                      <a:pt x="0" y="67"/>
                      <a:pt x="33" y="134"/>
                    </a:cubicBezTo>
                    <a:cubicBezTo>
                      <a:pt x="200" y="401"/>
                      <a:pt x="400" y="634"/>
                      <a:pt x="667" y="801"/>
                    </a:cubicBezTo>
                    <a:cubicBezTo>
                      <a:pt x="901" y="1001"/>
                      <a:pt x="1168" y="1201"/>
                      <a:pt x="1434" y="1368"/>
                    </a:cubicBezTo>
                    <a:cubicBezTo>
                      <a:pt x="1968" y="1702"/>
                      <a:pt x="2569" y="1902"/>
                      <a:pt x="3202" y="1935"/>
                    </a:cubicBezTo>
                    <a:cubicBezTo>
                      <a:pt x="3212" y="1937"/>
                      <a:pt x="3222" y="1937"/>
                      <a:pt x="3231" y="1937"/>
                    </a:cubicBezTo>
                    <a:cubicBezTo>
                      <a:pt x="3435" y="1937"/>
                      <a:pt x="3427" y="1602"/>
                      <a:pt x="3236" y="1602"/>
                    </a:cubicBezTo>
                    <a:cubicBezTo>
                      <a:pt x="2635" y="1568"/>
                      <a:pt x="2035" y="1368"/>
                      <a:pt x="1568" y="1035"/>
                    </a:cubicBezTo>
                    <a:cubicBezTo>
                      <a:pt x="1301" y="868"/>
                      <a:pt x="1067" y="701"/>
                      <a:pt x="834" y="534"/>
                    </a:cubicBezTo>
                    <a:cubicBezTo>
                      <a:pt x="634" y="301"/>
                      <a:pt x="367" y="134"/>
                      <a:pt x="13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5" name="Google Shape;2125;p59"/>
              <p:cNvSpPr/>
              <p:nvPr/>
            </p:nvSpPr>
            <p:spPr>
              <a:xfrm flipH="1">
                <a:off x="6824103" y="2594519"/>
                <a:ext cx="106260" cy="117891"/>
              </a:xfrm>
              <a:custGeom>
                <a:rect b="b" l="l" r="r" t="t"/>
                <a:pathLst>
                  <a:path extrusionOk="0" h="4978" w="4327">
                    <a:moveTo>
                      <a:pt x="4213" y="0"/>
                    </a:moveTo>
                    <a:cubicBezTo>
                      <a:pt x="4182" y="0"/>
                      <a:pt x="4150" y="11"/>
                      <a:pt x="4126" y="35"/>
                    </a:cubicBezTo>
                    <a:cubicBezTo>
                      <a:pt x="3893" y="502"/>
                      <a:pt x="3659" y="936"/>
                      <a:pt x="3359" y="1369"/>
                    </a:cubicBezTo>
                    <a:cubicBezTo>
                      <a:pt x="3059" y="1803"/>
                      <a:pt x="2725" y="2203"/>
                      <a:pt x="2358" y="2603"/>
                    </a:cubicBezTo>
                    <a:cubicBezTo>
                      <a:pt x="1691" y="3437"/>
                      <a:pt x="924" y="4171"/>
                      <a:pt x="90" y="4838"/>
                    </a:cubicBezTo>
                    <a:cubicBezTo>
                      <a:pt x="1" y="4868"/>
                      <a:pt x="70" y="4977"/>
                      <a:pt x="134" y="4977"/>
                    </a:cubicBezTo>
                    <a:cubicBezTo>
                      <a:pt x="142" y="4977"/>
                      <a:pt x="149" y="4975"/>
                      <a:pt x="157" y="4972"/>
                    </a:cubicBezTo>
                    <a:cubicBezTo>
                      <a:pt x="1124" y="4471"/>
                      <a:pt x="1825" y="3571"/>
                      <a:pt x="2558" y="2770"/>
                    </a:cubicBezTo>
                    <a:cubicBezTo>
                      <a:pt x="3292" y="1970"/>
                      <a:pt x="3993" y="1102"/>
                      <a:pt x="4326" y="102"/>
                    </a:cubicBezTo>
                    <a:cubicBezTo>
                      <a:pt x="4326" y="37"/>
                      <a:pt x="4271" y="0"/>
                      <a:pt x="421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6" name="Google Shape;2126;p59"/>
              <p:cNvSpPr/>
              <p:nvPr/>
            </p:nvSpPr>
            <p:spPr>
              <a:xfrm flipH="1">
                <a:off x="6699866" y="2702655"/>
                <a:ext cx="34749" cy="16838"/>
              </a:xfrm>
              <a:custGeom>
                <a:rect b="b" l="l" r="r" t="t"/>
                <a:pathLst>
                  <a:path extrusionOk="0" h="711" w="1415">
                    <a:moveTo>
                      <a:pt x="1258" y="0"/>
                    </a:moveTo>
                    <a:cubicBezTo>
                      <a:pt x="1247" y="0"/>
                      <a:pt x="1236" y="2"/>
                      <a:pt x="1226" y="5"/>
                    </a:cubicBezTo>
                    <a:lnTo>
                      <a:pt x="925" y="139"/>
                    </a:lnTo>
                    <a:lnTo>
                      <a:pt x="658" y="272"/>
                    </a:lnTo>
                    <a:cubicBezTo>
                      <a:pt x="492" y="406"/>
                      <a:pt x="292" y="472"/>
                      <a:pt x="91" y="539"/>
                    </a:cubicBezTo>
                    <a:cubicBezTo>
                      <a:pt x="0" y="570"/>
                      <a:pt x="20" y="710"/>
                      <a:pt x="99" y="710"/>
                    </a:cubicBezTo>
                    <a:cubicBezTo>
                      <a:pt x="107" y="710"/>
                      <a:pt x="116" y="709"/>
                      <a:pt x="125" y="706"/>
                    </a:cubicBezTo>
                    <a:cubicBezTo>
                      <a:pt x="325" y="639"/>
                      <a:pt x="558" y="573"/>
                      <a:pt x="759" y="506"/>
                    </a:cubicBezTo>
                    <a:cubicBezTo>
                      <a:pt x="859" y="472"/>
                      <a:pt x="959" y="406"/>
                      <a:pt x="1059" y="372"/>
                    </a:cubicBezTo>
                    <a:cubicBezTo>
                      <a:pt x="1159" y="306"/>
                      <a:pt x="1259" y="239"/>
                      <a:pt x="1326" y="172"/>
                    </a:cubicBezTo>
                    <a:cubicBezTo>
                      <a:pt x="1415" y="113"/>
                      <a:pt x="1345" y="0"/>
                      <a:pt x="1258" y="0"/>
                    </a:cubicBezTo>
                    <a:close/>
                  </a:path>
                </a:pathLst>
              </a:custGeom>
              <a:solidFill>
                <a:srgbClr val="AD786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7" name="Google Shape;2127;p59"/>
              <p:cNvSpPr/>
              <p:nvPr/>
            </p:nvSpPr>
            <p:spPr>
              <a:xfrm flipH="1">
                <a:off x="6920760" y="2648469"/>
                <a:ext cx="12328" cy="8834"/>
              </a:xfrm>
              <a:custGeom>
                <a:rect b="b" l="l" r="r" t="t"/>
                <a:pathLst>
                  <a:path extrusionOk="0" h="373" w="502">
                    <a:moveTo>
                      <a:pt x="368" y="0"/>
                    </a:moveTo>
                    <a:cubicBezTo>
                      <a:pt x="359" y="0"/>
                      <a:pt x="351" y="8"/>
                      <a:pt x="334" y="25"/>
                    </a:cubicBezTo>
                    <a:lnTo>
                      <a:pt x="68" y="192"/>
                    </a:lnTo>
                    <a:cubicBezTo>
                      <a:pt x="34" y="192"/>
                      <a:pt x="34" y="225"/>
                      <a:pt x="1" y="259"/>
                    </a:cubicBezTo>
                    <a:cubicBezTo>
                      <a:pt x="1" y="259"/>
                      <a:pt x="1" y="292"/>
                      <a:pt x="1" y="325"/>
                    </a:cubicBezTo>
                    <a:cubicBezTo>
                      <a:pt x="24" y="349"/>
                      <a:pt x="65" y="373"/>
                      <a:pt x="110" y="373"/>
                    </a:cubicBezTo>
                    <a:cubicBezTo>
                      <a:pt x="129" y="373"/>
                      <a:pt x="148" y="368"/>
                      <a:pt x="168" y="359"/>
                    </a:cubicBezTo>
                    <a:lnTo>
                      <a:pt x="435" y="225"/>
                    </a:lnTo>
                    <a:cubicBezTo>
                      <a:pt x="468" y="192"/>
                      <a:pt x="468" y="159"/>
                      <a:pt x="501" y="159"/>
                    </a:cubicBezTo>
                    <a:cubicBezTo>
                      <a:pt x="501" y="125"/>
                      <a:pt x="501" y="92"/>
                      <a:pt x="501" y="59"/>
                    </a:cubicBezTo>
                    <a:cubicBezTo>
                      <a:pt x="468" y="25"/>
                      <a:pt x="435" y="25"/>
                      <a:pt x="401" y="25"/>
                    </a:cubicBezTo>
                    <a:cubicBezTo>
                      <a:pt x="384" y="8"/>
                      <a:pt x="376" y="0"/>
                      <a:pt x="368" y="0"/>
                    </a:cubicBezTo>
                    <a:close/>
                  </a:path>
                </a:pathLst>
              </a:custGeom>
              <a:solidFill>
                <a:srgbClr val="AD786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28" name="Google Shape;2128;p59"/>
            <p:cNvGrpSpPr/>
            <p:nvPr/>
          </p:nvGrpSpPr>
          <p:grpSpPr>
            <a:xfrm>
              <a:off x="6400155" y="1475856"/>
              <a:ext cx="2553795" cy="2731178"/>
              <a:chOff x="5707430" y="1589756"/>
              <a:chExt cx="2553795" cy="2731178"/>
            </a:xfrm>
          </p:grpSpPr>
          <p:sp>
            <p:nvSpPr>
              <p:cNvPr id="2129" name="Google Shape;2129;p59"/>
              <p:cNvSpPr/>
              <p:nvPr/>
            </p:nvSpPr>
            <p:spPr>
              <a:xfrm flipH="1" rot="-1384681">
                <a:off x="6693615" y="4006720"/>
                <a:ext cx="169543" cy="292696"/>
              </a:xfrm>
              <a:custGeom>
                <a:rect b="b" l="l" r="r" t="t"/>
                <a:pathLst>
                  <a:path extrusionOk="0" fill="none" h="10742" w="6072">
                    <a:moveTo>
                      <a:pt x="901" y="10741"/>
                    </a:moveTo>
                    <a:lnTo>
                      <a:pt x="1" y="8339"/>
                    </a:lnTo>
                    <a:lnTo>
                      <a:pt x="2402" y="8139"/>
                    </a:lnTo>
                    <a:lnTo>
                      <a:pt x="1702" y="5537"/>
                    </a:lnTo>
                    <a:lnTo>
                      <a:pt x="4270" y="5437"/>
                    </a:lnTo>
                    <a:lnTo>
                      <a:pt x="3503" y="2869"/>
                    </a:lnTo>
                    <a:lnTo>
                      <a:pt x="6072" y="2602"/>
                    </a:lnTo>
                    <a:lnTo>
                      <a:pt x="5371" y="0"/>
                    </a:ln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0" name="Google Shape;2130;p59"/>
              <p:cNvSpPr/>
              <p:nvPr/>
            </p:nvSpPr>
            <p:spPr>
              <a:xfrm>
                <a:off x="6327057" y="1589756"/>
                <a:ext cx="60911" cy="118378"/>
              </a:xfrm>
              <a:custGeom>
                <a:rect b="b" l="l" r="r" t="t"/>
                <a:pathLst>
                  <a:path extrusionOk="0" fill="none" h="4371" w="2169">
                    <a:moveTo>
                      <a:pt x="0" y="0"/>
                    </a:moveTo>
                    <a:cubicBezTo>
                      <a:pt x="1201" y="0"/>
                      <a:pt x="2168" y="968"/>
                      <a:pt x="2168" y="2202"/>
                    </a:cubicBezTo>
                    <a:cubicBezTo>
                      <a:pt x="2168" y="3403"/>
                      <a:pt x="1201" y="4370"/>
                      <a:pt x="0" y="4370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1" name="Google Shape;2131;p59"/>
              <p:cNvSpPr/>
              <p:nvPr/>
            </p:nvSpPr>
            <p:spPr>
              <a:xfrm flipH="1">
                <a:off x="7388954" y="2107934"/>
                <a:ext cx="139598" cy="217770"/>
              </a:xfrm>
              <a:custGeom>
                <a:rect b="b" l="l" r="r" t="t"/>
                <a:pathLst>
                  <a:path extrusionOk="0" fill="none" h="8041" w="4971">
                    <a:moveTo>
                      <a:pt x="835" y="8040"/>
                    </a:moveTo>
                    <a:lnTo>
                      <a:pt x="1" y="5371"/>
                    </a:lnTo>
                    <a:lnTo>
                      <a:pt x="2703" y="5572"/>
                    </a:lnTo>
                    <a:lnTo>
                      <a:pt x="2002" y="2670"/>
                    </a:lnTo>
                    <a:lnTo>
                      <a:pt x="4971" y="2569"/>
                    </a:lnTo>
                    <a:lnTo>
                      <a:pt x="4037" y="1"/>
                    </a:ln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2" name="Google Shape;2132;p59"/>
              <p:cNvSpPr/>
              <p:nvPr/>
            </p:nvSpPr>
            <p:spPr>
              <a:xfrm flipH="1">
                <a:off x="8085063" y="2325704"/>
                <a:ext cx="176162" cy="225868"/>
              </a:xfrm>
              <a:custGeom>
                <a:rect b="b" l="l" r="r" t="t"/>
                <a:pathLst>
                  <a:path extrusionOk="0" fill="none" h="8340" w="6273">
                    <a:moveTo>
                      <a:pt x="1702" y="4070"/>
                    </a:moveTo>
                    <a:cubicBezTo>
                      <a:pt x="2536" y="3036"/>
                      <a:pt x="3270" y="2035"/>
                      <a:pt x="4104" y="1001"/>
                    </a:cubicBezTo>
                    <a:cubicBezTo>
                      <a:pt x="4304" y="667"/>
                      <a:pt x="4638" y="367"/>
                      <a:pt x="5004" y="200"/>
                    </a:cubicBezTo>
                    <a:cubicBezTo>
                      <a:pt x="5371" y="0"/>
                      <a:pt x="5838" y="100"/>
                      <a:pt x="6072" y="467"/>
                    </a:cubicBezTo>
                    <a:cubicBezTo>
                      <a:pt x="6272" y="868"/>
                      <a:pt x="6039" y="1301"/>
                      <a:pt x="5872" y="1668"/>
                    </a:cubicBezTo>
                    <a:cubicBezTo>
                      <a:pt x="5471" y="2469"/>
                      <a:pt x="5305" y="3303"/>
                      <a:pt x="5271" y="4170"/>
                    </a:cubicBezTo>
                    <a:cubicBezTo>
                      <a:pt x="5338" y="4804"/>
                      <a:pt x="5305" y="5438"/>
                      <a:pt x="5238" y="6071"/>
                    </a:cubicBezTo>
                    <a:cubicBezTo>
                      <a:pt x="4771" y="8340"/>
                      <a:pt x="1" y="7472"/>
                      <a:pt x="1202" y="4837"/>
                    </a:cubicBezTo>
                    <a:cubicBezTo>
                      <a:pt x="1335" y="4570"/>
                      <a:pt x="1502" y="4303"/>
                      <a:pt x="1702" y="407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3" name="Google Shape;2133;p59"/>
              <p:cNvSpPr/>
              <p:nvPr/>
            </p:nvSpPr>
            <p:spPr>
              <a:xfrm>
                <a:off x="7761721" y="3128172"/>
                <a:ext cx="60911" cy="58769"/>
              </a:xfrm>
              <a:custGeom>
                <a:rect b="b" l="l" r="r" t="t"/>
                <a:pathLst>
                  <a:path extrusionOk="0" fill="none" h="2170" w="2169">
                    <a:moveTo>
                      <a:pt x="2168" y="1068"/>
                    </a:moveTo>
                    <a:cubicBezTo>
                      <a:pt x="2168" y="1669"/>
                      <a:pt x="1701" y="2169"/>
                      <a:pt x="1101" y="2169"/>
                    </a:cubicBezTo>
                    <a:cubicBezTo>
                      <a:pt x="500" y="2169"/>
                      <a:pt x="0" y="1669"/>
                      <a:pt x="0" y="1068"/>
                    </a:cubicBezTo>
                    <a:cubicBezTo>
                      <a:pt x="0" y="501"/>
                      <a:pt x="500" y="1"/>
                      <a:pt x="1101" y="1"/>
                    </a:cubicBezTo>
                    <a:cubicBezTo>
                      <a:pt x="1701" y="1"/>
                      <a:pt x="2168" y="501"/>
                      <a:pt x="2168" y="1068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4" name="Google Shape;2134;p59"/>
              <p:cNvSpPr/>
              <p:nvPr/>
            </p:nvSpPr>
            <p:spPr>
              <a:xfrm>
                <a:off x="5707430" y="3408119"/>
                <a:ext cx="60911" cy="58769"/>
              </a:xfrm>
              <a:custGeom>
                <a:rect b="b" l="l" r="r" t="t"/>
                <a:pathLst>
                  <a:path extrusionOk="0" fill="none" h="2170" w="2169">
                    <a:moveTo>
                      <a:pt x="2168" y="1068"/>
                    </a:moveTo>
                    <a:cubicBezTo>
                      <a:pt x="2168" y="1669"/>
                      <a:pt x="1701" y="2169"/>
                      <a:pt x="1101" y="2169"/>
                    </a:cubicBezTo>
                    <a:cubicBezTo>
                      <a:pt x="500" y="2169"/>
                      <a:pt x="0" y="1669"/>
                      <a:pt x="0" y="1068"/>
                    </a:cubicBezTo>
                    <a:cubicBezTo>
                      <a:pt x="0" y="501"/>
                      <a:pt x="500" y="1"/>
                      <a:pt x="1101" y="1"/>
                    </a:cubicBezTo>
                    <a:cubicBezTo>
                      <a:pt x="1701" y="1"/>
                      <a:pt x="2168" y="501"/>
                      <a:pt x="2168" y="1068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5" name="Google Shape;2135;p59"/>
              <p:cNvSpPr/>
              <p:nvPr/>
            </p:nvSpPr>
            <p:spPr>
              <a:xfrm>
                <a:off x="6090307" y="2839215"/>
                <a:ext cx="176162" cy="225868"/>
              </a:xfrm>
              <a:custGeom>
                <a:rect b="b" l="l" r="r" t="t"/>
                <a:pathLst>
                  <a:path extrusionOk="0" fill="none" h="8340" w="6273">
                    <a:moveTo>
                      <a:pt x="1702" y="4070"/>
                    </a:moveTo>
                    <a:cubicBezTo>
                      <a:pt x="2536" y="3036"/>
                      <a:pt x="3270" y="2035"/>
                      <a:pt x="4104" y="1001"/>
                    </a:cubicBezTo>
                    <a:cubicBezTo>
                      <a:pt x="4304" y="667"/>
                      <a:pt x="4638" y="367"/>
                      <a:pt x="5004" y="200"/>
                    </a:cubicBezTo>
                    <a:cubicBezTo>
                      <a:pt x="5371" y="0"/>
                      <a:pt x="5838" y="100"/>
                      <a:pt x="6072" y="467"/>
                    </a:cubicBezTo>
                    <a:cubicBezTo>
                      <a:pt x="6272" y="868"/>
                      <a:pt x="6039" y="1301"/>
                      <a:pt x="5872" y="1668"/>
                    </a:cubicBezTo>
                    <a:cubicBezTo>
                      <a:pt x="5471" y="2469"/>
                      <a:pt x="5305" y="3303"/>
                      <a:pt x="5271" y="4170"/>
                    </a:cubicBezTo>
                    <a:cubicBezTo>
                      <a:pt x="5338" y="4804"/>
                      <a:pt x="5305" y="5438"/>
                      <a:pt x="5238" y="6071"/>
                    </a:cubicBezTo>
                    <a:cubicBezTo>
                      <a:pt x="4771" y="8340"/>
                      <a:pt x="1" y="7472"/>
                      <a:pt x="1202" y="4837"/>
                    </a:cubicBezTo>
                    <a:cubicBezTo>
                      <a:pt x="1335" y="4570"/>
                      <a:pt x="1502" y="4303"/>
                      <a:pt x="1702" y="407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136" name="Google Shape;2136;p59"/>
          <p:cNvGrpSpPr/>
          <p:nvPr/>
        </p:nvGrpSpPr>
        <p:grpSpPr>
          <a:xfrm>
            <a:off x="8583380" y="-2"/>
            <a:ext cx="560626" cy="572765"/>
            <a:chOff x="1961475" y="2492375"/>
            <a:chExt cx="1421825" cy="1451875"/>
          </a:xfrm>
        </p:grpSpPr>
        <p:sp>
          <p:nvSpPr>
            <p:cNvPr id="2137" name="Google Shape;2137;p59"/>
            <p:cNvSpPr/>
            <p:nvPr/>
          </p:nvSpPr>
          <p:spPr>
            <a:xfrm>
              <a:off x="1961475" y="2492375"/>
              <a:ext cx="1421825" cy="1451875"/>
            </a:xfrm>
            <a:custGeom>
              <a:rect b="b" l="l" r="r" t="t"/>
              <a:pathLst>
                <a:path extrusionOk="0" h="58075" w="56873">
                  <a:moveTo>
                    <a:pt x="28469" y="9443"/>
                  </a:moveTo>
                  <a:cubicBezTo>
                    <a:pt x="29104" y="9443"/>
                    <a:pt x="29744" y="9475"/>
                    <a:pt x="30389" y="9540"/>
                  </a:cubicBezTo>
                  <a:cubicBezTo>
                    <a:pt x="40930" y="10641"/>
                    <a:pt x="48602" y="20248"/>
                    <a:pt x="47535" y="30989"/>
                  </a:cubicBezTo>
                  <a:cubicBezTo>
                    <a:pt x="46535" y="41054"/>
                    <a:pt x="38211" y="48571"/>
                    <a:pt x="28494" y="48571"/>
                  </a:cubicBezTo>
                  <a:cubicBezTo>
                    <a:pt x="27841" y="48571"/>
                    <a:pt x="27183" y="48537"/>
                    <a:pt x="26520" y="48468"/>
                  </a:cubicBezTo>
                  <a:cubicBezTo>
                    <a:pt x="15979" y="47367"/>
                    <a:pt x="8307" y="37794"/>
                    <a:pt x="9374" y="27053"/>
                  </a:cubicBezTo>
                  <a:cubicBezTo>
                    <a:pt x="10376" y="16969"/>
                    <a:pt x="18728" y="9443"/>
                    <a:pt x="28469" y="9443"/>
                  </a:cubicBezTo>
                  <a:close/>
                  <a:moveTo>
                    <a:pt x="26420" y="0"/>
                  </a:moveTo>
                  <a:cubicBezTo>
                    <a:pt x="24552" y="133"/>
                    <a:pt x="22717" y="467"/>
                    <a:pt x="20949" y="967"/>
                  </a:cubicBezTo>
                  <a:cubicBezTo>
                    <a:pt x="21049" y="1134"/>
                    <a:pt x="21149" y="1301"/>
                    <a:pt x="21249" y="1501"/>
                  </a:cubicBezTo>
                  <a:cubicBezTo>
                    <a:pt x="22317" y="3903"/>
                    <a:pt x="21249" y="6738"/>
                    <a:pt x="18881" y="7839"/>
                  </a:cubicBezTo>
                  <a:cubicBezTo>
                    <a:pt x="18255" y="8130"/>
                    <a:pt x="17601" y="8267"/>
                    <a:pt x="16958" y="8267"/>
                  </a:cubicBezTo>
                  <a:cubicBezTo>
                    <a:pt x="15168" y="8267"/>
                    <a:pt x="13462" y="7204"/>
                    <a:pt x="12677" y="5437"/>
                  </a:cubicBezTo>
                  <a:cubicBezTo>
                    <a:pt x="12610" y="5270"/>
                    <a:pt x="12543" y="5104"/>
                    <a:pt x="12510" y="4904"/>
                  </a:cubicBezTo>
                  <a:cubicBezTo>
                    <a:pt x="10975" y="5971"/>
                    <a:pt x="9541" y="7172"/>
                    <a:pt x="8240" y="8506"/>
                  </a:cubicBezTo>
                  <a:cubicBezTo>
                    <a:pt x="8407" y="8606"/>
                    <a:pt x="8574" y="8673"/>
                    <a:pt x="8707" y="8773"/>
                  </a:cubicBezTo>
                  <a:cubicBezTo>
                    <a:pt x="10809" y="10341"/>
                    <a:pt x="11309" y="13343"/>
                    <a:pt x="9775" y="15478"/>
                  </a:cubicBezTo>
                  <a:cubicBezTo>
                    <a:pt x="8866" y="16789"/>
                    <a:pt x="7433" y="17479"/>
                    <a:pt x="5970" y="17479"/>
                  </a:cubicBezTo>
                  <a:cubicBezTo>
                    <a:pt x="5015" y="17479"/>
                    <a:pt x="4047" y="17185"/>
                    <a:pt x="3203" y="16579"/>
                  </a:cubicBezTo>
                  <a:cubicBezTo>
                    <a:pt x="3070" y="16478"/>
                    <a:pt x="2970" y="16345"/>
                    <a:pt x="2836" y="16245"/>
                  </a:cubicBezTo>
                  <a:cubicBezTo>
                    <a:pt x="2036" y="17913"/>
                    <a:pt x="1402" y="19681"/>
                    <a:pt x="902" y="21515"/>
                  </a:cubicBezTo>
                  <a:cubicBezTo>
                    <a:pt x="1035" y="21515"/>
                    <a:pt x="1154" y="21501"/>
                    <a:pt x="1267" y="21501"/>
                  </a:cubicBezTo>
                  <a:cubicBezTo>
                    <a:pt x="1324" y="21501"/>
                    <a:pt x="1380" y="21504"/>
                    <a:pt x="1435" y="21515"/>
                  </a:cubicBezTo>
                  <a:cubicBezTo>
                    <a:pt x="4004" y="21782"/>
                    <a:pt x="5905" y="24117"/>
                    <a:pt x="5638" y="26752"/>
                  </a:cubicBezTo>
                  <a:cubicBezTo>
                    <a:pt x="5388" y="29253"/>
                    <a:pt x="3351" y="31081"/>
                    <a:pt x="954" y="31081"/>
                  </a:cubicBezTo>
                  <a:cubicBezTo>
                    <a:pt x="794" y="31081"/>
                    <a:pt x="631" y="31072"/>
                    <a:pt x="468" y="31056"/>
                  </a:cubicBezTo>
                  <a:cubicBezTo>
                    <a:pt x="301" y="31056"/>
                    <a:pt x="168" y="30989"/>
                    <a:pt x="1" y="30955"/>
                  </a:cubicBezTo>
                  <a:lnTo>
                    <a:pt x="1" y="30955"/>
                  </a:lnTo>
                  <a:cubicBezTo>
                    <a:pt x="134" y="32857"/>
                    <a:pt x="435" y="34725"/>
                    <a:pt x="902" y="36493"/>
                  </a:cubicBezTo>
                  <a:cubicBezTo>
                    <a:pt x="1035" y="36426"/>
                    <a:pt x="1202" y="36326"/>
                    <a:pt x="1335" y="36226"/>
                  </a:cubicBezTo>
                  <a:cubicBezTo>
                    <a:pt x="1958" y="35945"/>
                    <a:pt x="2611" y="35812"/>
                    <a:pt x="3254" y="35812"/>
                  </a:cubicBezTo>
                  <a:cubicBezTo>
                    <a:pt x="5057" y="35812"/>
                    <a:pt x="6786" y="36858"/>
                    <a:pt x="7573" y="38628"/>
                  </a:cubicBezTo>
                  <a:cubicBezTo>
                    <a:pt x="8640" y="41063"/>
                    <a:pt x="7573" y="43898"/>
                    <a:pt x="5205" y="44999"/>
                  </a:cubicBezTo>
                  <a:cubicBezTo>
                    <a:pt x="5038" y="45066"/>
                    <a:pt x="4871" y="45099"/>
                    <a:pt x="4704" y="45166"/>
                  </a:cubicBezTo>
                  <a:cubicBezTo>
                    <a:pt x="5738" y="46733"/>
                    <a:pt x="6906" y="48201"/>
                    <a:pt x="8207" y="49535"/>
                  </a:cubicBezTo>
                  <a:cubicBezTo>
                    <a:pt x="8307" y="49369"/>
                    <a:pt x="8374" y="49202"/>
                    <a:pt x="8507" y="49035"/>
                  </a:cubicBezTo>
                  <a:cubicBezTo>
                    <a:pt x="9415" y="47723"/>
                    <a:pt x="10848" y="47034"/>
                    <a:pt x="12304" y="47034"/>
                  </a:cubicBezTo>
                  <a:cubicBezTo>
                    <a:pt x="13254" y="47034"/>
                    <a:pt x="14215" y="47328"/>
                    <a:pt x="15045" y="47934"/>
                  </a:cubicBezTo>
                  <a:cubicBezTo>
                    <a:pt x="17180" y="49502"/>
                    <a:pt x="17647" y="52504"/>
                    <a:pt x="16112" y="54639"/>
                  </a:cubicBezTo>
                  <a:cubicBezTo>
                    <a:pt x="16012" y="54806"/>
                    <a:pt x="15879" y="54939"/>
                    <a:pt x="15745" y="55073"/>
                  </a:cubicBezTo>
                  <a:cubicBezTo>
                    <a:pt x="17380" y="55907"/>
                    <a:pt x="19115" y="56574"/>
                    <a:pt x="20949" y="57108"/>
                  </a:cubicBezTo>
                  <a:cubicBezTo>
                    <a:pt x="20949" y="56874"/>
                    <a:pt x="20916" y="56674"/>
                    <a:pt x="20949" y="56474"/>
                  </a:cubicBezTo>
                  <a:cubicBezTo>
                    <a:pt x="21200" y="54002"/>
                    <a:pt x="23240" y="52146"/>
                    <a:pt x="25640" y="52146"/>
                  </a:cubicBezTo>
                  <a:cubicBezTo>
                    <a:pt x="25799" y="52146"/>
                    <a:pt x="25958" y="52154"/>
                    <a:pt x="26120" y="52171"/>
                  </a:cubicBezTo>
                  <a:cubicBezTo>
                    <a:pt x="28688" y="52438"/>
                    <a:pt x="30556" y="54806"/>
                    <a:pt x="30323" y="57441"/>
                  </a:cubicBezTo>
                  <a:cubicBezTo>
                    <a:pt x="30289" y="57641"/>
                    <a:pt x="30222" y="57841"/>
                    <a:pt x="30189" y="58075"/>
                  </a:cubicBezTo>
                  <a:cubicBezTo>
                    <a:pt x="31857" y="57975"/>
                    <a:pt x="33458" y="57708"/>
                    <a:pt x="35059" y="57308"/>
                  </a:cubicBezTo>
                  <a:cubicBezTo>
                    <a:pt x="35393" y="57241"/>
                    <a:pt x="35526" y="56874"/>
                    <a:pt x="35393" y="56574"/>
                  </a:cubicBezTo>
                  <a:cubicBezTo>
                    <a:pt x="35393" y="56574"/>
                    <a:pt x="35393" y="56540"/>
                    <a:pt x="35393" y="56540"/>
                  </a:cubicBezTo>
                  <a:cubicBezTo>
                    <a:pt x="34325" y="54105"/>
                    <a:pt x="35359" y="51270"/>
                    <a:pt x="37728" y="50203"/>
                  </a:cubicBezTo>
                  <a:cubicBezTo>
                    <a:pt x="38360" y="49909"/>
                    <a:pt x="39023" y="49769"/>
                    <a:pt x="39676" y="49769"/>
                  </a:cubicBezTo>
                  <a:cubicBezTo>
                    <a:pt x="41469" y="49769"/>
                    <a:pt x="43183" y="50819"/>
                    <a:pt x="43966" y="52604"/>
                  </a:cubicBezTo>
                  <a:cubicBezTo>
                    <a:pt x="44056" y="52831"/>
                    <a:pt x="44270" y="52965"/>
                    <a:pt x="44482" y="52965"/>
                  </a:cubicBezTo>
                  <a:cubicBezTo>
                    <a:pt x="44581" y="52965"/>
                    <a:pt x="44681" y="52935"/>
                    <a:pt x="44766" y="52871"/>
                  </a:cubicBezTo>
                  <a:cubicBezTo>
                    <a:pt x="45934" y="52037"/>
                    <a:pt x="47034" y="51103"/>
                    <a:pt x="48069" y="50103"/>
                  </a:cubicBezTo>
                  <a:cubicBezTo>
                    <a:pt x="48302" y="49869"/>
                    <a:pt x="48269" y="49469"/>
                    <a:pt x="48002" y="49302"/>
                  </a:cubicBezTo>
                  <a:cubicBezTo>
                    <a:pt x="47968" y="49269"/>
                    <a:pt x="47935" y="49269"/>
                    <a:pt x="47902" y="49235"/>
                  </a:cubicBezTo>
                  <a:cubicBezTo>
                    <a:pt x="45800" y="47667"/>
                    <a:pt x="45333" y="44699"/>
                    <a:pt x="46868" y="42530"/>
                  </a:cubicBezTo>
                  <a:cubicBezTo>
                    <a:pt x="47780" y="41233"/>
                    <a:pt x="49222" y="40539"/>
                    <a:pt x="50685" y="40539"/>
                  </a:cubicBezTo>
                  <a:cubicBezTo>
                    <a:pt x="51629" y="40539"/>
                    <a:pt x="52582" y="40828"/>
                    <a:pt x="53406" y="41430"/>
                  </a:cubicBezTo>
                  <a:lnTo>
                    <a:pt x="53472" y="41496"/>
                  </a:lnTo>
                  <a:cubicBezTo>
                    <a:pt x="53567" y="41567"/>
                    <a:pt x="53678" y="41600"/>
                    <a:pt x="53788" y="41600"/>
                  </a:cubicBezTo>
                  <a:cubicBezTo>
                    <a:pt x="53989" y="41600"/>
                    <a:pt x="54187" y="41490"/>
                    <a:pt x="54273" y="41296"/>
                  </a:cubicBezTo>
                  <a:cubicBezTo>
                    <a:pt x="54873" y="39995"/>
                    <a:pt x="55407" y="38628"/>
                    <a:pt x="55807" y="37193"/>
                  </a:cubicBezTo>
                  <a:cubicBezTo>
                    <a:pt x="55874" y="36860"/>
                    <a:pt x="55641" y="36560"/>
                    <a:pt x="55307" y="36526"/>
                  </a:cubicBezTo>
                  <a:lnTo>
                    <a:pt x="55207" y="36526"/>
                  </a:lnTo>
                  <a:cubicBezTo>
                    <a:pt x="52605" y="36259"/>
                    <a:pt x="50737" y="33891"/>
                    <a:pt x="51004" y="31256"/>
                  </a:cubicBezTo>
                  <a:cubicBezTo>
                    <a:pt x="51254" y="28784"/>
                    <a:pt x="53295" y="26928"/>
                    <a:pt x="55667" y="26928"/>
                  </a:cubicBezTo>
                  <a:cubicBezTo>
                    <a:pt x="55824" y="26928"/>
                    <a:pt x="55982" y="26936"/>
                    <a:pt x="56141" y="26953"/>
                  </a:cubicBezTo>
                  <a:cubicBezTo>
                    <a:pt x="56174" y="26953"/>
                    <a:pt x="56208" y="26986"/>
                    <a:pt x="56208" y="26986"/>
                  </a:cubicBezTo>
                  <a:cubicBezTo>
                    <a:pt x="56229" y="26988"/>
                    <a:pt x="56249" y="26989"/>
                    <a:pt x="56270" y="26989"/>
                  </a:cubicBezTo>
                  <a:cubicBezTo>
                    <a:pt x="56608" y="26989"/>
                    <a:pt x="56873" y="26734"/>
                    <a:pt x="56841" y="26419"/>
                  </a:cubicBezTo>
                  <a:cubicBezTo>
                    <a:pt x="56708" y="24951"/>
                    <a:pt x="56475" y="23483"/>
                    <a:pt x="56141" y="22082"/>
                  </a:cubicBezTo>
                  <a:cubicBezTo>
                    <a:pt x="56068" y="21838"/>
                    <a:pt x="55851" y="21683"/>
                    <a:pt x="55623" y="21683"/>
                  </a:cubicBezTo>
                  <a:cubicBezTo>
                    <a:pt x="55539" y="21683"/>
                    <a:pt x="55454" y="21704"/>
                    <a:pt x="55374" y="21749"/>
                  </a:cubicBezTo>
                  <a:cubicBezTo>
                    <a:pt x="55340" y="21749"/>
                    <a:pt x="55307" y="21782"/>
                    <a:pt x="55274" y="21782"/>
                  </a:cubicBezTo>
                  <a:cubicBezTo>
                    <a:pt x="54641" y="22076"/>
                    <a:pt x="53980" y="22216"/>
                    <a:pt x="53331" y="22216"/>
                  </a:cubicBezTo>
                  <a:cubicBezTo>
                    <a:pt x="51548" y="22216"/>
                    <a:pt x="49852" y="21165"/>
                    <a:pt x="49069" y="19381"/>
                  </a:cubicBezTo>
                  <a:cubicBezTo>
                    <a:pt x="48002" y="16979"/>
                    <a:pt x="49069" y="14110"/>
                    <a:pt x="51438" y="13043"/>
                  </a:cubicBezTo>
                  <a:cubicBezTo>
                    <a:pt x="51438" y="13043"/>
                    <a:pt x="51471" y="13009"/>
                    <a:pt x="51471" y="13009"/>
                  </a:cubicBezTo>
                  <a:cubicBezTo>
                    <a:pt x="51771" y="12876"/>
                    <a:pt x="51905" y="12509"/>
                    <a:pt x="51704" y="12209"/>
                  </a:cubicBezTo>
                  <a:cubicBezTo>
                    <a:pt x="50904" y="11041"/>
                    <a:pt x="49970" y="9907"/>
                    <a:pt x="49003" y="8873"/>
                  </a:cubicBezTo>
                  <a:cubicBezTo>
                    <a:pt x="48900" y="8756"/>
                    <a:pt x="48766" y="8703"/>
                    <a:pt x="48630" y="8703"/>
                  </a:cubicBezTo>
                  <a:cubicBezTo>
                    <a:pt x="48457" y="8703"/>
                    <a:pt x="48281" y="8790"/>
                    <a:pt x="48169" y="8940"/>
                  </a:cubicBezTo>
                  <a:cubicBezTo>
                    <a:pt x="48169" y="8973"/>
                    <a:pt x="48135" y="8973"/>
                    <a:pt x="48135" y="9006"/>
                  </a:cubicBezTo>
                  <a:cubicBezTo>
                    <a:pt x="47228" y="10297"/>
                    <a:pt x="45784" y="10990"/>
                    <a:pt x="44319" y="10990"/>
                  </a:cubicBezTo>
                  <a:cubicBezTo>
                    <a:pt x="43361" y="10990"/>
                    <a:pt x="42395" y="10694"/>
                    <a:pt x="41564" y="10074"/>
                  </a:cubicBezTo>
                  <a:cubicBezTo>
                    <a:pt x="39462" y="8539"/>
                    <a:pt x="38995" y="5537"/>
                    <a:pt x="40496" y="3369"/>
                  </a:cubicBezTo>
                  <a:cubicBezTo>
                    <a:pt x="40697" y="3102"/>
                    <a:pt x="40630" y="2702"/>
                    <a:pt x="40330" y="2569"/>
                  </a:cubicBezTo>
                  <a:cubicBezTo>
                    <a:pt x="39062" y="1968"/>
                    <a:pt x="37728" y="1468"/>
                    <a:pt x="36360" y="1067"/>
                  </a:cubicBezTo>
                  <a:cubicBezTo>
                    <a:pt x="36312" y="1053"/>
                    <a:pt x="36264" y="1046"/>
                    <a:pt x="36218" y="1046"/>
                  </a:cubicBezTo>
                  <a:cubicBezTo>
                    <a:pt x="35945" y="1046"/>
                    <a:pt x="35722" y="1283"/>
                    <a:pt x="35693" y="1568"/>
                  </a:cubicBezTo>
                  <a:cubicBezTo>
                    <a:pt x="35443" y="4040"/>
                    <a:pt x="33402" y="5895"/>
                    <a:pt x="31002" y="5895"/>
                  </a:cubicBezTo>
                  <a:cubicBezTo>
                    <a:pt x="30844" y="5895"/>
                    <a:pt x="30684" y="5887"/>
                    <a:pt x="30523" y="5871"/>
                  </a:cubicBezTo>
                  <a:cubicBezTo>
                    <a:pt x="27954" y="5604"/>
                    <a:pt x="26053" y="3236"/>
                    <a:pt x="26320" y="600"/>
                  </a:cubicBezTo>
                  <a:cubicBezTo>
                    <a:pt x="26353" y="400"/>
                    <a:pt x="26386" y="200"/>
                    <a:pt x="26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8" name="Google Shape;2138;p59"/>
            <p:cNvSpPr/>
            <p:nvPr/>
          </p:nvSpPr>
          <p:spPr>
            <a:xfrm>
              <a:off x="2093250" y="2662475"/>
              <a:ext cx="1159175" cy="1111650"/>
            </a:xfrm>
            <a:custGeom>
              <a:rect b="b" l="l" r="r" t="t"/>
              <a:pathLst>
                <a:path extrusionOk="0" h="44466" w="46367">
                  <a:moveTo>
                    <a:pt x="23185" y="7304"/>
                  </a:moveTo>
                  <a:cubicBezTo>
                    <a:pt x="30397" y="7304"/>
                    <a:pt x="36684" y="12752"/>
                    <a:pt x="37694" y="20249"/>
                  </a:cubicBezTo>
                  <a:cubicBezTo>
                    <a:pt x="38761" y="28388"/>
                    <a:pt x="33124" y="35927"/>
                    <a:pt x="25118" y="37027"/>
                  </a:cubicBezTo>
                  <a:cubicBezTo>
                    <a:pt x="24459" y="37118"/>
                    <a:pt x="23804" y="37163"/>
                    <a:pt x="23155" y="37163"/>
                  </a:cubicBezTo>
                  <a:cubicBezTo>
                    <a:pt x="15965" y="37163"/>
                    <a:pt x="9652" y="31715"/>
                    <a:pt x="8673" y="24218"/>
                  </a:cubicBezTo>
                  <a:cubicBezTo>
                    <a:pt x="7606" y="16046"/>
                    <a:pt x="13210" y="8540"/>
                    <a:pt x="21215" y="7440"/>
                  </a:cubicBezTo>
                  <a:cubicBezTo>
                    <a:pt x="21877" y="7349"/>
                    <a:pt x="22535" y="7304"/>
                    <a:pt x="23185" y="7304"/>
                  </a:cubicBezTo>
                  <a:close/>
                  <a:moveTo>
                    <a:pt x="23173" y="1"/>
                  </a:moveTo>
                  <a:cubicBezTo>
                    <a:pt x="22208" y="1"/>
                    <a:pt x="21231" y="66"/>
                    <a:pt x="20248" y="201"/>
                  </a:cubicBezTo>
                  <a:lnTo>
                    <a:pt x="20281" y="201"/>
                  </a:lnTo>
                  <a:cubicBezTo>
                    <a:pt x="8373" y="1836"/>
                    <a:pt x="0" y="13044"/>
                    <a:pt x="1601" y="25186"/>
                  </a:cubicBezTo>
                  <a:cubicBezTo>
                    <a:pt x="3071" y="36329"/>
                    <a:pt x="12435" y="44466"/>
                    <a:pt x="23170" y="44466"/>
                  </a:cubicBezTo>
                  <a:cubicBezTo>
                    <a:pt x="24133" y="44466"/>
                    <a:pt x="25106" y="44400"/>
                    <a:pt x="26086" y="44266"/>
                  </a:cubicBezTo>
                  <a:cubicBezTo>
                    <a:pt x="37994" y="42631"/>
                    <a:pt x="46367" y="31390"/>
                    <a:pt x="44766" y="19248"/>
                  </a:cubicBezTo>
                  <a:cubicBezTo>
                    <a:pt x="43297" y="8108"/>
                    <a:pt x="33909" y="1"/>
                    <a:pt x="23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139" name="Google Shape;2139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194" y="936725"/>
            <a:ext cx="6491205" cy="4206774"/>
          </a:xfrm>
          <a:prstGeom prst="rect">
            <a:avLst/>
          </a:prstGeom>
          <a:noFill/>
          <a:ln>
            <a:noFill/>
          </a:ln>
        </p:spPr>
      </p:pic>
      <p:sp>
        <p:nvSpPr>
          <p:cNvPr id="2140" name="Google Shape;2140;p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4" name="Shape 2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5" name="Google Shape;2145;p60"/>
          <p:cNvGrpSpPr/>
          <p:nvPr/>
        </p:nvGrpSpPr>
        <p:grpSpPr>
          <a:xfrm>
            <a:off x="-100" y="219725"/>
            <a:ext cx="7716050" cy="717000"/>
            <a:chOff x="-100" y="219725"/>
            <a:chExt cx="7716050" cy="717000"/>
          </a:xfrm>
        </p:grpSpPr>
        <p:sp>
          <p:nvSpPr>
            <p:cNvPr id="2146" name="Google Shape;2146;p60"/>
            <p:cNvSpPr/>
            <p:nvPr/>
          </p:nvSpPr>
          <p:spPr>
            <a:xfrm rot="5400000">
              <a:off x="3414650" y="-3195025"/>
              <a:ext cx="717000" cy="7546500"/>
            </a:xfrm>
            <a:prstGeom prst="round2SameRect">
              <a:avLst>
                <a:gd fmla="val 48054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47" name="Google Shape;2147;p60"/>
            <p:cNvSpPr txBox="1"/>
            <p:nvPr/>
          </p:nvSpPr>
          <p:spPr>
            <a:xfrm>
              <a:off x="74950" y="268650"/>
              <a:ext cx="7641000" cy="48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300">
                  <a:solidFill>
                    <a:srgbClr val="FFE5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Work Breakdown Structure (WBS) </a:t>
              </a:r>
              <a:r>
                <a:rPr b="1" lang="en" sz="2300">
                  <a:solidFill>
                    <a:schemeClr val="accent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Level 0 - Level 2</a:t>
              </a:r>
              <a:endParaRPr b="1" sz="23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300">
                <a:solidFill>
                  <a:srgbClr val="FFE59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148" name="Google Shape;2148;p60"/>
          <p:cNvGrpSpPr/>
          <p:nvPr/>
        </p:nvGrpSpPr>
        <p:grpSpPr>
          <a:xfrm>
            <a:off x="8583380" y="-2"/>
            <a:ext cx="560626" cy="572765"/>
            <a:chOff x="1961475" y="2492375"/>
            <a:chExt cx="1421825" cy="1451875"/>
          </a:xfrm>
        </p:grpSpPr>
        <p:sp>
          <p:nvSpPr>
            <p:cNvPr id="2149" name="Google Shape;2149;p60"/>
            <p:cNvSpPr/>
            <p:nvPr/>
          </p:nvSpPr>
          <p:spPr>
            <a:xfrm>
              <a:off x="1961475" y="2492375"/>
              <a:ext cx="1421825" cy="1451875"/>
            </a:xfrm>
            <a:custGeom>
              <a:rect b="b" l="l" r="r" t="t"/>
              <a:pathLst>
                <a:path extrusionOk="0" h="58075" w="56873">
                  <a:moveTo>
                    <a:pt x="28469" y="9443"/>
                  </a:moveTo>
                  <a:cubicBezTo>
                    <a:pt x="29104" y="9443"/>
                    <a:pt x="29744" y="9475"/>
                    <a:pt x="30389" y="9540"/>
                  </a:cubicBezTo>
                  <a:cubicBezTo>
                    <a:pt x="40930" y="10641"/>
                    <a:pt x="48602" y="20248"/>
                    <a:pt x="47535" y="30989"/>
                  </a:cubicBezTo>
                  <a:cubicBezTo>
                    <a:pt x="46535" y="41054"/>
                    <a:pt x="38211" y="48571"/>
                    <a:pt x="28494" y="48571"/>
                  </a:cubicBezTo>
                  <a:cubicBezTo>
                    <a:pt x="27841" y="48571"/>
                    <a:pt x="27183" y="48537"/>
                    <a:pt x="26520" y="48468"/>
                  </a:cubicBezTo>
                  <a:cubicBezTo>
                    <a:pt x="15979" y="47367"/>
                    <a:pt x="8307" y="37794"/>
                    <a:pt x="9374" y="27053"/>
                  </a:cubicBezTo>
                  <a:cubicBezTo>
                    <a:pt x="10376" y="16969"/>
                    <a:pt x="18728" y="9443"/>
                    <a:pt x="28469" y="9443"/>
                  </a:cubicBezTo>
                  <a:close/>
                  <a:moveTo>
                    <a:pt x="26420" y="0"/>
                  </a:moveTo>
                  <a:cubicBezTo>
                    <a:pt x="24552" y="133"/>
                    <a:pt x="22717" y="467"/>
                    <a:pt x="20949" y="967"/>
                  </a:cubicBezTo>
                  <a:cubicBezTo>
                    <a:pt x="21049" y="1134"/>
                    <a:pt x="21149" y="1301"/>
                    <a:pt x="21249" y="1501"/>
                  </a:cubicBezTo>
                  <a:cubicBezTo>
                    <a:pt x="22317" y="3903"/>
                    <a:pt x="21249" y="6738"/>
                    <a:pt x="18881" y="7839"/>
                  </a:cubicBezTo>
                  <a:cubicBezTo>
                    <a:pt x="18255" y="8130"/>
                    <a:pt x="17601" y="8267"/>
                    <a:pt x="16958" y="8267"/>
                  </a:cubicBezTo>
                  <a:cubicBezTo>
                    <a:pt x="15168" y="8267"/>
                    <a:pt x="13462" y="7204"/>
                    <a:pt x="12677" y="5437"/>
                  </a:cubicBezTo>
                  <a:cubicBezTo>
                    <a:pt x="12610" y="5270"/>
                    <a:pt x="12543" y="5104"/>
                    <a:pt x="12510" y="4904"/>
                  </a:cubicBezTo>
                  <a:cubicBezTo>
                    <a:pt x="10975" y="5971"/>
                    <a:pt x="9541" y="7172"/>
                    <a:pt x="8240" y="8506"/>
                  </a:cubicBezTo>
                  <a:cubicBezTo>
                    <a:pt x="8407" y="8606"/>
                    <a:pt x="8574" y="8673"/>
                    <a:pt x="8707" y="8773"/>
                  </a:cubicBezTo>
                  <a:cubicBezTo>
                    <a:pt x="10809" y="10341"/>
                    <a:pt x="11309" y="13343"/>
                    <a:pt x="9775" y="15478"/>
                  </a:cubicBezTo>
                  <a:cubicBezTo>
                    <a:pt x="8866" y="16789"/>
                    <a:pt x="7433" y="17479"/>
                    <a:pt x="5970" y="17479"/>
                  </a:cubicBezTo>
                  <a:cubicBezTo>
                    <a:pt x="5015" y="17479"/>
                    <a:pt x="4047" y="17185"/>
                    <a:pt x="3203" y="16579"/>
                  </a:cubicBezTo>
                  <a:cubicBezTo>
                    <a:pt x="3070" y="16478"/>
                    <a:pt x="2970" y="16345"/>
                    <a:pt x="2836" y="16245"/>
                  </a:cubicBezTo>
                  <a:cubicBezTo>
                    <a:pt x="2036" y="17913"/>
                    <a:pt x="1402" y="19681"/>
                    <a:pt x="902" y="21515"/>
                  </a:cubicBezTo>
                  <a:cubicBezTo>
                    <a:pt x="1035" y="21515"/>
                    <a:pt x="1154" y="21501"/>
                    <a:pt x="1267" y="21501"/>
                  </a:cubicBezTo>
                  <a:cubicBezTo>
                    <a:pt x="1324" y="21501"/>
                    <a:pt x="1380" y="21504"/>
                    <a:pt x="1435" y="21515"/>
                  </a:cubicBezTo>
                  <a:cubicBezTo>
                    <a:pt x="4004" y="21782"/>
                    <a:pt x="5905" y="24117"/>
                    <a:pt x="5638" y="26752"/>
                  </a:cubicBezTo>
                  <a:cubicBezTo>
                    <a:pt x="5388" y="29253"/>
                    <a:pt x="3351" y="31081"/>
                    <a:pt x="954" y="31081"/>
                  </a:cubicBezTo>
                  <a:cubicBezTo>
                    <a:pt x="794" y="31081"/>
                    <a:pt x="631" y="31072"/>
                    <a:pt x="468" y="31056"/>
                  </a:cubicBezTo>
                  <a:cubicBezTo>
                    <a:pt x="301" y="31056"/>
                    <a:pt x="168" y="30989"/>
                    <a:pt x="1" y="30955"/>
                  </a:cubicBezTo>
                  <a:lnTo>
                    <a:pt x="1" y="30955"/>
                  </a:lnTo>
                  <a:cubicBezTo>
                    <a:pt x="134" y="32857"/>
                    <a:pt x="435" y="34725"/>
                    <a:pt x="902" y="36493"/>
                  </a:cubicBezTo>
                  <a:cubicBezTo>
                    <a:pt x="1035" y="36426"/>
                    <a:pt x="1202" y="36326"/>
                    <a:pt x="1335" y="36226"/>
                  </a:cubicBezTo>
                  <a:cubicBezTo>
                    <a:pt x="1958" y="35945"/>
                    <a:pt x="2611" y="35812"/>
                    <a:pt x="3254" y="35812"/>
                  </a:cubicBezTo>
                  <a:cubicBezTo>
                    <a:pt x="5057" y="35812"/>
                    <a:pt x="6786" y="36858"/>
                    <a:pt x="7573" y="38628"/>
                  </a:cubicBezTo>
                  <a:cubicBezTo>
                    <a:pt x="8640" y="41063"/>
                    <a:pt x="7573" y="43898"/>
                    <a:pt x="5205" y="44999"/>
                  </a:cubicBezTo>
                  <a:cubicBezTo>
                    <a:pt x="5038" y="45066"/>
                    <a:pt x="4871" y="45099"/>
                    <a:pt x="4704" y="45166"/>
                  </a:cubicBezTo>
                  <a:cubicBezTo>
                    <a:pt x="5738" y="46733"/>
                    <a:pt x="6906" y="48201"/>
                    <a:pt x="8207" y="49535"/>
                  </a:cubicBezTo>
                  <a:cubicBezTo>
                    <a:pt x="8307" y="49369"/>
                    <a:pt x="8374" y="49202"/>
                    <a:pt x="8507" y="49035"/>
                  </a:cubicBezTo>
                  <a:cubicBezTo>
                    <a:pt x="9415" y="47723"/>
                    <a:pt x="10848" y="47034"/>
                    <a:pt x="12304" y="47034"/>
                  </a:cubicBezTo>
                  <a:cubicBezTo>
                    <a:pt x="13254" y="47034"/>
                    <a:pt x="14215" y="47328"/>
                    <a:pt x="15045" y="47934"/>
                  </a:cubicBezTo>
                  <a:cubicBezTo>
                    <a:pt x="17180" y="49502"/>
                    <a:pt x="17647" y="52504"/>
                    <a:pt x="16112" y="54639"/>
                  </a:cubicBezTo>
                  <a:cubicBezTo>
                    <a:pt x="16012" y="54806"/>
                    <a:pt x="15879" y="54939"/>
                    <a:pt x="15745" y="55073"/>
                  </a:cubicBezTo>
                  <a:cubicBezTo>
                    <a:pt x="17380" y="55907"/>
                    <a:pt x="19115" y="56574"/>
                    <a:pt x="20949" y="57108"/>
                  </a:cubicBezTo>
                  <a:cubicBezTo>
                    <a:pt x="20949" y="56874"/>
                    <a:pt x="20916" y="56674"/>
                    <a:pt x="20949" y="56474"/>
                  </a:cubicBezTo>
                  <a:cubicBezTo>
                    <a:pt x="21200" y="54002"/>
                    <a:pt x="23240" y="52146"/>
                    <a:pt x="25640" y="52146"/>
                  </a:cubicBezTo>
                  <a:cubicBezTo>
                    <a:pt x="25799" y="52146"/>
                    <a:pt x="25958" y="52154"/>
                    <a:pt x="26120" y="52171"/>
                  </a:cubicBezTo>
                  <a:cubicBezTo>
                    <a:pt x="28688" y="52438"/>
                    <a:pt x="30556" y="54806"/>
                    <a:pt x="30323" y="57441"/>
                  </a:cubicBezTo>
                  <a:cubicBezTo>
                    <a:pt x="30289" y="57641"/>
                    <a:pt x="30222" y="57841"/>
                    <a:pt x="30189" y="58075"/>
                  </a:cubicBezTo>
                  <a:cubicBezTo>
                    <a:pt x="31857" y="57975"/>
                    <a:pt x="33458" y="57708"/>
                    <a:pt x="35059" y="57308"/>
                  </a:cubicBezTo>
                  <a:cubicBezTo>
                    <a:pt x="35393" y="57241"/>
                    <a:pt x="35526" y="56874"/>
                    <a:pt x="35393" y="56574"/>
                  </a:cubicBezTo>
                  <a:cubicBezTo>
                    <a:pt x="35393" y="56574"/>
                    <a:pt x="35393" y="56540"/>
                    <a:pt x="35393" y="56540"/>
                  </a:cubicBezTo>
                  <a:cubicBezTo>
                    <a:pt x="34325" y="54105"/>
                    <a:pt x="35359" y="51270"/>
                    <a:pt x="37728" y="50203"/>
                  </a:cubicBezTo>
                  <a:cubicBezTo>
                    <a:pt x="38360" y="49909"/>
                    <a:pt x="39023" y="49769"/>
                    <a:pt x="39676" y="49769"/>
                  </a:cubicBezTo>
                  <a:cubicBezTo>
                    <a:pt x="41469" y="49769"/>
                    <a:pt x="43183" y="50819"/>
                    <a:pt x="43966" y="52604"/>
                  </a:cubicBezTo>
                  <a:cubicBezTo>
                    <a:pt x="44056" y="52831"/>
                    <a:pt x="44270" y="52965"/>
                    <a:pt x="44482" y="52965"/>
                  </a:cubicBezTo>
                  <a:cubicBezTo>
                    <a:pt x="44581" y="52965"/>
                    <a:pt x="44681" y="52935"/>
                    <a:pt x="44766" y="52871"/>
                  </a:cubicBezTo>
                  <a:cubicBezTo>
                    <a:pt x="45934" y="52037"/>
                    <a:pt x="47034" y="51103"/>
                    <a:pt x="48069" y="50103"/>
                  </a:cubicBezTo>
                  <a:cubicBezTo>
                    <a:pt x="48302" y="49869"/>
                    <a:pt x="48269" y="49469"/>
                    <a:pt x="48002" y="49302"/>
                  </a:cubicBezTo>
                  <a:cubicBezTo>
                    <a:pt x="47968" y="49269"/>
                    <a:pt x="47935" y="49269"/>
                    <a:pt x="47902" y="49235"/>
                  </a:cubicBezTo>
                  <a:cubicBezTo>
                    <a:pt x="45800" y="47667"/>
                    <a:pt x="45333" y="44699"/>
                    <a:pt x="46868" y="42530"/>
                  </a:cubicBezTo>
                  <a:cubicBezTo>
                    <a:pt x="47780" y="41233"/>
                    <a:pt x="49222" y="40539"/>
                    <a:pt x="50685" y="40539"/>
                  </a:cubicBezTo>
                  <a:cubicBezTo>
                    <a:pt x="51629" y="40539"/>
                    <a:pt x="52582" y="40828"/>
                    <a:pt x="53406" y="41430"/>
                  </a:cubicBezTo>
                  <a:lnTo>
                    <a:pt x="53472" y="41496"/>
                  </a:lnTo>
                  <a:cubicBezTo>
                    <a:pt x="53567" y="41567"/>
                    <a:pt x="53678" y="41600"/>
                    <a:pt x="53788" y="41600"/>
                  </a:cubicBezTo>
                  <a:cubicBezTo>
                    <a:pt x="53989" y="41600"/>
                    <a:pt x="54187" y="41490"/>
                    <a:pt x="54273" y="41296"/>
                  </a:cubicBezTo>
                  <a:cubicBezTo>
                    <a:pt x="54873" y="39995"/>
                    <a:pt x="55407" y="38628"/>
                    <a:pt x="55807" y="37193"/>
                  </a:cubicBezTo>
                  <a:cubicBezTo>
                    <a:pt x="55874" y="36860"/>
                    <a:pt x="55641" y="36560"/>
                    <a:pt x="55307" y="36526"/>
                  </a:cubicBezTo>
                  <a:lnTo>
                    <a:pt x="55207" y="36526"/>
                  </a:lnTo>
                  <a:cubicBezTo>
                    <a:pt x="52605" y="36259"/>
                    <a:pt x="50737" y="33891"/>
                    <a:pt x="51004" y="31256"/>
                  </a:cubicBezTo>
                  <a:cubicBezTo>
                    <a:pt x="51254" y="28784"/>
                    <a:pt x="53295" y="26928"/>
                    <a:pt x="55667" y="26928"/>
                  </a:cubicBezTo>
                  <a:cubicBezTo>
                    <a:pt x="55824" y="26928"/>
                    <a:pt x="55982" y="26936"/>
                    <a:pt x="56141" y="26953"/>
                  </a:cubicBezTo>
                  <a:cubicBezTo>
                    <a:pt x="56174" y="26953"/>
                    <a:pt x="56208" y="26986"/>
                    <a:pt x="56208" y="26986"/>
                  </a:cubicBezTo>
                  <a:cubicBezTo>
                    <a:pt x="56229" y="26988"/>
                    <a:pt x="56249" y="26989"/>
                    <a:pt x="56270" y="26989"/>
                  </a:cubicBezTo>
                  <a:cubicBezTo>
                    <a:pt x="56608" y="26989"/>
                    <a:pt x="56873" y="26734"/>
                    <a:pt x="56841" y="26419"/>
                  </a:cubicBezTo>
                  <a:cubicBezTo>
                    <a:pt x="56708" y="24951"/>
                    <a:pt x="56475" y="23483"/>
                    <a:pt x="56141" y="22082"/>
                  </a:cubicBezTo>
                  <a:cubicBezTo>
                    <a:pt x="56068" y="21838"/>
                    <a:pt x="55851" y="21683"/>
                    <a:pt x="55623" y="21683"/>
                  </a:cubicBezTo>
                  <a:cubicBezTo>
                    <a:pt x="55539" y="21683"/>
                    <a:pt x="55454" y="21704"/>
                    <a:pt x="55374" y="21749"/>
                  </a:cubicBezTo>
                  <a:cubicBezTo>
                    <a:pt x="55340" y="21749"/>
                    <a:pt x="55307" y="21782"/>
                    <a:pt x="55274" y="21782"/>
                  </a:cubicBezTo>
                  <a:cubicBezTo>
                    <a:pt x="54641" y="22076"/>
                    <a:pt x="53980" y="22216"/>
                    <a:pt x="53331" y="22216"/>
                  </a:cubicBezTo>
                  <a:cubicBezTo>
                    <a:pt x="51548" y="22216"/>
                    <a:pt x="49852" y="21165"/>
                    <a:pt x="49069" y="19381"/>
                  </a:cubicBezTo>
                  <a:cubicBezTo>
                    <a:pt x="48002" y="16979"/>
                    <a:pt x="49069" y="14110"/>
                    <a:pt x="51438" y="13043"/>
                  </a:cubicBezTo>
                  <a:cubicBezTo>
                    <a:pt x="51438" y="13043"/>
                    <a:pt x="51471" y="13009"/>
                    <a:pt x="51471" y="13009"/>
                  </a:cubicBezTo>
                  <a:cubicBezTo>
                    <a:pt x="51771" y="12876"/>
                    <a:pt x="51905" y="12509"/>
                    <a:pt x="51704" y="12209"/>
                  </a:cubicBezTo>
                  <a:cubicBezTo>
                    <a:pt x="50904" y="11041"/>
                    <a:pt x="49970" y="9907"/>
                    <a:pt x="49003" y="8873"/>
                  </a:cubicBezTo>
                  <a:cubicBezTo>
                    <a:pt x="48900" y="8756"/>
                    <a:pt x="48766" y="8703"/>
                    <a:pt x="48630" y="8703"/>
                  </a:cubicBezTo>
                  <a:cubicBezTo>
                    <a:pt x="48457" y="8703"/>
                    <a:pt x="48281" y="8790"/>
                    <a:pt x="48169" y="8940"/>
                  </a:cubicBezTo>
                  <a:cubicBezTo>
                    <a:pt x="48169" y="8973"/>
                    <a:pt x="48135" y="8973"/>
                    <a:pt x="48135" y="9006"/>
                  </a:cubicBezTo>
                  <a:cubicBezTo>
                    <a:pt x="47228" y="10297"/>
                    <a:pt x="45784" y="10990"/>
                    <a:pt x="44319" y="10990"/>
                  </a:cubicBezTo>
                  <a:cubicBezTo>
                    <a:pt x="43361" y="10990"/>
                    <a:pt x="42395" y="10694"/>
                    <a:pt x="41564" y="10074"/>
                  </a:cubicBezTo>
                  <a:cubicBezTo>
                    <a:pt x="39462" y="8539"/>
                    <a:pt x="38995" y="5537"/>
                    <a:pt x="40496" y="3369"/>
                  </a:cubicBezTo>
                  <a:cubicBezTo>
                    <a:pt x="40697" y="3102"/>
                    <a:pt x="40630" y="2702"/>
                    <a:pt x="40330" y="2569"/>
                  </a:cubicBezTo>
                  <a:cubicBezTo>
                    <a:pt x="39062" y="1968"/>
                    <a:pt x="37728" y="1468"/>
                    <a:pt x="36360" y="1067"/>
                  </a:cubicBezTo>
                  <a:cubicBezTo>
                    <a:pt x="36312" y="1053"/>
                    <a:pt x="36264" y="1046"/>
                    <a:pt x="36218" y="1046"/>
                  </a:cubicBezTo>
                  <a:cubicBezTo>
                    <a:pt x="35945" y="1046"/>
                    <a:pt x="35722" y="1283"/>
                    <a:pt x="35693" y="1568"/>
                  </a:cubicBezTo>
                  <a:cubicBezTo>
                    <a:pt x="35443" y="4040"/>
                    <a:pt x="33402" y="5895"/>
                    <a:pt x="31002" y="5895"/>
                  </a:cubicBezTo>
                  <a:cubicBezTo>
                    <a:pt x="30844" y="5895"/>
                    <a:pt x="30684" y="5887"/>
                    <a:pt x="30523" y="5871"/>
                  </a:cubicBezTo>
                  <a:cubicBezTo>
                    <a:pt x="27954" y="5604"/>
                    <a:pt x="26053" y="3236"/>
                    <a:pt x="26320" y="600"/>
                  </a:cubicBezTo>
                  <a:cubicBezTo>
                    <a:pt x="26353" y="400"/>
                    <a:pt x="26386" y="200"/>
                    <a:pt x="26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50" name="Google Shape;2150;p60"/>
            <p:cNvSpPr/>
            <p:nvPr/>
          </p:nvSpPr>
          <p:spPr>
            <a:xfrm>
              <a:off x="2093250" y="2662475"/>
              <a:ext cx="1159175" cy="1111650"/>
            </a:xfrm>
            <a:custGeom>
              <a:rect b="b" l="l" r="r" t="t"/>
              <a:pathLst>
                <a:path extrusionOk="0" h="44466" w="46367">
                  <a:moveTo>
                    <a:pt x="23185" y="7304"/>
                  </a:moveTo>
                  <a:cubicBezTo>
                    <a:pt x="30397" y="7304"/>
                    <a:pt x="36684" y="12752"/>
                    <a:pt x="37694" y="20249"/>
                  </a:cubicBezTo>
                  <a:cubicBezTo>
                    <a:pt x="38761" y="28388"/>
                    <a:pt x="33124" y="35927"/>
                    <a:pt x="25118" y="37027"/>
                  </a:cubicBezTo>
                  <a:cubicBezTo>
                    <a:pt x="24459" y="37118"/>
                    <a:pt x="23804" y="37163"/>
                    <a:pt x="23155" y="37163"/>
                  </a:cubicBezTo>
                  <a:cubicBezTo>
                    <a:pt x="15965" y="37163"/>
                    <a:pt x="9652" y="31715"/>
                    <a:pt x="8673" y="24218"/>
                  </a:cubicBezTo>
                  <a:cubicBezTo>
                    <a:pt x="7606" y="16046"/>
                    <a:pt x="13210" y="8540"/>
                    <a:pt x="21215" y="7440"/>
                  </a:cubicBezTo>
                  <a:cubicBezTo>
                    <a:pt x="21877" y="7349"/>
                    <a:pt x="22535" y="7304"/>
                    <a:pt x="23185" y="7304"/>
                  </a:cubicBezTo>
                  <a:close/>
                  <a:moveTo>
                    <a:pt x="23173" y="1"/>
                  </a:moveTo>
                  <a:cubicBezTo>
                    <a:pt x="22208" y="1"/>
                    <a:pt x="21231" y="66"/>
                    <a:pt x="20248" y="201"/>
                  </a:cubicBezTo>
                  <a:lnTo>
                    <a:pt x="20281" y="201"/>
                  </a:lnTo>
                  <a:cubicBezTo>
                    <a:pt x="8373" y="1836"/>
                    <a:pt x="0" y="13044"/>
                    <a:pt x="1601" y="25186"/>
                  </a:cubicBezTo>
                  <a:cubicBezTo>
                    <a:pt x="3071" y="36329"/>
                    <a:pt x="12435" y="44466"/>
                    <a:pt x="23170" y="44466"/>
                  </a:cubicBezTo>
                  <a:cubicBezTo>
                    <a:pt x="24133" y="44466"/>
                    <a:pt x="25106" y="44400"/>
                    <a:pt x="26086" y="44266"/>
                  </a:cubicBezTo>
                  <a:cubicBezTo>
                    <a:pt x="37994" y="42631"/>
                    <a:pt x="46367" y="31390"/>
                    <a:pt x="44766" y="19248"/>
                  </a:cubicBezTo>
                  <a:cubicBezTo>
                    <a:pt x="43297" y="8108"/>
                    <a:pt x="33909" y="1"/>
                    <a:pt x="23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151" name="Google Shape;2151;p60"/>
          <p:cNvGrpSpPr/>
          <p:nvPr/>
        </p:nvGrpSpPr>
        <p:grpSpPr>
          <a:xfrm>
            <a:off x="-92" y="1605119"/>
            <a:ext cx="3455082" cy="3301412"/>
            <a:chOff x="5266833" y="1474144"/>
            <a:chExt cx="3455082" cy="3301412"/>
          </a:xfrm>
        </p:grpSpPr>
        <p:sp>
          <p:nvSpPr>
            <p:cNvPr id="2152" name="Google Shape;2152;p60"/>
            <p:cNvSpPr/>
            <p:nvPr/>
          </p:nvSpPr>
          <p:spPr>
            <a:xfrm>
              <a:off x="5275530" y="4148161"/>
              <a:ext cx="3404187" cy="590258"/>
            </a:xfrm>
            <a:custGeom>
              <a:rect b="b" l="l" r="r" t="t"/>
              <a:pathLst>
                <a:path extrusionOk="0" h="29388" w="169489">
                  <a:moveTo>
                    <a:pt x="30156" y="1"/>
                  </a:moveTo>
                  <a:cubicBezTo>
                    <a:pt x="24552" y="1"/>
                    <a:pt x="18847" y="1"/>
                    <a:pt x="13477" y="1335"/>
                  </a:cubicBezTo>
                  <a:cubicBezTo>
                    <a:pt x="8106" y="2703"/>
                    <a:pt x="3070" y="5638"/>
                    <a:pt x="1101" y="9908"/>
                  </a:cubicBezTo>
                  <a:cubicBezTo>
                    <a:pt x="234" y="11809"/>
                    <a:pt x="1" y="13877"/>
                    <a:pt x="101" y="15912"/>
                  </a:cubicBezTo>
                  <a:cubicBezTo>
                    <a:pt x="268" y="19481"/>
                    <a:pt x="1568" y="23184"/>
                    <a:pt x="4837" y="25552"/>
                  </a:cubicBezTo>
                  <a:cubicBezTo>
                    <a:pt x="7539" y="27487"/>
                    <a:pt x="11209" y="28254"/>
                    <a:pt x="14778" y="28688"/>
                  </a:cubicBezTo>
                  <a:cubicBezTo>
                    <a:pt x="17905" y="29048"/>
                    <a:pt x="21059" y="29168"/>
                    <a:pt x="24223" y="29168"/>
                  </a:cubicBezTo>
                  <a:cubicBezTo>
                    <a:pt x="29563" y="29168"/>
                    <a:pt x="34929" y="28826"/>
                    <a:pt x="40229" y="28721"/>
                  </a:cubicBezTo>
                  <a:cubicBezTo>
                    <a:pt x="46765" y="28582"/>
                    <a:pt x="53284" y="28523"/>
                    <a:pt x="59809" y="28523"/>
                  </a:cubicBezTo>
                  <a:cubicBezTo>
                    <a:pt x="62643" y="28523"/>
                    <a:pt x="65478" y="28534"/>
                    <a:pt x="68316" y="28555"/>
                  </a:cubicBezTo>
                  <a:cubicBezTo>
                    <a:pt x="86729" y="28621"/>
                    <a:pt x="105176" y="29055"/>
                    <a:pt x="123589" y="29222"/>
                  </a:cubicBezTo>
                  <a:cubicBezTo>
                    <a:pt x="127651" y="29261"/>
                    <a:pt x="131723" y="29388"/>
                    <a:pt x="135783" y="29388"/>
                  </a:cubicBezTo>
                  <a:cubicBezTo>
                    <a:pt x="142060" y="29388"/>
                    <a:pt x="148307" y="29085"/>
                    <a:pt x="154444" y="27687"/>
                  </a:cubicBezTo>
                  <a:cubicBezTo>
                    <a:pt x="159081" y="26653"/>
                    <a:pt x="163251" y="24252"/>
                    <a:pt x="165986" y="21049"/>
                  </a:cubicBezTo>
                  <a:cubicBezTo>
                    <a:pt x="166720" y="20182"/>
                    <a:pt x="167354" y="19248"/>
                    <a:pt x="167887" y="18247"/>
                  </a:cubicBezTo>
                  <a:cubicBezTo>
                    <a:pt x="168988" y="16112"/>
                    <a:pt x="169488" y="13811"/>
                    <a:pt x="169121" y="11509"/>
                  </a:cubicBezTo>
                  <a:cubicBezTo>
                    <a:pt x="168321" y="6606"/>
                    <a:pt x="163551" y="2803"/>
                    <a:pt x="157913" y="1335"/>
                  </a:cubicBezTo>
                  <a:cubicBezTo>
                    <a:pt x="153477" y="168"/>
                    <a:pt x="148774" y="168"/>
                    <a:pt x="144104" y="134"/>
                  </a:cubicBezTo>
                  <a:cubicBezTo>
                    <a:pt x="106143" y="101"/>
                    <a:pt x="68149" y="34"/>
                    <a:pt x="30156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10850">
              <a:solidFill>
                <a:schemeClr val="accent5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53" name="Google Shape;2153;p60"/>
            <p:cNvSpPr/>
            <p:nvPr/>
          </p:nvSpPr>
          <p:spPr>
            <a:xfrm>
              <a:off x="6870761" y="1853490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0"/>
                  </a:moveTo>
                  <a:lnTo>
                    <a:pt x="17779" y="0"/>
                  </a:lnTo>
                  <a:lnTo>
                    <a:pt x="17779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9525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54" name="Google Shape;2154;p60"/>
            <p:cNvSpPr/>
            <p:nvPr/>
          </p:nvSpPr>
          <p:spPr>
            <a:xfrm>
              <a:off x="7260009" y="1853490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1" y="0"/>
                  </a:moveTo>
                  <a:lnTo>
                    <a:pt x="17780" y="0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55" name="Google Shape;2155;p60"/>
            <p:cNvSpPr/>
            <p:nvPr/>
          </p:nvSpPr>
          <p:spPr>
            <a:xfrm>
              <a:off x="7648593" y="1853490"/>
              <a:ext cx="357131" cy="266669"/>
            </a:xfrm>
            <a:custGeom>
              <a:rect b="b" l="l" r="r" t="t"/>
              <a:pathLst>
                <a:path extrusionOk="0" fill="none" h="13277" w="17781">
                  <a:moveTo>
                    <a:pt x="1" y="0"/>
                  </a:moveTo>
                  <a:lnTo>
                    <a:pt x="17780" y="0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56" name="Google Shape;2156;p60"/>
            <p:cNvSpPr/>
            <p:nvPr/>
          </p:nvSpPr>
          <p:spPr>
            <a:xfrm>
              <a:off x="8037860" y="1853490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0"/>
                  </a:moveTo>
                  <a:lnTo>
                    <a:pt x="17780" y="0"/>
                  </a:lnTo>
                  <a:lnTo>
                    <a:pt x="17780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57" name="Google Shape;2157;p60"/>
            <p:cNvSpPr/>
            <p:nvPr/>
          </p:nvSpPr>
          <p:spPr>
            <a:xfrm>
              <a:off x="5703642" y="2156994"/>
              <a:ext cx="357131" cy="266669"/>
            </a:xfrm>
            <a:custGeom>
              <a:rect b="b" l="l" r="r" t="t"/>
              <a:pathLst>
                <a:path extrusionOk="0" fill="none" h="13277" w="17781">
                  <a:moveTo>
                    <a:pt x="1" y="0"/>
                  </a:moveTo>
                  <a:lnTo>
                    <a:pt x="17780" y="0"/>
                  </a:lnTo>
                  <a:lnTo>
                    <a:pt x="17780" y="13276"/>
                  </a:lnTo>
                  <a:lnTo>
                    <a:pt x="1" y="13276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58" name="Google Shape;2158;p60"/>
            <p:cNvSpPr/>
            <p:nvPr/>
          </p:nvSpPr>
          <p:spPr>
            <a:xfrm>
              <a:off x="6092909" y="2156994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0"/>
                  </a:moveTo>
                  <a:lnTo>
                    <a:pt x="17780" y="0"/>
                  </a:lnTo>
                  <a:lnTo>
                    <a:pt x="17780" y="13276"/>
                  </a:lnTo>
                  <a:lnTo>
                    <a:pt x="0" y="13276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59" name="Google Shape;2159;p60"/>
            <p:cNvSpPr/>
            <p:nvPr/>
          </p:nvSpPr>
          <p:spPr>
            <a:xfrm>
              <a:off x="6482157" y="2156994"/>
              <a:ext cx="356448" cy="266669"/>
            </a:xfrm>
            <a:custGeom>
              <a:rect b="b" l="l" r="r" t="t"/>
              <a:pathLst>
                <a:path extrusionOk="0" fill="none" h="13277" w="17747">
                  <a:moveTo>
                    <a:pt x="1" y="0"/>
                  </a:moveTo>
                  <a:lnTo>
                    <a:pt x="17747" y="0"/>
                  </a:lnTo>
                  <a:lnTo>
                    <a:pt x="17747" y="13276"/>
                  </a:lnTo>
                  <a:lnTo>
                    <a:pt x="1" y="13276"/>
                  </a:lnTo>
                  <a:close/>
                </a:path>
              </a:pathLst>
            </a:custGeom>
            <a:noFill/>
            <a:ln cap="flat" cmpd="sng" w="9525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60" name="Google Shape;2160;p60"/>
            <p:cNvSpPr/>
            <p:nvPr/>
          </p:nvSpPr>
          <p:spPr>
            <a:xfrm>
              <a:off x="6870761" y="2156994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0"/>
                  </a:moveTo>
                  <a:lnTo>
                    <a:pt x="17779" y="0"/>
                  </a:lnTo>
                  <a:lnTo>
                    <a:pt x="17779" y="13276"/>
                  </a:lnTo>
                  <a:lnTo>
                    <a:pt x="0" y="13276"/>
                  </a:lnTo>
                  <a:close/>
                </a:path>
              </a:pathLst>
            </a:custGeom>
            <a:noFill/>
            <a:ln cap="flat" cmpd="sng" w="9525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61" name="Google Shape;2161;p60"/>
            <p:cNvSpPr/>
            <p:nvPr/>
          </p:nvSpPr>
          <p:spPr>
            <a:xfrm>
              <a:off x="7260009" y="2156994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1" y="0"/>
                  </a:moveTo>
                  <a:lnTo>
                    <a:pt x="17780" y="0"/>
                  </a:lnTo>
                  <a:lnTo>
                    <a:pt x="17780" y="13276"/>
                  </a:lnTo>
                  <a:lnTo>
                    <a:pt x="1" y="13276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62" name="Google Shape;2162;p60"/>
            <p:cNvSpPr/>
            <p:nvPr/>
          </p:nvSpPr>
          <p:spPr>
            <a:xfrm>
              <a:off x="7648593" y="2156994"/>
              <a:ext cx="357131" cy="266669"/>
            </a:xfrm>
            <a:custGeom>
              <a:rect b="b" l="l" r="r" t="t"/>
              <a:pathLst>
                <a:path extrusionOk="0" h="13277" w="17781">
                  <a:moveTo>
                    <a:pt x="1" y="0"/>
                  </a:moveTo>
                  <a:lnTo>
                    <a:pt x="1" y="13276"/>
                  </a:lnTo>
                  <a:lnTo>
                    <a:pt x="17780" y="13276"/>
                  </a:lnTo>
                  <a:lnTo>
                    <a:pt x="17780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085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63" name="Google Shape;2163;p60"/>
            <p:cNvSpPr/>
            <p:nvPr/>
          </p:nvSpPr>
          <p:spPr>
            <a:xfrm>
              <a:off x="8037860" y="2156994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0"/>
                  </a:moveTo>
                  <a:lnTo>
                    <a:pt x="17780" y="0"/>
                  </a:lnTo>
                  <a:lnTo>
                    <a:pt x="17780" y="13276"/>
                  </a:lnTo>
                  <a:lnTo>
                    <a:pt x="0" y="13276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64" name="Google Shape;2164;p60"/>
            <p:cNvSpPr/>
            <p:nvPr/>
          </p:nvSpPr>
          <p:spPr>
            <a:xfrm>
              <a:off x="5703642" y="2459816"/>
              <a:ext cx="357131" cy="266669"/>
            </a:xfrm>
            <a:custGeom>
              <a:rect b="b" l="l" r="r" t="t"/>
              <a:pathLst>
                <a:path extrusionOk="0" fill="none" h="13277" w="17781">
                  <a:moveTo>
                    <a:pt x="1" y="1"/>
                  </a:moveTo>
                  <a:lnTo>
                    <a:pt x="17780" y="1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9525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65" name="Google Shape;2165;p60"/>
            <p:cNvSpPr/>
            <p:nvPr/>
          </p:nvSpPr>
          <p:spPr>
            <a:xfrm>
              <a:off x="6092909" y="2459816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1"/>
                  </a:moveTo>
                  <a:lnTo>
                    <a:pt x="17780" y="1"/>
                  </a:lnTo>
                  <a:lnTo>
                    <a:pt x="17780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66" name="Google Shape;2166;p60"/>
            <p:cNvSpPr/>
            <p:nvPr/>
          </p:nvSpPr>
          <p:spPr>
            <a:xfrm>
              <a:off x="6482157" y="2459816"/>
              <a:ext cx="356448" cy="266669"/>
            </a:xfrm>
            <a:custGeom>
              <a:rect b="b" l="l" r="r" t="t"/>
              <a:pathLst>
                <a:path extrusionOk="0" h="13277" w="17747">
                  <a:moveTo>
                    <a:pt x="1" y="1"/>
                  </a:moveTo>
                  <a:lnTo>
                    <a:pt x="1" y="13277"/>
                  </a:lnTo>
                  <a:lnTo>
                    <a:pt x="17747" y="13277"/>
                  </a:lnTo>
                  <a:lnTo>
                    <a:pt x="17747" y="1"/>
                  </a:lnTo>
                  <a:close/>
                </a:path>
              </a:pathLst>
            </a:custGeom>
            <a:solidFill>
              <a:schemeClr val="dk2"/>
            </a:solidFill>
            <a:ln cap="flat" cmpd="sng" w="1085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67" name="Google Shape;2167;p60"/>
            <p:cNvSpPr/>
            <p:nvPr/>
          </p:nvSpPr>
          <p:spPr>
            <a:xfrm>
              <a:off x="6870761" y="2459816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1"/>
                  </a:moveTo>
                  <a:lnTo>
                    <a:pt x="17779" y="1"/>
                  </a:lnTo>
                  <a:lnTo>
                    <a:pt x="17779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68" name="Google Shape;2168;p60"/>
            <p:cNvSpPr/>
            <p:nvPr/>
          </p:nvSpPr>
          <p:spPr>
            <a:xfrm>
              <a:off x="7260009" y="2459816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1" y="1"/>
                  </a:moveTo>
                  <a:lnTo>
                    <a:pt x="17780" y="1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9525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69" name="Google Shape;2169;p60"/>
            <p:cNvSpPr/>
            <p:nvPr/>
          </p:nvSpPr>
          <p:spPr>
            <a:xfrm>
              <a:off x="7648593" y="2459816"/>
              <a:ext cx="357131" cy="266669"/>
            </a:xfrm>
            <a:custGeom>
              <a:rect b="b" l="l" r="r" t="t"/>
              <a:pathLst>
                <a:path extrusionOk="0" h="13277" w="17781">
                  <a:moveTo>
                    <a:pt x="1" y="1"/>
                  </a:moveTo>
                  <a:lnTo>
                    <a:pt x="1" y="13277"/>
                  </a:lnTo>
                  <a:lnTo>
                    <a:pt x="17780" y="13277"/>
                  </a:lnTo>
                  <a:lnTo>
                    <a:pt x="17780" y="1"/>
                  </a:lnTo>
                  <a:close/>
                </a:path>
              </a:pathLst>
            </a:custGeom>
            <a:solidFill>
              <a:srgbClr val="5CC9BF"/>
            </a:solidFill>
            <a:ln cap="flat" cmpd="sng" w="10850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70" name="Google Shape;2170;p60"/>
            <p:cNvSpPr/>
            <p:nvPr/>
          </p:nvSpPr>
          <p:spPr>
            <a:xfrm>
              <a:off x="8037860" y="2459816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1"/>
                  </a:moveTo>
                  <a:lnTo>
                    <a:pt x="17780" y="1"/>
                  </a:lnTo>
                  <a:lnTo>
                    <a:pt x="17780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71" name="Google Shape;2171;p60"/>
            <p:cNvSpPr/>
            <p:nvPr/>
          </p:nvSpPr>
          <p:spPr>
            <a:xfrm>
              <a:off x="5703642" y="2763320"/>
              <a:ext cx="357131" cy="266669"/>
            </a:xfrm>
            <a:custGeom>
              <a:rect b="b" l="l" r="r" t="t"/>
              <a:pathLst>
                <a:path extrusionOk="0" fill="none" h="13277" w="17781">
                  <a:moveTo>
                    <a:pt x="1" y="0"/>
                  </a:moveTo>
                  <a:lnTo>
                    <a:pt x="17780" y="0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72" name="Google Shape;2172;p60"/>
            <p:cNvSpPr/>
            <p:nvPr/>
          </p:nvSpPr>
          <p:spPr>
            <a:xfrm>
              <a:off x="6092909" y="2763320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0"/>
                  </a:moveTo>
                  <a:lnTo>
                    <a:pt x="17780" y="0"/>
                  </a:lnTo>
                  <a:lnTo>
                    <a:pt x="17780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73" name="Google Shape;2173;p60"/>
            <p:cNvSpPr/>
            <p:nvPr/>
          </p:nvSpPr>
          <p:spPr>
            <a:xfrm>
              <a:off x="6482157" y="2763320"/>
              <a:ext cx="356448" cy="266669"/>
            </a:xfrm>
            <a:custGeom>
              <a:rect b="b" l="l" r="r" t="t"/>
              <a:pathLst>
                <a:path extrusionOk="0" fill="none" h="13277" w="17747">
                  <a:moveTo>
                    <a:pt x="1" y="0"/>
                  </a:moveTo>
                  <a:lnTo>
                    <a:pt x="17747" y="0"/>
                  </a:lnTo>
                  <a:lnTo>
                    <a:pt x="17747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9525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74" name="Google Shape;2174;p60"/>
            <p:cNvSpPr/>
            <p:nvPr/>
          </p:nvSpPr>
          <p:spPr>
            <a:xfrm>
              <a:off x="6870761" y="2763320"/>
              <a:ext cx="357111" cy="266669"/>
            </a:xfrm>
            <a:custGeom>
              <a:rect b="b" l="l" r="r" t="t"/>
              <a:pathLst>
                <a:path extrusionOk="0" h="13277" w="17780">
                  <a:moveTo>
                    <a:pt x="0" y="0"/>
                  </a:moveTo>
                  <a:lnTo>
                    <a:pt x="0" y="13277"/>
                  </a:lnTo>
                  <a:lnTo>
                    <a:pt x="17779" y="13277"/>
                  </a:lnTo>
                  <a:lnTo>
                    <a:pt x="17779" y="0"/>
                  </a:ln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75" name="Google Shape;2175;p60"/>
            <p:cNvSpPr/>
            <p:nvPr/>
          </p:nvSpPr>
          <p:spPr>
            <a:xfrm>
              <a:off x="7260009" y="2763320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1" y="0"/>
                  </a:moveTo>
                  <a:lnTo>
                    <a:pt x="17780" y="0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9525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76" name="Google Shape;2176;p60"/>
            <p:cNvSpPr/>
            <p:nvPr/>
          </p:nvSpPr>
          <p:spPr>
            <a:xfrm>
              <a:off x="5703642" y="3066141"/>
              <a:ext cx="357131" cy="266689"/>
            </a:xfrm>
            <a:custGeom>
              <a:rect b="b" l="l" r="r" t="t"/>
              <a:pathLst>
                <a:path extrusionOk="0" fill="none" h="13278" w="17781">
                  <a:moveTo>
                    <a:pt x="1" y="1"/>
                  </a:moveTo>
                  <a:lnTo>
                    <a:pt x="17780" y="1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77" name="Google Shape;2177;p60"/>
            <p:cNvSpPr/>
            <p:nvPr/>
          </p:nvSpPr>
          <p:spPr>
            <a:xfrm>
              <a:off x="6092909" y="3066141"/>
              <a:ext cx="357111" cy="266689"/>
            </a:xfrm>
            <a:custGeom>
              <a:rect b="b" l="l" r="r" t="t"/>
              <a:pathLst>
                <a:path extrusionOk="0" fill="none" h="13278" w="17780">
                  <a:moveTo>
                    <a:pt x="0" y="1"/>
                  </a:moveTo>
                  <a:lnTo>
                    <a:pt x="17780" y="1"/>
                  </a:lnTo>
                  <a:lnTo>
                    <a:pt x="17780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78" name="Google Shape;2178;p60"/>
            <p:cNvSpPr/>
            <p:nvPr/>
          </p:nvSpPr>
          <p:spPr>
            <a:xfrm>
              <a:off x="6482157" y="3066141"/>
              <a:ext cx="356448" cy="266689"/>
            </a:xfrm>
            <a:custGeom>
              <a:rect b="b" l="l" r="r" t="t"/>
              <a:pathLst>
                <a:path extrusionOk="0" fill="none" h="13278" w="17747">
                  <a:moveTo>
                    <a:pt x="1" y="1"/>
                  </a:moveTo>
                  <a:lnTo>
                    <a:pt x="17747" y="1"/>
                  </a:lnTo>
                  <a:lnTo>
                    <a:pt x="17747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79" name="Google Shape;2179;p60"/>
            <p:cNvSpPr/>
            <p:nvPr/>
          </p:nvSpPr>
          <p:spPr>
            <a:xfrm>
              <a:off x="6870761" y="3066141"/>
              <a:ext cx="357111" cy="266689"/>
            </a:xfrm>
            <a:custGeom>
              <a:rect b="b" l="l" r="r" t="t"/>
              <a:pathLst>
                <a:path extrusionOk="0" fill="none" h="13278" w="17780">
                  <a:moveTo>
                    <a:pt x="0" y="1"/>
                  </a:moveTo>
                  <a:lnTo>
                    <a:pt x="17779" y="1"/>
                  </a:lnTo>
                  <a:lnTo>
                    <a:pt x="17779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80" name="Google Shape;2180;p60"/>
            <p:cNvSpPr/>
            <p:nvPr/>
          </p:nvSpPr>
          <p:spPr>
            <a:xfrm>
              <a:off x="7260009" y="3066141"/>
              <a:ext cx="357111" cy="266689"/>
            </a:xfrm>
            <a:custGeom>
              <a:rect b="b" l="l" r="r" t="t"/>
              <a:pathLst>
                <a:path extrusionOk="0" fill="none" h="13278" w="17780">
                  <a:moveTo>
                    <a:pt x="1" y="1"/>
                  </a:moveTo>
                  <a:lnTo>
                    <a:pt x="17780" y="1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81" name="Google Shape;2181;p60"/>
            <p:cNvSpPr/>
            <p:nvPr/>
          </p:nvSpPr>
          <p:spPr>
            <a:xfrm>
              <a:off x="7648593" y="3066141"/>
              <a:ext cx="357131" cy="266689"/>
            </a:xfrm>
            <a:custGeom>
              <a:rect b="b" l="l" r="r" t="t"/>
              <a:pathLst>
                <a:path extrusionOk="0" fill="none" h="13278" w="17781">
                  <a:moveTo>
                    <a:pt x="1" y="1"/>
                  </a:moveTo>
                  <a:lnTo>
                    <a:pt x="17780" y="1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82" name="Google Shape;2182;p60"/>
            <p:cNvSpPr/>
            <p:nvPr/>
          </p:nvSpPr>
          <p:spPr>
            <a:xfrm>
              <a:off x="8076705" y="2194513"/>
              <a:ext cx="77066" cy="71784"/>
            </a:xfrm>
            <a:custGeom>
              <a:rect b="b" l="l" r="r" t="t"/>
              <a:pathLst>
                <a:path extrusionOk="0" h="3574" w="3837">
                  <a:moveTo>
                    <a:pt x="1702" y="467"/>
                  </a:moveTo>
                  <a:lnTo>
                    <a:pt x="1702" y="501"/>
                  </a:lnTo>
                  <a:cubicBezTo>
                    <a:pt x="1728" y="632"/>
                    <a:pt x="1858" y="722"/>
                    <a:pt x="1993" y="722"/>
                  </a:cubicBezTo>
                  <a:cubicBezTo>
                    <a:pt x="2030" y="722"/>
                    <a:pt x="2067" y="715"/>
                    <a:pt x="2102" y="701"/>
                  </a:cubicBezTo>
                  <a:cubicBezTo>
                    <a:pt x="2181" y="676"/>
                    <a:pt x="2259" y="664"/>
                    <a:pt x="2334" y="664"/>
                  </a:cubicBezTo>
                  <a:cubicBezTo>
                    <a:pt x="2766" y="664"/>
                    <a:pt x="3118" y="1047"/>
                    <a:pt x="3203" y="1501"/>
                  </a:cubicBezTo>
                  <a:cubicBezTo>
                    <a:pt x="3270" y="2035"/>
                    <a:pt x="2936" y="2569"/>
                    <a:pt x="2503" y="2836"/>
                  </a:cubicBezTo>
                  <a:cubicBezTo>
                    <a:pt x="2298" y="2962"/>
                    <a:pt x="2063" y="3028"/>
                    <a:pt x="1834" y="3028"/>
                  </a:cubicBezTo>
                  <a:cubicBezTo>
                    <a:pt x="1578" y="3028"/>
                    <a:pt x="1329" y="2945"/>
                    <a:pt x="1135" y="2769"/>
                  </a:cubicBezTo>
                  <a:cubicBezTo>
                    <a:pt x="768" y="2435"/>
                    <a:pt x="535" y="1902"/>
                    <a:pt x="701" y="1435"/>
                  </a:cubicBezTo>
                  <a:cubicBezTo>
                    <a:pt x="835" y="1134"/>
                    <a:pt x="1035" y="934"/>
                    <a:pt x="1302" y="734"/>
                  </a:cubicBezTo>
                  <a:cubicBezTo>
                    <a:pt x="1435" y="634"/>
                    <a:pt x="1569" y="567"/>
                    <a:pt x="1702" y="467"/>
                  </a:cubicBezTo>
                  <a:close/>
                  <a:moveTo>
                    <a:pt x="2069" y="0"/>
                  </a:moveTo>
                  <a:cubicBezTo>
                    <a:pt x="1369" y="200"/>
                    <a:pt x="635" y="501"/>
                    <a:pt x="301" y="1201"/>
                  </a:cubicBezTo>
                  <a:cubicBezTo>
                    <a:pt x="1" y="1835"/>
                    <a:pt x="201" y="2602"/>
                    <a:pt x="701" y="3102"/>
                  </a:cubicBezTo>
                  <a:cubicBezTo>
                    <a:pt x="1020" y="3421"/>
                    <a:pt x="1434" y="3573"/>
                    <a:pt x="1857" y="3573"/>
                  </a:cubicBezTo>
                  <a:cubicBezTo>
                    <a:pt x="2143" y="3573"/>
                    <a:pt x="2434" y="3504"/>
                    <a:pt x="2703" y="3369"/>
                  </a:cubicBezTo>
                  <a:cubicBezTo>
                    <a:pt x="3403" y="3036"/>
                    <a:pt x="3837" y="2302"/>
                    <a:pt x="3804" y="1501"/>
                  </a:cubicBezTo>
                  <a:cubicBezTo>
                    <a:pt x="3804" y="1001"/>
                    <a:pt x="3570" y="567"/>
                    <a:pt x="3170" y="267"/>
                  </a:cubicBezTo>
                  <a:cubicBezTo>
                    <a:pt x="2959" y="109"/>
                    <a:pt x="2685" y="13"/>
                    <a:pt x="2398" y="13"/>
                  </a:cubicBezTo>
                  <a:cubicBezTo>
                    <a:pt x="2322" y="13"/>
                    <a:pt x="2246" y="20"/>
                    <a:pt x="2169" y="34"/>
                  </a:cubicBezTo>
                  <a:cubicBezTo>
                    <a:pt x="2136" y="0"/>
                    <a:pt x="2102" y="0"/>
                    <a:pt x="2069" y="0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83" name="Google Shape;2183;p60"/>
            <p:cNvSpPr/>
            <p:nvPr/>
          </p:nvSpPr>
          <p:spPr>
            <a:xfrm>
              <a:off x="7667352" y="2192464"/>
              <a:ext cx="87792" cy="77408"/>
            </a:xfrm>
            <a:custGeom>
              <a:rect b="b" l="l" r="r" t="t"/>
              <a:pathLst>
                <a:path extrusionOk="0" h="3854" w="4371">
                  <a:moveTo>
                    <a:pt x="1902" y="469"/>
                  </a:moveTo>
                  <a:cubicBezTo>
                    <a:pt x="1721" y="620"/>
                    <a:pt x="1840" y="879"/>
                    <a:pt x="2036" y="879"/>
                  </a:cubicBezTo>
                  <a:cubicBezTo>
                    <a:pt x="2057" y="879"/>
                    <a:pt x="2079" y="876"/>
                    <a:pt x="2102" y="869"/>
                  </a:cubicBezTo>
                  <a:cubicBezTo>
                    <a:pt x="2194" y="851"/>
                    <a:pt x="2289" y="842"/>
                    <a:pt x="2385" y="842"/>
                  </a:cubicBezTo>
                  <a:cubicBezTo>
                    <a:pt x="2813" y="842"/>
                    <a:pt x="3258" y="1028"/>
                    <a:pt x="3503" y="1436"/>
                  </a:cubicBezTo>
                  <a:cubicBezTo>
                    <a:pt x="3770" y="1903"/>
                    <a:pt x="3670" y="2571"/>
                    <a:pt x="3270" y="2938"/>
                  </a:cubicBezTo>
                  <a:lnTo>
                    <a:pt x="3303" y="2938"/>
                  </a:lnTo>
                  <a:cubicBezTo>
                    <a:pt x="3040" y="3180"/>
                    <a:pt x="2692" y="3312"/>
                    <a:pt x="2347" y="3312"/>
                  </a:cubicBezTo>
                  <a:cubicBezTo>
                    <a:pt x="2123" y="3312"/>
                    <a:pt x="1899" y="3256"/>
                    <a:pt x="1702" y="3138"/>
                  </a:cubicBezTo>
                  <a:cubicBezTo>
                    <a:pt x="1402" y="2971"/>
                    <a:pt x="1168" y="2737"/>
                    <a:pt x="935" y="2471"/>
                  </a:cubicBezTo>
                  <a:cubicBezTo>
                    <a:pt x="801" y="2370"/>
                    <a:pt x="701" y="2237"/>
                    <a:pt x="668" y="2070"/>
                  </a:cubicBezTo>
                  <a:cubicBezTo>
                    <a:pt x="634" y="1937"/>
                    <a:pt x="701" y="1770"/>
                    <a:pt x="801" y="1637"/>
                  </a:cubicBezTo>
                  <a:cubicBezTo>
                    <a:pt x="968" y="1303"/>
                    <a:pt x="1268" y="1003"/>
                    <a:pt x="1535" y="769"/>
                  </a:cubicBezTo>
                  <a:cubicBezTo>
                    <a:pt x="1635" y="636"/>
                    <a:pt x="1769" y="569"/>
                    <a:pt x="1902" y="469"/>
                  </a:cubicBezTo>
                  <a:close/>
                  <a:moveTo>
                    <a:pt x="2268" y="1"/>
                  </a:moveTo>
                  <a:cubicBezTo>
                    <a:pt x="1539" y="1"/>
                    <a:pt x="946" y="611"/>
                    <a:pt x="534" y="1170"/>
                  </a:cubicBezTo>
                  <a:cubicBezTo>
                    <a:pt x="234" y="1503"/>
                    <a:pt x="1" y="2004"/>
                    <a:pt x="234" y="2437"/>
                  </a:cubicBezTo>
                  <a:cubicBezTo>
                    <a:pt x="334" y="2637"/>
                    <a:pt x="501" y="2804"/>
                    <a:pt x="668" y="2971"/>
                  </a:cubicBezTo>
                  <a:cubicBezTo>
                    <a:pt x="801" y="3138"/>
                    <a:pt x="968" y="3304"/>
                    <a:pt x="1135" y="3438"/>
                  </a:cubicBezTo>
                  <a:cubicBezTo>
                    <a:pt x="1497" y="3710"/>
                    <a:pt x="1938" y="3853"/>
                    <a:pt x="2377" y="3853"/>
                  </a:cubicBezTo>
                  <a:cubicBezTo>
                    <a:pt x="2747" y="3853"/>
                    <a:pt x="3116" y="3751"/>
                    <a:pt x="3436" y="3538"/>
                  </a:cubicBezTo>
                  <a:cubicBezTo>
                    <a:pt x="4104" y="3071"/>
                    <a:pt x="4370" y="2170"/>
                    <a:pt x="4104" y="1403"/>
                  </a:cubicBezTo>
                  <a:cubicBezTo>
                    <a:pt x="3870" y="803"/>
                    <a:pt x="3270" y="369"/>
                    <a:pt x="2669" y="336"/>
                  </a:cubicBezTo>
                  <a:cubicBezTo>
                    <a:pt x="2736" y="236"/>
                    <a:pt x="2736" y="69"/>
                    <a:pt x="2569" y="35"/>
                  </a:cubicBezTo>
                  <a:cubicBezTo>
                    <a:pt x="2466" y="12"/>
                    <a:pt x="2366" y="1"/>
                    <a:pt x="2268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84" name="Google Shape;2184;p60"/>
            <p:cNvSpPr/>
            <p:nvPr/>
          </p:nvSpPr>
          <p:spPr>
            <a:xfrm>
              <a:off x="7283468" y="2184149"/>
              <a:ext cx="96488" cy="76202"/>
            </a:xfrm>
            <a:custGeom>
              <a:rect b="b" l="l" r="r" t="t"/>
              <a:pathLst>
                <a:path extrusionOk="0" h="3794" w="4804">
                  <a:moveTo>
                    <a:pt x="1868" y="449"/>
                  </a:moveTo>
                  <a:lnTo>
                    <a:pt x="1868" y="449"/>
                  </a:lnTo>
                  <a:cubicBezTo>
                    <a:pt x="1787" y="639"/>
                    <a:pt x="1926" y="895"/>
                    <a:pt x="2123" y="895"/>
                  </a:cubicBezTo>
                  <a:cubicBezTo>
                    <a:pt x="2169" y="895"/>
                    <a:pt x="2218" y="881"/>
                    <a:pt x="2268" y="850"/>
                  </a:cubicBezTo>
                  <a:cubicBezTo>
                    <a:pt x="2368" y="787"/>
                    <a:pt x="2472" y="762"/>
                    <a:pt x="2576" y="762"/>
                  </a:cubicBezTo>
                  <a:cubicBezTo>
                    <a:pt x="2750" y="762"/>
                    <a:pt x="2923" y="833"/>
                    <a:pt x="3069" y="916"/>
                  </a:cubicBezTo>
                  <a:cubicBezTo>
                    <a:pt x="3336" y="1117"/>
                    <a:pt x="3603" y="1350"/>
                    <a:pt x="3803" y="1617"/>
                  </a:cubicBezTo>
                  <a:cubicBezTo>
                    <a:pt x="4203" y="2117"/>
                    <a:pt x="3703" y="2718"/>
                    <a:pt x="3269" y="2985"/>
                  </a:cubicBezTo>
                  <a:lnTo>
                    <a:pt x="3236" y="2985"/>
                  </a:lnTo>
                  <a:cubicBezTo>
                    <a:pt x="2951" y="3138"/>
                    <a:pt x="2608" y="3219"/>
                    <a:pt x="2275" y="3219"/>
                  </a:cubicBezTo>
                  <a:cubicBezTo>
                    <a:pt x="2100" y="3219"/>
                    <a:pt x="1928" y="3197"/>
                    <a:pt x="1768" y="3151"/>
                  </a:cubicBezTo>
                  <a:cubicBezTo>
                    <a:pt x="1234" y="3018"/>
                    <a:pt x="634" y="2584"/>
                    <a:pt x="600" y="1984"/>
                  </a:cubicBezTo>
                  <a:cubicBezTo>
                    <a:pt x="600" y="1217"/>
                    <a:pt x="1234" y="716"/>
                    <a:pt x="1868" y="449"/>
                  </a:cubicBezTo>
                  <a:close/>
                  <a:moveTo>
                    <a:pt x="1919" y="1"/>
                  </a:moveTo>
                  <a:cubicBezTo>
                    <a:pt x="1894" y="1"/>
                    <a:pt x="1866" y="5"/>
                    <a:pt x="1835" y="16"/>
                  </a:cubicBezTo>
                  <a:cubicBezTo>
                    <a:pt x="1067" y="316"/>
                    <a:pt x="267" y="850"/>
                    <a:pt x="133" y="1750"/>
                  </a:cubicBezTo>
                  <a:cubicBezTo>
                    <a:pt x="0" y="2618"/>
                    <a:pt x="634" y="3318"/>
                    <a:pt x="1368" y="3618"/>
                  </a:cubicBezTo>
                  <a:cubicBezTo>
                    <a:pt x="1657" y="3734"/>
                    <a:pt x="1978" y="3793"/>
                    <a:pt x="2301" y="3793"/>
                  </a:cubicBezTo>
                  <a:cubicBezTo>
                    <a:pt x="2721" y="3793"/>
                    <a:pt x="3144" y="3693"/>
                    <a:pt x="3503" y="3485"/>
                  </a:cubicBezTo>
                  <a:cubicBezTo>
                    <a:pt x="4203" y="3118"/>
                    <a:pt x="4803" y="2251"/>
                    <a:pt x="4403" y="1450"/>
                  </a:cubicBezTo>
                  <a:cubicBezTo>
                    <a:pt x="4270" y="1217"/>
                    <a:pt x="4103" y="1050"/>
                    <a:pt x="3903" y="883"/>
                  </a:cubicBezTo>
                  <a:cubicBezTo>
                    <a:pt x="3736" y="683"/>
                    <a:pt x="3569" y="550"/>
                    <a:pt x="3369" y="416"/>
                  </a:cubicBezTo>
                  <a:cubicBezTo>
                    <a:pt x="3135" y="246"/>
                    <a:pt x="2847" y="144"/>
                    <a:pt x="2557" y="144"/>
                  </a:cubicBezTo>
                  <a:cubicBezTo>
                    <a:pt x="2391" y="144"/>
                    <a:pt x="2225" y="177"/>
                    <a:pt x="2068" y="249"/>
                  </a:cubicBezTo>
                  <a:cubicBezTo>
                    <a:pt x="2096" y="137"/>
                    <a:pt x="2053" y="1"/>
                    <a:pt x="1919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85" name="Google Shape;2185;p60"/>
            <p:cNvSpPr/>
            <p:nvPr/>
          </p:nvSpPr>
          <p:spPr>
            <a:xfrm>
              <a:off x="6884158" y="2186358"/>
              <a:ext cx="99180" cy="76745"/>
            </a:xfrm>
            <a:custGeom>
              <a:rect b="b" l="l" r="r" t="t"/>
              <a:pathLst>
                <a:path extrusionOk="0" h="3821" w="4938">
                  <a:moveTo>
                    <a:pt x="1535" y="740"/>
                  </a:moveTo>
                  <a:cubicBezTo>
                    <a:pt x="1568" y="840"/>
                    <a:pt x="1635" y="873"/>
                    <a:pt x="1768" y="907"/>
                  </a:cubicBezTo>
                  <a:cubicBezTo>
                    <a:pt x="2025" y="907"/>
                    <a:pt x="2306" y="882"/>
                    <a:pt x="2583" y="882"/>
                  </a:cubicBezTo>
                  <a:cubicBezTo>
                    <a:pt x="3027" y="882"/>
                    <a:pt x="3462" y="945"/>
                    <a:pt x="3770" y="1273"/>
                  </a:cubicBezTo>
                  <a:cubicBezTo>
                    <a:pt x="4237" y="1774"/>
                    <a:pt x="3870" y="2408"/>
                    <a:pt x="3403" y="2741"/>
                  </a:cubicBezTo>
                  <a:lnTo>
                    <a:pt x="3403" y="2775"/>
                  </a:lnTo>
                  <a:cubicBezTo>
                    <a:pt x="3052" y="3032"/>
                    <a:pt x="2571" y="3223"/>
                    <a:pt x="2096" y="3223"/>
                  </a:cubicBezTo>
                  <a:cubicBezTo>
                    <a:pt x="1893" y="3223"/>
                    <a:pt x="1691" y="3188"/>
                    <a:pt x="1501" y="3108"/>
                  </a:cubicBezTo>
                  <a:cubicBezTo>
                    <a:pt x="968" y="2908"/>
                    <a:pt x="601" y="2274"/>
                    <a:pt x="801" y="1674"/>
                  </a:cubicBezTo>
                  <a:cubicBezTo>
                    <a:pt x="934" y="1307"/>
                    <a:pt x="1201" y="1007"/>
                    <a:pt x="1535" y="740"/>
                  </a:cubicBezTo>
                  <a:close/>
                  <a:moveTo>
                    <a:pt x="2533" y="1"/>
                  </a:moveTo>
                  <a:cubicBezTo>
                    <a:pt x="2523" y="1"/>
                    <a:pt x="2513" y="2"/>
                    <a:pt x="2502" y="6"/>
                  </a:cubicBezTo>
                  <a:cubicBezTo>
                    <a:pt x="1635" y="106"/>
                    <a:pt x="801" y="540"/>
                    <a:pt x="400" y="1340"/>
                  </a:cubicBezTo>
                  <a:cubicBezTo>
                    <a:pt x="0" y="2107"/>
                    <a:pt x="334" y="3008"/>
                    <a:pt x="1001" y="3475"/>
                  </a:cubicBezTo>
                  <a:cubicBezTo>
                    <a:pt x="1332" y="3716"/>
                    <a:pt x="1730" y="3821"/>
                    <a:pt x="2136" y="3821"/>
                  </a:cubicBezTo>
                  <a:cubicBezTo>
                    <a:pt x="2629" y="3821"/>
                    <a:pt x="3133" y="3665"/>
                    <a:pt x="3536" y="3408"/>
                  </a:cubicBezTo>
                  <a:cubicBezTo>
                    <a:pt x="4303" y="2975"/>
                    <a:pt x="4937" y="2074"/>
                    <a:pt x="4503" y="1173"/>
                  </a:cubicBezTo>
                  <a:cubicBezTo>
                    <a:pt x="4170" y="440"/>
                    <a:pt x="3403" y="206"/>
                    <a:pt x="2635" y="206"/>
                  </a:cubicBezTo>
                  <a:cubicBezTo>
                    <a:pt x="2665" y="117"/>
                    <a:pt x="2615" y="1"/>
                    <a:pt x="2533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86" name="Google Shape;2186;p60"/>
            <p:cNvSpPr/>
            <p:nvPr/>
          </p:nvSpPr>
          <p:spPr>
            <a:xfrm>
              <a:off x="6502925" y="2191259"/>
              <a:ext cx="90483" cy="73029"/>
            </a:xfrm>
            <a:custGeom>
              <a:rect b="b" l="l" r="r" t="t"/>
              <a:pathLst>
                <a:path extrusionOk="0" h="3636" w="4505">
                  <a:moveTo>
                    <a:pt x="2449" y="688"/>
                  </a:moveTo>
                  <a:cubicBezTo>
                    <a:pt x="2761" y="688"/>
                    <a:pt x="3070" y="779"/>
                    <a:pt x="3303" y="996"/>
                  </a:cubicBezTo>
                  <a:cubicBezTo>
                    <a:pt x="3704" y="1363"/>
                    <a:pt x="3837" y="1997"/>
                    <a:pt x="3503" y="2430"/>
                  </a:cubicBezTo>
                  <a:cubicBezTo>
                    <a:pt x="3191" y="2821"/>
                    <a:pt x="2675" y="3008"/>
                    <a:pt x="2195" y="3008"/>
                  </a:cubicBezTo>
                  <a:cubicBezTo>
                    <a:pt x="2059" y="3008"/>
                    <a:pt x="1927" y="2993"/>
                    <a:pt x="1802" y="2964"/>
                  </a:cubicBezTo>
                  <a:cubicBezTo>
                    <a:pt x="1202" y="2831"/>
                    <a:pt x="668" y="2330"/>
                    <a:pt x="735" y="1663"/>
                  </a:cubicBezTo>
                  <a:cubicBezTo>
                    <a:pt x="768" y="1330"/>
                    <a:pt x="968" y="1096"/>
                    <a:pt x="1202" y="863"/>
                  </a:cubicBezTo>
                  <a:cubicBezTo>
                    <a:pt x="1266" y="927"/>
                    <a:pt x="1345" y="964"/>
                    <a:pt x="1428" y="964"/>
                  </a:cubicBezTo>
                  <a:cubicBezTo>
                    <a:pt x="1474" y="964"/>
                    <a:pt x="1521" y="953"/>
                    <a:pt x="1569" y="929"/>
                  </a:cubicBezTo>
                  <a:cubicBezTo>
                    <a:pt x="1819" y="779"/>
                    <a:pt x="2136" y="688"/>
                    <a:pt x="2449" y="688"/>
                  </a:cubicBezTo>
                  <a:close/>
                  <a:moveTo>
                    <a:pt x="2449" y="1"/>
                  </a:moveTo>
                  <a:cubicBezTo>
                    <a:pt x="2030" y="1"/>
                    <a:pt x="1603" y="117"/>
                    <a:pt x="1235" y="329"/>
                  </a:cubicBezTo>
                  <a:cubicBezTo>
                    <a:pt x="1202" y="362"/>
                    <a:pt x="1168" y="396"/>
                    <a:pt x="1168" y="429"/>
                  </a:cubicBezTo>
                  <a:cubicBezTo>
                    <a:pt x="735" y="629"/>
                    <a:pt x="401" y="929"/>
                    <a:pt x="268" y="1396"/>
                  </a:cubicBezTo>
                  <a:cubicBezTo>
                    <a:pt x="1" y="2297"/>
                    <a:pt x="568" y="3164"/>
                    <a:pt x="1369" y="3498"/>
                  </a:cubicBezTo>
                  <a:cubicBezTo>
                    <a:pt x="1616" y="3591"/>
                    <a:pt x="1887" y="3636"/>
                    <a:pt x="2160" y="3636"/>
                  </a:cubicBezTo>
                  <a:cubicBezTo>
                    <a:pt x="2771" y="3636"/>
                    <a:pt x="3399" y="3412"/>
                    <a:pt x="3837" y="2998"/>
                  </a:cubicBezTo>
                  <a:cubicBezTo>
                    <a:pt x="4504" y="2397"/>
                    <a:pt x="4471" y="1396"/>
                    <a:pt x="3937" y="696"/>
                  </a:cubicBezTo>
                  <a:cubicBezTo>
                    <a:pt x="3572" y="215"/>
                    <a:pt x="3019" y="1"/>
                    <a:pt x="2449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87" name="Google Shape;2187;p60"/>
            <p:cNvSpPr/>
            <p:nvPr/>
          </p:nvSpPr>
          <p:spPr>
            <a:xfrm>
              <a:off x="6113677" y="2201703"/>
              <a:ext cx="102534" cy="81364"/>
            </a:xfrm>
            <a:custGeom>
              <a:rect b="b" l="l" r="r" t="t"/>
              <a:pathLst>
                <a:path extrusionOk="0" h="4051" w="5105">
                  <a:moveTo>
                    <a:pt x="2135" y="743"/>
                  </a:moveTo>
                  <a:cubicBezTo>
                    <a:pt x="2669" y="810"/>
                    <a:pt x="3236" y="843"/>
                    <a:pt x="3670" y="1110"/>
                  </a:cubicBezTo>
                  <a:cubicBezTo>
                    <a:pt x="4170" y="1443"/>
                    <a:pt x="4270" y="2044"/>
                    <a:pt x="4037" y="2578"/>
                  </a:cubicBezTo>
                  <a:lnTo>
                    <a:pt x="4003" y="2578"/>
                  </a:lnTo>
                  <a:cubicBezTo>
                    <a:pt x="3748" y="3089"/>
                    <a:pt x="3251" y="3334"/>
                    <a:pt x="2718" y="3334"/>
                  </a:cubicBezTo>
                  <a:cubicBezTo>
                    <a:pt x="2624" y="3334"/>
                    <a:pt x="2530" y="3326"/>
                    <a:pt x="2436" y="3311"/>
                  </a:cubicBezTo>
                  <a:cubicBezTo>
                    <a:pt x="1868" y="3245"/>
                    <a:pt x="868" y="2778"/>
                    <a:pt x="1001" y="2077"/>
                  </a:cubicBezTo>
                  <a:cubicBezTo>
                    <a:pt x="1035" y="1677"/>
                    <a:pt x="1335" y="1310"/>
                    <a:pt x="1635" y="1077"/>
                  </a:cubicBezTo>
                  <a:cubicBezTo>
                    <a:pt x="1802" y="910"/>
                    <a:pt x="1969" y="810"/>
                    <a:pt x="2135" y="743"/>
                  </a:cubicBezTo>
                  <a:close/>
                  <a:moveTo>
                    <a:pt x="2586" y="1"/>
                  </a:moveTo>
                  <a:cubicBezTo>
                    <a:pt x="2327" y="1"/>
                    <a:pt x="2069" y="42"/>
                    <a:pt x="1835" y="143"/>
                  </a:cubicBezTo>
                  <a:cubicBezTo>
                    <a:pt x="1768" y="176"/>
                    <a:pt x="1702" y="243"/>
                    <a:pt x="1668" y="309"/>
                  </a:cubicBezTo>
                  <a:cubicBezTo>
                    <a:pt x="1101" y="610"/>
                    <a:pt x="668" y="1043"/>
                    <a:pt x="434" y="1644"/>
                  </a:cubicBezTo>
                  <a:cubicBezTo>
                    <a:pt x="0" y="2678"/>
                    <a:pt x="868" y="3545"/>
                    <a:pt x="1768" y="3879"/>
                  </a:cubicBezTo>
                  <a:cubicBezTo>
                    <a:pt x="2072" y="3991"/>
                    <a:pt x="2398" y="4050"/>
                    <a:pt x="2721" y="4050"/>
                  </a:cubicBezTo>
                  <a:cubicBezTo>
                    <a:pt x="3358" y="4050"/>
                    <a:pt x="3983" y="3820"/>
                    <a:pt x="4404" y="3311"/>
                  </a:cubicBezTo>
                  <a:cubicBezTo>
                    <a:pt x="4971" y="2611"/>
                    <a:pt x="5104" y="1577"/>
                    <a:pt x="4504" y="843"/>
                  </a:cubicBezTo>
                  <a:cubicBezTo>
                    <a:pt x="4237" y="476"/>
                    <a:pt x="3803" y="209"/>
                    <a:pt x="3336" y="109"/>
                  </a:cubicBezTo>
                  <a:cubicBezTo>
                    <a:pt x="3103" y="42"/>
                    <a:pt x="2844" y="1"/>
                    <a:pt x="2586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88" name="Google Shape;2188;p60"/>
            <p:cNvSpPr/>
            <p:nvPr/>
          </p:nvSpPr>
          <p:spPr>
            <a:xfrm>
              <a:off x="5741844" y="2203149"/>
              <a:ext cx="82429" cy="70940"/>
            </a:xfrm>
            <a:custGeom>
              <a:rect b="b" l="l" r="r" t="t"/>
              <a:pathLst>
                <a:path extrusionOk="0" h="3532" w="4104">
                  <a:moveTo>
                    <a:pt x="2624" y="607"/>
                  </a:moveTo>
                  <a:cubicBezTo>
                    <a:pt x="2810" y="607"/>
                    <a:pt x="2979" y="669"/>
                    <a:pt x="3102" y="838"/>
                  </a:cubicBezTo>
                  <a:cubicBezTo>
                    <a:pt x="3436" y="1238"/>
                    <a:pt x="3269" y="1872"/>
                    <a:pt x="2969" y="2239"/>
                  </a:cubicBezTo>
                  <a:cubicBezTo>
                    <a:pt x="2652" y="2650"/>
                    <a:pt x="2095" y="2942"/>
                    <a:pt x="1583" y="2942"/>
                  </a:cubicBezTo>
                  <a:cubicBezTo>
                    <a:pt x="1556" y="2942"/>
                    <a:pt x="1528" y="2941"/>
                    <a:pt x="1501" y="2939"/>
                  </a:cubicBezTo>
                  <a:cubicBezTo>
                    <a:pt x="1234" y="2939"/>
                    <a:pt x="968" y="2873"/>
                    <a:pt x="801" y="2672"/>
                  </a:cubicBezTo>
                  <a:cubicBezTo>
                    <a:pt x="601" y="2472"/>
                    <a:pt x="567" y="2139"/>
                    <a:pt x="634" y="1872"/>
                  </a:cubicBezTo>
                  <a:cubicBezTo>
                    <a:pt x="701" y="1505"/>
                    <a:pt x="934" y="1171"/>
                    <a:pt x="1234" y="938"/>
                  </a:cubicBezTo>
                  <a:cubicBezTo>
                    <a:pt x="1278" y="1002"/>
                    <a:pt x="1348" y="1039"/>
                    <a:pt x="1420" y="1039"/>
                  </a:cubicBezTo>
                  <a:cubicBezTo>
                    <a:pt x="1460" y="1039"/>
                    <a:pt x="1499" y="1028"/>
                    <a:pt x="1535" y="1005"/>
                  </a:cubicBezTo>
                  <a:cubicBezTo>
                    <a:pt x="1822" y="850"/>
                    <a:pt x="2257" y="607"/>
                    <a:pt x="2624" y="607"/>
                  </a:cubicBezTo>
                  <a:close/>
                  <a:moveTo>
                    <a:pt x="2651" y="1"/>
                  </a:moveTo>
                  <a:cubicBezTo>
                    <a:pt x="2624" y="1"/>
                    <a:pt x="2596" y="2"/>
                    <a:pt x="2569" y="4"/>
                  </a:cubicBezTo>
                  <a:cubicBezTo>
                    <a:pt x="2235" y="4"/>
                    <a:pt x="1935" y="137"/>
                    <a:pt x="1701" y="304"/>
                  </a:cubicBezTo>
                  <a:cubicBezTo>
                    <a:pt x="1034" y="404"/>
                    <a:pt x="467" y="871"/>
                    <a:pt x="200" y="1505"/>
                  </a:cubicBezTo>
                  <a:cubicBezTo>
                    <a:pt x="34" y="1939"/>
                    <a:pt x="0" y="2406"/>
                    <a:pt x="200" y="2806"/>
                  </a:cubicBezTo>
                  <a:cubicBezTo>
                    <a:pt x="401" y="3173"/>
                    <a:pt x="734" y="3373"/>
                    <a:pt x="1101" y="3473"/>
                  </a:cubicBezTo>
                  <a:cubicBezTo>
                    <a:pt x="1254" y="3513"/>
                    <a:pt x="1412" y="3532"/>
                    <a:pt x="1570" y="3532"/>
                  </a:cubicBezTo>
                  <a:cubicBezTo>
                    <a:pt x="2202" y="3532"/>
                    <a:pt x="2842" y="3233"/>
                    <a:pt x="3269" y="2806"/>
                  </a:cubicBezTo>
                  <a:cubicBezTo>
                    <a:pt x="3836" y="2239"/>
                    <a:pt x="4103" y="1338"/>
                    <a:pt x="3703" y="604"/>
                  </a:cubicBezTo>
                  <a:cubicBezTo>
                    <a:pt x="3484" y="229"/>
                    <a:pt x="3061" y="1"/>
                    <a:pt x="2651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89" name="Google Shape;2189;p60"/>
            <p:cNvSpPr/>
            <p:nvPr/>
          </p:nvSpPr>
          <p:spPr>
            <a:xfrm>
              <a:off x="8076705" y="2797203"/>
              <a:ext cx="77066" cy="71543"/>
            </a:xfrm>
            <a:custGeom>
              <a:rect b="b" l="l" r="r" t="t"/>
              <a:pathLst>
                <a:path extrusionOk="0" h="3562" w="3837">
                  <a:moveTo>
                    <a:pt x="1702" y="482"/>
                  </a:moveTo>
                  <a:cubicBezTo>
                    <a:pt x="1729" y="618"/>
                    <a:pt x="1869" y="733"/>
                    <a:pt x="2010" y="733"/>
                  </a:cubicBezTo>
                  <a:cubicBezTo>
                    <a:pt x="2041" y="733"/>
                    <a:pt x="2072" y="727"/>
                    <a:pt x="2102" y="715"/>
                  </a:cubicBezTo>
                  <a:cubicBezTo>
                    <a:pt x="2181" y="691"/>
                    <a:pt x="2259" y="679"/>
                    <a:pt x="2334" y="679"/>
                  </a:cubicBezTo>
                  <a:cubicBezTo>
                    <a:pt x="2766" y="679"/>
                    <a:pt x="3118" y="1061"/>
                    <a:pt x="3203" y="1516"/>
                  </a:cubicBezTo>
                  <a:cubicBezTo>
                    <a:pt x="3270" y="2049"/>
                    <a:pt x="2936" y="2583"/>
                    <a:pt x="2503" y="2850"/>
                  </a:cubicBezTo>
                  <a:cubicBezTo>
                    <a:pt x="2299" y="2959"/>
                    <a:pt x="2067" y="3018"/>
                    <a:pt x="1839" y="3018"/>
                  </a:cubicBezTo>
                  <a:cubicBezTo>
                    <a:pt x="1582" y="3018"/>
                    <a:pt x="1330" y="2943"/>
                    <a:pt x="1135" y="2783"/>
                  </a:cubicBezTo>
                  <a:cubicBezTo>
                    <a:pt x="768" y="2450"/>
                    <a:pt x="535" y="1916"/>
                    <a:pt x="701" y="1449"/>
                  </a:cubicBezTo>
                  <a:cubicBezTo>
                    <a:pt x="835" y="1149"/>
                    <a:pt x="1035" y="915"/>
                    <a:pt x="1302" y="749"/>
                  </a:cubicBezTo>
                  <a:cubicBezTo>
                    <a:pt x="1435" y="648"/>
                    <a:pt x="1569" y="548"/>
                    <a:pt x="1702" y="482"/>
                  </a:cubicBezTo>
                  <a:close/>
                  <a:moveTo>
                    <a:pt x="2098" y="1"/>
                  </a:moveTo>
                  <a:cubicBezTo>
                    <a:pt x="2089" y="1"/>
                    <a:pt x="2079" y="5"/>
                    <a:pt x="2069" y="15"/>
                  </a:cubicBezTo>
                  <a:cubicBezTo>
                    <a:pt x="1369" y="215"/>
                    <a:pt x="635" y="482"/>
                    <a:pt x="301" y="1182"/>
                  </a:cubicBezTo>
                  <a:cubicBezTo>
                    <a:pt x="1" y="1849"/>
                    <a:pt x="201" y="2617"/>
                    <a:pt x="701" y="3084"/>
                  </a:cubicBezTo>
                  <a:cubicBezTo>
                    <a:pt x="1028" y="3410"/>
                    <a:pt x="1454" y="3562"/>
                    <a:pt x="1888" y="3562"/>
                  </a:cubicBezTo>
                  <a:cubicBezTo>
                    <a:pt x="2164" y="3562"/>
                    <a:pt x="2444" y="3500"/>
                    <a:pt x="2703" y="3384"/>
                  </a:cubicBezTo>
                  <a:cubicBezTo>
                    <a:pt x="3403" y="3050"/>
                    <a:pt x="3837" y="2283"/>
                    <a:pt x="3804" y="1516"/>
                  </a:cubicBezTo>
                  <a:cubicBezTo>
                    <a:pt x="3804" y="1015"/>
                    <a:pt x="3570" y="582"/>
                    <a:pt x="3170" y="282"/>
                  </a:cubicBezTo>
                  <a:cubicBezTo>
                    <a:pt x="2959" y="123"/>
                    <a:pt x="2685" y="27"/>
                    <a:pt x="2398" y="27"/>
                  </a:cubicBezTo>
                  <a:cubicBezTo>
                    <a:pt x="2322" y="27"/>
                    <a:pt x="2246" y="34"/>
                    <a:pt x="2169" y="48"/>
                  </a:cubicBezTo>
                  <a:cubicBezTo>
                    <a:pt x="2146" y="24"/>
                    <a:pt x="2122" y="1"/>
                    <a:pt x="2098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90" name="Google Shape;2190;p60"/>
            <p:cNvSpPr/>
            <p:nvPr/>
          </p:nvSpPr>
          <p:spPr>
            <a:xfrm>
              <a:off x="7660724" y="2794231"/>
              <a:ext cx="94420" cy="77548"/>
            </a:xfrm>
            <a:custGeom>
              <a:rect b="b" l="l" r="r" t="t"/>
              <a:pathLst>
                <a:path extrusionOk="0" h="3861" w="4701">
                  <a:moveTo>
                    <a:pt x="2556" y="742"/>
                  </a:moveTo>
                  <a:cubicBezTo>
                    <a:pt x="3062" y="742"/>
                    <a:pt x="3572" y="969"/>
                    <a:pt x="3833" y="1430"/>
                  </a:cubicBezTo>
                  <a:cubicBezTo>
                    <a:pt x="4100" y="1897"/>
                    <a:pt x="4000" y="2564"/>
                    <a:pt x="3633" y="2931"/>
                  </a:cubicBezTo>
                  <a:cubicBezTo>
                    <a:pt x="3377" y="3188"/>
                    <a:pt x="3039" y="3316"/>
                    <a:pt x="2702" y="3316"/>
                  </a:cubicBezTo>
                  <a:cubicBezTo>
                    <a:pt x="2469" y="3316"/>
                    <a:pt x="2237" y="3254"/>
                    <a:pt x="2032" y="3131"/>
                  </a:cubicBezTo>
                  <a:cubicBezTo>
                    <a:pt x="1498" y="2865"/>
                    <a:pt x="998" y="2298"/>
                    <a:pt x="1198" y="1664"/>
                  </a:cubicBezTo>
                  <a:cubicBezTo>
                    <a:pt x="1378" y="1052"/>
                    <a:pt x="1965" y="742"/>
                    <a:pt x="2556" y="742"/>
                  </a:cubicBezTo>
                  <a:close/>
                  <a:moveTo>
                    <a:pt x="2617" y="0"/>
                  </a:moveTo>
                  <a:cubicBezTo>
                    <a:pt x="1275" y="0"/>
                    <a:pt x="0" y="1905"/>
                    <a:pt x="998" y="2965"/>
                  </a:cubicBezTo>
                  <a:cubicBezTo>
                    <a:pt x="1131" y="3131"/>
                    <a:pt x="1298" y="3298"/>
                    <a:pt x="1498" y="3432"/>
                  </a:cubicBezTo>
                  <a:cubicBezTo>
                    <a:pt x="1846" y="3707"/>
                    <a:pt x="2285" y="3861"/>
                    <a:pt x="2726" y="3861"/>
                  </a:cubicBezTo>
                  <a:cubicBezTo>
                    <a:pt x="3088" y="3861"/>
                    <a:pt x="3451" y="3757"/>
                    <a:pt x="3766" y="3532"/>
                  </a:cubicBezTo>
                  <a:cubicBezTo>
                    <a:pt x="4434" y="3065"/>
                    <a:pt x="4700" y="2164"/>
                    <a:pt x="4434" y="1397"/>
                  </a:cubicBezTo>
                  <a:cubicBezTo>
                    <a:pt x="4200" y="796"/>
                    <a:pt x="3600" y="363"/>
                    <a:pt x="2999" y="329"/>
                  </a:cubicBezTo>
                  <a:cubicBezTo>
                    <a:pt x="3066" y="229"/>
                    <a:pt x="3066" y="63"/>
                    <a:pt x="2899" y="29"/>
                  </a:cubicBezTo>
                  <a:cubicBezTo>
                    <a:pt x="2805" y="10"/>
                    <a:pt x="2711" y="0"/>
                    <a:pt x="2617" y="0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91" name="Google Shape;2191;p60"/>
            <p:cNvSpPr/>
            <p:nvPr/>
          </p:nvSpPr>
          <p:spPr>
            <a:xfrm>
              <a:off x="7283468" y="2795175"/>
              <a:ext cx="96488" cy="76082"/>
            </a:xfrm>
            <a:custGeom>
              <a:rect b="b" l="l" r="r" t="t"/>
              <a:pathLst>
                <a:path extrusionOk="0" h="3788" w="4804">
                  <a:moveTo>
                    <a:pt x="1868" y="416"/>
                  </a:moveTo>
                  <a:cubicBezTo>
                    <a:pt x="1789" y="626"/>
                    <a:pt x="1917" y="877"/>
                    <a:pt x="2105" y="877"/>
                  </a:cubicBezTo>
                  <a:cubicBezTo>
                    <a:pt x="2156" y="877"/>
                    <a:pt x="2211" y="859"/>
                    <a:pt x="2268" y="816"/>
                  </a:cubicBezTo>
                  <a:cubicBezTo>
                    <a:pt x="2365" y="756"/>
                    <a:pt x="2466" y="730"/>
                    <a:pt x="2566" y="730"/>
                  </a:cubicBezTo>
                  <a:cubicBezTo>
                    <a:pt x="2744" y="730"/>
                    <a:pt x="2920" y="810"/>
                    <a:pt x="3069" y="916"/>
                  </a:cubicBezTo>
                  <a:cubicBezTo>
                    <a:pt x="3336" y="1083"/>
                    <a:pt x="3603" y="1350"/>
                    <a:pt x="3803" y="1583"/>
                  </a:cubicBezTo>
                  <a:cubicBezTo>
                    <a:pt x="4203" y="2117"/>
                    <a:pt x="3703" y="2684"/>
                    <a:pt x="3269" y="2951"/>
                  </a:cubicBezTo>
                  <a:lnTo>
                    <a:pt x="3236" y="2951"/>
                  </a:lnTo>
                  <a:cubicBezTo>
                    <a:pt x="2947" y="3129"/>
                    <a:pt x="2598" y="3218"/>
                    <a:pt x="2260" y="3218"/>
                  </a:cubicBezTo>
                  <a:cubicBezTo>
                    <a:pt x="2090" y="3218"/>
                    <a:pt x="1924" y="3196"/>
                    <a:pt x="1768" y="3151"/>
                  </a:cubicBezTo>
                  <a:cubicBezTo>
                    <a:pt x="1234" y="3018"/>
                    <a:pt x="634" y="2584"/>
                    <a:pt x="600" y="1984"/>
                  </a:cubicBezTo>
                  <a:cubicBezTo>
                    <a:pt x="600" y="1216"/>
                    <a:pt x="1234" y="716"/>
                    <a:pt x="1868" y="416"/>
                  </a:cubicBezTo>
                  <a:close/>
                  <a:moveTo>
                    <a:pt x="1919" y="0"/>
                  </a:moveTo>
                  <a:cubicBezTo>
                    <a:pt x="1894" y="0"/>
                    <a:pt x="1866" y="5"/>
                    <a:pt x="1835" y="16"/>
                  </a:cubicBezTo>
                  <a:cubicBezTo>
                    <a:pt x="1067" y="316"/>
                    <a:pt x="267" y="850"/>
                    <a:pt x="133" y="1750"/>
                  </a:cubicBezTo>
                  <a:cubicBezTo>
                    <a:pt x="0" y="2584"/>
                    <a:pt x="634" y="3285"/>
                    <a:pt x="1368" y="3585"/>
                  </a:cubicBezTo>
                  <a:cubicBezTo>
                    <a:pt x="1668" y="3720"/>
                    <a:pt x="2002" y="3787"/>
                    <a:pt x="2336" y="3787"/>
                  </a:cubicBezTo>
                  <a:cubicBezTo>
                    <a:pt x="2745" y="3787"/>
                    <a:pt x="3154" y="3687"/>
                    <a:pt x="3503" y="3485"/>
                  </a:cubicBezTo>
                  <a:cubicBezTo>
                    <a:pt x="4203" y="3118"/>
                    <a:pt x="4803" y="2251"/>
                    <a:pt x="4403" y="1450"/>
                  </a:cubicBezTo>
                  <a:cubicBezTo>
                    <a:pt x="4270" y="1216"/>
                    <a:pt x="4103" y="1016"/>
                    <a:pt x="3903" y="850"/>
                  </a:cubicBezTo>
                  <a:cubicBezTo>
                    <a:pt x="3736" y="683"/>
                    <a:pt x="3569" y="516"/>
                    <a:pt x="3369" y="383"/>
                  </a:cubicBezTo>
                  <a:cubicBezTo>
                    <a:pt x="3139" y="236"/>
                    <a:pt x="2855" y="142"/>
                    <a:pt x="2569" y="142"/>
                  </a:cubicBezTo>
                  <a:cubicBezTo>
                    <a:pt x="2400" y="142"/>
                    <a:pt x="2229" y="175"/>
                    <a:pt x="2068" y="249"/>
                  </a:cubicBezTo>
                  <a:cubicBezTo>
                    <a:pt x="2096" y="137"/>
                    <a:pt x="2053" y="0"/>
                    <a:pt x="1919" y="0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92" name="Google Shape;2192;p60"/>
            <p:cNvSpPr/>
            <p:nvPr/>
          </p:nvSpPr>
          <p:spPr>
            <a:xfrm>
              <a:off x="6884158" y="2794713"/>
              <a:ext cx="99180" cy="76745"/>
            </a:xfrm>
            <a:custGeom>
              <a:rect b="b" l="l" r="r" t="t"/>
              <a:pathLst>
                <a:path extrusionOk="0" h="3821" w="4938">
                  <a:moveTo>
                    <a:pt x="1535" y="739"/>
                  </a:moveTo>
                  <a:cubicBezTo>
                    <a:pt x="1568" y="839"/>
                    <a:pt x="1635" y="873"/>
                    <a:pt x="1768" y="906"/>
                  </a:cubicBezTo>
                  <a:cubicBezTo>
                    <a:pt x="2025" y="906"/>
                    <a:pt x="2306" y="881"/>
                    <a:pt x="2583" y="881"/>
                  </a:cubicBezTo>
                  <a:cubicBezTo>
                    <a:pt x="3027" y="881"/>
                    <a:pt x="3462" y="944"/>
                    <a:pt x="3770" y="1273"/>
                  </a:cubicBezTo>
                  <a:cubicBezTo>
                    <a:pt x="4237" y="1773"/>
                    <a:pt x="3870" y="2407"/>
                    <a:pt x="3403" y="2741"/>
                  </a:cubicBezTo>
                  <a:lnTo>
                    <a:pt x="3403" y="2774"/>
                  </a:lnTo>
                  <a:cubicBezTo>
                    <a:pt x="3052" y="3031"/>
                    <a:pt x="2571" y="3222"/>
                    <a:pt x="2096" y="3222"/>
                  </a:cubicBezTo>
                  <a:cubicBezTo>
                    <a:pt x="1893" y="3222"/>
                    <a:pt x="1691" y="3187"/>
                    <a:pt x="1501" y="3107"/>
                  </a:cubicBezTo>
                  <a:cubicBezTo>
                    <a:pt x="968" y="2907"/>
                    <a:pt x="601" y="2274"/>
                    <a:pt x="801" y="1673"/>
                  </a:cubicBezTo>
                  <a:cubicBezTo>
                    <a:pt x="934" y="1306"/>
                    <a:pt x="1201" y="1006"/>
                    <a:pt x="1535" y="739"/>
                  </a:cubicBezTo>
                  <a:close/>
                  <a:moveTo>
                    <a:pt x="2533" y="0"/>
                  </a:moveTo>
                  <a:cubicBezTo>
                    <a:pt x="2523" y="0"/>
                    <a:pt x="2513" y="2"/>
                    <a:pt x="2502" y="5"/>
                  </a:cubicBezTo>
                  <a:cubicBezTo>
                    <a:pt x="1635" y="105"/>
                    <a:pt x="801" y="539"/>
                    <a:pt x="400" y="1340"/>
                  </a:cubicBezTo>
                  <a:cubicBezTo>
                    <a:pt x="0" y="2107"/>
                    <a:pt x="334" y="3007"/>
                    <a:pt x="1001" y="3474"/>
                  </a:cubicBezTo>
                  <a:cubicBezTo>
                    <a:pt x="1332" y="3715"/>
                    <a:pt x="1730" y="3820"/>
                    <a:pt x="2136" y="3820"/>
                  </a:cubicBezTo>
                  <a:cubicBezTo>
                    <a:pt x="2629" y="3820"/>
                    <a:pt x="3133" y="3664"/>
                    <a:pt x="3536" y="3408"/>
                  </a:cubicBezTo>
                  <a:cubicBezTo>
                    <a:pt x="4303" y="2974"/>
                    <a:pt x="4937" y="2073"/>
                    <a:pt x="4503" y="1173"/>
                  </a:cubicBezTo>
                  <a:cubicBezTo>
                    <a:pt x="4170" y="439"/>
                    <a:pt x="3403" y="205"/>
                    <a:pt x="2635" y="205"/>
                  </a:cubicBezTo>
                  <a:cubicBezTo>
                    <a:pt x="2665" y="116"/>
                    <a:pt x="2615" y="0"/>
                    <a:pt x="2533" y="0"/>
                  </a:cubicBezTo>
                  <a:close/>
                </a:path>
              </a:pathLst>
            </a:custGeom>
            <a:solidFill>
              <a:srgbClr val="77457D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93" name="Google Shape;2193;p60"/>
            <p:cNvSpPr/>
            <p:nvPr/>
          </p:nvSpPr>
          <p:spPr>
            <a:xfrm>
              <a:off x="6502925" y="2796641"/>
              <a:ext cx="90483" cy="72808"/>
            </a:xfrm>
            <a:custGeom>
              <a:rect b="b" l="l" r="r" t="t"/>
              <a:pathLst>
                <a:path extrusionOk="0" h="3625" w="4505">
                  <a:moveTo>
                    <a:pt x="2449" y="668"/>
                  </a:moveTo>
                  <a:cubicBezTo>
                    <a:pt x="2761" y="668"/>
                    <a:pt x="3070" y="760"/>
                    <a:pt x="3303" y="977"/>
                  </a:cubicBezTo>
                  <a:cubicBezTo>
                    <a:pt x="3704" y="1344"/>
                    <a:pt x="3837" y="1977"/>
                    <a:pt x="3503" y="2444"/>
                  </a:cubicBezTo>
                  <a:cubicBezTo>
                    <a:pt x="3192" y="2808"/>
                    <a:pt x="2679" y="2989"/>
                    <a:pt x="2200" y="2989"/>
                  </a:cubicBezTo>
                  <a:cubicBezTo>
                    <a:pt x="2063" y="2989"/>
                    <a:pt x="1928" y="2974"/>
                    <a:pt x="1802" y="2945"/>
                  </a:cubicBezTo>
                  <a:cubicBezTo>
                    <a:pt x="1202" y="2811"/>
                    <a:pt x="668" y="2311"/>
                    <a:pt x="735" y="1644"/>
                  </a:cubicBezTo>
                  <a:cubicBezTo>
                    <a:pt x="768" y="1310"/>
                    <a:pt x="968" y="1077"/>
                    <a:pt x="1202" y="877"/>
                  </a:cubicBezTo>
                  <a:cubicBezTo>
                    <a:pt x="1264" y="918"/>
                    <a:pt x="1338" y="946"/>
                    <a:pt x="1418" y="946"/>
                  </a:cubicBezTo>
                  <a:cubicBezTo>
                    <a:pt x="1467" y="946"/>
                    <a:pt x="1518" y="935"/>
                    <a:pt x="1569" y="910"/>
                  </a:cubicBezTo>
                  <a:cubicBezTo>
                    <a:pt x="1819" y="760"/>
                    <a:pt x="2136" y="668"/>
                    <a:pt x="2449" y="668"/>
                  </a:cubicBezTo>
                  <a:close/>
                  <a:moveTo>
                    <a:pt x="2438" y="1"/>
                  </a:moveTo>
                  <a:cubicBezTo>
                    <a:pt x="2022" y="1"/>
                    <a:pt x="1599" y="119"/>
                    <a:pt x="1235" y="343"/>
                  </a:cubicBezTo>
                  <a:cubicBezTo>
                    <a:pt x="1202" y="343"/>
                    <a:pt x="1168" y="376"/>
                    <a:pt x="1168" y="410"/>
                  </a:cubicBezTo>
                  <a:cubicBezTo>
                    <a:pt x="735" y="610"/>
                    <a:pt x="401" y="910"/>
                    <a:pt x="268" y="1410"/>
                  </a:cubicBezTo>
                  <a:cubicBezTo>
                    <a:pt x="1" y="2278"/>
                    <a:pt x="568" y="3145"/>
                    <a:pt x="1369" y="3478"/>
                  </a:cubicBezTo>
                  <a:cubicBezTo>
                    <a:pt x="1629" y="3576"/>
                    <a:pt x="1914" y="3624"/>
                    <a:pt x="2202" y="3624"/>
                  </a:cubicBezTo>
                  <a:cubicBezTo>
                    <a:pt x="2799" y="3624"/>
                    <a:pt x="3409" y="3417"/>
                    <a:pt x="3837" y="3011"/>
                  </a:cubicBezTo>
                  <a:cubicBezTo>
                    <a:pt x="4504" y="2378"/>
                    <a:pt x="4471" y="1377"/>
                    <a:pt x="3937" y="710"/>
                  </a:cubicBezTo>
                  <a:cubicBezTo>
                    <a:pt x="3569" y="226"/>
                    <a:pt x="3011" y="1"/>
                    <a:pt x="2438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94" name="Google Shape;2194;p60"/>
            <p:cNvSpPr/>
            <p:nvPr/>
          </p:nvSpPr>
          <p:spPr>
            <a:xfrm>
              <a:off x="6113677" y="2792202"/>
              <a:ext cx="102534" cy="81405"/>
            </a:xfrm>
            <a:custGeom>
              <a:rect b="b" l="l" r="r" t="t"/>
              <a:pathLst>
                <a:path extrusionOk="0" h="4053" w="5105">
                  <a:moveTo>
                    <a:pt x="2135" y="731"/>
                  </a:moveTo>
                  <a:cubicBezTo>
                    <a:pt x="2669" y="831"/>
                    <a:pt x="3236" y="831"/>
                    <a:pt x="3670" y="1131"/>
                  </a:cubicBezTo>
                  <a:cubicBezTo>
                    <a:pt x="4170" y="1431"/>
                    <a:pt x="4270" y="2032"/>
                    <a:pt x="4037" y="2565"/>
                  </a:cubicBezTo>
                  <a:lnTo>
                    <a:pt x="4003" y="2565"/>
                  </a:lnTo>
                  <a:cubicBezTo>
                    <a:pt x="3736" y="3100"/>
                    <a:pt x="3204" y="3344"/>
                    <a:pt x="2644" y="3344"/>
                  </a:cubicBezTo>
                  <a:cubicBezTo>
                    <a:pt x="2575" y="3344"/>
                    <a:pt x="2505" y="3340"/>
                    <a:pt x="2436" y="3333"/>
                  </a:cubicBezTo>
                  <a:cubicBezTo>
                    <a:pt x="1868" y="3232"/>
                    <a:pt x="868" y="2799"/>
                    <a:pt x="1001" y="2065"/>
                  </a:cubicBezTo>
                  <a:cubicBezTo>
                    <a:pt x="1035" y="1665"/>
                    <a:pt x="1335" y="1298"/>
                    <a:pt x="1635" y="1064"/>
                  </a:cubicBezTo>
                  <a:cubicBezTo>
                    <a:pt x="1802" y="931"/>
                    <a:pt x="1969" y="831"/>
                    <a:pt x="2135" y="731"/>
                  </a:cubicBezTo>
                  <a:close/>
                  <a:moveTo>
                    <a:pt x="2543" y="1"/>
                  </a:moveTo>
                  <a:cubicBezTo>
                    <a:pt x="2299" y="1"/>
                    <a:pt x="2056" y="36"/>
                    <a:pt x="1835" y="130"/>
                  </a:cubicBezTo>
                  <a:cubicBezTo>
                    <a:pt x="1768" y="164"/>
                    <a:pt x="1702" y="230"/>
                    <a:pt x="1668" y="330"/>
                  </a:cubicBezTo>
                  <a:cubicBezTo>
                    <a:pt x="1101" y="597"/>
                    <a:pt x="668" y="1064"/>
                    <a:pt x="434" y="1631"/>
                  </a:cubicBezTo>
                  <a:cubicBezTo>
                    <a:pt x="0" y="2665"/>
                    <a:pt x="868" y="3533"/>
                    <a:pt x="1768" y="3866"/>
                  </a:cubicBezTo>
                  <a:cubicBezTo>
                    <a:pt x="2072" y="3990"/>
                    <a:pt x="2397" y="4053"/>
                    <a:pt x="2721" y="4053"/>
                  </a:cubicBezTo>
                  <a:cubicBezTo>
                    <a:pt x="3357" y="4053"/>
                    <a:pt x="3983" y="3808"/>
                    <a:pt x="4404" y="3299"/>
                  </a:cubicBezTo>
                  <a:cubicBezTo>
                    <a:pt x="4971" y="2599"/>
                    <a:pt x="5104" y="1598"/>
                    <a:pt x="4504" y="831"/>
                  </a:cubicBezTo>
                  <a:cubicBezTo>
                    <a:pt x="4237" y="464"/>
                    <a:pt x="3803" y="230"/>
                    <a:pt x="3336" y="97"/>
                  </a:cubicBezTo>
                  <a:cubicBezTo>
                    <a:pt x="3090" y="44"/>
                    <a:pt x="2816" y="1"/>
                    <a:pt x="2543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95" name="Google Shape;2195;p60"/>
            <p:cNvSpPr/>
            <p:nvPr/>
          </p:nvSpPr>
          <p:spPr>
            <a:xfrm>
              <a:off x="5741844" y="2797424"/>
              <a:ext cx="82429" cy="71000"/>
            </a:xfrm>
            <a:custGeom>
              <a:rect b="b" l="l" r="r" t="t"/>
              <a:pathLst>
                <a:path extrusionOk="0" h="3535" w="4104">
                  <a:moveTo>
                    <a:pt x="2624" y="607"/>
                  </a:moveTo>
                  <a:cubicBezTo>
                    <a:pt x="2810" y="607"/>
                    <a:pt x="2979" y="669"/>
                    <a:pt x="3102" y="838"/>
                  </a:cubicBezTo>
                  <a:cubicBezTo>
                    <a:pt x="3436" y="1238"/>
                    <a:pt x="3269" y="1872"/>
                    <a:pt x="2969" y="2239"/>
                  </a:cubicBezTo>
                  <a:cubicBezTo>
                    <a:pt x="2635" y="2706"/>
                    <a:pt x="2035" y="2972"/>
                    <a:pt x="1501" y="2972"/>
                  </a:cubicBezTo>
                  <a:cubicBezTo>
                    <a:pt x="1234" y="2939"/>
                    <a:pt x="968" y="2872"/>
                    <a:pt x="801" y="2706"/>
                  </a:cubicBezTo>
                  <a:cubicBezTo>
                    <a:pt x="601" y="2505"/>
                    <a:pt x="567" y="2139"/>
                    <a:pt x="634" y="1872"/>
                  </a:cubicBezTo>
                  <a:cubicBezTo>
                    <a:pt x="701" y="1505"/>
                    <a:pt x="934" y="1171"/>
                    <a:pt x="1234" y="938"/>
                  </a:cubicBezTo>
                  <a:cubicBezTo>
                    <a:pt x="1278" y="1003"/>
                    <a:pt x="1350" y="1054"/>
                    <a:pt x="1422" y="1054"/>
                  </a:cubicBezTo>
                  <a:cubicBezTo>
                    <a:pt x="1461" y="1054"/>
                    <a:pt x="1500" y="1039"/>
                    <a:pt x="1535" y="1004"/>
                  </a:cubicBezTo>
                  <a:cubicBezTo>
                    <a:pt x="1822" y="850"/>
                    <a:pt x="2257" y="607"/>
                    <a:pt x="2624" y="607"/>
                  </a:cubicBezTo>
                  <a:close/>
                  <a:moveTo>
                    <a:pt x="2651" y="1"/>
                  </a:moveTo>
                  <a:cubicBezTo>
                    <a:pt x="2624" y="1"/>
                    <a:pt x="2596" y="2"/>
                    <a:pt x="2569" y="4"/>
                  </a:cubicBezTo>
                  <a:cubicBezTo>
                    <a:pt x="2235" y="37"/>
                    <a:pt x="1935" y="170"/>
                    <a:pt x="1701" y="337"/>
                  </a:cubicBezTo>
                  <a:cubicBezTo>
                    <a:pt x="1034" y="437"/>
                    <a:pt x="467" y="871"/>
                    <a:pt x="200" y="1538"/>
                  </a:cubicBezTo>
                  <a:cubicBezTo>
                    <a:pt x="34" y="1938"/>
                    <a:pt x="0" y="2439"/>
                    <a:pt x="200" y="2839"/>
                  </a:cubicBezTo>
                  <a:cubicBezTo>
                    <a:pt x="401" y="3173"/>
                    <a:pt x="734" y="3406"/>
                    <a:pt x="1101" y="3473"/>
                  </a:cubicBezTo>
                  <a:cubicBezTo>
                    <a:pt x="1262" y="3515"/>
                    <a:pt x="1428" y="3535"/>
                    <a:pt x="1594" y="3535"/>
                  </a:cubicBezTo>
                  <a:cubicBezTo>
                    <a:pt x="2218" y="3535"/>
                    <a:pt x="2848" y="3253"/>
                    <a:pt x="3269" y="2806"/>
                  </a:cubicBezTo>
                  <a:cubicBezTo>
                    <a:pt x="3836" y="2239"/>
                    <a:pt x="4103" y="1338"/>
                    <a:pt x="3703" y="604"/>
                  </a:cubicBezTo>
                  <a:cubicBezTo>
                    <a:pt x="3484" y="229"/>
                    <a:pt x="3061" y="1"/>
                    <a:pt x="2651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96" name="Google Shape;2196;p60"/>
            <p:cNvSpPr/>
            <p:nvPr/>
          </p:nvSpPr>
          <p:spPr>
            <a:xfrm>
              <a:off x="7674061" y="3100326"/>
              <a:ext cx="81083" cy="73612"/>
            </a:xfrm>
            <a:custGeom>
              <a:rect b="b" l="l" r="r" t="t"/>
              <a:pathLst>
                <a:path extrusionOk="0" h="3665" w="4037">
                  <a:moveTo>
                    <a:pt x="1987" y="647"/>
                  </a:moveTo>
                  <a:cubicBezTo>
                    <a:pt x="2458" y="647"/>
                    <a:pt x="2922" y="816"/>
                    <a:pt x="3169" y="1234"/>
                  </a:cubicBezTo>
                  <a:cubicBezTo>
                    <a:pt x="3436" y="1701"/>
                    <a:pt x="3336" y="2369"/>
                    <a:pt x="2969" y="2735"/>
                  </a:cubicBezTo>
                  <a:cubicBezTo>
                    <a:pt x="2713" y="2992"/>
                    <a:pt x="2375" y="3120"/>
                    <a:pt x="2038" y="3120"/>
                  </a:cubicBezTo>
                  <a:cubicBezTo>
                    <a:pt x="1805" y="3120"/>
                    <a:pt x="1573" y="3058"/>
                    <a:pt x="1368" y="2936"/>
                  </a:cubicBezTo>
                  <a:cubicBezTo>
                    <a:pt x="567" y="2502"/>
                    <a:pt x="67" y="1501"/>
                    <a:pt x="1001" y="901"/>
                  </a:cubicBezTo>
                  <a:cubicBezTo>
                    <a:pt x="1273" y="743"/>
                    <a:pt x="1632" y="647"/>
                    <a:pt x="1987" y="647"/>
                  </a:cubicBezTo>
                  <a:close/>
                  <a:moveTo>
                    <a:pt x="1822" y="0"/>
                  </a:moveTo>
                  <a:cubicBezTo>
                    <a:pt x="1618" y="0"/>
                    <a:pt x="1419" y="32"/>
                    <a:pt x="1234" y="100"/>
                  </a:cubicBezTo>
                  <a:cubicBezTo>
                    <a:pt x="834" y="234"/>
                    <a:pt x="467" y="567"/>
                    <a:pt x="267" y="968"/>
                  </a:cubicBezTo>
                  <a:cubicBezTo>
                    <a:pt x="134" y="1234"/>
                    <a:pt x="100" y="1535"/>
                    <a:pt x="67" y="1835"/>
                  </a:cubicBezTo>
                  <a:cubicBezTo>
                    <a:pt x="0" y="2502"/>
                    <a:pt x="300" y="2836"/>
                    <a:pt x="834" y="3236"/>
                  </a:cubicBezTo>
                  <a:cubicBezTo>
                    <a:pt x="1182" y="3511"/>
                    <a:pt x="1621" y="3665"/>
                    <a:pt x="2062" y="3665"/>
                  </a:cubicBezTo>
                  <a:cubicBezTo>
                    <a:pt x="2424" y="3665"/>
                    <a:pt x="2787" y="3561"/>
                    <a:pt x="3102" y="3336"/>
                  </a:cubicBezTo>
                  <a:cubicBezTo>
                    <a:pt x="3770" y="2869"/>
                    <a:pt x="4036" y="1968"/>
                    <a:pt x="3770" y="1201"/>
                  </a:cubicBezTo>
                  <a:cubicBezTo>
                    <a:pt x="3478" y="484"/>
                    <a:pt x="2616" y="0"/>
                    <a:pt x="1822" y="0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97" name="Google Shape;2197;p60"/>
            <p:cNvSpPr/>
            <p:nvPr/>
          </p:nvSpPr>
          <p:spPr>
            <a:xfrm>
              <a:off x="7283468" y="3088155"/>
              <a:ext cx="96488" cy="76343"/>
            </a:xfrm>
            <a:custGeom>
              <a:rect b="b" l="l" r="r" t="t"/>
              <a:pathLst>
                <a:path extrusionOk="0" h="3801" w="4804">
                  <a:moveTo>
                    <a:pt x="1868" y="439"/>
                  </a:moveTo>
                  <a:cubicBezTo>
                    <a:pt x="1787" y="629"/>
                    <a:pt x="1926" y="885"/>
                    <a:pt x="2123" y="885"/>
                  </a:cubicBezTo>
                  <a:cubicBezTo>
                    <a:pt x="2169" y="885"/>
                    <a:pt x="2218" y="871"/>
                    <a:pt x="2268" y="840"/>
                  </a:cubicBezTo>
                  <a:cubicBezTo>
                    <a:pt x="2365" y="779"/>
                    <a:pt x="2466" y="754"/>
                    <a:pt x="2566" y="754"/>
                  </a:cubicBezTo>
                  <a:cubicBezTo>
                    <a:pt x="2744" y="754"/>
                    <a:pt x="2920" y="833"/>
                    <a:pt x="3069" y="940"/>
                  </a:cubicBezTo>
                  <a:cubicBezTo>
                    <a:pt x="3336" y="1107"/>
                    <a:pt x="3603" y="1373"/>
                    <a:pt x="3803" y="1607"/>
                  </a:cubicBezTo>
                  <a:cubicBezTo>
                    <a:pt x="4203" y="2141"/>
                    <a:pt x="3703" y="2708"/>
                    <a:pt x="3269" y="2975"/>
                  </a:cubicBezTo>
                  <a:lnTo>
                    <a:pt x="3236" y="2975"/>
                  </a:lnTo>
                  <a:cubicBezTo>
                    <a:pt x="2947" y="3152"/>
                    <a:pt x="2598" y="3241"/>
                    <a:pt x="2260" y="3241"/>
                  </a:cubicBezTo>
                  <a:cubicBezTo>
                    <a:pt x="2090" y="3241"/>
                    <a:pt x="1924" y="3219"/>
                    <a:pt x="1768" y="3175"/>
                  </a:cubicBezTo>
                  <a:cubicBezTo>
                    <a:pt x="1234" y="3008"/>
                    <a:pt x="634" y="2608"/>
                    <a:pt x="600" y="2007"/>
                  </a:cubicBezTo>
                  <a:cubicBezTo>
                    <a:pt x="600" y="1240"/>
                    <a:pt x="1234" y="740"/>
                    <a:pt x="1868" y="439"/>
                  </a:cubicBezTo>
                  <a:close/>
                  <a:moveTo>
                    <a:pt x="1894" y="1"/>
                  </a:moveTo>
                  <a:cubicBezTo>
                    <a:pt x="1875" y="1"/>
                    <a:pt x="1856" y="2"/>
                    <a:pt x="1835" y="6"/>
                  </a:cubicBezTo>
                  <a:cubicBezTo>
                    <a:pt x="1067" y="306"/>
                    <a:pt x="267" y="840"/>
                    <a:pt x="133" y="1740"/>
                  </a:cubicBezTo>
                  <a:cubicBezTo>
                    <a:pt x="0" y="2608"/>
                    <a:pt x="634" y="3308"/>
                    <a:pt x="1368" y="3608"/>
                  </a:cubicBezTo>
                  <a:cubicBezTo>
                    <a:pt x="1658" y="3739"/>
                    <a:pt x="1979" y="3800"/>
                    <a:pt x="2303" y="3800"/>
                  </a:cubicBezTo>
                  <a:cubicBezTo>
                    <a:pt x="2722" y="3800"/>
                    <a:pt x="3144" y="3697"/>
                    <a:pt x="3503" y="3508"/>
                  </a:cubicBezTo>
                  <a:cubicBezTo>
                    <a:pt x="4203" y="3108"/>
                    <a:pt x="4803" y="2241"/>
                    <a:pt x="4403" y="1440"/>
                  </a:cubicBezTo>
                  <a:cubicBezTo>
                    <a:pt x="4270" y="1240"/>
                    <a:pt x="4103" y="1040"/>
                    <a:pt x="3903" y="873"/>
                  </a:cubicBezTo>
                  <a:cubicBezTo>
                    <a:pt x="3736" y="706"/>
                    <a:pt x="3569" y="539"/>
                    <a:pt x="3369" y="406"/>
                  </a:cubicBezTo>
                  <a:cubicBezTo>
                    <a:pt x="3135" y="236"/>
                    <a:pt x="2847" y="134"/>
                    <a:pt x="2557" y="134"/>
                  </a:cubicBezTo>
                  <a:cubicBezTo>
                    <a:pt x="2391" y="134"/>
                    <a:pt x="2225" y="167"/>
                    <a:pt x="2068" y="239"/>
                  </a:cubicBezTo>
                  <a:cubicBezTo>
                    <a:pt x="2098" y="120"/>
                    <a:pt x="2048" y="1"/>
                    <a:pt x="1894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98" name="Google Shape;2198;p60"/>
            <p:cNvSpPr/>
            <p:nvPr/>
          </p:nvSpPr>
          <p:spPr>
            <a:xfrm>
              <a:off x="6884158" y="3090264"/>
              <a:ext cx="99180" cy="76986"/>
            </a:xfrm>
            <a:custGeom>
              <a:rect b="b" l="l" r="r" t="t"/>
              <a:pathLst>
                <a:path extrusionOk="0" h="3833" w="4938">
                  <a:moveTo>
                    <a:pt x="1535" y="768"/>
                  </a:moveTo>
                  <a:cubicBezTo>
                    <a:pt x="1568" y="835"/>
                    <a:pt x="1635" y="901"/>
                    <a:pt x="1768" y="901"/>
                  </a:cubicBezTo>
                  <a:cubicBezTo>
                    <a:pt x="2015" y="901"/>
                    <a:pt x="2285" y="879"/>
                    <a:pt x="2553" y="879"/>
                  </a:cubicBezTo>
                  <a:cubicBezTo>
                    <a:pt x="3007" y="879"/>
                    <a:pt x="3455" y="945"/>
                    <a:pt x="3770" y="1302"/>
                  </a:cubicBezTo>
                  <a:cubicBezTo>
                    <a:pt x="4237" y="1769"/>
                    <a:pt x="3870" y="2436"/>
                    <a:pt x="3403" y="2769"/>
                  </a:cubicBezTo>
                  <a:cubicBezTo>
                    <a:pt x="3048" y="3053"/>
                    <a:pt x="2561" y="3236"/>
                    <a:pt x="2081" y="3236"/>
                  </a:cubicBezTo>
                  <a:cubicBezTo>
                    <a:pt x="1883" y="3236"/>
                    <a:pt x="1686" y="3205"/>
                    <a:pt x="1501" y="3136"/>
                  </a:cubicBezTo>
                  <a:cubicBezTo>
                    <a:pt x="968" y="2903"/>
                    <a:pt x="601" y="2269"/>
                    <a:pt x="801" y="1702"/>
                  </a:cubicBezTo>
                  <a:cubicBezTo>
                    <a:pt x="934" y="1335"/>
                    <a:pt x="1201" y="1002"/>
                    <a:pt x="1535" y="768"/>
                  </a:cubicBezTo>
                  <a:close/>
                  <a:moveTo>
                    <a:pt x="2502" y="1"/>
                  </a:moveTo>
                  <a:cubicBezTo>
                    <a:pt x="1635" y="101"/>
                    <a:pt x="801" y="568"/>
                    <a:pt x="400" y="1335"/>
                  </a:cubicBezTo>
                  <a:cubicBezTo>
                    <a:pt x="0" y="2102"/>
                    <a:pt x="334" y="3003"/>
                    <a:pt x="1001" y="3470"/>
                  </a:cubicBezTo>
                  <a:cubicBezTo>
                    <a:pt x="1332" y="3726"/>
                    <a:pt x="1731" y="3832"/>
                    <a:pt x="2136" y="3832"/>
                  </a:cubicBezTo>
                  <a:cubicBezTo>
                    <a:pt x="2630" y="3832"/>
                    <a:pt x="3133" y="3675"/>
                    <a:pt x="3536" y="3437"/>
                  </a:cubicBezTo>
                  <a:cubicBezTo>
                    <a:pt x="4303" y="3003"/>
                    <a:pt x="4937" y="2069"/>
                    <a:pt x="4503" y="1202"/>
                  </a:cubicBezTo>
                  <a:cubicBezTo>
                    <a:pt x="4188" y="508"/>
                    <a:pt x="3485" y="232"/>
                    <a:pt x="2761" y="232"/>
                  </a:cubicBezTo>
                  <a:cubicBezTo>
                    <a:pt x="2719" y="232"/>
                    <a:pt x="2677" y="232"/>
                    <a:pt x="2635" y="234"/>
                  </a:cubicBezTo>
                  <a:cubicBezTo>
                    <a:pt x="2669" y="134"/>
                    <a:pt x="2602" y="1"/>
                    <a:pt x="2502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99" name="Google Shape;2199;p60"/>
            <p:cNvSpPr/>
            <p:nvPr/>
          </p:nvSpPr>
          <p:spPr>
            <a:xfrm>
              <a:off x="6502925" y="3095446"/>
              <a:ext cx="90483" cy="72808"/>
            </a:xfrm>
            <a:custGeom>
              <a:rect b="b" l="l" r="r" t="t"/>
              <a:pathLst>
                <a:path extrusionOk="0" h="3625" w="4505">
                  <a:moveTo>
                    <a:pt x="2449" y="668"/>
                  </a:moveTo>
                  <a:cubicBezTo>
                    <a:pt x="2761" y="668"/>
                    <a:pt x="3070" y="760"/>
                    <a:pt x="3303" y="977"/>
                  </a:cubicBezTo>
                  <a:cubicBezTo>
                    <a:pt x="3704" y="1344"/>
                    <a:pt x="3837" y="1978"/>
                    <a:pt x="3503" y="2445"/>
                  </a:cubicBezTo>
                  <a:cubicBezTo>
                    <a:pt x="3192" y="2808"/>
                    <a:pt x="2679" y="2990"/>
                    <a:pt x="2200" y="2990"/>
                  </a:cubicBezTo>
                  <a:cubicBezTo>
                    <a:pt x="2063" y="2990"/>
                    <a:pt x="1928" y="2975"/>
                    <a:pt x="1802" y="2945"/>
                  </a:cubicBezTo>
                  <a:cubicBezTo>
                    <a:pt x="1202" y="2812"/>
                    <a:pt x="668" y="2311"/>
                    <a:pt x="735" y="1644"/>
                  </a:cubicBezTo>
                  <a:cubicBezTo>
                    <a:pt x="768" y="1311"/>
                    <a:pt x="968" y="1077"/>
                    <a:pt x="1202" y="877"/>
                  </a:cubicBezTo>
                  <a:cubicBezTo>
                    <a:pt x="1264" y="918"/>
                    <a:pt x="1338" y="947"/>
                    <a:pt x="1418" y="947"/>
                  </a:cubicBezTo>
                  <a:cubicBezTo>
                    <a:pt x="1467" y="947"/>
                    <a:pt x="1518" y="936"/>
                    <a:pt x="1569" y="910"/>
                  </a:cubicBezTo>
                  <a:cubicBezTo>
                    <a:pt x="1819" y="760"/>
                    <a:pt x="2136" y="668"/>
                    <a:pt x="2449" y="668"/>
                  </a:cubicBezTo>
                  <a:close/>
                  <a:moveTo>
                    <a:pt x="2438" y="1"/>
                  </a:moveTo>
                  <a:cubicBezTo>
                    <a:pt x="2022" y="1"/>
                    <a:pt x="1599" y="119"/>
                    <a:pt x="1235" y="343"/>
                  </a:cubicBezTo>
                  <a:cubicBezTo>
                    <a:pt x="1202" y="343"/>
                    <a:pt x="1168" y="377"/>
                    <a:pt x="1168" y="410"/>
                  </a:cubicBezTo>
                  <a:cubicBezTo>
                    <a:pt x="735" y="610"/>
                    <a:pt x="401" y="910"/>
                    <a:pt x="268" y="1411"/>
                  </a:cubicBezTo>
                  <a:cubicBezTo>
                    <a:pt x="1" y="2278"/>
                    <a:pt x="568" y="3179"/>
                    <a:pt x="1369" y="3479"/>
                  </a:cubicBezTo>
                  <a:cubicBezTo>
                    <a:pt x="1629" y="3576"/>
                    <a:pt x="1914" y="3625"/>
                    <a:pt x="2202" y="3625"/>
                  </a:cubicBezTo>
                  <a:cubicBezTo>
                    <a:pt x="2799" y="3625"/>
                    <a:pt x="3409" y="3417"/>
                    <a:pt x="3837" y="3012"/>
                  </a:cubicBezTo>
                  <a:cubicBezTo>
                    <a:pt x="4504" y="2378"/>
                    <a:pt x="4471" y="1377"/>
                    <a:pt x="3937" y="710"/>
                  </a:cubicBezTo>
                  <a:cubicBezTo>
                    <a:pt x="3569" y="226"/>
                    <a:pt x="3011" y="1"/>
                    <a:pt x="2438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00" name="Google Shape;2200;p60"/>
            <p:cNvSpPr/>
            <p:nvPr/>
          </p:nvSpPr>
          <p:spPr>
            <a:xfrm>
              <a:off x="6113677" y="3105749"/>
              <a:ext cx="102534" cy="81425"/>
            </a:xfrm>
            <a:custGeom>
              <a:rect b="b" l="l" r="r" t="t"/>
              <a:pathLst>
                <a:path extrusionOk="0" h="4054" w="5105">
                  <a:moveTo>
                    <a:pt x="2135" y="731"/>
                  </a:moveTo>
                  <a:cubicBezTo>
                    <a:pt x="2669" y="831"/>
                    <a:pt x="3236" y="831"/>
                    <a:pt x="3670" y="1131"/>
                  </a:cubicBezTo>
                  <a:cubicBezTo>
                    <a:pt x="4170" y="1431"/>
                    <a:pt x="4270" y="2032"/>
                    <a:pt x="4037" y="2566"/>
                  </a:cubicBezTo>
                  <a:lnTo>
                    <a:pt x="4003" y="2566"/>
                  </a:lnTo>
                  <a:cubicBezTo>
                    <a:pt x="3736" y="3100"/>
                    <a:pt x="3204" y="3344"/>
                    <a:pt x="2644" y="3344"/>
                  </a:cubicBezTo>
                  <a:cubicBezTo>
                    <a:pt x="2575" y="3344"/>
                    <a:pt x="2505" y="3340"/>
                    <a:pt x="2436" y="3333"/>
                  </a:cubicBezTo>
                  <a:cubicBezTo>
                    <a:pt x="1868" y="3233"/>
                    <a:pt x="868" y="2766"/>
                    <a:pt x="1001" y="2065"/>
                  </a:cubicBezTo>
                  <a:cubicBezTo>
                    <a:pt x="1035" y="1665"/>
                    <a:pt x="1335" y="1298"/>
                    <a:pt x="1635" y="1064"/>
                  </a:cubicBezTo>
                  <a:cubicBezTo>
                    <a:pt x="1802" y="931"/>
                    <a:pt x="1969" y="798"/>
                    <a:pt x="2135" y="731"/>
                  </a:cubicBezTo>
                  <a:close/>
                  <a:moveTo>
                    <a:pt x="2543" y="1"/>
                  </a:moveTo>
                  <a:cubicBezTo>
                    <a:pt x="2299" y="1"/>
                    <a:pt x="2056" y="36"/>
                    <a:pt x="1835" y="130"/>
                  </a:cubicBezTo>
                  <a:cubicBezTo>
                    <a:pt x="1768" y="164"/>
                    <a:pt x="1702" y="231"/>
                    <a:pt x="1668" y="331"/>
                  </a:cubicBezTo>
                  <a:cubicBezTo>
                    <a:pt x="1101" y="597"/>
                    <a:pt x="668" y="1031"/>
                    <a:pt x="434" y="1632"/>
                  </a:cubicBezTo>
                  <a:cubicBezTo>
                    <a:pt x="0" y="2666"/>
                    <a:pt x="868" y="3533"/>
                    <a:pt x="1768" y="3866"/>
                  </a:cubicBezTo>
                  <a:cubicBezTo>
                    <a:pt x="2072" y="3990"/>
                    <a:pt x="2397" y="4053"/>
                    <a:pt x="2721" y="4053"/>
                  </a:cubicBezTo>
                  <a:cubicBezTo>
                    <a:pt x="3357" y="4053"/>
                    <a:pt x="3983" y="3808"/>
                    <a:pt x="4404" y="3299"/>
                  </a:cubicBezTo>
                  <a:cubicBezTo>
                    <a:pt x="4971" y="2599"/>
                    <a:pt x="5104" y="1565"/>
                    <a:pt x="4504" y="831"/>
                  </a:cubicBezTo>
                  <a:cubicBezTo>
                    <a:pt x="4237" y="464"/>
                    <a:pt x="3803" y="231"/>
                    <a:pt x="3336" y="97"/>
                  </a:cubicBezTo>
                  <a:cubicBezTo>
                    <a:pt x="3090" y="44"/>
                    <a:pt x="2816" y="1"/>
                    <a:pt x="2543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01" name="Google Shape;2201;p60"/>
            <p:cNvSpPr/>
            <p:nvPr/>
          </p:nvSpPr>
          <p:spPr>
            <a:xfrm>
              <a:off x="5741844" y="3106954"/>
              <a:ext cx="82429" cy="71000"/>
            </a:xfrm>
            <a:custGeom>
              <a:rect b="b" l="l" r="r" t="t"/>
              <a:pathLst>
                <a:path extrusionOk="0" h="3535" w="4104">
                  <a:moveTo>
                    <a:pt x="2624" y="607"/>
                  </a:moveTo>
                  <a:cubicBezTo>
                    <a:pt x="2810" y="607"/>
                    <a:pt x="2979" y="669"/>
                    <a:pt x="3102" y="838"/>
                  </a:cubicBezTo>
                  <a:cubicBezTo>
                    <a:pt x="3436" y="1238"/>
                    <a:pt x="3269" y="1872"/>
                    <a:pt x="2969" y="2239"/>
                  </a:cubicBezTo>
                  <a:cubicBezTo>
                    <a:pt x="2635" y="2706"/>
                    <a:pt x="2035" y="2973"/>
                    <a:pt x="1501" y="2973"/>
                  </a:cubicBezTo>
                  <a:cubicBezTo>
                    <a:pt x="1234" y="2939"/>
                    <a:pt x="968" y="2872"/>
                    <a:pt x="801" y="2706"/>
                  </a:cubicBezTo>
                  <a:cubicBezTo>
                    <a:pt x="601" y="2472"/>
                    <a:pt x="567" y="2139"/>
                    <a:pt x="634" y="1872"/>
                  </a:cubicBezTo>
                  <a:cubicBezTo>
                    <a:pt x="701" y="1505"/>
                    <a:pt x="934" y="1171"/>
                    <a:pt x="1234" y="938"/>
                  </a:cubicBezTo>
                  <a:cubicBezTo>
                    <a:pt x="1278" y="1003"/>
                    <a:pt x="1350" y="1054"/>
                    <a:pt x="1422" y="1054"/>
                  </a:cubicBezTo>
                  <a:cubicBezTo>
                    <a:pt x="1461" y="1054"/>
                    <a:pt x="1500" y="1039"/>
                    <a:pt x="1535" y="1004"/>
                  </a:cubicBezTo>
                  <a:cubicBezTo>
                    <a:pt x="1822" y="850"/>
                    <a:pt x="2257" y="607"/>
                    <a:pt x="2624" y="607"/>
                  </a:cubicBezTo>
                  <a:close/>
                  <a:moveTo>
                    <a:pt x="2651" y="1"/>
                  </a:moveTo>
                  <a:cubicBezTo>
                    <a:pt x="2624" y="1"/>
                    <a:pt x="2596" y="2"/>
                    <a:pt x="2569" y="4"/>
                  </a:cubicBezTo>
                  <a:cubicBezTo>
                    <a:pt x="2235" y="37"/>
                    <a:pt x="1935" y="171"/>
                    <a:pt x="1701" y="337"/>
                  </a:cubicBezTo>
                  <a:cubicBezTo>
                    <a:pt x="1034" y="437"/>
                    <a:pt x="467" y="871"/>
                    <a:pt x="200" y="1538"/>
                  </a:cubicBezTo>
                  <a:cubicBezTo>
                    <a:pt x="34" y="1938"/>
                    <a:pt x="0" y="2439"/>
                    <a:pt x="200" y="2839"/>
                  </a:cubicBezTo>
                  <a:cubicBezTo>
                    <a:pt x="401" y="3173"/>
                    <a:pt x="734" y="3406"/>
                    <a:pt x="1101" y="3473"/>
                  </a:cubicBezTo>
                  <a:cubicBezTo>
                    <a:pt x="1262" y="3515"/>
                    <a:pt x="1428" y="3535"/>
                    <a:pt x="1594" y="3535"/>
                  </a:cubicBezTo>
                  <a:cubicBezTo>
                    <a:pt x="2218" y="3535"/>
                    <a:pt x="2848" y="3254"/>
                    <a:pt x="3269" y="2806"/>
                  </a:cubicBezTo>
                  <a:cubicBezTo>
                    <a:pt x="3836" y="2239"/>
                    <a:pt x="4103" y="1338"/>
                    <a:pt x="3703" y="604"/>
                  </a:cubicBezTo>
                  <a:cubicBezTo>
                    <a:pt x="3484" y="229"/>
                    <a:pt x="3061" y="1"/>
                    <a:pt x="2651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02" name="Google Shape;2202;p60"/>
            <p:cNvSpPr/>
            <p:nvPr/>
          </p:nvSpPr>
          <p:spPr>
            <a:xfrm>
              <a:off x="8076705" y="2493980"/>
              <a:ext cx="77066" cy="71784"/>
            </a:xfrm>
            <a:custGeom>
              <a:rect b="b" l="l" r="r" t="t"/>
              <a:pathLst>
                <a:path extrusionOk="0" h="3574" w="3837">
                  <a:moveTo>
                    <a:pt x="1702" y="468"/>
                  </a:moveTo>
                  <a:lnTo>
                    <a:pt x="1702" y="501"/>
                  </a:lnTo>
                  <a:cubicBezTo>
                    <a:pt x="1731" y="646"/>
                    <a:pt x="1887" y="741"/>
                    <a:pt x="2037" y="741"/>
                  </a:cubicBezTo>
                  <a:cubicBezTo>
                    <a:pt x="2059" y="741"/>
                    <a:pt x="2081" y="739"/>
                    <a:pt x="2102" y="735"/>
                  </a:cubicBezTo>
                  <a:cubicBezTo>
                    <a:pt x="2193" y="701"/>
                    <a:pt x="2282" y="685"/>
                    <a:pt x="2367" y="685"/>
                  </a:cubicBezTo>
                  <a:cubicBezTo>
                    <a:pt x="2784" y="685"/>
                    <a:pt x="3120" y="1059"/>
                    <a:pt x="3203" y="1502"/>
                  </a:cubicBezTo>
                  <a:cubicBezTo>
                    <a:pt x="3270" y="2069"/>
                    <a:pt x="2936" y="2569"/>
                    <a:pt x="2503" y="2836"/>
                  </a:cubicBezTo>
                  <a:cubicBezTo>
                    <a:pt x="2298" y="2962"/>
                    <a:pt x="2063" y="3029"/>
                    <a:pt x="1834" y="3029"/>
                  </a:cubicBezTo>
                  <a:cubicBezTo>
                    <a:pt x="1578" y="3029"/>
                    <a:pt x="1329" y="2946"/>
                    <a:pt x="1135" y="2770"/>
                  </a:cubicBezTo>
                  <a:cubicBezTo>
                    <a:pt x="768" y="2469"/>
                    <a:pt x="535" y="1936"/>
                    <a:pt x="701" y="1435"/>
                  </a:cubicBezTo>
                  <a:cubicBezTo>
                    <a:pt x="835" y="1168"/>
                    <a:pt x="1035" y="935"/>
                    <a:pt x="1302" y="735"/>
                  </a:cubicBezTo>
                  <a:cubicBezTo>
                    <a:pt x="1435" y="635"/>
                    <a:pt x="1569" y="568"/>
                    <a:pt x="1702" y="468"/>
                  </a:cubicBezTo>
                  <a:close/>
                  <a:moveTo>
                    <a:pt x="2069" y="1"/>
                  </a:moveTo>
                  <a:cubicBezTo>
                    <a:pt x="1369" y="201"/>
                    <a:pt x="635" y="501"/>
                    <a:pt x="301" y="1202"/>
                  </a:cubicBezTo>
                  <a:cubicBezTo>
                    <a:pt x="1" y="1836"/>
                    <a:pt x="201" y="2603"/>
                    <a:pt x="701" y="3103"/>
                  </a:cubicBezTo>
                  <a:cubicBezTo>
                    <a:pt x="1020" y="3422"/>
                    <a:pt x="1434" y="3574"/>
                    <a:pt x="1857" y="3574"/>
                  </a:cubicBezTo>
                  <a:cubicBezTo>
                    <a:pt x="2143" y="3574"/>
                    <a:pt x="2434" y="3504"/>
                    <a:pt x="2703" y="3370"/>
                  </a:cubicBezTo>
                  <a:cubicBezTo>
                    <a:pt x="3403" y="3036"/>
                    <a:pt x="3837" y="2303"/>
                    <a:pt x="3804" y="1502"/>
                  </a:cubicBezTo>
                  <a:cubicBezTo>
                    <a:pt x="3804" y="1002"/>
                    <a:pt x="3570" y="568"/>
                    <a:pt x="3170" y="268"/>
                  </a:cubicBezTo>
                  <a:cubicBezTo>
                    <a:pt x="2959" y="109"/>
                    <a:pt x="2685" y="14"/>
                    <a:pt x="2398" y="14"/>
                  </a:cubicBezTo>
                  <a:cubicBezTo>
                    <a:pt x="2322" y="14"/>
                    <a:pt x="2246" y="20"/>
                    <a:pt x="2169" y="34"/>
                  </a:cubicBezTo>
                  <a:cubicBezTo>
                    <a:pt x="2136" y="1"/>
                    <a:pt x="2102" y="1"/>
                    <a:pt x="2069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03" name="Google Shape;2203;p60"/>
            <p:cNvSpPr/>
            <p:nvPr/>
          </p:nvSpPr>
          <p:spPr>
            <a:xfrm>
              <a:off x="7283468" y="2491670"/>
              <a:ext cx="96488" cy="76202"/>
            </a:xfrm>
            <a:custGeom>
              <a:rect b="b" l="l" r="r" t="t"/>
              <a:pathLst>
                <a:path extrusionOk="0" h="3794" w="4804">
                  <a:moveTo>
                    <a:pt x="1868" y="449"/>
                  </a:moveTo>
                  <a:lnTo>
                    <a:pt x="1868" y="449"/>
                  </a:lnTo>
                  <a:cubicBezTo>
                    <a:pt x="1787" y="639"/>
                    <a:pt x="1926" y="895"/>
                    <a:pt x="2123" y="895"/>
                  </a:cubicBezTo>
                  <a:cubicBezTo>
                    <a:pt x="2169" y="895"/>
                    <a:pt x="2218" y="881"/>
                    <a:pt x="2268" y="850"/>
                  </a:cubicBezTo>
                  <a:cubicBezTo>
                    <a:pt x="2368" y="787"/>
                    <a:pt x="2472" y="762"/>
                    <a:pt x="2576" y="762"/>
                  </a:cubicBezTo>
                  <a:cubicBezTo>
                    <a:pt x="2750" y="762"/>
                    <a:pt x="2923" y="833"/>
                    <a:pt x="3069" y="916"/>
                  </a:cubicBezTo>
                  <a:cubicBezTo>
                    <a:pt x="3336" y="1083"/>
                    <a:pt x="3603" y="1350"/>
                    <a:pt x="3803" y="1617"/>
                  </a:cubicBezTo>
                  <a:cubicBezTo>
                    <a:pt x="4203" y="2117"/>
                    <a:pt x="3703" y="2718"/>
                    <a:pt x="3269" y="2985"/>
                  </a:cubicBezTo>
                  <a:lnTo>
                    <a:pt x="3236" y="2985"/>
                  </a:lnTo>
                  <a:cubicBezTo>
                    <a:pt x="2951" y="3138"/>
                    <a:pt x="2608" y="3219"/>
                    <a:pt x="2275" y="3219"/>
                  </a:cubicBezTo>
                  <a:cubicBezTo>
                    <a:pt x="2100" y="3219"/>
                    <a:pt x="1928" y="3197"/>
                    <a:pt x="1768" y="3151"/>
                  </a:cubicBezTo>
                  <a:cubicBezTo>
                    <a:pt x="1234" y="3018"/>
                    <a:pt x="634" y="2584"/>
                    <a:pt x="600" y="1984"/>
                  </a:cubicBezTo>
                  <a:cubicBezTo>
                    <a:pt x="600" y="1217"/>
                    <a:pt x="1234" y="716"/>
                    <a:pt x="1868" y="449"/>
                  </a:cubicBezTo>
                  <a:close/>
                  <a:moveTo>
                    <a:pt x="1919" y="1"/>
                  </a:moveTo>
                  <a:cubicBezTo>
                    <a:pt x="1894" y="1"/>
                    <a:pt x="1866" y="5"/>
                    <a:pt x="1835" y="16"/>
                  </a:cubicBezTo>
                  <a:cubicBezTo>
                    <a:pt x="1067" y="316"/>
                    <a:pt x="267" y="850"/>
                    <a:pt x="133" y="1750"/>
                  </a:cubicBezTo>
                  <a:cubicBezTo>
                    <a:pt x="0" y="2618"/>
                    <a:pt x="634" y="3285"/>
                    <a:pt x="1368" y="3618"/>
                  </a:cubicBezTo>
                  <a:cubicBezTo>
                    <a:pt x="1657" y="3734"/>
                    <a:pt x="1978" y="3793"/>
                    <a:pt x="2301" y="3793"/>
                  </a:cubicBezTo>
                  <a:cubicBezTo>
                    <a:pt x="2721" y="3793"/>
                    <a:pt x="3144" y="3693"/>
                    <a:pt x="3503" y="3485"/>
                  </a:cubicBezTo>
                  <a:cubicBezTo>
                    <a:pt x="4203" y="3118"/>
                    <a:pt x="4803" y="2251"/>
                    <a:pt x="4403" y="1450"/>
                  </a:cubicBezTo>
                  <a:cubicBezTo>
                    <a:pt x="4270" y="1217"/>
                    <a:pt x="4103" y="1050"/>
                    <a:pt x="3903" y="850"/>
                  </a:cubicBezTo>
                  <a:cubicBezTo>
                    <a:pt x="3736" y="683"/>
                    <a:pt x="3569" y="550"/>
                    <a:pt x="3369" y="416"/>
                  </a:cubicBezTo>
                  <a:cubicBezTo>
                    <a:pt x="3135" y="246"/>
                    <a:pt x="2847" y="144"/>
                    <a:pt x="2557" y="144"/>
                  </a:cubicBezTo>
                  <a:cubicBezTo>
                    <a:pt x="2391" y="144"/>
                    <a:pt x="2225" y="177"/>
                    <a:pt x="2068" y="249"/>
                  </a:cubicBezTo>
                  <a:cubicBezTo>
                    <a:pt x="2096" y="137"/>
                    <a:pt x="2053" y="1"/>
                    <a:pt x="1919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04" name="Google Shape;2204;p60"/>
            <p:cNvSpPr/>
            <p:nvPr/>
          </p:nvSpPr>
          <p:spPr>
            <a:xfrm>
              <a:off x="6884158" y="2491309"/>
              <a:ext cx="99180" cy="76966"/>
            </a:xfrm>
            <a:custGeom>
              <a:rect b="b" l="l" r="r" t="t"/>
              <a:pathLst>
                <a:path extrusionOk="0" h="3832" w="4938">
                  <a:moveTo>
                    <a:pt x="1535" y="768"/>
                  </a:moveTo>
                  <a:cubicBezTo>
                    <a:pt x="1568" y="834"/>
                    <a:pt x="1635" y="901"/>
                    <a:pt x="1768" y="901"/>
                  </a:cubicBezTo>
                  <a:cubicBezTo>
                    <a:pt x="2015" y="901"/>
                    <a:pt x="2285" y="878"/>
                    <a:pt x="2553" y="878"/>
                  </a:cubicBezTo>
                  <a:cubicBezTo>
                    <a:pt x="3007" y="878"/>
                    <a:pt x="3455" y="944"/>
                    <a:pt x="3770" y="1301"/>
                  </a:cubicBezTo>
                  <a:cubicBezTo>
                    <a:pt x="4237" y="1768"/>
                    <a:pt x="3870" y="2436"/>
                    <a:pt x="3403" y="2769"/>
                  </a:cubicBezTo>
                  <a:cubicBezTo>
                    <a:pt x="3048" y="3052"/>
                    <a:pt x="2561" y="3235"/>
                    <a:pt x="2081" y="3235"/>
                  </a:cubicBezTo>
                  <a:cubicBezTo>
                    <a:pt x="1883" y="3235"/>
                    <a:pt x="1686" y="3204"/>
                    <a:pt x="1501" y="3136"/>
                  </a:cubicBezTo>
                  <a:cubicBezTo>
                    <a:pt x="968" y="2903"/>
                    <a:pt x="601" y="2269"/>
                    <a:pt x="801" y="1702"/>
                  </a:cubicBezTo>
                  <a:cubicBezTo>
                    <a:pt x="934" y="1335"/>
                    <a:pt x="1201" y="1001"/>
                    <a:pt x="1535" y="768"/>
                  </a:cubicBezTo>
                  <a:close/>
                  <a:moveTo>
                    <a:pt x="2502" y="0"/>
                  </a:moveTo>
                  <a:cubicBezTo>
                    <a:pt x="1635" y="101"/>
                    <a:pt x="801" y="568"/>
                    <a:pt x="400" y="1335"/>
                  </a:cubicBezTo>
                  <a:cubicBezTo>
                    <a:pt x="0" y="2102"/>
                    <a:pt x="334" y="3003"/>
                    <a:pt x="1001" y="3470"/>
                  </a:cubicBezTo>
                  <a:cubicBezTo>
                    <a:pt x="1332" y="3725"/>
                    <a:pt x="1731" y="3832"/>
                    <a:pt x="2136" y="3832"/>
                  </a:cubicBezTo>
                  <a:cubicBezTo>
                    <a:pt x="2630" y="3832"/>
                    <a:pt x="3133" y="3674"/>
                    <a:pt x="3536" y="3436"/>
                  </a:cubicBezTo>
                  <a:cubicBezTo>
                    <a:pt x="4303" y="3003"/>
                    <a:pt x="4937" y="2069"/>
                    <a:pt x="4503" y="1201"/>
                  </a:cubicBezTo>
                  <a:cubicBezTo>
                    <a:pt x="4188" y="508"/>
                    <a:pt x="3485" y="231"/>
                    <a:pt x="2761" y="231"/>
                  </a:cubicBezTo>
                  <a:cubicBezTo>
                    <a:pt x="2719" y="231"/>
                    <a:pt x="2677" y="232"/>
                    <a:pt x="2635" y="234"/>
                  </a:cubicBezTo>
                  <a:cubicBezTo>
                    <a:pt x="2669" y="134"/>
                    <a:pt x="2602" y="0"/>
                    <a:pt x="2502" y="0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05" name="Google Shape;2205;p60"/>
            <p:cNvSpPr/>
            <p:nvPr/>
          </p:nvSpPr>
          <p:spPr>
            <a:xfrm>
              <a:off x="6502925" y="2493418"/>
              <a:ext cx="90483" cy="72828"/>
            </a:xfrm>
            <a:custGeom>
              <a:rect b="b" l="l" r="r" t="t"/>
              <a:pathLst>
                <a:path extrusionOk="0" h="3626" w="4505">
                  <a:moveTo>
                    <a:pt x="2426" y="683"/>
                  </a:moveTo>
                  <a:cubicBezTo>
                    <a:pt x="2746" y="683"/>
                    <a:pt x="3064" y="774"/>
                    <a:pt x="3303" y="996"/>
                  </a:cubicBezTo>
                  <a:cubicBezTo>
                    <a:pt x="3704" y="1363"/>
                    <a:pt x="3837" y="1997"/>
                    <a:pt x="3503" y="2431"/>
                  </a:cubicBezTo>
                  <a:cubicBezTo>
                    <a:pt x="3185" y="2802"/>
                    <a:pt x="2655" y="3005"/>
                    <a:pt x="2166" y="3005"/>
                  </a:cubicBezTo>
                  <a:cubicBezTo>
                    <a:pt x="2041" y="3005"/>
                    <a:pt x="1918" y="2992"/>
                    <a:pt x="1802" y="2964"/>
                  </a:cubicBezTo>
                  <a:cubicBezTo>
                    <a:pt x="1202" y="2798"/>
                    <a:pt x="668" y="2297"/>
                    <a:pt x="735" y="1663"/>
                  </a:cubicBezTo>
                  <a:cubicBezTo>
                    <a:pt x="768" y="1330"/>
                    <a:pt x="968" y="1063"/>
                    <a:pt x="1202" y="863"/>
                  </a:cubicBezTo>
                  <a:cubicBezTo>
                    <a:pt x="1260" y="921"/>
                    <a:pt x="1329" y="957"/>
                    <a:pt x="1404" y="957"/>
                  </a:cubicBezTo>
                  <a:cubicBezTo>
                    <a:pt x="1457" y="957"/>
                    <a:pt x="1513" y="938"/>
                    <a:pt x="1569" y="896"/>
                  </a:cubicBezTo>
                  <a:cubicBezTo>
                    <a:pt x="1813" y="766"/>
                    <a:pt x="2121" y="683"/>
                    <a:pt x="2426" y="683"/>
                  </a:cubicBezTo>
                  <a:close/>
                  <a:moveTo>
                    <a:pt x="2449" y="1"/>
                  </a:moveTo>
                  <a:cubicBezTo>
                    <a:pt x="2030" y="1"/>
                    <a:pt x="1603" y="117"/>
                    <a:pt x="1235" y="329"/>
                  </a:cubicBezTo>
                  <a:cubicBezTo>
                    <a:pt x="1202" y="362"/>
                    <a:pt x="1168" y="362"/>
                    <a:pt x="1168" y="396"/>
                  </a:cubicBezTo>
                  <a:cubicBezTo>
                    <a:pt x="735" y="596"/>
                    <a:pt x="401" y="896"/>
                    <a:pt x="268" y="1397"/>
                  </a:cubicBezTo>
                  <a:cubicBezTo>
                    <a:pt x="1" y="2264"/>
                    <a:pt x="568" y="3164"/>
                    <a:pt x="1369" y="3465"/>
                  </a:cubicBezTo>
                  <a:cubicBezTo>
                    <a:pt x="1629" y="3573"/>
                    <a:pt x="1915" y="3625"/>
                    <a:pt x="2203" y="3625"/>
                  </a:cubicBezTo>
                  <a:cubicBezTo>
                    <a:pt x="2800" y="3625"/>
                    <a:pt x="3410" y="3402"/>
                    <a:pt x="3837" y="2998"/>
                  </a:cubicBezTo>
                  <a:cubicBezTo>
                    <a:pt x="4504" y="2397"/>
                    <a:pt x="4471" y="1397"/>
                    <a:pt x="3937" y="696"/>
                  </a:cubicBezTo>
                  <a:cubicBezTo>
                    <a:pt x="3572" y="216"/>
                    <a:pt x="3019" y="1"/>
                    <a:pt x="2449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06" name="Google Shape;2206;p60"/>
            <p:cNvSpPr/>
            <p:nvPr/>
          </p:nvSpPr>
          <p:spPr>
            <a:xfrm>
              <a:off x="6113677" y="2489039"/>
              <a:ext cx="102534" cy="81425"/>
            </a:xfrm>
            <a:custGeom>
              <a:rect b="b" l="l" r="r" t="t"/>
              <a:pathLst>
                <a:path extrusionOk="0" h="4054" w="5105">
                  <a:moveTo>
                    <a:pt x="2135" y="714"/>
                  </a:moveTo>
                  <a:cubicBezTo>
                    <a:pt x="2669" y="814"/>
                    <a:pt x="3236" y="814"/>
                    <a:pt x="3670" y="1114"/>
                  </a:cubicBezTo>
                  <a:cubicBezTo>
                    <a:pt x="4170" y="1414"/>
                    <a:pt x="4270" y="2048"/>
                    <a:pt x="4037" y="2549"/>
                  </a:cubicBezTo>
                  <a:lnTo>
                    <a:pt x="4003" y="2549"/>
                  </a:lnTo>
                  <a:cubicBezTo>
                    <a:pt x="3744" y="3067"/>
                    <a:pt x="3237" y="3336"/>
                    <a:pt x="2696" y="3336"/>
                  </a:cubicBezTo>
                  <a:cubicBezTo>
                    <a:pt x="2609" y="3336"/>
                    <a:pt x="2522" y="3329"/>
                    <a:pt x="2436" y="3316"/>
                  </a:cubicBezTo>
                  <a:cubicBezTo>
                    <a:pt x="1868" y="3216"/>
                    <a:pt x="868" y="2782"/>
                    <a:pt x="1001" y="2048"/>
                  </a:cubicBezTo>
                  <a:cubicBezTo>
                    <a:pt x="1035" y="1681"/>
                    <a:pt x="1335" y="1314"/>
                    <a:pt x="1635" y="1047"/>
                  </a:cubicBezTo>
                  <a:cubicBezTo>
                    <a:pt x="1802" y="914"/>
                    <a:pt x="1969" y="814"/>
                    <a:pt x="2135" y="714"/>
                  </a:cubicBezTo>
                  <a:close/>
                  <a:moveTo>
                    <a:pt x="2543" y="1"/>
                  </a:moveTo>
                  <a:cubicBezTo>
                    <a:pt x="2299" y="1"/>
                    <a:pt x="2056" y="35"/>
                    <a:pt x="1835" y="113"/>
                  </a:cubicBezTo>
                  <a:cubicBezTo>
                    <a:pt x="1768" y="180"/>
                    <a:pt x="1702" y="247"/>
                    <a:pt x="1668" y="314"/>
                  </a:cubicBezTo>
                  <a:cubicBezTo>
                    <a:pt x="1101" y="580"/>
                    <a:pt x="668" y="1047"/>
                    <a:pt x="434" y="1615"/>
                  </a:cubicBezTo>
                  <a:cubicBezTo>
                    <a:pt x="0" y="2682"/>
                    <a:pt x="868" y="3516"/>
                    <a:pt x="1768" y="3883"/>
                  </a:cubicBezTo>
                  <a:cubicBezTo>
                    <a:pt x="2069" y="3994"/>
                    <a:pt x="2391" y="4053"/>
                    <a:pt x="2711" y="4053"/>
                  </a:cubicBezTo>
                  <a:cubicBezTo>
                    <a:pt x="3351" y="4053"/>
                    <a:pt x="3981" y="3816"/>
                    <a:pt x="4404" y="3282"/>
                  </a:cubicBezTo>
                  <a:cubicBezTo>
                    <a:pt x="4971" y="2582"/>
                    <a:pt x="5104" y="1581"/>
                    <a:pt x="4504" y="847"/>
                  </a:cubicBezTo>
                  <a:cubicBezTo>
                    <a:pt x="4237" y="480"/>
                    <a:pt x="3803" y="214"/>
                    <a:pt x="3336" y="113"/>
                  </a:cubicBezTo>
                  <a:cubicBezTo>
                    <a:pt x="3090" y="43"/>
                    <a:pt x="2816" y="1"/>
                    <a:pt x="2543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07" name="Google Shape;2207;p60"/>
            <p:cNvSpPr/>
            <p:nvPr/>
          </p:nvSpPr>
          <p:spPr>
            <a:xfrm>
              <a:off x="5741844" y="2494603"/>
              <a:ext cx="82429" cy="70679"/>
            </a:xfrm>
            <a:custGeom>
              <a:rect b="b" l="l" r="r" t="t"/>
              <a:pathLst>
                <a:path extrusionOk="0" h="3519" w="4104">
                  <a:moveTo>
                    <a:pt x="2629" y="589"/>
                  </a:moveTo>
                  <a:cubicBezTo>
                    <a:pt x="2813" y="589"/>
                    <a:pt x="2980" y="648"/>
                    <a:pt x="3102" y="804"/>
                  </a:cubicBezTo>
                  <a:cubicBezTo>
                    <a:pt x="3436" y="1237"/>
                    <a:pt x="3269" y="1871"/>
                    <a:pt x="2969" y="2238"/>
                  </a:cubicBezTo>
                  <a:cubicBezTo>
                    <a:pt x="2635" y="2672"/>
                    <a:pt x="2035" y="2939"/>
                    <a:pt x="1501" y="2939"/>
                  </a:cubicBezTo>
                  <a:cubicBezTo>
                    <a:pt x="1234" y="2939"/>
                    <a:pt x="968" y="2872"/>
                    <a:pt x="801" y="2672"/>
                  </a:cubicBezTo>
                  <a:cubicBezTo>
                    <a:pt x="601" y="2472"/>
                    <a:pt x="567" y="2138"/>
                    <a:pt x="634" y="1871"/>
                  </a:cubicBezTo>
                  <a:cubicBezTo>
                    <a:pt x="701" y="1504"/>
                    <a:pt x="934" y="1171"/>
                    <a:pt x="1234" y="904"/>
                  </a:cubicBezTo>
                  <a:cubicBezTo>
                    <a:pt x="1283" y="976"/>
                    <a:pt x="1365" y="1031"/>
                    <a:pt x="1445" y="1031"/>
                  </a:cubicBezTo>
                  <a:cubicBezTo>
                    <a:pt x="1476" y="1031"/>
                    <a:pt x="1507" y="1023"/>
                    <a:pt x="1535" y="1004"/>
                  </a:cubicBezTo>
                  <a:cubicBezTo>
                    <a:pt x="1824" y="826"/>
                    <a:pt x="2261" y="589"/>
                    <a:pt x="2629" y="589"/>
                  </a:cubicBezTo>
                  <a:close/>
                  <a:moveTo>
                    <a:pt x="2651" y="0"/>
                  </a:moveTo>
                  <a:cubicBezTo>
                    <a:pt x="2624" y="0"/>
                    <a:pt x="2596" y="1"/>
                    <a:pt x="2569" y="3"/>
                  </a:cubicBezTo>
                  <a:cubicBezTo>
                    <a:pt x="2235" y="3"/>
                    <a:pt x="1935" y="137"/>
                    <a:pt x="1701" y="303"/>
                  </a:cubicBezTo>
                  <a:cubicBezTo>
                    <a:pt x="1034" y="404"/>
                    <a:pt x="467" y="837"/>
                    <a:pt x="200" y="1504"/>
                  </a:cubicBezTo>
                  <a:cubicBezTo>
                    <a:pt x="34" y="1905"/>
                    <a:pt x="0" y="2405"/>
                    <a:pt x="200" y="2805"/>
                  </a:cubicBezTo>
                  <a:cubicBezTo>
                    <a:pt x="401" y="3139"/>
                    <a:pt x="734" y="3372"/>
                    <a:pt x="1101" y="3472"/>
                  </a:cubicBezTo>
                  <a:cubicBezTo>
                    <a:pt x="1244" y="3503"/>
                    <a:pt x="1390" y="3518"/>
                    <a:pt x="1537" y="3518"/>
                  </a:cubicBezTo>
                  <a:cubicBezTo>
                    <a:pt x="2179" y="3518"/>
                    <a:pt x="2835" y="3233"/>
                    <a:pt x="3269" y="2772"/>
                  </a:cubicBezTo>
                  <a:cubicBezTo>
                    <a:pt x="3836" y="2238"/>
                    <a:pt x="4103" y="1304"/>
                    <a:pt x="3703" y="604"/>
                  </a:cubicBezTo>
                  <a:cubicBezTo>
                    <a:pt x="3484" y="229"/>
                    <a:pt x="3061" y="0"/>
                    <a:pt x="2651" y="0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08" name="Google Shape;2208;p60"/>
            <p:cNvSpPr/>
            <p:nvPr/>
          </p:nvSpPr>
          <p:spPr>
            <a:xfrm>
              <a:off x="7676732" y="2497334"/>
              <a:ext cx="66361" cy="64955"/>
            </a:xfrm>
            <a:custGeom>
              <a:rect b="b" l="l" r="r" t="t"/>
              <a:pathLst>
                <a:path extrusionOk="0" h="3234" w="3304">
                  <a:moveTo>
                    <a:pt x="1302" y="434"/>
                  </a:moveTo>
                  <a:cubicBezTo>
                    <a:pt x="1335" y="468"/>
                    <a:pt x="1368" y="501"/>
                    <a:pt x="1435" y="501"/>
                  </a:cubicBezTo>
                  <a:cubicBezTo>
                    <a:pt x="1568" y="534"/>
                    <a:pt x="1735" y="568"/>
                    <a:pt x="1902" y="601"/>
                  </a:cubicBezTo>
                  <a:cubicBezTo>
                    <a:pt x="2035" y="601"/>
                    <a:pt x="2169" y="601"/>
                    <a:pt x="2302" y="668"/>
                  </a:cubicBezTo>
                  <a:cubicBezTo>
                    <a:pt x="2536" y="735"/>
                    <a:pt x="2769" y="868"/>
                    <a:pt x="2836" y="1101"/>
                  </a:cubicBezTo>
                  <a:cubicBezTo>
                    <a:pt x="3003" y="1602"/>
                    <a:pt x="2703" y="2202"/>
                    <a:pt x="2336" y="2536"/>
                  </a:cubicBezTo>
                  <a:cubicBezTo>
                    <a:pt x="2092" y="2739"/>
                    <a:pt x="1737" y="2855"/>
                    <a:pt x="1399" y="2855"/>
                  </a:cubicBezTo>
                  <a:cubicBezTo>
                    <a:pt x="1182" y="2855"/>
                    <a:pt x="971" y="2807"/>
                    <a:pt x="801" y="2703"/>
                  </a:cubicBezTo>
                  <a:cubicBezTo>
                    <a:pt x="568" y="2536"/>
                    <a:pt x="501" y="2236"/>
                    <a:pt x="468" y="1969"/>
                  </a:cubicBezTo>
                  <a:cubicBezTo>
                    <a:pt x="434" y="1669"/>
                    <a:pt x="434" y="1368"/>
                    <a:pt x="568" y="1135"/>
                  </a:cubicBezTo>
                  <a:cubicBezTo>
                    <a:pt x="701" y="801"/>
                    <a:pt x="1001" y="568"/>
                    <a:pt x="1302" y="434"/>
                  </a:cubicBezTo>
                  <a:close/>
                  <a:moveTo>
                    <a:pt x="1802" y="1"/>
                  </a:moveTo>
                  <a:cubicBezTo>
                    <a:pt x="1735" y="1"/>
                    <a:pt x="1702" y="1"/>
                    <a:pt x="1635" y="34"/>
                  </a:cubicBezTo>
                  <a:lnTo>
                    <a:pt x="1502" y="34"/>
                  </a:lnTo>
                  <a:cubicBezTo>
                    <a:pt x="1468" y="67"/>
                    <a:pt x="1435" y="67"/>
                    <a:pt x="1402" y="67"/>
                  </a:cubicBezTo>
                  <a:cubicBezTo>
                    <a:pt x="935" y="167"/>
                    <a:pt x="534" y="434"/>
                    <a:pt x="268" y="835"/>
                  </a:cubicBezTo>
                  <a:cubicBezTo>
                    <a:pt x="67" y="1135"/>
                    <a:pt x="1" y="1502"/>
                    <a:pt x="34" y="1869"/>
                  </a:cubicBezTo>
                  <a:cubicBezTo>
                    <a:pt x="67" y="2236"/>
                    <a:pt x="134" y="2669"/>
                    <a:pt x="401" y="2903"/>
                  </a:cubicBezTo>
                  <a:cubicBezTo>
                    <a:pt x="652" y="3138"/>
                    <a:pt x="970" y="3233"/>
                    <a:pt x="1295" y="3233"/>
                  </a:cubicBezTo>
                  <a:cubicBezTo>
                    <a:pt x="1660" y="3233"/>
                    <a:pt x="2035" y="3113"/>
                    <a:pt x="2336" y="2936"/>
                  </a:cubicBezTo>
                  <a:cubicBezTo>
                    <a:pt x="2936" y="2603"/>
                    <a:pt x="3303" y="1935"/>
                    <a:pt x="3270" y="1235"/>
                  </a:cubicBezTo>
                  <a:cubicBezTo>
                    <a:pt x="3270" y="835"/>
                    <a:pt x="3070" y="468"/>
                    <a:pt x="2736" y="268"/>
                  </a:cubicBezTo>
                  <a:lnTo>
                    <a:pt x="2736" y="234"/>
                  </a:lnTo>
                  <a:cubicBezTo>
                    <a:pt x="2536" y="134"/>
                    <a:pt x="2336" y="67"/>
                    <a:pt x="2136" y="34"/>
                  </a:cubicBezTo>
                  <a:cubicBezTo>
                    <a:pt x="2002" y="1"/>
                    <a:pt x="1902" y="1"/>
                    <a:pt x="1802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09" name="Google Shape;2209;p60"/>
            <p:cNvSpPr/>
            <p:nvPr/>
          </p:nvSpPr>
          <p:spPr>
            <a:xfrm>
              <a:off x="7842895" y="3104865"/>
              <a:ext cx="330981" cy="306316"/>
            </a:xfrm>
            <a:custGeom>
              <a:rect b="b" l="l" r="r" t="t"/>
              <a:pathLst>
                <a:path extrusionOk="0" h="15251" w="16479">
                  <a:moveTo>
                    <a:pt x="2003" y="0"/>
                  </a:moveTo>
                  <a:cubicBezTo>
                    <a:pt x="1457" y="0"/>
                    <a:pt x="981" y="376"/>
                    <a:pt x="734" y="808"/>
                  </a:cubicBezTo>
                  <a:cubicBezTo>
                    <a:pt x="0" y="2109"/>
                    <a:pt x="1001" y="3610"/>
                    <a:pt x="1802" y="4611"/>
                  </a:cubicBezTo>
                  <a:cubicBezTo>
                    <a:pt x="2702" y="5745"/>
                    <a:pt x="3803" y="6712"/>
                    <a:pt x="4770" y="7813"/>
                  </a:cubicBezTo>
                  <a:cubicBezTo>
                    <a:pt x="5804" y="8947"/>
                    <a:pt x="6605" y="10282"/>
                    <a:pt x="7639" y="11416"/>
                  </a:cubicBezTo>
                  <a:cubicBezTo>
                    <a:pt x="8540" y="12417"/>
                    <a:pt x="9607" y="13250"/>
                    <a:pt x="10808" y="13918"/>
                  </a:cubicBezTo>
                  <a:cubicBezTo>
                    <a:pt x="11563" y="14310"/>
                    <a:pt x="13222" y="15251"/>
                    <a:pt x="14247" y="15251"/>
                  </a:cubicBezTo>
                  <a:cubicBezTo>
                    <a:pt x="14353" y="15251"/>
                    <a:pt x="14453" y="15241"/>
                    <a:pt x="14544" y="15219"/>
                  </a:cubicBezTo>
                  <a:cubicBezTo>
                    <a:pt x="16479" y="14718"/>
                    <a:pt x="15044" y="11516"/>
                    <a:pt x="14444" y="10448"/>
                  </a:cubicBezTo>
                  <a:cubicBezTo>
                    <a:pt x="13710" y="9181"/>
                    <a:pt x="12709" y="8080"/>
                    <a:pt x="11642" y="7079"/>
                  </a:cubicBezTo>
                  <a:cubicBezTo>
                    <a:pt x="10508" y="6079"/>
                    <a:pt x="9307" y="5145"/>
                    <a:pt x="8106" y="4244"/>
                  </a:cubicBezTo>
                  <a:cubicBezTo>
                    <a:pt x="6738" y="3210"/>
                    <a:pt x="5404" y="2176"/>
                    <a:pt x="4036" y="1142"/>
                  </a:cubicBezTo>
                  <a:cubicBezTo>
                    <a:pt x="3703" y="908"/>
                    <a:pt x="3403" y="641"/>
                    <a:pt x="3069" y="408"/>
                  </a:cubicBezTo>
                  <a:cubicBezTo>
                    <a:pt x="2769" y="208"/>
                    <a:pt x="2469" y="41"/>
                    <a:pt x="2135" y="8"/>
                  </a:cubicBezTo>
                  <a:cubicBezTo>
                    <a:pt x="2091" y="3"/>
                    <a:pt x="2047" y="0"/>
                    <a:pt x="20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10" name="Google Shape;2210;p60"/>
            <p:cNvSpPr/>
            <p:nvPr/>
          </p:nvSpPr>
          <p:spPr>
            <a:xfrm>
              <a:off x="8252910" y="3113542"/>
              <a:ext cx="173554" cy="394068"/>
            </a:xfrm>
            <a:custGeom>
              <a:rect b="b" l="l" r="r" t="t"/>
              <a:pathLst>
                <a:path extrusionOk="0" h="19620" w="8641">
                  <a:moveTo>
                    <a:pt x="7034" y="1"/>
                  </a:moveTo>
                  <a:cubicBezTo>
                    <a:pt x="6553" y="1"/>
                    <a:pt x="6104" y="308"/>
                    <a:pt x="5738" y="643"/>
                  </a:cubicBezTo>
                  <a:cubicBezTo>
                    <a:pt x="3770" y="2344"/>
                    <a:pt x="3070" y="5013"/>
                    <a:pt x="2469" y="7515"/>
                  </a:cubicBezTo>
                  <a:cubicBezTo>
                    <a:pt x="1969" y="9683"/>
                    <a:pt x="1435" y="11818"/>
                    <a:pt x="935" y="13953"/>
                  </a:cubicBezTo>
                  <a:cubicBezTo>
                    <a:pt x="568" y="15554"/>
                    <a:pt x="1" y="17655"/>
                    <a:pt x="868" y="19156"/>
                  </a:cubicBezTo>
                  <a:cubicBezTo>
                    <a:pt x="935" y="19323"/>
                    <a:pt x="1068" y="19457"/>
                    <a:pt x="1202" y="19557"/>
                  </a:cubicBezTo>
                  <a:cubicBezTo>
                    <a:pt x="1288" y="19600"/>
                    <a:pt x="1375" y="19619"/>
                    <a:pt x="1461" y="19619"/>
                  </a:cubicBezTo>
                  <a:cubicBezTo>
                    <a:pt x="1836" y="19619"/>
                    <a:pt x="2191" y="19249"/>
                    <a:pt x="2436" y="18923"/>
                  </a:cubicBezTo>
                  <a:cubicBezTo>
                    <a:pt x="5138" y="15053"/>
                    <a:pt x="7673" y="9883"/>
                    <a:pt x="8407" y="4980"/>
                  </a:cubicBezTo>
                  <a:cubicBezTo>
                    <a:pt x="8507" y="4179"/>
                    <a:pt x="8574" y="3378"/>
                    <a:pt x="8607" y="2611"/>
                  </a:cubicBezTo>
                  <a:cubicBezTo>
                    <a:pt x="8640" y="1510"/>
                    <a:pt x="8273" y="109"/>
                    <a:pt x="7173" y="9"/>
                  </a:cubicBezTo>
                  <a:cubicBezTo>
                    <a:pt x="7126" y="4"/>
                    <a:pt x="7080" y="1"/>
                    <a:pt x="70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11" name="Google Shape;2211;p60"/>
            <p:cNvSpPr/>
            <p:nvPr/>
          </p:nvSpPr>
          <p:spPr>
            <a:xfrm>
              <a:off x="8244214" y="3261789"/>
              <a:ext cx="117939" cy="373702"/>
            </a:xfrm>
            <a:custGeom>
              <a:rect b="b" l="l" r="r" t="t"/>
              <a:pathLst>
                <a:path extrusionOk="0" h="18606" w="5872">
                  <a:moveTo>
                    <a:pt x="5738" y="0"/>
                  </a:moveTo>
                  <a:cubicBezTo>
                    <a:pt x="5471" y="234"/>
                    <a:pt x="5437" y="601"/>
                    <a:pt x="5371" y="934"/>
                  </a:cubicBezTo>
                  <a:cubicBezTo>
                    <a:pt x="5271" y="1301"/>
                    <a:pt x="5171" y="1701"/>
                    <a:pt x="5070" y="2068"/>
                  </a:cubicBezTo>
                  <a:cubicBezTo>
                    <a:pt x="4837" y="2869"/>
                    <a:pt x="4603" y="3703"/>
                    <a:pt x="4337" y="4503"/>
                  </a:cubicBezTo>
                  <a:cubicBezTo>
                    <a:pt x="3770" y="6138"/>
                    <a:pt x="3102" y="7739"/>
                    <a:pt x="2435" y="9340"/>
                  </a:cubicBezTo>
                  <a:cubicBezTo>
                    <a:pt x="1201" y="12209"/>
                    <a:pt x="0" y="15211"/>
                    <a:pt x="200" y="18380"/>
                  </a:cubicBezTo>
                  <a:cubicBezTo>
                    <a:pt x="200" y="18530"/>
                    <a:pt x="309" y="18605"/>
                    <a:pt x="417" y="18605"/>
                  </a:cubicBezTo>
                  <a:cubicBezTo>
                    <a:pt x="526" y="18605"/>
                    <a:pt x="634" y="18530"/>
                    <a:pt x="634" y="18380"/>
                  </a:cubicBezTo>
                  <a:cubicBezTo>
                    <a:pt x="400" y="15044"/>
                    <a:pt x="1768" y="11942"/>
                    <a:pt x="3036" y="8940"/>
                  </a:cubicBezTo>
                  <a:cubicBezTo>
                    <a:pt x="3669" y="7472"/>
                    <a:pt x="4270" y="5971"/>
                    <a:pt x="4770" y="4437"/>
                  </a:cubicBezTo>
                  <a:cubicBezTo>
                    <a:pt x="5037" y="3603"/>
                    <a:pt x="5271" y="2802"/>
                    <a:pt x="5504" y="1968"/>
                  </a:cubicBezTo>
                  <a:cubicBezTo>
                    <a:pt x="5571" y="1601"/>
                    <a:pt x="5671" y="1201"/>
                    <a:pt x="5738" y="834"/>
                  </a:cubicBezTo>
                  <a:cubicBezTo>
                    <a:pt x="5804" y="534"/>
                    <a:pt x="5871" y="267"/>
                    <a:pt x="5771" y="0"/>
                  </a:cubicBezTo>
                  <a:close/>
                </a:path>
              </a:pathLst>
            </a:custGeom>
            <a:solidFill>
              <a:srgbClr val="2222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12" name="Google Shape;2212;p60"/>
            <p:cNvSpPr/>
            <p:nvPr/>
          </p:nvSpPr>
          <p:spPr>
            <a:xfrm>
              <a:off x="8022596" y="3119969"/>
              <a:ext cx="206213" cy="499775"/>
            </a:xfrm>
            <a:custGeom>
              <a:rect b="b" l="l" r="r" t="t"/>
              <a:pathLst>
                <a:path extrusionOk="0" h="24883" w="10267">
                  <a:moveTo>
                    <a:pt x="7942" y="0"/>
                  </a:moveTo>
                  <a:cubicBezTo>
                    <a:pt x="7817" y="0"/>
                    <a:pt x="7696" y="129"/>
                    <a:pt x="7765" y="290"/>
                  </a:cubicBezTo>
                  <a:cubicBezTo>
                    <a:pt x="9667" y="3926"/>
                    <a:pt x="9767" y="8029"/>
                    <a:pt x="9533" y="11998"/>
                  </a:cubicBezTo>
                  <a:cubicBezTo>
                    <a:pt x="9400" y="14100"/>
                    <a:pt x="9233" y="16168"/>
                    <a:pt x="9166" y="18269"/>
                  </a:cubicBezTo>
                  <a:cubicBezTo>
                    <a:pt x="9166" y="18870"/>
                    <a:pt x="9166" y="19470"/>
                    <a:pt x="9166" y="20104"/>
                  </a:cubicBezTo>
                  <a:cubicBezTo>
                    <a:pt x="9066" y="19870"/>
                    <a:pt x="8999" y="19637"/>
                    <a:pt x="8899" y="19403"/>
                  </a:cubicBezTo>
                  <a:cubicBezTo>
                    <a:pt x="8266" y="17902"/>
                    <a:pt x="7532" y="16468"/>
                    <a:pt x="6664" y="15100"/>
                  </a:cubicBezTo>
                  <a:cubicBezTo>
                    <a:pt x="4896" y="12198"/>
                    <a:pt x="2695" y="9630"/>
                    <a:pt x="360" y="7195"/>
                  </a:cubicBezTo>
                  <a:cubicBezTo>
                    <a:pt x="328" y="7154"/>
                    <a:pt x="287" y="7137"/>
                    <a:pt x="247" y="7137"/>
                  </a:cubicBezTo>
                  <a:cubicBezTo>
                    <a:pt x="123" y="7137"/>
                    <a:pt x="0" y="7302"/>
                    <a:pt x="126" y="7428"/>
                  </a:cubicBezTo>
                  <a:cubicBezTo>
                    <a:pt x="2328" y="9897"/>
                    <a:pt x="4429" y="12465"/>
                    <a:pt x="6164" y="15300"/>
                  </a:cubicBezTo>
                  <a:cubicBezTo>
                    <a:pt x="6998" y="16668"/>
                    <a:pt x="7765" y="18136"/>
                    <a:pt x="8399" y="19637"/>
                  </a:cubicBezTo>
                  <a:cubicBezTo>
                    <a:pt x="8733" y="20471"/>
                    <a:pt x="8999" y="21305"/>
                    <a:pt x="9233" y="22139"/>
                  </a:cubicBezTo>
                  <a:cubicBezTo>
                    <a:pt x="9266" y="23006"/>
                    <a:pt x="9300" y="23840"/>
                    <a:pt x="9366" y="24707"/>
                  </a:cubicBezTo>
                  <a:cubicBezTo>
                    <a:pt x="9383" y="24824"/>
                    <a:pt x="9491" y="24882"/>
                    <a:pt x="9592" y="24882"/>
                  </a:cubicBezTo>
                  <a:cubicBezTo>
                    <a:pt x="9692" y="24882"/>
                    <a:pt x="9783" y="24824"/>
                    <a:pt x="9767" y="24707"/>
                  </a:cubicBezTo>
                  <a:cubicBezTo>
                    <a:pt x="9767" y="24474"/>
                    <a:pt x="9733" y="24240"/>
                    <a:pt x="9733" y="24040"/>
                  </a:cubicBezTo>
                  <a:lnTo>
                    <a:pt x="9733" y="24040"/>
                  </a:lnTo>
                  <a:cubicBezTo>
                    <a:pt x="9767" y="24107"/>
                    <a:pt x="9767" y="24207"/>
                    <a:pt x="9800" y="24307"/>
                  </a:cubicBezTo>
                  <a:cubicBezTo>
                    <a:pt x="9830" y="24412"/>
                    <a:pt x="9928" y="24463"/>
                    <a:pt x="10026" y="24463"/>
                  </a:cubicBezTo>
                  <a:cubicBezTo>
                    <a:pt x="10146" y="24463"/>
                    <a:pt x="10267" y="24387"/>
                    <a:pt x="10267" y="24240"/>
                  </a:cubicBezTo>
                  <a:cubicBezTo>
                    <a:pt x="10167" y="23239"/>
                    <a:pt x="9900" y="22239"/>
                    <a:pt x="9600" y="21271"/>
                  </a:cubicBezTo>
                  <a:lnTo>
                    <a:pt x="9600" y="21305"/>
                  </a:lnTo>
                  <a:cubicBezTo>
                    <a:pt x="9533" y="19036"/>
                    <a:pt x="9600" y="16802"/>
                    <a:pt x="9767" y="14533"/>
                  </a:cubicBezTo>
                  <a:cubicBezTo>
                    <a:pt x="10000" y="11331"/>
                    <a:pt x="10267" y="8095"/>
                    <a:pt x="9733" y="4893"/>
                  </a:cubicBezTo>
                  <a:cubicBezTo>
                    <a:pt x="9433" y="3225"/>
                    <a:pt x="8933" y="1591"/>
                    <a:pt x="8099" y="90"/>
                  </a:cubicBezTo>
                  <a:cubicBezTo>
                    <a:pt x="8057" y="27"/>
                    <a:pt x="7999" y="0"/>
                    <a:pt x="7942" y="0"/>
                  </a:cubicBezTo>
                  <a:close/>
                </a:path>
              </a:pathLst>
            </a:custGeom>
            <a:solidFill>
              <a:srgbClr val="2222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13" name="Google Shape;2213;p60"/>
            <p:cNvSpPr/>
            <p:nvPr/>
          </p:nvSpPr>
          <p:spPr>
            <a:xfrm>
              <a:off x="8104181" y="3533801"/>
              <a:ext cx="217099" cy="203963"/>
            </a:xfrm>
            <a:custGeom>
              <a:rect b="b" l="l" r="r" t="t"/>
              <a:pathLst>
                <a:path extrusionOk="0" h="10155" w="10809">
                  <a:moveTo>
                    <a:pt x="34" y="0"/>
                  </a:moveTo>
                  <a:lnTo>
                    <a:pt x="1" y="634"/>
                  </a:lnTo>
                  <a:cubicBezTo>
                    <a:pt x="201" y="1101"/>
                    <a:pt x="501" y="2669"/>
                    <a:pt x="668" y="3136"/>
                  </a:cubicBezTo>
                  <a:cubicBezTo>
                    <a:pt x="1268" y="5137"/>
                    <a:pt x="1402" y="7205"/>
                    <a:pt x="1301" y="9274"/>
                  </a:cubicBezTo>
                  <a:cubicBezTo>
                    <a:pt x="1301" y="9574"/>
                    <a:pt x="1268" y="9841"/>
                    <a:pt x="1235" y="10141"/>
                  </a:cubicBezTo>
                  <a:cubicBezTo>
                    <a:pt x="1792" y="10151"/>
                    <a:pt x="2686" y="10155"/>
                    <a:pt x="3702" y="10155"/>
                  </a:cubicBezTo>
                  <a:cubicBezTo>
                    <a:pt x="6155" y="10155"/>
                    <a:pt x="9316" y="10131"/>
                    <a:pt x="10141" y="10108"/>
                  </a:cubicBezTo>
                  <a:cubicBezTo>
                    <a:pt x="9607" y="6805"/>
                    <a:pt x="10108" y="3336"/>
                    <a:pt x="10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14" name="Google Shape;2214;p60"/>
            <p:cNvSpPr/>
            <p:nvPr/>
          </p:nvSpPr>
          <p:spPr>
            <a:xfrm>
              <a:off x="6793896" y="3731437"/>
              <a:ext cx="1627206" cy="777189"/>
            </a:xfrm>
            <a:custGeom>
              <a:rect b="b" l="l" r="r" t="t"/>
              <a:pathLst>
                <a:path extrusionOk="0" h="38695" w="81016">
                  <a:moveTo>
                    <a:pt x="18604" y="1"/>
                  </a:moveTo>
                  <a:cubicBezTo>
                    <a:pt x="15736" y="1"/>
                    <a:pt x="12833" y="34"/>
                    <a:pt x="9931" y="34"/>
                  </a:cubicBezTo>
                  <a:cubicBezTo>
                    <a:pt x="9198" y="34"/>
                    <a:pt x="8472" y="26"/>
                    <a:pt x="7747" y="26"/>
                  </a:cubicBezTo>
                  <a:cubicBezTo>
                    <a:pt x="7021" y="26"/>
                    <a:pt x="6295" y="34"/>
                    <a:pt x="5562" y="67"/>
                  </a:cubicBezTo>
                  <a:cubicBezTo>
                    <a:pt x="4628" y="134"/>
                    <a:pt x="3694" y="201"/>
                    <a:pt x="2726" y="301"/>
                  </a:cubicBezTo>
                  <a:cubicBezTo>
                    <a:pt x="2126" y="301"/>
                    <a:pt x="1525" y="301"/>
                    <a:pt x="892" y="268"/>
                  </a:cubicBezTo>
                  <a:cubicBezTo>
                    <a:pt x="882" y="267"/>
                    <a:pt x="872" y="267"/>
                    <a:pt x="862" y="267"/>
                  </a:cubicBezTo>
                  <a:cubicBezTo>
                    <a:pt x="1" y="267"/>
                    <a:pt x="1" y="1702"/>
                    <a:pt x="862" y="1702"/>
                  </a:cubicBezTo>
                  <a:cubicBezTo>
                    <a:pt x="872" y="1702"/>
                    <a:pt x="882" y="1702"/>
                    <a:pt x="892" y="1702"/>
                  </a:cubicBezTo>
                  <a:cubicBezTo>
                    <a:pt x="1525" y="1702"/>
                    <a:pt x="2126" y="1702"/>
                    <a:pt x="2760" y="1669"/>
                  </a:cubicBezTo>
                  <a:cubicBezTo>
                    <a:pt x="3560" y="1769"/>
                    <a:pt x="4361" y="1835"/>
                    <a:pt x="5161" y="1902"/>
                  </a:cubicBezTo>
                  <a:cubicBezTo>
                    <a:pt x="5795" y="1935"/>
                    <a:pt x="6429" y="1944"/>
                    <a:pt x="7067" y="1944"/>
                  </a:cubicBezTo>
                  <a:cubicBezTo>
                    <a:pt x="7705" y="1944"/>
                    <a:pt x="8347" y="1935"/>
                    <a:pt x="8997" y="1935"/>
                  </a:cubicBezTo>
                  <a:lnTo>
                    <a:pt x="12934" y="1935"/>
                  </a:lnTo>
                  <a:cubicBezTo>
                    <a:pt x="12900" y="2102"/>
                    <a:pt x="12867" y="2302"/>
                    <a:pt x="12800" y="2436"/>
                  </a:cubicBezTo>
                  <a:cubicBezTo>
                    <a:pt x="12633" y="3170"/>
                    <a:pt x="12467" y="3937"/>
                    <a:pt x="12300" y="4671"/>
                  </a:cubicBezTo>
                  <a:cubicBezTo>
                    <a:pt x="11699" y="7506"/>
                    <a:pt x="11099" y="10341"/>
                    <a:pt x="10498" y="13177"/>
                  </a:cubicBezTo>
                  <a:cubicBezTo>
                    <a:pt x="9298" y="18914"/>
                    <a:pt x="8163" y="24685"/>
                    <a:pt x="6996" y="30422"/>
                  </a:cubicBezTo>
                  <a:cubicBezTo>
                    <a:pt x="6662" y="32057"/>
                    <a:pt x="6329" y="33658"/>
                    <a:pt x="6029" y="35293"/>
                  </a:cubicBezTo>
                  <a:cubicBezTo>
                    <a:pt x="5862" y="36093"/>
                    <a:pt x="5695" y="36927"/>
                    <a:pt x="5528" y="37728"/>
                  </a:cubicBezTo>
                  <a:cubicBezTo>
                    <a:pt x="5462" y="38061"/>
                    <a:pt x="5395" y="38361"/>
                    <a:pt x="5295" y="38695"/>
                  </a:cubicBezTo>
                  <a:lnTo>
                    <a:pt x="7530" y="38695"/>
                  </a:lnTo>
                  <a:cubicBezTo>
                    <a:pt x="7663" y="38095"/>
                    <a:pt x="7763" y="37461"/>
                    <a:pt x="7863" y="36894"/>
                  </a:cubicBezTo>
                  <a:cubicBezTo>
                    <a:pt x="8130" y="35593"/>
                    <a:pt x="8397" y="34292"/>
                    <a:pt x="8630" y="33024"/>
                  </a:cubicBezTo>
                  <a:cubicBezTo>
                    <a:pt x="9164" y="30456"/>
                    <a:pt x="9698" y="27887"/>
                    <a:pt x="10198" y="25319"/>
                  </a:cubicBezTo>
                  <a:cubicBezTo>
                    <a:pt x="11232" y="20215"/>
                    <a:pt x="12266" y="15145"/>
                    <a:pt x="13234" y="10075"/>
                  </a:cubicBezTo>
                  <a:cubicBezTo>
                    <a:pt x="13501" y="8640"/>
                    <a:pt x="13767" y="7206"/>
                    <a:pt x="14068" y="5805"/>
                  </a:cubicBezTo>
                  <a:cubicBezTo>
                    <a:pt x="14201" y="5038"/>
                    <a:pt x="14335" y="4304"/>
                    <a:pt x="14468" y="3537"/>
                  </a:cubicBezTo>
                  <a:cubicBezTo>
                    <a:pt x="14535" y="3203"/>
                    <a:pt x="14568" y="2869"/>
                    <a:pt x="14635" y="2536"/>
                  </a:cubicBezTo>
                  <a:cubicBezTo>
                    <a:pt x="14668" y="2369"/>
                    <a:pt x="14701" y="2236"/>
                    <a:pt x="14701" y="2102"/>
                  </a:cubicBezTo>
                  <a:cubicBezTo>
                    <a:pt x="14768" y="2069"/>
                    <a:pt x="14802" y="2002"/>
                    <a:pt x="14868" y="1969"/>
                  </a:cubicBezTo>
                  <a:lnTo>
                    <a:pt x="32081" y="1969"/>
                  </a:lnTo>
                  <a:cubicBezTo>
                    <a:pt x="42288" y="1935"/>
                    <a:pt x="52495" y="1935"/>
                    <a:pt x="62702" y="1902"/>
                  </a:cubicBezTo>
                  <a:lnTo>
                    <a:pt x="68907" y="1902"/>
                  </a:lnTo>
                  <a:cubicBezTo>
                    <a:pt x="69107" y="3270"/>
                    <a:pt x="69541" y="4637"/>
                    <a:pt x="69874" y="5972"/>
                  </a:cubicBezTo>
                  <a:cubicBezTo>
                    <a:pt x="70241" y="7439"/>
                    <a:pt x="70641" y="8907"/>
                    <a:pt x="71042" y="10341"/>
                  </a:cubicBezTo>
                  <a:cubicBezTo>
                    <a:pt x="71842" y="13277"/>
                    <a:pt x="72643" y="16212"/>
                    <a:pt x="73477" y="19114"/>
                  </a:cubicBezTo>
                  <a:cubicBezTo>
                    <a:pt x="75111" y="25052"/>
                    <a:pt x="76779" y="30956"/>
                    <a:pt x="78414" y="36860"/>
                  </a:cubicBezTo>
                  <a:cubicBezTo>
                    <a:pt x="78580" y="37461"/>
                    <a:pt x="78781" y="38095"/>
                    <a:pt x="78947" y="38695"/>
                  </a:cubicBezTo>
                  <a:lnTo>
                    <a:pt x="81015" y="38695"/>
                  </a:lnTo>
                  <a:cubicBezTo>
                    <a:pt x="80949" y="38462"/>
                    <a:pt x="80882" y="38261"/>
                    <a:pt x="80815" y="38028"/>
                  </a:cubicBezTo>
                  <a:lnTo>
                    <a:pt x="80282" y="36127"/>
                  </a:lnTo>
                  <a:lnTo>
                    <a:pt x="79181" y="32257"/>
                  </a:lnTo>
                  <a:cubicBezTo>
                    <a:pt x="78480" y="29722"/>
                    <a:pt x="77746" y="27220"/>
                    <a:pt x="77046" y="24685"/>
                  </a:cubicBezTo>
                  <a:cubicBezTo>
                    <a:pt x="75612" y="19615"/>
                    <a:pt x="74177" y="14544"/>
                    <a:pt x="72710" y="9474"/>
                  </a:cubicBezTo>
                  <a:cubicBezTo>
                    <a:pt x="72309" y="8073"/>
                    <a:pt x="71909" y="6705"/>
                    <a:pt x="71475" y="5304"/>
                  </a:cubicBezTo>
                  <a:cubicBezTo>
                    <a:pt x="71108" y="4170"/>
                    <a:pt x="70808" y="3003"/>
                    <a:pt x="70375" y="1902"/>
                  </a:cubicBezTo>
                  <a:cubicBezTo>
                    <a:pt x="73610" y="1902"/>
                    <a:pt x="76879" y="1902"/>
                    <a:pt x="80115" y="1869"/>
                  </a:cubicBezTo>
                  <a:cubicBezTo>
                    <a:pt x="80649" y="1869"/>
                    <a:pt x="80949" y="1435"/>
                    <a:pt x="80915" y="1001"/>
                  </a:cubicBezTo>
                  <a:cubicBezTo>
                    <a:pt x="80949" y="568"/>
                    <a:pt x="80649" y="134"/>
                    <a:pt x="80115" y="134"/>
                  </a:cubicBezTo>
                  <a:cubicBezTo>
                    <a:pt x="73266" y="45"/>
                    <a:pt x="66401" y="45"/>
                    <a:pt x="59542" y="45"/>
                  </a:cubicBezTo>
                  <a:cubicBezTo>
                    <a:pt x="56113" y="45"/>
                    <a:pt x="52684" y="45"/>
                    <a:pt x="49259" y="34"/>
                  </a:cubicBezTo>
                  <a:cubicBezTo>
                    <a:pt x="39052" y="34"/>
                    <a:pt x="28845" y="34"/>
                    <a:pt x="186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15" name="Google Shape;2215;p60"/>
            <p:cNvSpPr/>
            <p:nvPr/>
          </p:nvSpPr>
          <p:spPr>
            <a:xfrm>
              <a:off x="5729773" y="1596221"/>
              <a:ext cx="426123" cy="434157"/>
            </a:xfrm>
            <a:custGeom>
              <a:rect b="b" l="l" r="r" t="t"/>
              <a:pathLst>
                <a:path extrusionOk="0" h="21616" w="21216">
                  <a:moveTo>
                    <a:pt x="10620" y="3500"/>
                  </a:moveTo>
                  <a:cubicBezTo>
                    <a:pt x="14228" y="3500"/>
                    <a:pt x="17338" y="6316"/>
                    <a:pt x="17713" y="10074"/>
                  </a:cubicBezTo>
                  <a:cubicBezTo>
                    <a:pt x="18114" y="14077"/>
                    <a:pt x="15245" y="17646"/>
                    <a:pt x="11342" y="18046"/>
                  </a:cubicBezTo>
                  <a:cubicBezTo>
                    <a:pt x="11099" y="18071"/>
                    <a:pt x="10857" y="18083"/>
                    <a:pt x="10617" y="18083"/>
                  </a:cubicBezTo>
                  <a:cubicBezTo>
                    <a:pt x="6984" y="18083"/>
                    <a:pt x="3879" y="15297"/>
                    <a:pt x="3503" y="11542"/>
                  </a:cubicBezTo>
                  <a:cubicBezTo>
                    <a:pt x="3103" y="7539"/>
                    <a:pt x="5972" y="3936"/>
                    <a:pt x="9908" y="3536"/>
                  </a:cubicBezTo>
                  <a:cubicBezTo>
                    <a:pt x="10147" y="3512"/>
                    <a:pt x="10385" y="3500"/>
                    <a:pt x="10620" y="3500"/>
                  </a:cubicBezTo>
                  <a:close/>
                  <a:moveTo>
                    <a:pt x="11342" y="0"/>
                  </a:moveTo>
                  <a:cubicBezTo>
                    <a:pt x="11376" y="67"/>
                    <a:pt x="11409" y="134"/>
                    <a:pt x="11409" y="200"/>
                  </a:cubicBezTo>
                  <a:cubicBezTo>
                    <a:pt x="11509" y="1201"/>
                    <a:pt x="10809" y="2068"/>
                    <a:pt x="9841" y="2168"/>
                  </a:cubicBezTo>
                  <a:cubicBezTo>
                    <a:pt x="9779" y="2175"/>
                    <a:pt x="9718" y="2178"/>
                    <a:pt x="9657" y="2178"/>
                  </a:cubicBezTo>
                  <a:cubicBezTo>
                    <a:pt x="8766" y="2178"/>
                    <a:pt x="8000" y="1504"/>
                    <a:pt x="7906" y="567"/>
                  </a:cubicBezTo>
                  <a:cubicBezTo>
                    <a:pt x="7906" y="501"/>
                    <a:pt x="7906" y="400"/>
                    <a:pt x="7906" y="334"/>
                  </a:cubicBezTo>
                  <a:cubicBezTo>
                    <a:pt x="7239" y="501"/>
                    <a:pt x="6572" y="767"/>
                    <a:pt x="5938" y="1068"/>
                  </a:cubicBezTo>
                  <a:cubicBezTo>
                    <a:pt x="6005" y="1134"/>
                    <a:pt x="6072" y="1168"/>
                    <a:pt x="6105" y="1268"/>
                  </a:cubicBezTo>
                  <a:cubicBezTo>
                    <a:pt x="6672" y="2068"/>
                    <a:pt x="6505" y="3169"/>
                    <a:pt x="5705" y="3736"/>
                  </a:cubicBezTo>
                  <a:cubicBezTo>
                    <a:pt x="5402" y="3973"/>
                    <a:pt x="5048" y="4085"/>
                    <a:pt x="4695" y="4085"/>
                  </a:cubicBezTo>
                  <a:cubicBezTo>
                    <a:pt x="4152" y="4085"/>
                    <a:pt x="3613" y="3821"/>
                    <a:pt x="3270" y="3336"/>
                  </a:cubicBezTo>
                  <a:cubicBezTo>
                    <a:pt x="3203" y="3269"/>
                    <a:pt x="3170" y="3202"/>
                    <a:pt x="3136" y="3102"/>
                  </a:cubicBezTo>
                  <a:cubicBezTo>
                    <a:pt x="2636" y="3603"/>
                    <a:pt x="2202" y="4170"/>
                    <a:pt x="1802" y="4770"/>
                  </a:cubicBezTo>
                  <a:cubicBezTo>
                    <a:pt x="1869" y="4804"/>
                    <a:pt x="1969" y="4804"/>
                    <a:pt x="2036" y="4870"/>
                  </a:cubicBezTo>
                  <a:cubicBezTo>
                    <a:pt x="2936" y="5271"/>
                    <a:pt x="3337" y="6305"/>
                    <a:pt x="2936" y="7205"/>
                  </a:cubicBezTo>
                  <a:cubicBezTo>
                    <a:pt x="2641" y="7869"/>
                    <a:pt x="2002" y="8261"/>
                    <a:pt x="1325" y="8261"/>
                  </a:cubicBezTo>
                  <a:cubicBezTo>
                    <a:pt x="1084" y="8261"/>
                    <a:pt x="838" y="8211"/>
                    <a:pt x="601" y="8106"/>
                  </a:cubicBezTo>
                  <a:cubicBezTo>
                    <a:pt x="535" y="8073"/>
                    <a:pt x="434" y="8039"/>
                    <a:pt x="368" y="7973"/>
                  </a:cubicBezTo>
                  <a:cubicBezTo>
                    <a:pt x="168" y="8673"/>
                    <a:pt x="68" y="9374"/>
                    <a:pt x="1" y="10107"/>
                  </a:cubicBezTo>
                  <a:cubicBezTo>
                    <a:pt x="101" y="10074"/>
                    <a:pt x="201" y="10041"/>
                    <a:pt x="301" y="10041"/>
                  </a:cubicBezTo>
                  <a:cubicBezTo>
                    <a:pt x="358" y="10035"/>
                    <a:pt x="415" y="10032"/>
                    <a:pt x="472" y="10032"/>
                  </a:cubicBezTo>
                  <a:cubicBezTo>
                    <a:pt x="1339" y="10032"/>
                    <a:pt x="2108" y="10734"/>
                    <a:pt x="2202" y="11642"/>
                  </a:cubicBezTo>
                  <a:cubicBezTo>
                    <a:pt x="2302" y="12643"/>
                    <a:pt x="1602" y="13510"/>
                    <a:pt x="635" y="13610"/>
                  </a:cubicBezTo>
                  <a:lnTo>
                    <a:pt x="334" y="13610"/>
                  </a:lnTo>
                  <a:cubicBezTo>
                    <a:pt x="535" y="14310"/>
                    <a:pt x="801" y="14978"/>
                    <a:pt x="1102" y="15611"/>
                  </a:cubicBezTo>
                  <a:cubicBezTo>
                    <a:pt x="1168" y="15545"/>
                    <a:pt x="1235" y="15511"/>
                    <a:pt x="1302" y="15445"/>
                  </a:cubicBezTo>
                  <a:cubicBezTo>
                    <a:pt x="1618" y="15208"/>
                    <a:pt x="1975" y="15095"/>
                    <a:pt x="2327" y="15095"/>
                  </a:cubicBezTo>
                  <a:cubicBezTo>
                    <a:pt x="2867" y="15095"/>
                    <a:pt x="3393" y="15360"/>
                    <a:pt x="3737" y="15845"/>
                  </a:cubicBezTo>
                  <a:cubicBezTo>
                    <a:pt x="4304" y="16645"/>
                    <a:pt x="4137" y="17746"/>
                    <a:pt x="3370" y="18347"/>
                  </a:cubicBezTo>
                  <a:cubicBezTo>
                    <a:pt x="3270" y="18413"/>
                    <a:pt x="3203" y="18447"/>
                    <a:pt x="3103" y="18480"/>
                  </a:cubicBezTo>
                  <a:cubicBezTo>
                    <a:pt x="3603" y="18980"/>
                    <a:pt x="4170" y="19447"/>
                    <a:pt x="4738" y="19848"/>
                  </a:cubicBezTo>
                  <a:cubicBezTo>
                    <a:pt x="4771" y="19748"/>
                    <a:pt x="4804" y="19681"/>
                    <a:pt x="4838" y="19581"/>
                  </a:cubicBezTo>
                  <a:cubicBezTo>
                    <a:pt x="5133" y="18917"/>
                    <a:pt x="5772" y="18525"/>
                    <a:pt x="6435" y="18525"/>
                  </a:cubicBezTo>
                  <a:cubicBezTo>
                    <a:pt x="6672" y="18525"/>
                    <a:pt x="6911" y="18575"/>
                    <a:pt x="7139" y="18680"/>
                  </a:cubicBezTo>
                  <a:cubicBezTo>
                    <a:pt x="8040" y="19114"/>
                    <a:pt x="8440" y="20148"/>
                    <a:pt x="8040" y="21049"/>
                  </a:cubicBezTo>
                  <a:cubicBezTo>
                    <a:pt x="8007" y="21149"/>
                    <a:pt x="7940" y="21215"/>
                    <a:pt x="7906" y="21282"/>
                  </a:cubicBezTo>
                  <a:cubicBezTo>
                    <a:pt x="8574" y="21482"/>
                    <a:pt x="9274" y="21582"/>
                    <a:pt x="9975" y="21616"/>
                  </a:cubicBezTo>
                  <a:cubicBezTo>
                    <a:pt x="9941" y="21549"/>
                    <a:pt x="9941" y="21482"/>
                    <a:pt x="9908" y="21382"/>
                  </a:cubicBezTo>
                  <a:cubicBezTo>
                    <a:pt x="9841" y="20415"/>
                    <a:pt x="10542" y="19514"/>
                    <a:pt x="11476" y="19414"/>
                  </a:cubicBezTo>
                  <a:cubicBezTo>
                    <a:pt x="11535" y="19408"/>
                    <a:pt x="11594" y="19405"/>
                    <a:pt x="11652" y="19405"/>
                  </a:cubicBezTo>
                  <a:cubicBezTo>
                    <a:pt x="12547" y="19405"/>
                    <a:pt x="13316" y="20107"/>
                    <a:pt x="13410" y="21015"/>
                  </a:cubicBezTo>
                  <a:cubicBezTo>
                    <a:pt x="13410" y="21115"/>
                    <a:pt x="13410" y="21182"/>
                    <a:pt x="13410" y="21282"/>
                  </a:cubicBezTo>
                  <a:cubicBezTo>
                    <a:pt x="14078" y="21082"/>
                    <a:pt x="14745" y="20815"/>
                    <a:pt x="15345" y="20515"/>
                  </a:cubicBezTo>
                  <a:cubicBezTo>
                    <a:pt x="15312" y="20448"/>
                    <a:pt x="15245" y="20415"/>
                    <a:pt x="15212" y="20348"/>
                  </a:cubicBezTo>
                  <a:cubicBezTo>
                    <a:pt x="14645" y="19548"/>
                    <a:pt x="14811" y="18447"/>
                    <a:pt x="15612" y="17846"/>
                  </a:cubicBezTo>
                  <a:cubicBezTo>
                    <a:pt x="15917" y="17621"/>
                    <a:pt x="16274" y="17512"/>
                    <a:pt x="16629" y="17512"/>
                  </a:cubicBezTo>
                  <a:cubicBezTo>
                    <a:pt x="17169" y="17512"/>
                    <a:pt x="17705" y="17764"/>
                    <a:pt x="18047" y="18247"/>
                  </a:cubicBezTo>
                  <a:cubicBezTo>
                    <a:pt x="18080" y="18313"/>
                    <a:pt x="18114" y="18380"/>
                    <a:pt x="18147" y="18447"/>
                  </a:cubicBezTo>
                  <a:cubicBezTo>
                    <a:pt x="18647" y="17946"/>
                    <a:pt x="19081" y="17413"/>
                    <a:pt x="19448" y="16812"/>
                  </a:cubicBezTo>
                  <a:cubicBezTo>
                    <a:pt x="19415" y="16779"/>
                    <a:pt x="19348" y="16779"/>
                    <a:pt x="19281" y="16746"/>
                  </a:cubicBezTo>
                  <a:cubicBezTo>
                    <a:pt x="18381" y="16345"/>
                    <a:pt x="18014" y="15278"/>
                    <a:pt x="18414" y="14377"/>
                  </a:cubicBezTo>
                  <a:cubicBezTo>
                    <a:pt x="18684" y="13713"/>
                    <a:pt x="19335" y="13321"/>
                    <a:pt x="20006" y="13321"/>
                  </a:cubicBezTo>
                  <a:cubicBezTo>
                    <a:pt x="20246" y="13321"/>
                    <a:pt x="20488" y="13371"/>
                    <a:pt x="20716" y="13477"/>
                  </a:cubicBezTo>
                  <a:cubicBezTo>
                    <a:pt x="20782" y="13510"/>
                    <a:pt x="20816" y="13543"/>
                    <a:pt x="20882" y="13577"/>
                  </a:cubicBezTo>
                  <a:cubicBezTo>
                    <a:pt x="21049" y="12909"/>
                    <a:pt x="21183" y="12242"/>
                    <a:pt x="21216" y="11542"/>
                  </a:cubicBezTo>
                  <a:cubicBezTo>
                    <a:pt x="21149" y="11542"/>
                    <a:pt x="21116" y="11542"/>
                    <a:pt x="21049" y="11575"/>
                  </a:cubicBezTo>
                  <a:cubicBezTo>
                    <a:pt x="20990" y="11581"/>
                    <a:pt x="20931" y="11584"/>
                    <a:pt x="20872" y="11584"/>
                  </a:cubicBezTo>
                  <a:cubicBezTo>
                    <a:pt x="19978" y="11584"/>
                    <a:pt x="19208" y="10882"/>
                    <a:pt x="19114" y="9974"/>
                  </a:cubicBezTo>
                  <a:cubicBezTo>
                    <a:pt x="19014" y="8973"/>
                    <a:pt x="19715" y="8106"/>
                    <a:pt x="20682" y="8006"/>
                  </a:cubicBezTo>
                  <a:lnTo>
                    <a:pt x="20882" y="8006"/>
                  </a:lnTo>
                  <a:cubicBezTo>
                    <a:pt x="20682" y="7305"/>
                    <a:pt x="20449" y="6672"/>
                    <a:pt x="20149" y="6038"/>
                  </a:cubicBezTo>
                  <a:cubicBezTo>
                    <a:pt x="20115" y="6071"/>
                    <a:pt x="20082" y="6138"/>
                    <a:pt x="20015" y="6171"/>
                  </a:cubicBezTo>
                  <a:cubicBezTo>
                    <a:pt x="19710" y="6396"/>
                    <a:pt x="19353" y="6506"/>
                    <a:pt x="18998" y="6506"/>
                  </a:cubicBezTo>
                  <a:cubicBezTo>
                    <a:pt x="18458" y="6506"/>
                    <a:pt x="17922" y="6254"/>
                    <a:pt x="17580" y="5771"/>
                  </a:cubicBezTo>
                  <a:cubicBezTo>
                    <a:pt x="17013" y="4970"/>
                    <a:pt x="17180" y="3836"/>
                    <a:pt x="17980" y="3269"/>
                  </a:cubicBezTo>
                  <a:cubicBezTo>
                    <a:pt x="18014" y="3236"/>
                    <a:pt x="18080" y="3202"/>
                    <a:pt x="18147" y="3169"/>
                  </a:cubicBezTo>
                  <a:cubicBezTo>
                    <a:pt x="17647" y="2669"/>
                    <a:pt x="17113" y="2202"/>
                    <a:pt x="16546" y="1835"/>
                  </a:cubicBezTo>
                  <a:cubicBezTo>
                    <a:pt x="16546" y="1868"/>
                    <a:pt x="16513" y="1935"/>
                    <a:pt x="16479" y="2002"/>
                  </a:cubicBezTo>
                  <a:cubicBezTo>
                    <a:pt x="16184" y="2665"/>
                    <a:pt x="15545" y="3057"/>
                    <a:pt x="14882" y="3057"/>
                  </a:cubicBezTo>
                  <a:cubicBezTo>
                    <a:pt x="14645" y="3057"/>
                    <a:pt x="14406" y="3008"/>
                    <a:pt x="14178" y="2902"/>
                  </a:cubicBezTo>
                  <a:cubicBezTo>
                    <a:pt x="13277" y="2502"/>
                    <a:pt x="12910" y="1435"/>
                    <a:pt x="13277" y="534"/>
                  </a:cubicBezTo>
                  <a:cubicBezTo>
                    <a:pt x="13310" y="467"/>
                    <a:pt x="13377" y="400"/>
                    <a:pt x="13410" y="334"/>
                  </a:cubicBezTo>
                  <a:cubicBezTo>
                    <a:pt x="12743" y="167"/>
                    <a:pt x="12043" y="34"/>
                    <a:pt x="11342" y="0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16" name="Google Shape;2216;p60"/>
            <p:cNvSpPr/>
            <p:nvPr/>
          </p:nvSpPr>
          <p:spPr>
            <a:xfrm>
              <a:off x="5769300" y="1647016"/>
              <a:ext cx="347069" cy="332567"/>
            </a:xfrm>
            <a:custGeom>
              <a:rect b="b" l="l" r="r" t="t"/>
              <a:pathLst>
                <a:path extrusionOk="0" h="16558" w="17280">
                  <a:moveTo>
                    <a:pt x="8616" y="2720"/>
                  </a:moveTo>
                  <a:cubicBezTo>
                    <a:pt x="8866" y="2720"/>
                    <a:pt x="9120" y="2738"/>
                    <a:pt x="9374" y="2775"/>
                  </a:cubicBezTo>
                  <a:cubicBezTo>
                    <a:pt x="12343" y="3175"/>
                    <a:pt x="14445" y="5977"/>
                    <a:pt x="14044" y="9013"/>
                  </a:cubicBezTo>
                  <a:cubicBezTo>
                    <a:pt x="13678" y="11788"/>
                    <a:pt x="11361" y="13838"/>
                    <a:pt x="8672" y="13838"/>
                  </a:cubicBezTo>
                  <a:cubicBezTo>
                    <a:pt x="8420" y="13838"/>
                    <a:pt x="8164" y="13820"/>
                    <a:pt x="7907" y="13783"/>
                  </a:cubicBezTo>
                  <a:cubicBezTo>
                    <a:pt x="4938" y="13383"/>
                    <a:pt x="2836" y="10581"/>
                    <a:pt x="3237" y="7545"/>
                  </a:cubicBezTo>
                  <a:cubicBezTo>
                    <a:pt x="3602" y="4770"/>
                    <a:pt x="5948" y="2720"/>
                    <a:pt x="8616" y="2720"/>
                  </a:cubicBezTo>
                  <a:close/>
                  <a:moveTo>
                    <a:pt x="8661" y="0"/>
                  </a:moveTo>
                  <a:cubicBezTo>
                    <a:pt x="4657" y="0"/>
                    <a:pt x="1153" y="3013"/>
                    <a:pt x="601" y="7178"/>
                  </a:cubicBezTo>
                  <a:cubicBezTo>
                    <a:pt x="1" y="11715"/>
                    <a:pt x="3136" y="15884"/>
                    <a:pt x="7573" y="16485"/>
                  </a:cubicBezTo>
                  <a:cubicBezTo>
                    <a:pt x="7936" y="16534"/>
                    <a:pt x="8296" y="16558"/>
                    <a:pt x="8653" y="16558"/>
                  </a:cubicBezTo>
                  <a:cubicBezTo>
                    <a:pt x="12657" y="16558"/>
                    <a:pt x="16159" y="13545"/>
                    <a:pt x="16679" y="9380"/>
                  </a:cubicBezTo>
                  <a:cubicBezTo>
                    <a:pt x="17280" y="4843"/>
                    <a:pt x="14178" y="673"/>
                    <a:pt x="9741" y="73"/>
                  </a:cubicBezTo>
                  <a:cubicBezTo>
                    <a:pt x="9378" y="24"/>
                    <a:pt x="9018" y="0"/>
                    <a:pt x="86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17" name="Google Shape;2217;p60"/>
            <p:cNvSpPr/>
            <p:nvPr/>
          </p:nvSpPr>
          <p:spPr>
            <a:xfrm>
              <a:off x="6151196" y="1621006"/>
              <a:ext cx="391296" cy="398647"/>
            </a:xfrm>
            <a:custGeom>
              <a:rect b="b" l="l" r="r" t="t"/>
              <a:pathLst>
                <a:path extrusionOk="0" h="19848" w="19482">
                  <a:moveTo>
                    <a:pt x="19139" y="7339"/>
                  </a:moveTo>
                  <a:lnTo>
                    <a:pt x="19139" y="7339"/>
                  </a:lnTo>
                  <a:cubicBezTo>
                    <a:pt x="19142" y="7350"/>
                    <a:pt x="19145" y="7361"/>
                    <a:pt x="19147" y="7372"/>
                  </a:cubicBezTo>
                  <a:lnTo>
                    <a:pt x="19147" y="7339"/>
                  </a:lnTo>
                  <a:close/>
                  <a:moveTo>
                    <a:pt x="9735" y="3236"/>
                  </a:moveTo>
                  <a:cubicBezTo>
                    <a:pt x="13061" y="3236"/>
                    <a:pt x="15901" y="5798"/>
                    <a:pt x="16245" y="9240"/>
                  </a:cubicBezTo>
                  <a:cubicBezTo>
                    <a:pt x="16612" y="12943"/>
                    <a:pt x="14010" y="16212"/>
                    <a:pt x="10408" y="16579"/>
                  </a:cubicBezTo>
                  <a:cubicBezTo>
                    <a:pt x="10186" y="16602"/>
                    <a:pt x="9965" y="16613"/>
                    <a:pt x="9746" y="16613"/>
                  </a:cubicBezTo>
                  <a:cubicBezTo>
                    <a:pt x="6417" y="16613"/>
                    <a:pt x="3547" y="14051"/>
                    <a:pt x="3203" y="10608"/>
                  </a:cubicBezTo>
                  <a:cubicBezTo>
                    <a:pt x="2836" y="6939"/>
                    <a:pt x="5471" y="3636"/>
                    <a:pt x="9074" y="3269"/>
                  </a:cubicBezTo>
                  <a:cubicBezTo>
                    <a:pt x="9296" y="3247"/>
                    <a:pt x="9517" y="3236"/>
                    <a:pt x="9735" y="3236"/>
                  </a:cubicBezTo>
                  <a:close/>
                  <a:moveTo>
                    <a:pt x="10408" y="0"/>
                  </a:moveTo>
                  <a:cubicBezTo>
                    <a:pt x="10441" y="67"/>
                    <a:pt x="10441" y="134"/>
                    <a:pt x="10475" y="201"/>
                  </a:cubicBezTo>
                  <a:cubicBezTo>
                    <a:pt x="10541" y="1101"/>
                    <a:pt x="9908" y="1902"/>
                    <a:pt x="9040" y="2002"/>
                  </a:cubicBezTo>
                  <a:cubicBezTo>
                    <a:pt x="8980" y="2009"/>
                    <a:pt x="8920" y="2012"/>
                    <a:pt x="8861" y="2012"/>
                  </a:cubicBezTo>
                  <a:cubicBezTo>
                    <a:pt x="8036" y="2012"/>
                    <a:pt x="7335" y="1375"/>
                    <a:pt x="7272" y="534"/>
                  </a:cubicBezTo>
                  <a:cubicBezTo>
                    <a:pt x="7239" y="467"/>
                    <a:pt x="7272" y="367"/>
                    <a:pt x="7272" y="301"/>
                  </a:cubicBezTo>
                  <a:lnTo>
                    <a:pt x="7272" y="301"/>
                  </a:lnTo>
                  <a:cubicBezTo>
                    <a:pt x="6639" y="467"/>
                    <a:pt x="6038" y="701"/>
                    <a:pt x="5471" y="968"/>
                  </a:cubicBezTo>
                  <a:cubicBezTo>
                    <a:pt x="5504" y="1034"/>
                    <a:pt x="5571" y="1101"/>
                    <a:pt x="5604" y="1168"/>
                  </a:cubicBezTo>
                  <a:cubicBezTo>
                    <a:pt x="6138" y="1902"/>
                    <a:pt x="5971" y="2902"/>
                    <a:pt x="5238" y="3436"/>
                  </a:cubicBezTo>
                  <a:cubicBezTo>
                    <a:pt x="4960" y="3648"/>
                    <a:pt x="4636" y="3749"/>
                    <a:pt x="4312" y="3749"/>
                  </a:cubicBezTo>
                  <a:cubicBezTo>
                    <a:pt x="3818" y="3749"/>
                    <a:pt x="3325" y="3513"/>
                    <a:pt x="3003" y="3069"/>
                  </a:cubicBezTo>
                  <a:cubicBezTo>
                    <a:pt x="2936" y="3003"/>
                    <a:pt x="2903" y="2936"/>
                    <a:pt x="2869" y="2869"/>
                  </a:cubicBezTo>
                  <a:cubicBezTo>
                    <a:pt x="2402" y="3336"/>
                    <a:pt x="2002" y="3837"/>
                    <a:pt x="1635" y="4370"/>
                  </a:cubicBezTo>
                  <a:cubicBezTo>
                    <a:pt x="1735" y="4404"/>
                    <a:pt x="1802" y="4437"/>
                    <a:pt x="1868" y="4470"/>
                  </a:cubicBezTo>
                  <a:cubicBezTo>
                    <a:pt x="2669" y="4837"/>
                    <a:pt x="3036" y="5805"/>
                    <a:pt x="2669" y="6639"/>
                  </a:cubicBezTo>
                  <a:cubicBezTo>
                    <a:pt x="2423" y="7254"/>
                    <a:pt x="1832" y="7615"/>
                    <a:pt x="1218" y="7615"/>
                  </a:cubicBezTo>
                  <a:cubicBezTo>
                    <a:pt x="999" y="7615"/>
                    <a:pt x="778" y="7569"/>
                    <a:pt x="568" y="7472"/>
                  </a:cubicBezTo>
                  <a:cubicBezTo>
                    <a:pt x="467" y="7406"/>
                    <a:pt x="401" y="7372"/>
                    <a:pt x="334" y="7339"/>
                  </a:cubicBezTo>
                  <a:cubicBezTo>
                    <a:pt x="167" y="7973"/>
                    <a:pt x="67" y="8607"/>
                    <a:pt x="0" y="9274"/>
                  </a:cubicBezTo>
                  <a:cubicBezTo>
                    <a:pt x="101" y="9274"/>
                    <a:pt x="167" y="9240"/>
                    <a:pt x="267" y="9240"/>
                  </a:cubicBezTo>
                  <a:cubicBezTo>
                    <a:pt x="325" y="9234"/>
                    <a:pt x="383" y="9230"/>
                    <a:pt x="440" y="9230"/>
                  </a:cubicBezTo>
                  <a:cubicBezTo>
                    <a:pt x="1238" y="9230"/>
                    <a:pt x="1942" y="9868"/>
                    <a:pt x="2035" y="10708"/>
                  </a:cubicBezTo>
                  <a:cubicBezTo>
                    <a:pt x="2102" y="11609"/>
                    <a:pt x="1468" y="12409"/>
                    <a:pt x="601" y="12509"/>
                  </a:cubicBezTo>
                  <a:lnTo>
                    <a:pt x="334" y="12509"/>
                  </a:lnTo>
                  <a:cubicBezTo>
                    <a:pt x="501" y="13143"/>
                    <a:pt x="734" y="13777"/>
                    <a:pt x="1001" y="14344"/>
                  </a:cubicBezTo>
                  <a:cubicBezTo>
                    <a:pt x="1068" y="14277"/>
                    <a:pt x="1135" y="14244"/>
                    <a:pt x="1201" y="14177"/>
                  </a:cubicBezTo>
                  <a:cubicBezTo>
                    <a:pt x="1479" y="13966"/>
                    <a:pt x="1808" y="13864"/>
                    <a:pt x="2136" y="13864"/>
                  </a:cubicBezTo>
                  <a:cubicBezTo>
                    <a:pt x="2637" y="13864"/>
                    <a:pt x="3134" y="14101"/>
                    <a:pt x="3436" y="14544"/>
                  </a:cubicBezTo>
                  <a:cubicBezTo>
                    <a:pt x="3970" y="15278"/>
                    <a:pt x="3803" y="16312"/>
                    <a:pt x="3069" y="16846"/>
                  </a:cubicBezTo>
                  <a:cubicBezTo>
                    <a:pt x="3003" y="16879"/>
                    <a:pt x="2936" y="16946"/>
                    <a:pt x="2869" y="16979"/>
                  </a:cubicBezTo>
                  <a:cubicBezTo>
                    <a:pt x="3303" y="17446"/>
                    <a:pt x="3803" y="17847"/>
                    <a:pt x="4370" y="18213"/>
                  </a:cubicBezTo>
                  <a:cubicBezTo>
                    <a:pt x="4370" y="18147"/>
                    <a:pt x="4404" y="18080"/>
                    <a:pt x="4437" y="17980"/>
                  </a:cubicBezTo>
                  <a:cubicBezTo>
                    <a:pt x="4707" y="17391"/>
                    <a:pt x="5284" y="17037"/>
                    <a:pt x="5902" y="17037"/>
                  </a:cubicBezTo>
                  <a:cubicBezTo>
                    <a:pt x="6124" y="17037"/>
                    <a:pt x="6351" y="17082"/>
                    <a:pt x="6572" y="17179"/>
                  </a:cubicBezTo>
                  <a:cubicBezTo>
                    <a:pt x="7372" y="17546"/>
                    <a:pt x="7739" y="18514"/>
                    <a:pt x="7372" y="19348"/>
                  </a:cubicBezTo>
                  <a:cubicBezTo>
                    <a:pt x="7339" y="19414"/>
                    <a:pt x="7306" y="19481"/>
                    <a:pt x="7239" y="19548"/>
                  </a:cubicBezTo>
                  <a:cubicBezTo>
                    <a:pt x="7873" y="19715"/>
                    <a:pt x="8507" y="19815"/>
                    <a:pt x="9140" y="19848"/>
                  </a:cubicBezTo>
                  <a:cubicBezTo>
                    <a:pt x="9140" y="19781"/>
                    <a:pt x="9107" y="19715"/>
                    <a:pt x="9107" y="19648"/>
                  </a:cubicBezTo>
                  <a:cubicBezTo>
                    <a:pt x="9007" y="18747"/>
                    <a:pt x="9674" y="17947"/>
                    <a:pt x="10541" y="17847"/>
                  </a:cubicBezTo>
                  <a:cubicBezTo>
                    <a:pt x="10601" y="17840"/>
                    <a:pt x="10661" y="17837"/>
                    <a:pt x="10720" y="17837"/>
                  </a:cubicBezTo>
                  <a:cubicBezTo>
                    <a:pt x="11541" y="17837"/>
                    <a:pt x="12216" y="18474"/>
                    <a:pt x="12309" y="19314"/>
                  </a:cubicBezTo>
                  <a:cubicBezTo>
                    <a:pt x="12309" y="19381"/>
                    <a:pt x="12309" y="19448"/>
                    <a:pt x="12309" y="19548"/>
                  </a:cubicBezTo>
                  <a:cubicBezTo>
                    <a:pt x="12943" y="19348"/>
                    <a:pt x="13543" y="19114"/>
                    <a:pt x="14077" y="18847"/>
                  </a:cubicBezTo>
                  <a:cubicBezTo>
                    <a:pt x="14044" y="18781"/>
                    <a:pt x="14010" y="18747"/>
                    <a:pt x="13977" y="18680"/>
                  </a:cubicBezTo>
                  <a:cubicBezTo>
                    <a:pt x="13443" y="17947"/>
                    <a:pt x="13610" y="16913"/>
                    <a:pt x="14311" y="16412"/>
                  </a:cubicBezTo>
                  <a:cubicBezTo>
                    <a:pt x="14601" y="16201"/>
                    <a:pt x="14934" y="16099"/>
                    <a:pt x="15262" y="16099"/>
                  </a:cubicBezTo>
                  <a:cubicBezTo>
                    <a:pt x="15764" y="16099"/>
                    <a:pt x="16257" y="16336"/>
                    <a:pt x="16579" y="16779"/>
                  </a:cubicBezTo>
                  <a:cubicBezTo>
                    <a:pt x="16612" y="16812"/>
                    <a:pt x="16646" y="16879"/>
                    <a:pt x="16679" y="16946"/>
                  </a:cubicBezTo>
                  <a:cubicBezTo>
                    <a:pt x="17113" y="16479"/>
                    <a:pt x="17513" y="15979"/>
                    <a:pt x="17880" y="15445"/>
                  </a:cubicBezTo>
                  <a:cubicBezTo>
                    <a:pt x="17813" y="15445"/>
                    <a:pt x="17746" y="15411"/>
                    <a:pt x="17713" y="15378"/>
                  </a:cubicBezTo>
                  <a:cubicBezTo>
                    <a:pt x="16879" y="15011"/>
                    <a:pt x="16512" y="14044"/>
                    <a:pt x="16879" y="13210"/>
                  </a:cubicBezTo>
                  <a:cubicBezTo>
                    <a:pt x="17150" y="12595"/>
                    <a:pt x="17747" y="12234"/>
                    <a:pt x="18363" y="12234"/>
                  </a:cubicBezTo>
                  <a:cubicBezTo>
                    <a:pt x="18582" y="12234"/>
                    <a:pt x="18804" y="12280"/>
                    <a:pt x="19014" y="12376"/>
                  </a:cubicBezTo>
                  <a:cubicBezTo>
                    <a:pt x="19081" y="12409"/>
                    <a:pt x="19114" y="12443"/>
                    <a:pt x="19181" y="12476"/>
                  </a:cubicBezTo>
                  <a:cubicBezTo>
                    <a:pt x="19314" y="11876"/>
                    <a:pt x="19448" y="11242"/>
                    <a:pt x="19481" y="10575"/>
                  </a:cubicBezTo>
                  <a:lnTo>
                    <a:pt x="19481" y="10575"/>
                  </a:lnTo>
                  <a:cubicBezTo>
                    <a:pt x="19414" y="10608"/>
                    <a:pt x="19381" y="10608"/>
                    <a:pt x="19314" y="10608"/>
                  </a:cubicBezTo>
                  <a:cubicBezTo>
                    <a:pt x="19254" y="10615"/>
                    <a:pt x="19195" y="10618"/>
                    <a:pt x="19136" y="10618"/>
                  </a:cubicBezTo>
                  <a:cubicBezTo>
                    <a:pt x="18314" y="10618"/>
                    <a:pt x="17640" y="9981"/>
                    <a:pt x="17546" y="9140"/>
                  </a:cubicBezTo>
                  <a:cubicBezTo>
                    <a:pt x="17446" y="8240"/>
                    <a:pt x="18113" y="7439"/>
                    <a:pt x="18981" y="7339"/>
                  </a:cubicBezTo>
                  <a:lnTo>
                    <a:pt x="19139" y="7339"/>
                  </a:lnTo>
                  <a:cubicBezTo>
                    <a:pt x="18974" y="6718"/>
                    <a:pt x="18776" y="6128"/>
                    <a:pt x="18514" y="5571"/>
                  </a:cubicBezTo>
                  <a:cubicBezTo>
                    <a:pt x="18447" y="5604"/>
                    <a:pt x="18414" y="5638"/>
                    <a:pt x="18380" y="5671"/>
                  </a:cubicBezTo>
                  <a:cubicBezTo>
                    <a:pt x="18090" y="5882"/>
                    <a:pt x="17757" y="5984"/>
                    <a:pt x="17429" y="5984"/>
                  </a:cubicBezTo>
                  <a:cubicBezTo>
                    <a:pt x="16927" y="5984"/>
                    <a:pt x="16434" y="5748"/>
                    <a:pt x="16112" y="5304"/>
                  </a:cubicBezTo>
                  <a:cubicBezTo>
                    <a:pt x="15612" y="4570"/>
                    <a:pt x="15778" y="3536"/>
                    <a:pt x="16479" y="3003"/>
                  </a:cubicBezTo>
                  <a:cubicBezTo>
                    <a:pt x="16546" y="2969"/>
                    <a:pt x="16579" y="2936"/>
                    <a:pt x="16646" y="2902"/>
                  </a:cubicBezTo>
                  <a:cubicBezTo>
                    <a:pt x="16212" y="2469"/>
                    <a:pt x="15712" y="2035"/>
                    <a:pt x="15178" y="1668"/>
                  </a:cubicBezTo>
                  <a:cubicBezTo>
                    <a:pt x="15178" y="1735"/>
                    <a:pt x="15145" y="1802"/>
                    <a:pt x="15145" y="1868"/>
                  </a:cubicBezTo>
                  <a:cubicBezTo>
                    <a:pt x="14876" y="2454"/>
                    <a:pt x="14286" y="2826"/>
                    <a:pt x="13674" y="2826"/>
                  </a:cubicBezTo>
                  <a:cubicBezTo>
                    <a:pt x="13451" y="2826"/>
                    <a:pt x="13224" y="2776"/>
                    <a:pt x="13010" y="2669"/>
                  </a:cubicBezTo>
                  <a:cubicBezTo>
                    <a:pt x="12209" y="2302"/>
                    <a:pt x="11842" y="1335"/>
                    <a:pt x="12209" y="501"/>
                  </a:cubicBezTo>
                  <a:cubicBezTo>
                    <a:pt x="12243" y="434"/>
                    <a:pt x="12276" y="401"/>
                    <a:pt x="12309" y="334"/>
                  </a:cubicBezTo>
                  <a:cubicBezTo>
                    <a:pt x="11709" y="167"/>
                    <a:pt x="11075" y="67"/>
                    <a:pt x="10408" y="0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18" name="Google Shape;2218;p60"/>
            <p:cNvSpPr/>
            <p:nvPr/>
          </p:nvSpPr>
          <p:spPr>
            <a:xfrm>
              <a:off x="6187369" y="1667844"/>
              <a:ext cx="318930" cy="305513"/>
            </a:xfrm>
            <a:custGeom>
              <a:rect b="b" l="l" r="r" t="t"/>
              <a:pathLst>
                <a:path extrusionOk="0" h="15211" w="15879">
                  <a:moveTo>
                    <a:pt x="7950" y="2495"/>
                  </a:moveTo>
                  <a:cubicBezTo>
                    <a:pt x="8167" y="2495"/>
                    <a:pt x="8386" y="2509"/>
                    <a:pt x="8607" y="2539"/>
                  </a:cubicBezTo>
                  <a:cubicBezTo>
                    <a:pt x="11342" y="2906"/>
                    <a:pt x="13277" y="5507"/>
                    <a:pt x="12910" y="8276"/>
                  </a:cubicBezTo>
                  <a:cubicBezTo>
                    <a:pt x="12573" y="10852"/>
                    <a:pt x="10403" y="12723"/>
                    <a:pt x="7930" y="12723"/>
                  </a:cubicBezTo>
                  <a:cubicBezTo>
                    <a:pt x="7713" y="12723"/>
                    <a:pt x="7493" y="12709"/>
                    <a:pt x="7273" y="12679"/>
                  </a:cubicBezTo>
                  <a:cubicBezTo>
                    <a:pt x="4537" y="12279"/>
                    <a:pt x="2603" y="9710"/>
                    <a:pt x="2970" y="6942"/>
                  </a:cubicBezTo>
                  <a:cubicBezTo>
                    <a:pt x="3307" y="4366"/>
                    <a:pt x="5477" y="2495"/>
                    <a:pt x="7950" y="2495"/>
                  </a:cubicBezTo>
                  <a:close/>
                  <a:moveTo>
                    <a:pt x="7932" y="0"/>
                  </a:moveTo>
                  <a:cubicBezTo>
                    <a:pt x="4266" y="0"/>
                    <a:pt x="1057" y="2783"/>
                    <a:pt x="568" y="6575"/>
                  </a:cubicBezTo>
                  <a:cubicBezTo>
                    <a:pt x="1" y="10744"/>
                    <a:pt x="2869" y="14581"/>
                    <a:pt x="6939" y="15148"/>
                  </a:cubicBezTo>
                  <a:cubicBezTo>
                    <a:pt x="7263" y="15190"/>
                    <a:pt x="7586" y="15211"/>
                    <a:pt x="7905" y="15211"/>
                  </a:cubicBezTo>
                  <a:cubicBezTo>
                    <a:pt x="11589" y="15211"/>
                    <a:pt x="14820" y="12447"/>
                    <a:pt x="15312" y="8610"/>
                  </a:cubicBezTo>
                  <a:cubicBezTo>
                    <a:pt x="15879" y="4473"/>
                    <a:pt x="13010" y="637"/>
                    <a:pt x="8940" y="70"/>
                  </a:cubicBezTo>
                  <a:cubicBezTo>
                    <a:pt x="8602" y="23"/>
                    <a:pt x="8265" y="0"/>
                    <a:pt x="79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19" name="Google Shape;2219;p60"/>
            <p:cNvSpPr/>
            <p:nvPr/>
          </p:nvSpPr>
          <p:spPr>
            <a:xfrm>
              <a:off x="6667079" y="1796549"/>
              <a:ext cx="749050" cy="736979"/>
            </a:xfrm>
            <a:custGeom>
              <a:rect b="b" l="l" r="r" t="t"/>
              <a:pathLst>
                <a:path extrusionOk="0" h="36693" w="37294">
                  <a:moveTo>
                    <a:pt x="27887" y="0"/>
                  </a:moveTo>
                  <a:cubicBezTo>
                    <a:pt x="26686" y="0"/>
                    <a:pt x="25485" y="17"/>
                    <a:pt x="24284" y="33"/>
                  </a:cubicBezTo>
                  <a:lnTo>
                    <a:pt x="16913" y="133"/>
                  </a:lnTo>
                  <a:lnTo>
                    <a:pt x="9607" y="234"/>
                  </a:lnTo>
                  <a:cubicBezTo>
                    <a:pt x="8406" y="267"/>
                    <a:pt x="7172" y="267"/>
                    <a:pt x="5971" y="300"/>
                  </a:cubicBezTo>
                  <a:cubicBezTo>
                    <a:pt x="5004" y="300"/>
                    <a:pt x="4003" y="300"/>
                    <a:pt x="3069" y="467"/>
                  </a:cubicBezTo>
                  <a:cubicBezTo>
                    <a:pt x="2235" y="634"/>
                    <a:pt x="1435" y="967"/>
                    <a:pt x="834" y="1568"/>
                  </a:cubicBezTo>
                  <a:cubicBezTo>
                    <a:pt x="768" y="1568"/>
                    <a:pt x="734" y="1601"/>
                    <a:pt x="734" y="1668"/>
                  </a:cubicBezTo>
                  <a:cubicBezTo>
                    <a:pt x="1068" y="6505"/>
                    <a:pt x="1001" y="11341"/>
                    <a:pt x="801" y="16178"/>
                  </a:cubicBezTo>
                  <a:cubicBezTo>
                    <a:pt x="568" y="21015"/>
                    <a:pt x="234" y="25852"/>
                    <a:pt x="134" y="30722"/>
                  </a:cubicBezTo>
                  <a:cubicBezTo>
                    <a:pt x="101" y="31856"/>
                    <a:pt x="0" y="33024"/>
                    <a:pt x="67" y="34158"/>
                  </a:cubicBezTo>
                  <a:cubicBezTo>
                    <a:pt x="134" y="34892"/>
                    <a:pt x="334" y="35726"/>
                    <a:pt x="1068" y="36026"/>
                  </a:cubicBezTo>
                  <a:cubicBezTo>
                    <a:pt x="1443" y="36176"/>
                    <a:pt x="1875" y="36195"/>
                    <a:pt x="2292" y="36195"/>
                  </a:cubicBezTo>
                  <a:cubicBezTo>
                    <a:pt x="2431" y="36195"/>
                    <a:pt x="2569" y="36193"/>
                    <a:pt x="2702" y="36193"/>
                  </a:cubicBezTo>
                  <a:cubicBezTo>
                    <a:pt x="3303" y="36226"/>
                    <a:pt x="3903" y="36259"/>
                    <a:pt x="4504" y="36259"/>
                  </a:cubicBezTo>
                  <a:cubicBezTo>
                    <a:pt x="5705" y="36326"/>
                    <a:pt x="6939" y="36359"/>
                    <a:pt x="8173" y="36393"/>
                  </a:cubicBezTo>
                  <a:cubicBezTo>
                    <a:pt x="13076" y="36560"/>
                    <a:pt x="17947" y="36660"/>
                    <a:pt x="22850" y="36693"/>
                  </a:cubicBezTo>
                  <a:lnTo>
                    <a:pt x="30155" y="36693"/>
                  </a:lnTo>
                  <a:cubicBezTo>
                    <a:pt x="31390" y="36693"/>
                    <a:pt x="32624" y="36660"/>
                    <a:pt x="33858" y="36660"/>
                  </a:cubicBezTo>
                  <a:cubicBezTo>
                    <a:pt x="34692" y="36626"/>
                    <a:pt x="35626" y="36660"/>
                    <a:pt x="36360" y="36159"/>
                  </a:cubicBezTo>
                  <a:cubicBezTo>
                    <a:pt x="37127" y="35626"/>
                    <a:pt x="37160" y="34658"/>
                    <a:pt x="37127" y="33791"/>
                  </a:cubicBezTo>
                  <a:cubicBezTo>
                    <a:pt x="37094" y="32590"/>
                    <a:pt x="37060" y="31356"/>
                    <a:pt x="37027" y="30155"/>
                  </a:cubicBezTo>
                  <a:cubicBezTo>
                    <a:pt x="36960" y="27720"/>
                    <a:pt x="36927" y="25251"/>
                    <a:pt x="36893" y="22816"/>
                  </a:cubicBezTo>
                  <a:cubicBezTo>
                    <a:pt x="36860" y="17946"/>
                    <a:pt x="36927" y="13076"/>
                    <a:pt x="37060" y="8206"/>
                  </a:cubicBezTo>
                  <a:cubicBezTo>
                    <a:pt x="37094" y="7005"/>
                    <a:pt x="37127" y="5771"/>
                    <a:pt x="37194" y="4537"/>
                  </a:cubicBezTo>
                  <a:cubicBezTo>
                    <a:pt x="37227" y="3936"/>
                    <a:pt x="37260" y="3336"/>
                    <a:pt x="37260" y="2735"/>
                  </a:cubicBezTo>
                  <a:cubicBezTo>
                    <a:pt x="37294" y="2268"/>
                    <a:pt x="37260" y="1768"/>
                    <a:pt x="36994" y="1368"/>
                  </a:cubicBezTo>
                  <a:lnTo>
                    <a:pt x="36960" y="1368"/>
                  </a:lnTo>
                  <a:cubicBezTo>
                    <a:pt x="36527" y="701"/>
                    <a:pt x="35659" y="467"/>
                    <a:pt x="34892" y="367"/>
                  </a:cubicBezTo>
                  <a:cubicBezTo>
                    <a:pt x="33758" y="200"/>
                    <a:pt x="32624" y="133"/>
                    <a:pt x="31490" y="67"/>
                  </a:cubicBezTo>
                  <a:cubicBezTo>
                    <a:pt x="30289" y="17"/>
                    <a:pt x="29088" y="0"/>
                    <a:pt x="278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20" name="Google Shape;2220;p60"/>
            <p:cNvSpPr/>
            <p:nvPr/>
          </p:nvSpPr>
          <p:spPr>
            <a:xfrm>
              <a:off x="6667079" y="1796549"/>
              <a:ext cx="749050" cy="736979"/>
            </a:xfrm>
            <a:custGeom>
              <a:rect b="b" l="l" r="r" t="t"/>
              <a:pathLst>
                <a:path extrusionOk="0" h="36693" w="37294">
                  <a:moveTo>
                    <a:pt x="27787" y="300"/>
                  </a:moveTo>
                  <a:cubicBezTo>
                    <a:pt x="30089" y="300"/>
                    <a:pt x="32424" y="334"/>
                    <a:pt x="34725" y="634"/>
                  </a:cubicBezTo>
                  <a:cubicBezTo>
                    <a:pt x="35492" y="734"/>
                    <a:pt x="36527" y="934"/>
                    <a:pt x="36860" y="1768"/>
                  </a:cubicBezTo>
                  <a:cubicBezTo>
                    <a:pt x="37060" y="2268"/>
                    <a:pt x="36960" y="2902"/>
                    <a:pt x="36927" y="3436"/>
                  </a:cubicBezTo>
                  <a:cubicBezTo>
                    <a:pt x="36927" y="4036"/>
                    <a:pt x="36893" y="4637"/>
                    <a:pt x="36860" y="5237"/>
                  </a:cubicBezTo>
                  <a:cubicBezTo>
                    <a:pt x="36693" y="9940"/>
                    <a:pt x="36593" y="14677"/>
                    <a:pt x="36593" y="19447"/>
                  </a:cubicBezTo>
                  <a:cubicBezTo>
                    <a:pt x="36593" y="24184"/>
                    <a:pt x="36660" y="28921"/>
                    <a:pt x="36827" y="33657"/>
                  </a:cubicBezTo>
                  <a:cubicBezTo>
                    <a:pt x="36860" y="34158"/>
                    <a:pt x="36893" y="34658"/>
                    <a:pt x="36760" y="35159"/>
                  </a:cubicBezTo>
                  <a:cubicBezTo>
                    <a:pt x="36593" y="35626"/>
                    <a:pt x="36260" y="35959"/>
                    <a:pt x="35826" y="36126"/>
                  </a:cubicBezTo>
                  <a:cubicBezTo>
                    <a:pt x="35265" y="36363"/>
                    <a:pt x="34620" y="36405"/>
                    <a:pt x="33981" y="36405"/>
                  </a:cubicBezTo>
                  <a:cubicBezTo>
                    <a:pt x="33633" y="36405"/>
                    <a:pt x="33287" y="36393"/>
                    <a:pt x="32957" y="36393"/>
                  </a:cubicBezTo>
                  <a:cubicBezTo>
                    <a:pt x="30589" y="36426"/>
                    <a:pt x="28221" y="36426"/>
                    <a:pt x="25852" y="36426"/>
                  </a:cubicBezTo>
                  <a:cubicBezTo>
                    <a:pt x="21082" y="36426"/>
                    <a:pt x="16345" y="36359"/>
                    <a:pt x="11609" y="36226"/>
                  </a:cubicBezTo>
                  <a:cubicBezTo>
                    <a:pt x="9240" y="36193"/>
                    <a:pt x="6839" y="36093"/>
                    <a:pt x="4470" y="36026"/>
                  </a:cubicBezTo>
                  <a:cubicBezTo>
                    <a:pt x="3870" y="35992"/>
                    <a:pt x="3303" y="35959"/>
                    <a:pt x="2702" y="35926"/>
                  </a:cubicBezTo>
                  <a:cubicBezTo>
                    <a:pt x="2538" y="35926"/>
                    <a:pt x="2358" y="35932"/>
                    <a:pt x="2174" y="35932"/>
                  </a:cubicBezTo>
                  <a:cubicBezTo>
                    <a:pt x="1760" y="35932"/>
                    <a:pt x="1324" y="35900"/>
                    <a:pt x="1001" y="35692"/>
                  </a:cubicBezTo>
                  <a:cubicBezTo>
                    <a:pt x="234" y="35259"/>
                    <a:pt x="301" y="34058"/>
                    <a:pt x="301" y="33291"/>
                  </a:cubicBezTo>
                  <a:cubicBezTo>
                    <a:pt x="367" y="28587"/>
                    <a:pt x="634" y="23884"/>
                    <a:pt x="901" y="19180"/>
                  </a:cubicBezTo>
                  <a:cubicBezTo>
                    <a:pt x="1135" y="14510"/>
                    <a:pt x="1301" y="9807"/>
                    <a:pt x="1135" y="5104"/>
                  </a:cubicBezTo>
                  <a:cubicBezTo>
                    <a:pt x="1068" y="4036"/>
                    <a:pt x="1001" y="2935"/>
                    <a:pt x="934" y="1868"/>
                  </a:cubicBezTo>
                  <a:cubicBezTo>
                    <a:pt x="968" y="1868"/>
                    <a:pt x="1001" y="1868"/>
                    <a:pt x="1035" y="1835"/>
                  </a:cubicBezTo>
                  <a:cubicBezTo>
                    <a:pt x="2128" y="659"/>
                    <a:pt x="3873" y="604"/>
                    <a:pt x="5440" y="604"/>
                  </a:cubicBezTo>
                  <a:cubicBezTo>
                    <a:pt x="5601" y="604"/>
                    <a:pt x="5761" y="604"/>
                    <a:pt x="5917" y="604"/>
                  </a:cubicBezTo>
                  <a:cubicBezTo>
                    <a:pt x="6095" y="604"/>
                    <a:pt x="6269" y="604"/>
                    <a:pt x="6438" y="600"/>
                  </a:cubicBezTo>
                  <a:cubicBezTo>
                    <a:pt x="8807" y="567"/>
                    <a:pt x="11208" y="534"/>
                    <a:pt x="13577" y="500"/>
                  </a:cubicBezTo>
                  <a:cubicBezTo>
                    <a:pt x="18314" y="434"/>
                    <a:pt x="23050" y="334"/>
                    <a:pt x="27787" y="300"/>
                  </a:cubicBezTo>
                  <a:close/>
                  <a:moveTo>
                    <a:pt x="27887" y="0"/>
                  </a:moveTo>
                  <a:cubicBezTo>
                    <a:pt x="26686" y="0"/>
                    <a:pt x="25485" y="17"/>
                    <a:pt x="24284" y="33"/>
                  </a:cubicBezTo>
                  <a:lnTo>
                    <a:pt x="16913" y="133"/>
                  </a:lnTo>
                  <a:lnTo>
                    <a:pt x="9607" y="234"/>
                  </a:lnTo>
                  <a:cubicBezTo>
                    <a:pt x="8406" y="267"/>
                    <a:pt x="7172" y="267"/>
                    <a:pt x="5971" y="300"/>
                  </a:cubicBezTo>
                  <a:cubicBezTo>
                    <a:pt x="5004" y="300"/>
                    <a:pt x="4003" y="300"/>
                    <a:pt x="3069" y="467"/>
                  </a:cubicBezTo>
                  <a:cubicBezTo>
                    <a:pt x="2235" y="634"/>
                    <a:pt x="1435" y="967"/>
                    <a:pt x="834" y="1568"/>
                  </a:cubicBezTo>
                  <a:cubicBezTo>
                    <a:pt x="768" y="1568"/>
                    <a:pt x="734" y="1601"/>
                    <a:pt x="734" y="1668"/>
                  </a:cubicBezTo>
                  <a:cubicBezTo>
                    <a:pt x="1068" y="6505"/>
                    <a:pt x="1001" y="11341"/>
                    <a:pt x="801" y="16178"/>
                  </a:cubicBezTo>
                  <a:cubicBezTo>
                    <a:pt x="568" y="21015"/>
                    <a:pt x="234" y="25852"/>
                    <a:pt x="134" y="30722"/>
                  </a:cubicBezTo>
                  <a:cubicBezTo>
                    <a:pt x="101" y="31856"/>
                    <a:pt x="0" y="33024"/>
                    <a:pt x="67" y="34158"/>
                  </a:cubicBezTo>
                  <a:cubicBezTo>
                    <a:pt x="134" y="34892"/>
                    <a:pt x="334" y="35726"/>
                    <a:pt x="1068" y="36026"/>
                  </a:cubicBezTo>
                  <a:cubicBezTo>
                    <a:pt x="1443" y="36176"/>
                    <a:pt x="1875" y="36195"/>
                    <a:pt x="2292" y="36195"/>
                  </a:cubicBezTo>
                  <a:cubicBezTo>
                    <a:pt x="2431" y="36195"/>
                    <a:pt x="2569" y="36193"/>
                    <a:pt x="2702" y="36193"/>
                  </a:cubicBezTo>
                  <a:cubicBezTo>
                    <a:pt x="3303" y="36226"/>
                    <a:pt x="3903" y="36259"/>
                    <a:pt x="4504" y="36259"/>
                  </a:cubicBezTo>
                  <a:cubicBezTo>
                    <a:pt x="5705" y="36326"/>
                    <a:pt x="6939" y="36359"/>
                    <a:pt x="8173" y="36393"/>
                  </a:cubicBezTo>
                  <a:cubicBezTo>
                    <a:pt x="13076" y="36560"/>
                    <a:pt x="17947" y="36660"/>
                    <a:pt x="22850" y="36693"/>
                  </a:cubicBezTo>
                  <a:lnTo>
                    <a:pt x="30155" y="36693"/>
                  </a:lnTo>
                  <a:cubicBezTo>
                    <a:pt x="31390" y="36693"/>
                    <a:pt x="32624" y="36660"/>
                    <a:pt x="33858" y="36660"/>
                  </a:cubicBezTo>
                  <a:cubicBezTo>
                    <a:pt x="34692" y="36626"/>
                    <a:pt x="35626" y="36660"/>
                    <a:pt x="36360" y="36159"/>
                  </a:cubicBezTo>
                  <a:cubicBezTo>
                    <a:pt x="37127" y="35626"/>
                    <a:pt x="37160" y="34658"/>
                    <a:pt x="37127" y="33791"/>
                  </a:cubicBezTo>
                  <a:cubicBezTo>
                    <a:pt x="37094" y="32590"/>
                    <a:pt x="37060" y="31356"/>
                    <a:pt x="37027" y="30155"/>
                  </a:cubicBezTo>
                  <a:cubicBezTo>
                    <a:pt x="36960" y="27720"/>
                    <a:pt x="36927" y="25251"/>
                    <a:pt x="36893" y="22816"/>
                  </a:cubicBezTo>
                  <a:cubicBezTo>
                    <a:pt x="36860" y="17946"/>
                    <a:pt x="36927" y="13076"/>
                    <a:pt x="37060" y="8206"/>
                  </a:cubicBezTo>
                  <a:cubicBezTo>
                    <a:pt x="37094" y="7005"/>
                    <a:pt x="37127" y="5771"/>
                    <a:pt x="37194" y="4537"/>
                  </a:cubicBezTo>
                  <a:cubicBezTo>
                    <a:pt x="37227" y="3936"/>
                    <a:pt x="37260" y="3336"/>
                    <a:pt x="37260" y="2735"/>
                  </a:cubicBezTo>
                  <a:cubicBezTo>
                    <a:pt x="37294" y="2268"/>
                    <a:pt x="37260" y="1768"/>
                    <a:pt x="36994" y="1368"/>
                  </a:cubicBezTo>
                  <a:lnTo>
                    <a:pt x="36960" y="1368"/>
                  </a:lnTo>
                  <a:cubicBezTo>
                    <a:pt x="36527" y="701"/>
                    <a:pt x="35659" y="467"/>
                    <a:pt x="34892" y="367"/>
                  </a:cubicBezTo>
                  <a:cubicBezTo>
                    <a:pt x="33758" y="200"/>
                    <a:pt x="32624" y="133"/>
                    <a:pt x="31490" y="67"/>
                  </a:cubicBezTo>
                  <a:cubicBezTo>
                    <a:pt x="30289" y="17"/>
                    <a:pt x="29088" y="0"/>
                    <a:pt x="2788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21" name="Google Shape;2221;p60"/>
            <p:cNvSpPr/>
            <p:nvPr/>
          </p:nvSpPr>
          <p:spPr>
            <a:xfrm>
              <a:off x="6884158" y="1957911"/>
              <a:ext cx="455608" cy="18297"/>
            </a:xfrm>
            <a:custGeom>
              <a:rect b="b" l="l" r="r" t="t"/>
              <a:pathLst>
                <a:path extrusionOk="0" h="911" w="22684">
                  <a:moveTo>
                    <a:pt x="19494" y="1"/>
                  </a:moveTo>
                  <a:cubicBezTo>
                    <a:pt x="18423" y="1"/>
                    <a:pt x="17346" y="38"/>
                    <a:pt x="16278" y="38"/>
                  </a:cubicBezTo>
                  <a:cubicBezTo>
                    <a:pt x="14310" y="38"/>
                    <a:pt x="12342" y="72"/>
                    <a:pt x="10374" y="72"/>
                  </a:cubicBezTo>
                  <a:cubicBezTo>
                    <a:pt x="6905" y="72"/>
                    <a:pt x="3436" y="72"/>
                    <a:pt x="0" y="205"/>
                  </a:cubicBezTo>
                  <a:lnTo>
                    <a:pt x="0" y="706"/>
                  </a:lnTo>
                  <a:cubicBezTo>
                    <a:pt x="3436" y="839"/>
                    <a:pt x="6905" y="839"/>
                    <a:pt x="10374" y="839"/>
                  </a:cubicBezTo>
                  <a:lnTo>
                    <a:pt x="16278" y="872"/>
                  </a:lnTo>
                  <a:cubicBezTo>
                    <a:pt x="17346" y="872"/>
                    <a:pt x="18423" y="910"/>
                    <a:pt x="19494" y="910"/>
                  </a:cubicBezTo>
                  <a:cubicBezTo>
                    <a:pt x="20431" y="910"/>
                    <a:pt x="21364" y="881"/>
                    <a:pt x="22283" y="772"/>
                  </a:cubicBezTo>
                  <a:cubicBezTo>
                    <a:pt x="22683" y="706"/>
                    <a:pt x="22683" y="205"/>
                    <a:pt x="22283" y="139"/>
                  </a:cubicBezTo>
                  <a:cubicBezTo>
                    <a:pt x="21364" y="30"/>
                    <a:pt x="20431" y="1"/>
                    <a:pt x="194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22" name="Google Shape;2222;p60"/>
            <p:cNvSpPr/>
            <p:nvPr/>
          </p:nvSpPr>
          <p:spPr>
            <a:xfrm>
              <a:off x="6883475" y="2093284"/>
              <a:ext cx="438194" cy="19563"/>
            </a:xfrm>
            <a:custGeom>
              <a:rect b="b" l="l" r="r" t="t"/>
              <a:pathLst>
                <a:path extrusionOk="0" h="974" w="21817">
                  <a:moveTo>
                    <a:pt x="17204" y="1"/>
                  </a:moveTo>
                  <a:cubicBezTo>
                    <a:pt x="16651" y="1"/>
                    <a:pt x="16098" y="3"/>
                    <a:pt x="15545" y="3"/>
                  </a:cubicBezTo>
                  <a:lnTo>
                    <a:pt x="9641" y="3"/>
                  </a:lnTo>
                  <a:cubicBezTo>
                    <a:pt x="7706" y="3"/>
                    <a:pt x="5772" y="3"/>
                    <a:pt x="3837" y="37"/>
                  </a:cubicBezTo>
                  <a:cubicBezTo>
                    <a:pt x="2569" y="37"/>
                    <a:pt x="1302" y="37"/>
                    <a:pt x="1" y="137"/>
                  </a:cubicBezTo>
                  <a:lnTo>
                    <a:pt x="1" y="837"/>
                  </a:lnTo>
                  <a:cubicBezTo>
                    <a:pt x="1268" y="904"/>
                    <a:pt x="2503" y="937"/>
                    <a:pt x="3737" y="937"/>
                  </a:cubicBezTo>
                  <a:cubicBezTo>
                    <a:pt x="5705" y="971"/>
                    <a:pt x="7673" y="971"/>
                    <a:pt x="9641" y="971"/>
                  </a:cubicBezTo>
                  <a:lnTo>
                    <a:pt x="15445" y="971"/>
                  </a:lnTo>
                  <a:cubicBezTo>
                    <a:pt x="16007" y="971"/>
                    <a:pt x="16570" y="973"/>
                    <a:pt x="17132" y="973"/>
                  </a:cubicBezTo>
                  <a:cubicBezTo>
                    <a:pt x="18538" y="973"/>
                    <a:pt x="19944" y="956"/>
                    <a:pt x="21349" y="837"/>
                  </a:cubicBezTo>
                  <a:cubicBezTo>
                    <a:pt x="21816" y="804"/>
                    <a:pt x="21816" y="170"/>
                    <a:pt x="21349" y="137"/>
                  </a:cubicBezTo>
                  <a:cubicBezTo>
                    <a:pt x="19967" y="18"/>
                    <a:pt x="18586" y="1"/>
                    <a:pt x="172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23" name="Google Shape;2223;p60"/>
            <p:cNvSpPr/>
            <p:nvPr/>
          </p:nvSpPr>
          <p:spPr>
            <a:xfrm>
              <a:off x="6876104" y="2191500"/>
              <a:ext cx="434840" cy="17434"/>
            </a:xfrm>
            <a:custGeom>
              <a:rect b="b" l="l" r="r" t="t"/>
              <a:pathLst>
                <a:path extrusionOk="0" h="868" w="21650">
                  <a:moveTo>
                    <a:pt x="1640" y="0"/>
                  </a:moveTo>
                  <a:cubicBezTo>
                    <a:pt x="1210" y="0"/>
                    <a:pt x="785" y="17"/>
                    <a:pt x="368" y="83"/>
                  </a:cubicBezTo>
                  <a:cubicBezTo>
                    <a:pt x="1" y="117"/>
                    <a:pt x="1" y="751"/>
                    <a:pt x="368" y="784"/>
                  </a:cubicBezTo>
                  <a:cubicBezTo>
                    <a:pt x="785" y="851"/>
                    <a:pt x="1210" y="867"/>
                    <a:pt x="1640" y="867"/>
                  </a:cubicBezTo>
                  <a:cubicBezTo>
                    <a:pt x="2069" y="867"/>
                    <a:pt x="2503" y="851"/>
                    <a:pt x="2936" y="851"/>
                  </a:cubicBezTo>
                  <a:cubicBezTo>
                    <a:pt x="3804" y="851"/>
                    <a:pt x="4704" y="851"/>
                    <a:pt x="5605" y="817"/>
                  </a:cubicBezTo>
                  <a:cubicBezTo>
                    <a:pt x="7339" y="817"/>
                    <a:pt x="9074" y="751"/>
                    <a:pt x="10842" y="651"/>
                  </a:cubicBezTo>
                  <a:cubicBezTo>
                    <a:pt x="11420" y="628"/>
                    <a:pt x="11998" y="621"/>
                    <a:pt x="12578" y="621"/>
                  </a:cubicBezTo>
                  <a:cubicBezTo>
                    <a:pt x="13737" y="621"/>
                    <a:pt x="14900" y="651"/>
                    <a:pt x="16079" y="651"/>
                  </a:cubicBezTo>
                  <a:cubicBezTo>
                    <a:pt x="17847" y="617"/>
                    <a:pt x="19615" y="617"/>
                    <a:pt x="21416" y="617"/>
                  </a:cubicBezTo>
                  <a:cubicBezTo>
                    <a:pt x="21650" y="617"/>
                    <a:pt x="21650" y="250"/>
                    <a:pt x="21416" y="250"/>
                  </a:cubicBezTo>
                  <a:cubicBezTo>
                    <a:pt x="19615" y="217"/>
                    <a:pt x="17847" y="217"/>
                    <a:pt x="16079" y="217"/>
                  </a:cubicBezTo>
                  <a:cubicBezTo>
                    <a:pt x="15069" y="217"/>
                    <a:pt x="14069" y="239"/>
                    <a:pt x="13075" y="239"/>
                  </a:cubicBezTo>
                  <a:cubicBezTo>
                    <a:pt x="12329" y="239"/>
                    <a:pt x="11585" y="226"/>
                    <a:pt x="10842" y="184"/>
                  </a:cubicBezTo>
                  <a:cubicBezTo>
                    <a:pt x="9074" y="117"/>
                    <a:pt x="7339" y="50"/>
                    <a:pt x="5605" y="17"/>
                  </a:cubicBezTo>
                  <a:lnTo>
                    <a:pt x="2936" y="17"/>
                  </a:lnTo>
                  <a:cubicBezTo>
                    <a:pt x="2503" y="17"/>
                    <a:pt x="2069" y="0"/>
                    <a:pt x="16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24" name="Google Shape;2224;p60"/>
            <p:cNvSpPr/>
            <p:nvPr/>
          </p:nvSpPr>
          <p:spPr>
            <a:xfrm>
              <a:off x="6867407" y="2378572"/>
              <a:ext cx="431486" cy="19000"/>
            </a:xfrm>
            <a:custGeom>
              <a:rect b="b" l="l" r="r" t="t"/>
              <a:pathLst>
                <a:path extrusionOk="0" h="946" w="21483">
                  <a:moveTo>
                    <a:pt x="3579" y="1"/>
                  </a:moveTo>
                  <a:cubicBezTo>
                    <a:pt x="2475" y="1"/>
                    <a:pt x="1371" y="28"/>
                    <a:pt x="267" y="176"/>
                  </a:cubicBezTo>
                  <a:cubicBezTo>
                    <a:pt x="0" y="210"/>
                    <a:pt x="0" y="710"/>
                    <a:pt x="267" y="743"/>
                  </a:cubicBezTo>
                  <a:cubicBezTo>
                    <a:pt x="1616" y="925"/>
                    <a:pt x="2965" y="945"/>
                    <a:pt x="4314" y="945"/>
                  </a:cubicBezTo>
                  <a:cubicBezTo>
                    <a:pt x="4700" y="945"/>
                    <a:pt x="5085" y="943"/>
                    <a:pt x="5471" y="943"/>
                  </a:cubicBezTo>
                  <a:lnTo>
                    <a:pt x="10808" y="910"/>
                  </a:lnTo>
                  <a:lnTo>
                    <a:pt x="16145" y="910"/>
                  </a:lnTo>
                  <a:cubicBezTo>
                    <a:pt x="17046" y="910"/>
                    <a:pt x="17946" y="910"/>
                    <a:pt x="18814" y="877"/>
                  </a:cubicBezTo>
                  <a:cubicBezTo>
                    <a:pt x="19214" y="877"/>
                    <a:pt x="19648" y="877"/>
                    <a:pt x="20048" y="843"/>
                  </a:cubicBezTo>
                  <a:cubicBezTo>
                    <a:pt x="20515" y="810"/>
                    <a:pt x="20882" y="710"/>
                    <a:pt x="21315" y="610"/>
                  </a:cubicBezTo>
                  <a:cubicBezTo>
                    <a:pt x="21482" y="577"/>
                    <a:pt x="21482" y="343"/>
                    <a:pt x="21315" y="310"/>
                  </a:cubicBezTo>
                  <a:cubicBezTo>
                    <a:pt x="20882" y="210"/>
                    <a:pt x="20515" y="110"/>
                    <a:pt x="20048" y="76"/>
                  </a:cubicBezTo>
                  <a:cubicBezTo>
                    <a:pt x="19648" y="76"/>
                    <a:pt x="19214" y="43"/>
                    <a:pt x="18814" y="43"/>
                  </a:cubicBezTo>
                  <a:cubicBezTo>
                    <a:pt x="17946" y="9"/>
                    <a:pt x="17046" y="9"/>
                    <a:pt x="16145" y="9"/>
                  </a:cubicBezTo>
                  <a:lnTo>
                    <a:pt x="5471" y="9"/>
                  </a:lnTo>
                  <a:cubicBezTo>
                    <a:pt x="4840" y="9"/>
                    <a:pt x="4209" y="1"/>
                    <a:pt x="35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25" name="Google Shape;2225;p60"/>
            <p:cNvSpPr/>
            <p:nvPr/>
          </p:nvSpPr>
          <p:spPr>
            <a:xfrm>
              <a:off x="6726712" y="1924008"/>
              <a:ext cx="97171" cy="89037"/>
            </a:xfrm>
            <a:custGeom>
              <a:rect b="b" l="l" r="r" t="t"/>
              <a:pathLst>
                <a:path extrusionOk="0" h="4433" w="4838">
                  <a:moveTo>
                    <a:pt x="2593" y="510"/>
                  </a:moveTo>
                  <a:cubicBezTo>
                    <a:pt x="2663" y="510"/>
                    <a:pt x="2733" y="515"/>
                    <a:pt x="2802" y="526"/>
                  </a:cubicBezTo>
                  <a:cubicBezTo>
                    <a:pt x="2836" y="626"/>
                    <a:pt x="2902" y="759"/>
                    <a:pt x="3002" y="792"/>
                  </a:cubicBezTo>
                  <a:cubicBezTo>
                    <a:pt x="3569" y="1059"/>
                    <a:pt x="3903" y="1626"/>
                    <a:pt x="3870" y="2260"/>
                  </a:cubicBezTo>
                  <a:cubicBezTo>
                    <a:pt x="3870" y="2827"/>
                    <a:pt x="3436" y="3361"/>
                    <a:pt x="2902" y="3561"/>
                  </a:cubicBezTo>
                  <a:lnTo>
                    <a:pt x="2902" y="3528"/>
                  </a:lnTo>
                  <a:cubicBezTo>
                    <a:pt x="2712" y="3591"/>
                    <a:pt x="2522" y="3624"/>
                    <a:pt x="2337" y="3624"/>
                  </a:cubicBezTo>
                  <a:cubicBezTo>
                    <a:pt x="1938" y="3624"/>
                    <a:pt x="1564" y="3469"/>
                    <a:pt x="1268" y="3127"/>
                  </a:cubicBezTo>
                  <a:cubicBezTo>
                    <a:pt x="868" y="2627"/>
                    <a:pt x="767" y="1960"/>
                    <a:pt x="1068" y="1426"/>
                  </a:cubicBezTo>
                  <a:cubicBezTo>
                    <a:pt x="1337" y="888"/>
                    <a:pt x="1982" y="510"/>
                    <a:pt x="2593" y="510"/>
                  </a:cubicBezTo>
                  <a:close/>
                  <a:moveTo>
                    <a:pt x="3229" y="0"/>
                  </a:moveTo>
                  <a:cubicBezTo>
                    <a:pt x="3122" y="0"/>
                    <a:pt x="3016" y="45"/>
                    <a:pt x="2936" y="125"/>
                  </a:cubicBezTo>
                  <a:cubicBezTo>
                    <a:pt x="2706" y="42"/>
                    <a:pt x="2468" y="3"/>
                    <a:pt x="2233" y="3"/>
                  </a:cubicBezTo>
                  <a:cubicBezTo>
                    <a:pt x="1617" y="3"/>
                    <a:pt x="1021" y="276"/>
                    <a:pt x="634" y="759"/>
                  </a:cubicBezTo>
                  <a:cubicBezTo>
                    <a:pt x="0" y="1493"/>
                    <a:pt x="0" y="2527"/>
                    <a:pt x="467" y="3328"/>
                  </a:cubicBezTo>
                  <a:cubicBezTo>
                    <a:pt x="893" y="4037"/>
                    <a:pt x="1608" y="4432"/>
                    <a:pt x="2386" y="4432"/>
                  </a:cubicBezTo>
                  <a:cubicBezTo>
                    <a:pt x="2523" y="4432"/>
                    <a:pt x="2662" y="4420"/>
                    <a:pt x="2802" y="4395"/>
                  </a:cubicBezTo>
                  <a:cubicBezTo>
                    <a:pt x="3670" y="4228"/>
                    <a:pt x="4470" y="3528"/>
                    <a:pt x="4637" y="2660"/>
                  </a:cubicBezTo>
                  <a:cubicBezTo>
                    <a:pt x="4837" y="1660"/>
                    <a:pt x="4370" y="526"/>
                    <a:pt x="3436" y="59"/>
                  </a:cubicBezTo>
                  <a:cubicBezTo>
                    <a:pt x="3370" y="19"/>
                    <a:pt x="3299" y="0"/>
                    <a:pt x="32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26" name="Google Shape;2226;p60"/>
            <p:cNvSpPr/>
            <p:nvPr/>
          </p:nvSpPr>
          <p:spPr>
            <a:xfrm>
              <a:off x="6744125" y="2053918"/>
              <a:ext cx="93817" cy="88997"/>
            </a:xfrm>
            <a:custGeom>
              <a:rect b="b" l="l" r="r" t="t"/>
              <a:pathLst>
                <a:path extrusionOk="0" h="4431" w="4671">
                  <a:moveTo>
                    <a:pt x="2744" y="475"/>
                  </a:moveTo>
                  <a:cubicBezTo>
                    <a:pt x="2831" y="475"/>
                    <a:pt x="2918" y="481"/>
                    <a:pt x="3003" y="496"/>
                  </a:cubicBezTo>
                  <a:cubicBezTo>
                    <a:pt x="2836" y="629"/>
                    <a:pt x="2769" y="929"/>
                    <a:pt x="3036" y="1096"/>
                  </a:cubicBezTo>
                  <a:cubicBezTo>
                    <a:pt x="3536" y="1430"/>
                    <a:pt x="3837" y="2130"/>
                    <a:pt x="3636" y="2730"/>
                  </a:cubicBezTo>
                  <a:cubicBezTo>
                    <a:pt x="3476" y="3309"/>
                    <a:pt x="2881" y="3733"/>
                    <a:pt x="2301" y="3733"/>
                  </a:cubicBezTo>
                  <a:cubicBezTo>
                    <a:pt x="2279" y="3733"/>
                    <a:pt x="2257" y="3732"/>
                    <a:pt x="2235" y="3731"/>
                  </a:cubicBezTo>
                  <a:cubicBezTo>
                    <a:pt x="1635" y="3698"/>
                    <a:pt x="1135" y="3197"/>
                    <a:pt x="935" y="2697"/>
                  </a:cubicBezTo>
                  <a:cubicBezTo>
                    <a:pt x="701" y="2130"/>
                    <a:pt x="834" y="1530"/>
                    <a:pt x="1268" y="1096"/>
                  </a:cubicBezTo>
                  <a:cubicBezTo>
                    <a:pt x="1669" y="724"/>
                    <a:pt x="2217" y="475"/>
                    <a:pt x="2744" y="475"/>
                  </a:cubicBezTo>
                  <a:close/>
                  <a:moveTo>
                    <a:pt x="2410" y="1"/>
                  </a:moveTo>
                  <a:cubicBezTo>
                    <a:pt x="1922" y="1"/>
                    <a:pt x="1441" y="157"/>
                    <a:pt x="1035" y="462"/>
                  </a:cubicBezTo>
                  <a:cubicBezTo>
                    <a:pt x="334" y="996"/>
                    <a:pt x="1" y="1863"/>
                    <a:pt x="234" y="2730"/>
                  </a:cubicBezTo>
                  <a:cubicBezTo>
                    <a:pt x="434" y="3531"/>
                    <a:pt x="1101" y="4232"/>
                    <a:pt x="1935" y="4398"/>
                  </a:cubicBezTo>
                  <a:cubicBezTo>
                    <a:pt x="2055" y="4420"/>
                    <a:pt x="2176" y="4430"/>
                    <a:pt x="2296" y="4430"/>
                  </a:cubicBezTo>
                  <a:cubicBezTo>
                    <a:pt x="3109" y="4430"/>
                    <a:pt x="3888" y="3953"/>
                    <a:pt x="4237" y="3197"/>
                  </a:cubicBezTo>
                  <a:cubicBezTo>
                    <a:pt x="4671" y="2230"/>
                    <a:pt x="4304" y="1029"/>
                    <a:pt x="3403" y="462"/>
                  </a:cubicBezTo>
                  <a:lnTo>
                    <a:pt x="3370" y="462"/>
                  </a:lnTo>
                  <a:cubicBezTo>
                    <a:pt x="3436" y="395"/>
                    <a:pt x="3470" y="262"/>
                    <a:pt x="3336" y="195"/>
                  </a:cubicBezTo>
                  <a:cubicBezTo>
                    <a:pt x="3037" y="65"/>
                    <a:pt x="2722" y="1"/>
                    <a:pt x="24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27" name="Google Shape;2227;p60"/>
            <p:cNvSpPr/>
            <p:nvPr/>
          </p:nvSpPr>
          <p:spPr>
            <a:xfrm>
              <a:off x="6734083" y="2308857"/>
              <a:ext cx="108559" cy="99822"/>
            </a:xfrm>
            <a:custGeom>
              <a:rect b="b" l="l" r="r" t="t"/>
              <a:pathLst>
                <a:path extrusionOk="0" h="4970" w="5405">
                  <a:moveTo>
                    <a:pt x="3273" y="1"/>
                  </a:moveTo>
                  <a:cubicBezTo>
                    <a:pt x="2881" y="1"/>
                    <a:pt x="2767" y="559"/>
                    <a:pt x="3169" y="745"/>
                  </a:cubicBezTo>
                  <a:cubicBezTo>
                    <a:pt x="3803" y="979"/>
                    <a:pt x="4337" y="1512"/>
                    <a:pt x="4503" y="2179"/>
                  </a:cubicBezTo>
                  <a:cubicBezTo>
                    <a:pt x="4670" y="2813"/>
                    <a:pt x="4370" y="3480"/>
                    <a:pt x="3836" y="3881"/>
                  </a:cubicBezTo>
                  <a:cubicBezTo>
                    <a:pt x="3565" y="4080"/>
                    <a:pt x="3270" y="4158"/>
                    <a:pt x="2965" y="4158"/>
                  </a:cubicBezTo>
                  <a:cubicBezTo>
                    <a:pt x="2558" y="4158"/>
                    <a:pt x="2136" y="4019"/>
                    <a:pt x="1735" y="3847"/>
                  </a:cubicBezTo>
                  <a:cubicBezTo>
                    <a:pt x="1435" y="3681"/>
                    <a:pt x="1101" y="3514"/>
                    <a:pt x="934" y="3214"/>
                  </a:cubicBezTo>
                  <a:cubicBezTo>
                    <a:pt x="734" y="2880"/>
                    <a:pt x="767" y="2513"/>
                    <a:pt x="901" y="2179"/>
                  </a:cubicBezTo>
                  <a:cubicBezTo>
                    <a:pt x="1034" y="1779"/>
                    <a:pt x="1334" y="1412"/>
                    <a:pt x="1668" y="1145"/>
                  </a:cubicBezTo>
                  <a:cubicBezTo>
                    <a:pt x="1884" y="972"/>
                    <a:pt x="2185" y="799"/>
                    <a:pt x="2461" y="799"/>
                  </a:cubicBezTo>
                  <a:cubicBezTo>
                    <a:pt x="2610" y="799"/>
                    <a:pt x="2752" y="850"/>
                    <a:pt x="2869" y="979"/>
                  </a:cubicBezTo>
                  <a:cubicBezTo>
                    <a:pt x="2900" y="1010"/>
                    <a:pt x="2935" y="1023"/>
                    <a:pt x="2968" y="1023"/>
                  </a:cubicBezTo>
                  <a:cubicBezTo>
                    <a:pt x="3079" y="1023"/>
                    <a:pt x="3179" y="881"/>
                    <a:pt x="3102" y="778"/>
                  </a:cubicBezTo>
                  <a:cubicBezTo>
                    <a:pt x="2866" y="516"/>
                    <a:pt x="2465" y="336"/>
                    <a:pt x="2094" y="336"/>
                  </a:cubicBezTo>
                  <a:cubicBezTo>
                    <a:pt x="1993" y="336"/>
                    <a:pt x="1894" y="350"/>
                    <a:pt x="1801" y="378"/>
                  </a:cubicBezTo>
                  <a:cubicBezTo>
                    <a:pt x="1268" y="478"/>
                    <a:pt x="867" y="912"/>
                    <a:pt x="567" y="1346"/>
                  </a:cubicBezTo>
                  <a:cubicBezTo>
                    <a:pt x="234" y="1746"/>
                    <a:pt x="0" y="2280"/>
                    <a:pt x="34" y="2813"/>
                  </a:cubicBezTo>
                  <a:cubicBezTo>
                    <a:pt x="67" y="3347"/>
                    <a:pt x="334" y="3814"/>
                    <a:pt x="734" y="4148"/>
                  </a:cubicBezTo>
                  <a:cubicBezTo>
                    <a:pt x="1168" y="4481"/>
                    <a:pt x="1701" y="4715"/>
                    <a:pt x="2202" y="4848"/>
                  </a:cubicBezTo>
                  <a:cubicBezTo>
                    <a:pt x="2456" y="4928"/>
                    <a:pt x="2719" y="4969"/>
                    <a:pt x="2981" y="4969"/>
                  </a:cubicBezTo>
                  <a:cubicBezTo>
                    <a:pt x="3269" y="4969"/>
                    <a:pt x="3557" y="4919"/>
                    <a:pt x="3836" y="4815"/>
                  </a:cubicBezTo>
                  <a:cubicBezTo>
                    <a:pt x="4737" y="4414"/>
                    <a:pt x="5404" y="3447"/>
                    <a:pt x="5371" y="2480"/>
                  </a:cubicBezTo>
                  <a:cubicBezTo>
                    <a:pt x="5304" y="1346"/>
                    <a:pt x="4470" y="278"/>
                    <a:pt x="3369" y="11"/>
                  </a:cubicBezTo>
                  <a:cubicBezTo>
                    <a:pt x="3335" y="4"/>
                    <a:pt x="3303" y="1"/>
                    <a:pt x="3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28" name="Google Shape;2228;p60"/>
            <p:cNvSpPr/>
            <p:nvPr/>
          </p:nvSpPr>
          <p:spPr>
            <a:xfrm>
              <a:off x="7488475" y="1476836"/>
              <a:ext cx="868978" cy="549526"/>
            </a:xfrm>
            <a:custGeom>
              <a:rect b="b" l="l" r="r" t="t"/>
              <a:pathLst>
                <a:path extrusionOk="0" h="27360" w="43265">
                  <a:moveTo>
                    <a:pt x="19858" y="0"/>
                  </a:moveTo>
                  <a:cubicBezTo>
                    <a:pt x="19177" y="0"/>
                    <a:pt x="18495" y="2"/>
                    <a:pt x="17813" y="7"/>
                  </a:cubicBezTo>
                  <a:cubicBezTo>
                    <a:pt x="12443" y="40"/>
                    <a:pt x="7072" y="207"/>
                    <a:pt x="1702" y="474"/>
                  </a:cubicBezTo>
                  <a:cubicBezTo>
                    <a:pt x="1568" y="474"/>
                    <a:pt x="1468" y="540"/>
                    <a:pt x="1435" y="674"/>
                  </a:cubicBezTo>
                  <a:cubicBezTo>
                    <a:pt x="1301" y="1174"/>
                    <a:pt x="1168" y="1674"/>
                    <a:pt x="1034" y="2175"/>
                  </a:cubicBezTo>
                  <a:cubicBezTo>
                    <a:pt x="67" y="6311"/>
                    <a:pt x="0" y="10614"/>
                    <a:pt x="100" y="14884"/>
                  </a:cubicBezTo>
                  <a:lnTo>
                    <a:pt x="100" y="14851"/>
                  </a:lnTo>
                  <a:cubicBezTo>
                    <a:pt x="167" y="17052"/>
                    <a:pt x="234" y="19254"/>
                    <a:pt x="334" y="21455"/>
                  </a:cubicBezTo>
                  <a:cubicBezTo>
                    <a:pt x="367" y="22523"/>
                    <a:pt x="367" y="23590"/>
                    <a:pt x="467" y="24658"/>
                  </a:cubicBezTo>
                  <a:cubicBezTo>
                    <a:pt x="534" y="25391"/>
                    <a:pt x="768" y="26192"/>
                    <a:pt x="1501" y="26459"/>
                  </a:cubicBezTo>
                  <a:cubicBezTo>
                    <a:pt x="1968" y="26626"/>
                    <a:pt x="2502" y="26626"/>
                    <a:pt x="2969" y="26626"/>
                  </a:cubicBezTo>
                  <a:cubicBezTo>
                    <a:pt x="3536" y="26659"/>
                    <a:pt x="4103" y="26692"/>
                    <a:pt x="4637" y="26726"/>
                  </a:cubicBezTo>
                  <a:cubicBezTo>
                    <a:pt x="5771" y="26792"/>
                    <a:pt x="6905" y="26859"/>
                    <a:pt x="8039" y="26893"/>
                  </a:cubicBezTo>
                  <a:cubicBezTo>
                    <a:pt x="10274" y="26993"/>
                    <a:pt x="12509" y="27093"/>
                    <a:pt x="14778" y="27159"/>
                  </a:cubicBezTo>
                  <a:cubicBezTo>
                    <a:pt x="19281" y="27293"/>
                    <a:pt x="23784" y="27360"/>
                    <a:pt x="28287" y="27360"/>
                  </a:cubicBezTo>
                  <a:cubicBezTo>
                    <a:pt x="32524" y="27360"/>
                    <a:pt x="36827" y="27360"/>
                    <a:pt x="41063" y="27093"/>
                  </a:cubicBezTo>
                  <a:cubicBezTo>
                    <a:pt x="41110" y="27116"/>
                    <a:pt x="41157" y="27140"/>
                    <a:pt x="41205" y="27140"/>
                  </a:cubicBezTo>
                  <a:cubicBezTo>
                    <a:pt x="41224" y="27140"/>
                    <a:pt x="41244" y="27136"/>
                    <a:pt x="41263" y="27126"/>
                  </a:cubicBezTo>
                  <a:cubicBezTo>
                    <a:pt x="41330" y="27126"/>
                    <a:pt x="41363" y="27093"/>
                    <a:pt x="41430" y="27059"/>
                  </a:cubicBezTo>
                  <a:cubicBezTo>
                    <a:pt x="41530" y="27059"/>
                    <a:pt x="41663" y="27059"/>
                    <a:pt x="41763" y="27026"/>
                  </a:cubicBezTo>
                  <a:cubicBezTo>
                    <a:pt x="41897" y="27026"/>
                    <a:pt x="41897" y="26859"/>
                    <a:pt x="41763" y="26859"/>
                  </a:cubicBezTo>
                  <a:lnTo>
                    <a:pt x="41697" y="26859"/>
                  </a:lnTo>
                  <a:cubicBezTo>
                    <a:pt x="41997" y="26526"/>
                    <a:pt x="42097" y="26025"/>
                    <a:pt x="42130" y="25592"/>
                  </a:cubicBezTo>
                  <a:cubicBezTo>
                    <a:pt x="42197" y="24591"/>
                    <a:pt x="42264" y="23590"/>
                    <a:pt x="42331" y="22623"/>
                  </a:cubicBezTo>
                  <a:cubicBezTo>
                    <a:pt x="42531" y="19054"/>
                    <a:pt x="42597" y="15484"/>
                    <a:pt x="42564" y="11882"/>
                  </a:cubicBezTo>
                  <a:cubicBezTo>
                    <a:pt x="42564" y="10114"/>
                    <a:pt x="42497" y="8313"/>
                    <a:pt x="42431" y="6511"/>
                  </a:cubicBezTo>
                  <a:cubicBezTo>
                    <a:pt x="42331" y="4743"/>
                    <a:pt x="42264" y="2975"/>
                    <a:pt x="42064" y="1207"/>
                  </a:cubicBezTo>
                  <a:lnTo>
                    <a:pt x="42064" y="1207"/>
                  </a:lnTo>
                  <a:cubicBezTo>
                    <a:pt x="42364" y="1241"/>
                    <a:pt x="42631" y="1241"/>
                    <a:pt x="42931" y="1274"/>
                  </a:cubicBezTo>
                  <a:cubicBezTo>
                    <a:pt x="42941" y="1275"/>
                    <a:pt x="42950" y="1276"/>
                    <a:pt x="42959" y="1276"/>
                  </a:cubicBezTo>
                  <a:cubicBezTo>
                    <a:pt x="43264" y="1276"/>
                    <a:pt x="43255" y="740"/>
                    <a:pt x="42931" y="740"/>
                  </a:cubicBezTo>
                  <a:cubicBezTo>
                    <a:pt x="39895" y="540"/>
                    <a:pt x="36893" y="374"/>
                    <a:pt x="33891" y="273"/>
                  </a:cubicBezTo>
                  <a:cubicBezTo>
                    <a:pt x="29203" y="99"/>
                    <a:pt x="24540" y="0"/>
                    <a:pt x="198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29" name="Google Shape;2229;p60"/>
            <p:cNvSpPr/>
            <p:nvPr/>
          </p:nvSpPr>
          <p:spPr>
            <a:xfrm>
              <a:off x="7484458" y="1474144"/>
              <a:ext cx="877012" cy="554225"/>
            </a:xfrm>
            <a:custGeom>
              <a:rect b="b" l="l" r="r" t="t"/>
              <a:pathLst>
                <a:path extrusionOk="0" h="27594" w="43665">
                  <a:moveTo>
                    <a:pt x="20692" y="583"/>
                  </a:moveTo>
                  <a:cubicBezTo>
                    <a:pt x="22823" y="583"/>
                    <a:pt x="24955" y="602"/>
                    <a:pt x="27086" y="641"/>
                  </a:cubicBezTo>
                  <a:cubicBezTo>
                    <a:pt x="32123" y="741"/>
                    <a:pt x="37160" y="941"/>
                    <a:pt x="42197" y="1241"/>
                  </a:cubicBezTo>
                  <a:cubicBezTo>
                    <a:pt x="42264" y="3176"/>
                    <a:pt x="42397" y="5111"/>
                    <a:pt x="42464" y="7046"/>
                  </a:cubicBezTo>
                  <a:cubicBezTo>
                    <a:pt x="42564" y="10515"/>
                    <a:pt x="42597" y="13984"/>
                    <a:pt x="42497" y="17453"/>
                  </a:cubicBezTo>
                  <a:cubicBezTo>
                    <a:pt x="42464" y="19188"/>
                    <a:pt x="42364" y="20922"/>
                    <a:pt x="42264" y="22657"/>
                  </a:cubicBezTo>
                  <a:cubicBezTo>
                    <a:pt x="42230" y="23557"/>
                    <a:pt x="42164" y="24425"/>
                    <a:pt x="42097" y="25292"/>
                  </a:cubicBezTo>
                  <a:cubicBezTo>
                    <a:pt x="42064" y="25726"/>
                    <a:pt x="42097" y="26193"/>
                    <a:pt x="41863" y="26560"/>
                  </a:cubicBezTo>
                  <a:cubicBezTo>
                    <a:pt x="41595" y="27067"/>
                    <a:pt x="41166" y="27094"/>
                    <a:pt x="40672" y="27094"/>
                  </a:cubicBezTo>
                  <a:cubicBezTo>
                    <a:pt x="40614" y="27094"/>
                    <a:pt x="40555" y="27093"/>
                    <a:pt x="40496" y="27093"/>
                  </a:cubicBezTo>
                  <a:cubicBezTo>
                    <a:pt x="36059" y="27127"/>
                    <a:pt x="31623" y="27193"/>
                    <a:pt x="27186" y="27193"/>
                  </a:cubicBezTo>
                  <a:cubicBezTo>
                    <a:pt x="22750" y="27160"/>
                    <a:pt x="18280" y="27060"/>
                    <a:pt x="13843" y="26926"/>
                  </a:cubicBezTo>
                  <a:cubicBezTo>
                    <a:pt x="11608" y="26860"/>
                    <a:pt x="9407" y="26760"/>
                    <a:pt x="7172" y="26660"/>
                  </a:cubicBezTo>
                  <a:cubicBezTo>
                    <a:pt x="6071" y="26593"/>
                    <a:pt x="4970" y="26526"/>
                    <a:pt x="3870" y="26459"/>
                  </a:cubicBezTo>
                  <a:cubicBezTo>
                    <a:pt x="3336" y="26426"/>
                    <a:pt x="2769" y="26426"/>
                    <a:pt x="2202" y="26359"/>
                  </a:cubicBezTo>
                  <a:cubicBezTo>
                    <a:pt x="1768" y="26326"/>
                    <a:pt x="1401" y="26226"/>
                    <a:pt x="1201" y="25792"/>
                  </a:cubicBezTo>
                  <a:cubicBezTo>
                    <a:pt x="1001" y="25459"/>
                    <a:pt x="968" y="25058"/>
                    <a:pt x="968" y="24692"/>
                  </a:cubicBezTo>
                  <a:cubicBezTo>
                    <a:pt x="934" y="24158"/>
                    <a:pt x="934" y="23624"/>
                    <a:pt x="901" y="23124"/>
                  </a:cubicBezTo>
                  <a:cubicBezTo>
                    <a:pt x="867" y="21990"/>
                    <a:pt x="834" y="20889"/>
                    <a:pt x="801" y="19788"/>
                  </a:cubicBezTo>
                  <a:cubicBezTo>
                    <a:pt x="734" y="17653"/>
                    <a:pt x="667" y="15485"/>
                    <a:pt x="634" y="13317"/>
                  </a:cubicBezTo>
                  <a:cubicBezTo>
                    <a:pt x="601" y="9180"/>
                    <a:pt x="834" y="5011"/>
                    <a:pt x="1968" y="1008"/>
                  </a:cubicBezTo>
                  <a:lnTo>
                    <a:pt x="1968" y="1041"/>
                  </a:lnTo>
                  <a:cubicBezTo>
                    <a:pt x="4937" y="874"/>
                    <a:pt x="7906" y="774"/>
                    <a:pt x="10875" y="708"/>
                  </a:cubicBezTo>
                  <a:cubicBezTo>
                    <a:pt x="14147" y="627"/>
                    <a:pt x="17419" y="583"/>
                    <a:pt x="20692" y="583"/>
                  </a:cubicBezTo>
                  <a:close/>
                  <a:moveTo>
                    <a:pt x="20039" y="1"/>
                  </a:moveTo>
                  <a:cubicBezTo>
                    <a:pt x="19352" y="1"/>
                    <a:pt x="18666" y="3"/>
                    <a:pt x="17980" y="7"/>
                  </a:cubicBezTo>
                  <a:cubicBezTo>
                    <a:pt x="12576" y="41"/>
                    <a:pt x="7172" y="207"/>
                    <a:pt x="1735" y="474"/>
                  </a:cubicBezTo>
                  <a:cubicBezTo>
                    <a:pt x="1635" y="474"/>
                    <a:pt x="1501" y="574"/>
                    <a:pt x="1468" y="674"/>
                  </a:cubicBezTo>
                  <a:cubicBezTo>
                    <a:pt x="1334" y="1175"/>
                    <a:pt x="1201" y="1675"/>
                    <a:pt x="1068" y="2209"/>
                  </a:cubicBezTo>
                  <a:cubicBezTo>
                    <a:pt x="100" y="6378"/>
                    <a:pt x="0" y="10715"/>
                    <a:pt x="134" y="15018"/>
                  </a:cubicBezTo>
                  <a:cubicBezTo>
                    <a:pt x="167" y="17220"/>
                    <a:pt x="267" y="19454"/>
                    <a:pt x="334" y="21656"/>
                  </a:cubicBezTo>
                  <a:cubicBezTo>
                    <a:pt x="400" y="22723"/>
                    <a:pt x="367" y="23824"/>
                    <a:pt x="501" y="24892"/>
                  </a:cubicBezTo>
                  <a:cubicBezTo>
                    <a:pt x="567" y="25592"/>
                    <a:pt x="801" y="26426"/>
                    <a:pt x="1535" y="26693"/>
                  </a:cubicBezTo>
                  <a:cubicBezTo>
                    <a:pt x="1885" y="26843"/>
                    <a:pt x="2273" y="26862"/>
                    <a:pt x="2642" y="26862"/>
                  </a:cubicBezTo>
                  <a:cubicBezTo>
                    <a:pt x="2765" y="26862"/>
                    <a:pt x="2886" y="26860"/>
                    <a:pt x="3002" y="26860"/>
                  </a:cubicBezTo>
                  <a:cubicBezTo>
                    <a:pt x="3569" y="26893"/>
                    <a:pt x="4136" y="26926"/>
                    <a:pt x="4704" y="26960"/>
                  </a:cubicBezTo>
                  <a:cubicBezTo>
                    <a:pt x="5838" y="27027"/>
                    <a:pt x="6972" y="27093"/>
                    <a:pt x="8106" y="27127"/>
                  </a:cubicBezTo>
                  <a:cubicBezTo>
                    <a:pt x="10374" y="27227"/>
                    <a:pt x="12643" y="27327"/>
                    <a:pt x="14911" y="27393"/>
                  </a:cubicBezTo>
                  <a:cubicBezTo>
                    <a:pt x="19447" y="27527"/>
                    <a:pt x="23984" y="27594"/>
                    <a:pt x="28521" y="27594"/>
                  </a:cubicBezTo>
                  <a:cubicBezTo>
                    <a:pt x="30755" y="27594"/>
                    <a:pt x="32957" y="27594"/>
                    <a:pt x="35192" y="27560"/>
                  </a:cubicBezTo>
                  <a:cubicBezTo>
                    <a:pt x="36293" y="27527"/>
                    <a:pt x="37427" y="27494"/>
                    <a:pt x="38528" y="27460"/>
                  </a:cubicBezTo>
                  <a:cubicBezTo>
                    <a:pt x="38659" y="27456"/>
                    <a:pt x="38792" y="27454"/>
                    <a:pt x="38928" y="27454"/>
                  </a:cubicBezTo>
                  <a:cubicBezTo>
                    <a:pt x="39233" y="27454"/>
                    <a:pt x="39549" y="27462"/>
                    <a:pt x="39865" y="27462"/>
                  </a:cubicBezTo>
                  <a:cubicBezTo>
                    <a:pt x="40484" y="27462"/>
                    <a:pt x="41107" y="27433"/>
                    <a:pt x="41663" y="27260"/>
                  </a:cubicBezTo>
                  <a:cubicBezTo>
                    <a:pt x="41697" y="27227"/>
                    <a:pt x="41763" y="27227"/>
                    <a:pt x="41830" y="27193"/>
                  </a:cubicBezTo>
                  <a:cubicBezTo>
                    <a:pt x="42364" y="27027"/>
                    <a:pt x="42464" y="26326"/>
                    <a:pt x="42497" y="25792"/>
                  </a:cubicBezTo>
                  <a:cubicBezTo>
                    <a:pt x="42597" y="24825"/>
                    <a:pt x="42631" y="23824"/>
                    <a:pt x="42697" y="22824"/>
                  </a:cubicBezTo>
                  <a:cubicBezTo>
                    <a:pt x="42897" y="19221"/>
                    <a:pt x="42998" y="15618"/>
                    <a:pt x="42964" y="12016"/>
                  </a:cubicBezTo>
                  <a:cubicBezTo>
                    <a:pt x="42931" y="10181"/>
                    <a:pt x="42897" y="8380"/>
                    <a:pt x="42797" y="6579"/>
                  </a:cubicBezTo>
                  <a:cubicBezTo>
                    <a:pt x="42731" y="4811"/>
                    <a:pt x="42631" y="3009"/>
                    <a:pt x="42430" y="1241"/>
                  </a:cubicBezTo>
                  <a:cubicBezTo>
                    <a:pt x="42731" y="1241"/>
                    <a:pt x="43031" y="1275"/>
                    <a:pt x="43331" y="1275"/>
                  </a:cubicBezTo>
                  <a:cubicBezTo>
                    <a:pt x="43341" y="1276"/>
                    <a:pt x="43351" y="1276"/>
                    <a:pt x="43361" y="1276"/>
                  </a:cubicBezTo>
                  <a:cubicBezTo>
                    <a:pt x="43664" y="1276"/>
                    <a:pt x="43655" y="773"/>
                    <a:pt x="43331" y="741"/>
                  </a:cubicBezTo>
                  <a:cubicBezTo>
                    <a:pt x="40262" y="574"/>
                    <a:pt x="37227" y="407"/>
                    <a:pt x="34191" y="274"/>
                  </a:cubicBezTo>
                  <a:cubicBezTo>
                    <a:pt x="29474" y="99"/>
                    <a:pt x="24756" y="1"/>
                    <a:pt x="2003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30" name="Google Shape;2230;p60"/>
            <p:cNvSpPr/>
            <p:nvPr/>
          </p:nvSpPr>
          <p:spPr>
            <a:xfrm>
              <a:off x="7544071" y="1797372"/>
              <a:ext cx="425461" cy="16430"/>
            </a:xfrm>
            <a:custGeom>
              <a:rect b="b" l="l" r="r" t="t"/>
              <a:pathLst>
                <a:path extrusionOk="0" h="818" w="21183">
                  <a:moveTo>
                    <a:pt x="5522" y="1"/>
                  </a:moveTo>
                  <a:cubicBezTo>
                    <a:pt x="3804" y="1"/>
                    <a:pt x="2086" y="26"/>
                    <a:pt x="368" y="126"/>
                  </a:cubicBezTo>
                  <a:cubicBezTo>
                    <a:pt x="1" y="126"/>
                    <a:pt x="1" y="660"/>
                    <a:pt x="368" y="693"/>
                  </a:cubicBezTo>
                  <a:cubicBezTo>
                    <a:pt x="2086" y="793"/>
                    <a:pt x="3804" y="818"/>
                    <a:pt x="5522" y="818"/>
                  </a:cubicBezTo>
                  <a:cubicBezTo>
                    <a:pt x="7239" y="818"/>
                    <a:pt x="8957" y="793"/>
                    <a:pt x="10675" y="793"/>
                  </a:cubicBezTo>
                  <a:cubicBezTo>
                    <a:pt x="11150" y="788"/>
                    <a:pt x="11626" y="787"/>
                    <a:pt x="12101" y="787"/>
                  </a:cubicBezTo>
                  <a:cubicBezTo>
                    <a:pt x="12871" y="787"/>
                    <a:pt x="13642" y="791"/>
                    <a:pt x="14413" y="791"/>
                  </a:cubicBezTo>
                  <a:cubicBezTo>
                    <a:pt x="16613" y="791"/>
                    <a:pt x="18811" y="760"/>
                    <a:pt x="20983" y="526"/>
                  </a:cubicBezTo>
                  <a:cubicBezTo>
                    <a:pt x="21183" y="526"/>
                    <a:pt x="21183" y="293"/>
                    <a:pt x="20983" y="259"/>
                  </a:cubicBezTo>
                  <a:cubicBezTo>
                    <a:pt x="19013" y="47"/>
                    <a:pt x="17021" y="2"/>
                    <a:pt x="15025" y="2"/>
                  </a:cubicBezTo>
                  <a:cubicBezTo>
                    <a:pt x="13574" y="2"/>
                    <a:pt x="12122" y="26"/>
                    <a:pt x="10675" y="26"/>
                  </a:cubicBezTo>
                  <a:cubicBezTo>
                    <a:pt x="8957" y="26"/>
                    <a:pt x="7239" y="1"/>
                    <a:pt x="55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31" name="Google Shape;2231;p60"/>
            <p:cNvSpPr/>
            <p:nvPr/>
          </p:nvSpPr>
          <p:spPr>
            <a:xfrm>
              <a:off x="8161805" y="1892695"/>
              <a:ext cx="111894" cy="61982"/>
            </a:xfrm>
            <a:custGeom>
              <a:rect b="b" l="l" r="r" t="t"/>
              <a:pathLst>
                <a:path extrusionOk="0" h="3086" w="5571">
                  <a:moveTo>
                    <a:pt x="2802" y="884"/>
                  </a:moveTo>
                  <a:cubicBezTo>
                    <a:pt x="3203" y="884"/>
                    <a:pt x="3636" y="917"/>
                    <a:pt x="4036" y="917"/>
                  </a:cubicBezTo>
                  <a:cubicBezTo>
                    <a:pt x="4192" y="917"/>
                    <a:pt x="4363" y="932"/>
                    <a:pt x="4538" y="932"/>
                  </a:cubicBezTo>
                  <a:cubicBezTo>
                    <a:pt x="4626" y="932"/>
                    <a:pt x="4715" y="928"/>
                    <a:pt x="4804" y="917"/>
                  </a:cubicBezTo>
                  <a:lnTo>
                    <a:pt x="4804" y="917"/>
                  </a:lnTo>
                  <a:cubicBezTo>
                    <a:pt x="4770" y="1217"/>
                    <a:pt x="4770" y="1551"/>
                    <a:pt x="4770" y="1851"/>
                  </a:cubicBezTo>
                  <a:lnTo>
                    <a:pt x="4770" y="2151"/>
                  </a:lnTo>
                  <a:cubicBezTo>
                    <a:pt x="4770" y="2185"/>
                    <a:pt x="4770" y="2251"/>
                    <a:pt x="4737" y="2285"/>
                  </a:cubicBezTo>
                  <a:lnTo>
                    <a:pt x="4303" y="2285"/>
                  </a:lnTo>
                  <a:cubicBezTo>
                    <a:pt x="3469" y="2285"/>
                    <a:pt x="2602" y="2251"/>
                    <a:pt x="1768" y="2251"/>
                  </a:cubicBezTo>
                  <a:lnTo>
                    <a:pt x="968" y="2251"/>
                  </a:lnTo>
                  <a:lnTo>
                    <a:pt x="968" y="2218"/>
                  </a:lnTo>
                  <a:cubicBezTo>
                    <a:pt x="1001" y="2051"/>
                    <a:pt x="968" y="1818"/>
                    <a:pt x="968" y="1618"/>
                  </a:cubicBezTo>
                  <a:lnTo>
                    <a:pt x="968" y="1017"/>
                  </a:lnTo>
                  <a:cubicBezTo>
                    <a:pt x="968" y="1017"/>
                    <a:pt x="968" y="917"/>
                    <a:pt x="968" y="884"/>
                  </a:cubicBezTo>
                  <a:close/>
                  <a:moveTo>
                    <a:pt x="1198" y="0"/>
                  </a:moveTo>
                  <a:cubicBezTo>
                    <a:pt x="913" y="0"/>
                    <a:pt x="621" y="36"/>
                    <a:pt x="401" y="217"/>
                  </a:cubicBezTo>
                  <a:cubicBezTo>
                    <a:pt x="0" y="550"/>
                    <a:pt x="134" y="1184"/>
                    <a:pt x="134" y="1618"/>
                  </a:cubicBezTo>
                  <a:cubicBezTo>
                    <a:pt x="134" y="2085"/>
                    <a:pt x="67" y="2652"/>
                    <a:pt x="501" y="2952"/>
                  </a:cubicBezTo>
                  <a:cubicBezTo>
                    <a:pt x="701" y="3085"/>
                    <a:pt x="968" y="3085"/>
                    <a:pt x="1201" y="3085"/>
                  </a:cubicBezTo>
                  <a:lnTo>
                    <a:pt x="3469" y="3085"/>
                  </a:lnTo>
                  <a:cubicBezTo>
                    <a:pt x="3736" y="3085"/>
                    <a:pt x="4036" y="3085"/>
                    <a:pt x="4303" y="3052"/>
                  </a:cubicBezTo>
                  <a:cubicBezTo>
                    <a:pt x="4459" y="3052"/>
                    <a:pt x="4615" y="3067"/>
                    <a:pt x="4770" y="3067"/>
                  </a:cubicBezTo>
                  <a:cubicBezTo>
                    <a:pt x="4848" y="3067"/>
                    <a:pt x="4926" y="3063"/>
                    <a:pt x="5004" y="3052"/>
                  </a:cubicBezTo>
                  <a:cubicBezTo>
                    <a:pt x="5538" y="2919"/>
                    <a:pt x="5538" y="2418"/>
                    <a:pt x="5538" y="1985"/>
                  </a:cubicBezTo>
                  <a:cubicBezTo>
                    <a:pt x="5504" y="1551"/>
                    <a:pt x="5471" y="1151"/>
                    <a:pt x="5437" y="717"/>
                  </a:cubicBezTo>
                  <a:cubicBezTo>
                    <a:pt x="5571" y="550"/>
                    <a:pt x="5538" y="250"/>
                    <a:pt x="5337" y="150"/>
                  </a:cubicBezTo>
                  <a:cubicBezTo>
                    <a:pt x="5137" y="61"/>
                    <a:pt x="4937" y="46"/>
                    <a:pt x="4727" y="46"/>
                  </a:cubicBezTo>
                  <a:cubicBezTo>
                    <a:pt x="4622" y="46"/>
                    <a:pt x="4515" y="50"/>
                    <a:pt x="4403" y="50"/>
                  </a:cubicBezTo>
                  <a:lnTo>
                    <a:pt x="3469" y="50"/>
                  </a:lnTo>
                  <a:cubicBezTo>
                    <a:pt x="2902" y="50"/>
                    <a:pt x="2335" y="50"/>
                    <a:pt x="1735" y="16"/>
                  </a:cubicBezTo>
                  <a:cubicBezTo>
                    <a:pt x="1575" y="16"/>
                    <a:pt x="1388" y="0"/>
                    <a:pt x="11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32" name="Google Shape;2232;p60"/>
            <p:cNvSpPr/>
            <p:nvPr/>
          </p:nvSpPr>
          <p:spPr>
            <a:xfrm>
              <a:off x="7827490" y="1890225"/>
              <a:ext cx="157446" cy="64212"/>
            </a:xfrm>
            <a:custGeom>
              <a:rect b="b" l="l" r="r" t="t"/>
              <a:pathLst>
                <a:path extrusionOk="0" h="3197" w="7839">
                  <a:moveTo>
                    <a:pt x="2902" y="840"/>
                  </a:moveTo>
                  <a:cubicBezTo>
                    <a:pt x="3603" y="840"/>
                    <a:pt x="4303" y="840"/>
                    <a:pt x="4970" y="873"/>
                  </a:cubicBezTo>
                  <a:cubicBezTo>
                    <a:pt x="5304" y="873"/>
                    <a:pt x="5604" y="907"/>
                    <a:pt x="5938" y="907"/>
                  </a:cubicBezTo>
                  <a:cubicBezTo>
                    <a:pt x="6197" y="930"/>
                    <a:pt x="6457" y="954"/>
                    <a:pt x="6716" y="954"/>
                  </a:cubicBezTo>
                  <a:cubicBezTo>
                    <a:pt x="6823" y="954"/>
                    <a:pt x="6931" y="950"/>
                    <a:pt x="7038" y="940"/>
                  </a:cubicBezTo>
                  <a:cubicBezTo>
                    <a:pt x="7072" y="940"/>
                    <a:pt x="7105" y="907"/>
                    <a:pt x="7105" y="907"/>
                  </a:cubicBezTo>
                  <a:cubicBezTo>
                    <a:pt x="7105" y="1207"/>
                    <a:pt x="7105" y="1474"/>
                    <a:pt x="7138" y="1774"/>
                  </a:cubicBezTo>
                  <a:cubicBezTo>
                    <a:pt x="7138" y="1941"/>
                    <a:pt x="7138" y="2074"/>
                    <a:pt x="7138" y="2241"/>
                  </a:cubicBezTo>
                  <a:cubicBezTo>
                    <a:pt x="7138" y="2360"/>
                    <a:pt x="7173" y="2377"/>
                    <a:pt x="7119" y="2377"/>
                  </a:cubicBezTo>
                  <a:cubicBezTo>
                    <a:pt x="7098" y="2377"/>
                    <a:pt x="7062" y="2374"/>
                    <a:pt x="7005" y="2374"/>
                  </a:cubicBezTo>
                  <a:cubicBezTo>
                    <a:pt x="6338" y="2374"/>
                    <a:pt x="5671" y="2474"/>
                    <a:pt x="5004" y="2474"/>
                  </a:cubicBezTo>
                  <a:cubicBezTo>
                    <a:pt x="4403" y="2474"/>
                    <a:pt x="3769" y="2441"/>
                    <a:pt x="3169" y="2374"/>
                  </a:cubicBezTo>
                  <a:cubicBezTo>
                    <a:pt x="2802" y="2374"/>
                    <a:pt x="2468" y="2341"/>
                    <a:pt x="2102" y="2274"/>
                  </a:cubicBezTo>
                  <a:cubicBezTo>
                    <a:pt x="1968" y="2274"/>
                    <a:pt x="1835" y="2241"/>
                    <a:pt x="1668" y="2208"/>
                  </a:cubicBezTo>
                  <a:cubicBezTo>
                    <a:pt x="1604" y="2208"/>
                    <a:pt x="1261" y="2208"/>
                    <a:pt x="1206" y="2148"/>
                  </a:cubicBezTo>
                  <a:lnTo>
                    <a:pt x="1206" y="2148"/>
                  </a:lnTo>
                  <a:cubicBezTo>
                    <a:pt x="1206" y="2148"/>
                    <a:pt x="1207" y="2148"/>
                    <a:pt x="1207" y="2148"/>
                  </a:cubicBezTo>
                  <a:cubicBezTo>
                    <a:pt x="1224" y="2148"/>
                    <a:pt x="1168" y="1805"/>
                    <a:pt x="1168" y="1774"/>
                  </a:cubicBezTo>
                  <a:cubicBezTo>
                    <a:pt x="1134" y="1641"/>
                    <a:pt x="1101" y="1507"/>
                    <a:pt x="1101" y="1374"/>
                  </a:cubicBezTo>
                  <a:cubicBezTo>
                    <a:pt x="1067" y="1207"/>
                    <a:pt x="1001" y="1040"/>
                    <a:pt x="967" y="873"/>
                  </a:cubicBezTo>
                  <a:lnTo>
                    <a:pt x="1001" y="873"/>
                  </a:lnTo>
                  <a:cubicBezTo>
                    <a:pt x="1001" y="873"/>
                    <a:pt x="1001" y="840"/>
                    <a:pt x="967" y="840"/>
                  </a:cubicBezTo>
                  <a:lnTo>
                    <a:pt x="1001" y="840"/>
                  </a:lnTo>
                  <a:cubicBezTo>
                    <a:pt x="1101" y="862"/>
                    <a:pt x="1208" y="870"/>
                    <a:pt x="1318" y="870"/>
                  </a:cubicBezTo>
                  <a:cubicBezTo>
                    <a:pt x="1538" y="870"/>
                    <a:pt x="1768" y="840"/>
                    <a:pt x="1968" y="840"/>
                  </a:cubicBezTo>
                  <a:close/>
                  <a:moveTo>
                    <a:pt x="1122" y="1"/>
                  </a:moveTo>
                  <a:cubicBezTo>
                    <a:pt x="939" y="1"/>
                    <a:pt x="747" y="13"/>
                    <a:pt x="567" y="73"/>
                  </a:cubicBezTo>
                  <a:cubicBezTo>
                    <a:pt x="0" y="240"/>
                    <a:pt x="133" y="840"/>
                    <a:pt x="234" y="1307"/>
                  </a:cubicBezTo>
                  <a:cubicBezTo>
                    <a:pt x="334" y="1774"/>
                    <a:pt x="367" y="2608"/>
                    <a:pt x="867" y="2841"/>
                  </a:cubicBezTo>
                  <a:cubicBezTo>
                    <a:pt x="1134" y="2975"/>
                    <a:pt x="1434" y="2975"/>
                    <a:pt x="1701" y="3008"/>
                  </a:cubicBezTo>
                  <a:cubicBezTo>
                    <a:pt x="2035" y="3042"/>
                    <a:pt x="2368" y="3075"/>
                    <a:pt x="2702" y="3108"/>
                  </a:cubicBezTo>
                  <a:cubicBezTo>
                    <a:pt x="3398" y="3162"/>
                    <a:pt x="4094" y="3196"/>
                    <a:pt x="4791" y="3196"/>
                  </a:cubicBezTo>
                  <a:cubicBezTo>
                    <a:pt x="5395" y="3196"/>
                    <a:pt x="6000" y="3170"/>
                    <a:pt x="6605" y="3108"/>
                  </a:cubicBezTo>
                  <a:cubicBezTo>
                    <a:pt x="7105" y="3075"/>
                    <a:pt x="7772" y="3108"/>
                    <a:pt x="7806" y="2474"/>
                  </a:cubicBezTo>
                  <a:cubicBezTo>
                    <a:pt x="7839" y="2174"/>
                    <a:pt x="7772" y="1841"/>
                    <a:pt x="7739" y="1507"/>
                  </a:cubicBezTo>
                  <a:cubicBezTo>
                    <a:pt x="7706" y="1240"/>
                    <a:pt x="7672" y="940"/>
                    <a:pt x="7639" y="640"/>
                  </a:cubicBezTo>
                  <a:cubicBezTo>
                    <a:pt x="7605" y="506"/>
                    <a:pt x="7539" y="473"/>
                    <a:pt x="7405" y="473"/>
                  </a:cubicBezTo>
                  <a:cubicBezTo>
                    <a:pt x="7405" y="340"/>
                    <a:pt x="7305" y="206"/>
                    <a:pt x="7138" y="173"/>
                  </a:cubicBezTo>
                  <a:cubicBezTo>
                    <a:pt x="6738" y="73"/>
                    <a:pt x="6338" y="73"/>
                    <a:pt x="5938" y="73"/>
                  </a:cubicBezTo>
                  <a:cubicBezTo>
                    <a:pt x="5571" y="39"/>
                    <a:pt x="5204" y="39"/>
                    <a:pt x="4837" y="39"/>
                  </a:cubicBezTo>
                  <a:cubicBezTo>
                    <a:pt x="4070" y="6"/>
                    <a:pt x="3269" y="6"/>
                    <a:pt x="2502" y="6"/>
                  </a:cubicBezTo>
                  <a:lnTo>
                    <a:pt x="1468" y="6"/>
                  </a:lnTo>
                  <a:cubicBezTo>
                    <a:pt x="1361" y="6"/>
                    <a:pt x="1244" y="1"/>
                    <a:pt x="11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33" name="Google Shape;2233;p60"/>
            <p:cNvSpPr/>
            <p:nvPr/>
          </p:nvSpPr>
          <p:spPr>
            <a:xfrm>
              <a:off x="7555479" y="1893599"/>
              <a:ext cx="189622" cy="60697"/>
            </a:xfrm>
            <a:custGeom>
              <a:rect b="b" l="l" r="r" t="t"/>
              <a:pathLst>
                <a:path extrusionOk="0" h="3022" w="9441">
                  <a:moveTo>
                    <a:pt x="1060" y="830"/>
                  </a:moveTo>
                  <a:cubicBezTo>
                    <a:pt x="1291" y="830"/>
                    <a:pt x="1546" y="878"/>
                    <a:pt x="1735" y="905"/>
                  </a:cubicBezTo>
                  <a:cubicBezTo>
                    <a:pt x="2068" y="905"/>
                    <a:pt x="2402" y="905"/>
                    <a:pt x="2735" y="939"/>
                  </a:cubicBezTo>
                  <a:cubicBezTo>
                    <a:pt x="3402" y="972"/>
                    <a:pt x="4070" y="1006"/>
                    <a:pt x="4737" y="1039"/>
                  </a:cubicBezTo>
                  <a:cubicBezTo>
                    <a:pt x="6038" y="1072"/>
                    <a:pt x="7372" y="1139"/>
                    <a:pt x="8673" y="1206"/>
                  </a:cubicBezTo>
                  <a:cubicBezTo>
                    <a:pt x="8673" y="1339"/>
                    <a:pt x="8640" y="1473"/>
                    <a:pt x="8640" y="1606"/>
                  </a:cubicBezTo>
                  <a:cubicBezTo>
                    <a:pt x="8606" y="1739"/>
                    <a:pt x="8573" y="1906"/>
                    <a:pt x="8506" y="2040"/>
                  </a:cubicBezTo>
                  <a:cubicBezTo>
                    <a:pt x="8439" y="2340"/>
                    <a:pt x="8439" y="2340"/>
                    <a:pt x="8139" y="2373"/>
                  </a:cubicBezTo>
                  <a:cubicBezTo>
                    <a:pt x="7339" y="2373"/>
                    <a:pt x="6538" y="2306"/>
                    <a:pt x="5737" y="2306"/>
                  </a:cubicBezTo>
                  <a:lnTo>
                    <a:pt x="3302" y="2240"/>
                  </a:lnTo>
                  <a:cubicBezTo>
                    <a:pt x="2952" y="2240"/>
                    <a:pt x="2594" y="2248"/>
                    <a:pt x="2231" y="2248"/>
                  </a:cubicBezTo>
                  <a:cubicBezTo>
                    <a:pt x="1868" y="2248"/>
                    <a:pt x="1501" y="2240"/>
                    <a:pt x="1134" y="2206"/>
                  </a:cubicBezTo>
                  <a:cubicBezTo>
                    <a:pt x="1101" y="2006"/>
                    <a:pt x="1067" y="1839"/>
                    <a:pt x="1034" y="1639"/>
                  </a:cubicBezTo>
                  <a:cubicBezTo>
                    <a:pt x="1001" y="1506"/>
                    <a:pt x="901" y="1072"/>
                    <a:pt x="901" y="839"/>
                  </a:cubicBezTo>
                  <a:cubicBezTo>
                    <a:pt x="952" y="832"/>
                    <a:pt x="1005" y="830"/>
                    <a:pt x="1060" y="830"/>
                  </a:cubicBezTo>
                  <a:close/>
                  <a:moveTo>
                    <a:pt x="870" y="1"/>
                  </a:moveTo>
                  <a:cubicBezTo>
                    <a:pt x="598" y="1"/>
                    <a:pt x="317" y="38"/>
                    <a:pt x="167" y="338"/>
                  </a:cubicBezTo>
                  <a:cubicBezTo>
                    <a:pt x="0" y="672"/>
                    <a:pt x="100" y="1139"/>
                    <a:pt x="167" y="1473"/>
                  </a:cubicBezTo>
                  <a:cubicBezTo>
                    <a:pt x="234" y="1906"/>
                    <a:pt x="334" y="2340"/>
                    <a:pt x="500" y="2740"/>
                  </a:cubicBezTo>
                  <a:cubicBezTo>
                    <a:pt x="567" y="2840"/>
                    <a:pt x="701" y="2940"/>
                    <a:pt x="834" y="2940"/>
                  </a:cubicBezTo>
                  <a:cubicBezTo>
                    <a:pt x="1151" y="2909"/>
                    <a:pt x="1475" y="2897"/>
                    <a:pt x="1801" y="2897"/>
                  </a:cubicBezTo>
                  <a:cubicBezTo>
                    <a:pt x="2505" y="2897"/>
                    <a:pt x="3219" y="2951"/>
                    <a:pt x="3903" y="2974"/>
                  </a:cubicBezTo>
                  <a:cubicBezTo>
                    <a:pt x="4870" y="2974"/>
                    <a:pt x="5838" y="3007"/>
                    <a:pt x="6805" y="3007"/>
                  </a:cubicBezTo>
                  <a:cubicBezTo>
                    <a:pt x="7138" y="3007"/>
                    <a:pt x="7472" y="3022"/>
                    <a:pt x="7806" y="3022"/>
                  </a:cubicBezTo>
                  <a:cubicBezTo>
                    <a:pt x="7972" y="3022"/>
                    <a:pt x="8139" y="3018"/>
                    <a:pt x="8306" y="3007"/>
                  </a:cubicBezTo>
                  <a:cubicBezTo>
                    <a:pt x="8640" y="3007"/>
                    <a:pt x="8873" y="2907"/>
                    <a:pt x="9006" y="2573"/>
                  </a:cubicBezTo>
                  <a:cubicBezTo>
                    <a:pt x="9307" y="1940"/>
                    <a:pt x="9440" y="905"/>
                    <a:pt x="9073" y="238"/>
                  </a:cubicBezTo>
                  <a:cubicBezTo>
                    <a:pt x="9034" y="160"/>
                    <a:pt x="8974" y="127"/>
                    <a:pt x="8913" y="127"/>
                  </a:cubicBezTo>
                  <a:cubicBezTo>
                    <a:pt x="8820" y="127"/>
                    <a:pt x="8726" y="204"/>
                    <a:pt x="8706" y="305"/>
                  </a:cubicBezTo>
                  <a:cubicBezTo>
                    <a:pt x="6705" y="238"/>
                    <a:pt x="4737" y="138"/>
                    <a:pt x="2735" y="72"/>
                  </a:cubicBezTo>
                  <a:cubicBezTo>
                    <a:pt x="2202" y="38"/>
                    <a:pt x="1668" y="38"/>
                    <a:pt x="1134" y="5"/>
                  </a:cubicBezTo>
                  <a:cubicBezTo>
                    <a:pt x="1051" y="5"/>
                    <a:pt x="961" y="1"/>
                    <a:pt x="8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34" name="Google Shape;2234;p60"/>
            <p:cNvSpPr/>
            <p:nvPr/>
          </p:nvSpPr>
          <p:spPr>
            <a:xfrm>
              <a:off x="5303669" y="2385963"/>
              <a:ext cx="841521" cy="531469"/>
            </a:xfrm>
            <a:custGeom>
              <a:rect b="b" l="l" r="r" t="t"/>
              <a:pathLst>
                <a:path extrusionOk="0" h="26461" w="41898">
                  <a:moveTo>
                    <a:pt x="22101" y="0"/>
                  </a:moveTo>
                  <a:cubicBezTo>
                    <a:pt x="17769" y="0"/>
                    <a:pt x="13433" y="74"/>
                    <a:pt x="9074" y="242"/>
                  </a:cubicBezTo>
                  <a:cubicBezTo>
                    <a:pt x="6172" y="342"/>
                    <a:pt x="3270" y="509"/>
                    <a:pt x="334" y="676"/>
                  </a:cubicBezTo>
                  <a:cubicBezTo>
                    <a:pt x="11" y="708"/>
                    <a:pt x="1" y="1211"/>
                    <a:pt x="305" y="1211"/>
                  </a:cubicBezTo>
                  <a:cubicBezTo>
                    <a:pt x="314" y="1211"/>
                    <a:pt x="324" y="1210"/>
                    <a:pt x="334" y="1209"/>
                  </a:cubicBezTo>
                  <a:cubicBezTo>
                    <a:pt x="601" y="1209"/>
                    <a:pt x="901" y="1176"/>
                    <a:pt x="1168" y="1176"/>
                  </a:cubicBezTo>
                  <a:cubicBezTo>
                    <a:pt x="968" y="2877"/>
                    <a:pt x="901" y="4578"/>
                    <a:pt x="835" y="6313"/>
                  </a:cubicBezTo>
                  <a:cubicBezTo>
                    <a:pt x="735" y="8014"/>
                    <a:pt x="701" y="9749"/>
                    <a:pt x="668" y="11483"/>
                  </a:cubicBezTo>
                  <a:cubicBezTo>
                    <a:pt x="634" y="14952"/>
                    <a:pt x="735" y="18422"/>
                    <a:pt x="935" y="21857"/>
                  </a:cubicBezTo>
                  <a:cubicBezTo>
                    <a:pt x="968" y="22825"/>
                    <a:pt x="1035" y="23792"/>
                    <a:pt x="1101" y="24726"/>
                  </a:cubicBezTo>
                  <a:cubicBezTo>
                    <a:pt x="1135" y="25160"/>
                    <a:pt x="1235" y="25660"/>
                    <a:pt x="1535" y="25960"/>
                  </a:cubicBezTo>
                  <a:lnTo>
                    <a:pt x="1435" y="25960"/>
                  </a:lnTo>
                  <a:cubicBezTo>
                    <a:pt x="1335" y="25960"/>
                    <a:pt x="1335" y="26127"/>
                    <a:pt x="1435" y="26160"/>
                  </a:cubicBezTo>
                  <a:lnTo>
                    <a:pt x="1802" y="26160"/>
                  </a:lnTo>
                  <a:cubicBezTo>
                    <a:pt x="1835" y="26194"/>
                    <a:pt x="1869" y="26227"/>
                    <a:pt x="1935" y="26227"/>
                  </a:cubicBezTo>
                  <a:cubicBezTo>
                    <a:pt x="1965" y="26237"/>
                    <a:pt x="1988" y="26241"/>
                    <a:pt x="2009" y="26241"/>
                  </a:cubicBezTo>
                  <a:cubicBezTo>
                    <a:pt x="2058" y="26241"/>
                    <a:pt x="2088" y="26217"/>
                    <a:pt x="2136" y="26194"/>
                  </a:cubicBezTo>
                  <a:cubicBezTo>
                    <a:pt x="6238" y="26461"/>
                    <a:pt x="10375" y="26427"/>
                    <a:pt x="14511" y="26461"/>
                  </a:cubicBezTo>
                  <a:cubicBezTo>
                    <a:pt x="18881" y="26461"/>
                    <a:pt x="23217" y="26394"/>
                    <a:pt x="27587" y="26260"/>
                  </a:cubicBezTo>
                  <a:cubicBezTo>
                    <a:pt x="29755" y="26194"/>
                    <a:pt x="31923" y="26094"/>
                    <a:pt x="34092" y="25994"/>
                  </a:cubicBezTo>
                  <a:cubicBezTo>
                    <a:pt x="35192" y="25960"/>
                    <a:pt x="36293" y="25894"/>
                    <a:pt x="37361" y="25827"/>
                  </a:cubicBezTo>
                  <a:cubicBezTo>
                    <a:pt x="37894" y="25827"/>
                    <a:pt x="38461" y="25793"/>
                    <a:pt x="38995" y="25760"/>
                  </a:cubicBezTo>
                  <a:cubicBezTo>
                    <a:pt x="39462" y="25727"/>
                    <a:pt x="39963" y="25760"/>
                    <a:pt x="40396" y="25593"/>
                  </a:cubicBezTo>
                  <a:cubicBezTo>
                    <a:pt x="41130" y="25326"/>
                    <a:pt x="41330" y="24526"/>
                    <a:pt x="41397" y="23825"/>
                  </a:cubicBezTo>
                  <a:cubicBezTo>
                    <a:pt x="41530" y="22825"/>
                    <a:pt x="41530" y="21791"/>
                    <a:pt x="41564" y="20757"/>
                  </a:cubicBezTo>
                  <a:cubicBezTo>
                    <a:pt x="41630" y="18622"/>
                    <a:pt x="41730" y="16487"/>
                    <a:pt x="41764" y="14352"/>
                  </a:cubicBezTo>
                  <a:cubicBezTo>
                    <a:pt x="41897" y="10249"/>
                    <a:pt x="41797" y="6079"/>
                    <a:pt x="40863" y="2077"/>
                  </a:cubicBezTo>
                  <a:cubicBezTo>
                    <a:pt x="40730" y="1576"/>
                    <a:pt x="40630" y="1109"/>
                    <a:pt x="40463" y="642"/>
                  </a:cubicBezTo>
                  <a:cubicBezTo>
                    <a:pt x="40430" y="509"/>
                    <a:pt x="40329" y="442"/>
                    <a:pt x="40229" y="442"/>
                  </a:cubicBezTo>
                  <a:cubicBezTo>
                    <a:pt x="35026" y="175"/>
                    <a:pt x="29822" y="8"/>
                    <a:pt x="24618" y="8"/>
                  </a:cubicBezTo>
                  <a:cubicBezTo>
                    <a:pt x="23779" y="3"/>
                    <a:pt x="22940" y="0"/>
                    <a:pt x="221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35" name="Google Shape;2235;p60"/>
            <p:cNvSpPr/>
            <p:nvPr/>
          </p:nvSpPr>
          <p:spPr>
            <a:xfrm>
              <a:off x="5300335" y="2383312"/>
              <a:ext cx="848210" cy="536129"/>
            </a:xfrm>
            <a:custGeom>
              <a:rect b="b" l="l" r="r" t="t"/>
              <a:pathLst>
                <a:path extrusionOk="0" h="26693" w="42231">
                  <a:moveTo>
                    <a:pt x="22523" y="564"/>
                  </a:moveTo>
                  <a:cubicBezTo>
                    <a:pt x="25581" y="564"/>
                    <a:pt x="28641" y="596"/>
                    <a:pt x="31689" y="674"/>
                  </a:cubicBezTo>
                  <a:cubicBezTo>
                    <a:pt x="34591" y="741"/>
                    <a:pt x="37460" y="841"/>
                    <a:pt x="40329" y="974"/>
                  </a:cubicBezTo>
                  <a:cubicBezTo>
                    <a:pt x="41429" y="4844"/>
                    <a:pt x="41630" y="8880"/>
                    <a:pt x="41596" y="12883"/>
                  </a:cubicBezTo>
                  <a:cubicBezTo>
                    <a:pt x="41596" y="14984"/>
                    <a:pt x="41496" y="17052"/>
                    <a:pt x="41429" y="19154"/>
                  </a:cubicBezTo>
                  <a:cubicBezTo>
                    <a:pt x="41396" y="20221"/>
                    <a:pt x="41363" y="21289"/>
                    <a:pt x="41363" y="22356"/>
                  </a:cubicBezTo>
                  <a:cubicBezTo>
                    <a:pt x="41329" y="22857"/>
                    <a:pt x="41329" y="23390"/>
                    <a:pt x="41296" y="23891"/>
                  </a:cubicBezTo>
                  <a:cubicBezTo>
                    <a:pt x="41263" y="24258"/>
                    <a:pt x="41229" y="24625"/>
                    <a:pt x="41063" y="24958"/>
                  </a:cubicBezTo>
                  <a:cubicBezTo>
                    <a:pt x="40862" y="25358"/>
                    <a:pt x="40495" y="25492"/>
                    <a:pt x="40095" y="25525"/>
                  </a:cubicBezTo>
                  <a:cubicBezTo>
                    <a:pt x="39561" y="25559"/>
                    <a:pt x="38994" y="25592"/>
                    <a:pt x="38461" y="25625"/>
                  </a:cubicBezTo>
                  <a:cubicBezTo>
                    <a:pt x="37393" y="25692"/>
                    <a:pt x="36326" y="25725"/>
                    <a:pt x="35258" y="25792"/>
                  </a:cubicBezTo>
                  <a:cubicBezTo>
                    <a:pt x="33124" y="25892"/>
                    <a:pt x="30989" y="25959"/>
                    <a:pt x="28854" y="26059"/>
                  </a:cubicBezTo>
                  <a:cubicBezTo>
                    <a:pt x="24517" y="26192"/>
                    <a:pt x="20214" y="26292"/>
                    <a:pt x="15911" y="26292"/>
                  </a:cubicBezTo>
                  <a:cubicBezTo>
                    <a:pt x="15122" y="26299"/>
                    <a:pt x="14333" y="26301"/>
                    <a:pt x="13545" y="26301"/>
                  </a:cubicBezTo>
                  <a:cubicBezTo>
                    <a:pt x="10040" y="26301"/>
                    <a:pt x="6549" y="26247"/>
                    <a:pt x="3035" y="26192"/>
                  </a:cubicBezTo>
                  <a:cubicBezTo>
                    <a:pt x="2976" y="26192"/>
                    <a:pt x="2917" y="26193"/>
                    <a:pt x="2859" y="26193"/>
                  </a:cubicBezTo>
                  <a:cubicBezTo>
                    <a:pt x="2393" y="26193"/>
                    <a:pt x="1968" y="26166"/>
                    <a:pt x="1701" y="25692"/>
                  </a:cubicBezTo>
                  <a:cubicBezTo>
                    <a:pt x="1501" y="25325"/>
                    <a:pt x="1501" y="24858"/>
                    <a:pt x="1468" y="24458"/>
                  </a:cubicBezTo>
                  <a:cubicBezTo>
                    <a:pt x="1434" y="23624"/>
                    <a:pt x="1368" y="22757"/>
                    <a:pt x="1301" y="21923"/>
                  </a:cubicBezTo>
                  <a:cubicBezTo>
                    <a:pt x="1234" y="20255"/>
                    <a:pt x="1134" y="18587"/>
                    <a:pt x="1101" y="16886"/>
                  </a:cubicBezTo>
                  <a:cubicBezTo>
                    <a:pt x="1001" y="13550"/>
                    <a:pt x="1034" y="10181"/>
                    <a:pt x="1134" y="6812"/>
                  </a:cubicBezTo>
                  <a:cubicBezTo>
                    <a:pt x="1201" y="4944"/>
                    <a:pt x="1334" y="3076"/>
                    <a:pt x="1401" y="1174"/>
                  </a:cubicBezTo>
                  <a:cubicBezTo>
                    <a:pt x="6271" y="908"/>
                    <a:pt x="11141" y="707"/>
                    <a:pt x="16045" y="607"/>
                  </a:cubicBezTo>
                  <a:cubicBezTo>
                    <a:pt x="18200" y="580"/>
                    <a:pt x="20361" y="564"/>
                    <a:pt x="22523" y="564"/>
                  </a:cubicBezTo>
                  <a:close/>
                  <a:moveTo>
                    <a:pt x="22823" y="1"/>
                  </a:moveTo>
                  <a:cubicBezTo>
                    <a:pt x="18258" y="1"/>
                    <a:pt x="13712" y="99"/>
                    <a:pt x="9140" y="274"/>
                  </a:cubicBezTo>
                  <a:cubicBezTo>
                    <a:pt x="6204" y="374"/>
                    <a:pt x="3269" y="541"/>
                    <a:pt x="333" y="707"/>
                  </a:cubicBezTo>
                  <a:cubicBezTo>
                    <a:pt x="10" y="740"/>
                    <a:pt x="0" y="1243"/>
                    <a:pt x="304" y="1243"/>
                  </a:cubicBezTo>
                  <a:cubicBezTo>
                    <a:pt x="314" y="1243"/>
                    <a:pt x="323" y="1242"/>
                    <a:pt x="333" y="1241"/>
                  </a:cubicBezTo>
                  <a:cubicBezTo>
                    <a:pt x="600" y="1241"/>
                    <a:pt x="901" y="1208"/>
                    <a:pt x="1167" y="1208"/>
                  </a:cubicBezTo>
                  <a:cubicBezTo>
                    <a:pt x="967" y="2909"/>
                    <a:pt x="901" y="4644"/>
                    <a:pt x="834" y="6378"/>
                  </a:cubicBezTo>
                  <a:cubicBezTo>
                    <a:pt x="734" y="8113"/>
                    <a:pt x="700" y="9847"/>
                    <a:pt x="667" y="11615"/>
                  </a:cubicBezTo>
                  <a:cubicBezTo>
                    <a:pt x="634" y="15084"/>
                    <a:pt x="734" y="18587"/>
                    <a:pt x="934" y="22056"/>
                  </a:cubicBezTo>
                  <a:cubicBezTo>
                    <a:pt x="967" y="23023"/>
                    <a:pt x="1034" y="23991"/>
                    <a:pt x="1101" y="24958"/>
                  </a:cubicBezTo>
                  <a:cubicBezTo>
                    <a:pt x="1167" y="25425"/>
                    <a:pt x="1234" y="26126"/>
                    <a:pt x="1768" y="26292"/>
                  </a:cubicBezTo>
                  <a:cubicBezTo>
                    <a:pt x="1835" y="26326"/>
                    <a:pt x="1868" y="26326"/>
                    <a:pt x="1935" y="26359"/>
                  </a:cubicBezTo>
                  <a:cubicBezTo>
                    <a:pt x="2535" y="26537"/>
                    <a:pt x="3254" y="26552"/>
                    <a:pt x="3953" y="26552"/>
                  </a:cubicBezTo>
                  <a:cubicBezTo>
                    <a:pt x="4093" y="26552"/>
                    <a:pt x="4232" y="26551"/>
                    <a:pt x="4369" y="26551"/>
                  </a:cubicBezTo>
                  <a:cubicBezTo>
                    <a:pt x="4575" y="26551"/>
                    <a:pt x="4777" y="26553"/>
                    <a:pt x="4970" y="26559"/>
                  </a:cubicBezTo>
                  <a:cubicBezTo>
                    <a:pt x="6038" y="26593"/>
                    <a:pt x="7105" y="26626"/>
                    <a:pt x="8172" y="26626"/>
                  </a:cubicBezTo>
                  <a:cubicBezTo>
                    <a:pt x="10341" y="26659"/>
                    <a:pt x="12475" y="26659"/>
                    <a:pt x="14644" y="26693"/>
                  </a:cubicBezTo>
                  <a:cubicBezTo>
                    <a:pt x="19013" y="26693"/>
                    <a:pt x="23417" y="26626"/>
                    <a:pt x="27820" y="26493"/>
                  </a:cubicBezTo>
                  <a:cubicBezTo>
                    <a:pt x="29988" y="26426"/>
                    <a:pt x="32190" y="26326"/>
                    <a:pt x="34391" y="26226"/>
                  </a:cubicBezTo>
                  <a:cubicBezTo>
                    <a:pt x="35492" y="26192"/>
                    <a:pt x="36593" y="26126"/>
                    <a:pt x="37660" y="26059"/>
                  </a:cubicBezTo>
                  <a:cubicBezTo>
                    <a:pt x="38227" y="26059"/>
                    <a:pt x="38761" y="26026"/>
                    <a:pt x="39328" y="25992"/>
                  </a:cubicBezTo>
                  <a:cubicBezTo>
                    <a:pt x="39795" y="25959"/>
                    <a:pt x="40295" y="25992"/>
                    <a:pt x="40729" y="25825"/>
                  </a:cubicBezTo>
                  <a:cubicBezTo>
                    <a:pt x="41463" y="25559"/>
                    <a:pt x="41696" y="24758"/>
                    <a:pt x="41763" y="24057"/>
                  </a:cubicBezTo>
                  <a:cubicBezTo>
                    <a:pt x="41863" y="23023"/>
                    <a:pt x="41863" y="21989"/>
                    <a:pt x="41896" y="20955"/>
                  </a:cubicBezTo>
                  <a:cubicBezTo>
                    <a:pt x="41963" y="18787"/>
                    <a:pt x="42063" y="16652"/>
                    <a:pt x="42130" y="14517"/>
                  </a:cubicBezTo>
                  <a:cubicBezTo>
                    <a:pt x="42230" y="10381"/>
                    <a:pt x="42130" y="6178"/>
                    <a:pt x="41196" y="2108"/>
                  </a:cubicBezTo>
                  <a:cubicBezTo>
                    <a:pt x="41063" y="1608"/>
                    <a:pt x="40929" y="1141"/>
                    <a:pt x="40796" y="641"/>
                  </a:cubicBezTo>
                  <a:cubicBezTo>
                    <a:pt x="40762" y="541"/>
                    <a:pt x="40662" y="474"/>
                    <a:pt x="40529" y="441"/>
                  </a:cubicBezTo>
                  <a:cubicBezTo>
                    <a:pt x="35292" y="207"/>
                    <a:pt x="30055" y="40"/>
                    <a:pt x="24818" y="7"/>
                  </a:cubicBezTo>
                  <a:cubicBezTo>
                    <a:pt x="24152" y="3"/>
                    <a:pt x="23488" y="1"/>
                    <a:pt x="228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36" name="Google Shape;2236;p60"/>
            <p:cNvSpPr/>
            <p:nvPr/>
          </p:nvSpPr>
          <p:spPr>
            <a:xfrm>
              <a:off x="5922066" y="2481929"/>
              <a:ext cx="81746" cy="351749"/>
            </a:xfrm>
            <a:custGeom>
              <a:rect b="b" l="l" r="r" t="t"/>
              <a:pathLst>
                <a:path extrusionOk="0" h="17513" w="4070">
                  <a:moveTo>
                    <a:pt x="3870" y="0"/>
                  </a:moveTo>
                  <a:lnTo>
                    <a:pt x="0" y="34"/>
                  </a:lnTo>
                  <a:lnTo>
                    <a:pt x="200" y="17513"/>
                  </a:lnTo>
                  <a:lnTo>
                    <a:pt x="4070" y="17513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37" name="Google Shape;2237;p60"/>
            <p:cNvSpPr/>
            <p:nvPr/>
          </p:nvSpPr>
          <p:spPr>
            <a:xfrm>
              <a:off x="5765966" y="2552267"/>
              <a:ext cx="81083" cy="282757"/>
            </a:xfrm>
            <a:custGeom>
              <a:rect b="b" l="l" r="r" t="t"/>
              <a:pathLst>
                <a:path extrusionOk="0" h="14078" w="4037">
                  <a:moveTo>
                    <a:pt x="3870" y="1"/>
                  </a:moveTo>
                  <a:lnTo>
                    <a:pt x="0" y="34"/>
                  </a:lnTo>
                  <a:lnTo>
                    <a:pt x="167" y="14078"/>
                  </a:lnTo>
                  <a:lnTo>
                    <a:pt x="4036" y="14044"/>
                  </a:lnTo>
                  <a:lnTo>
                    <a:pt x="387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38" name="Google Shape;2238;p60"/>
            <p:cNvSpPr/>
            <p:nvPr/>
          </p:nvSpPr>
          <p:spPr>
            <a:xfrm>
              <a:off x="5609845" y="2613908"/>
              <a:ext cx="80420" cy="221799"/>
            </a:xfrm>
            <a:custGeom>
              <a:rect b="b" l="l" r="r" t="t"/>
              <a:pathLst>
                <a:path extrusionOk="0" h="11043" w="4004">
                  <a:moveTo>
                    <a:pt x="1" y="1"/>
                  </a:moveTo>
                  <a:lnTo>
                    <a:pt x="134" y="11042"/>
                  </a:lnTo>
                  <a:lnTo>
                    <a:pt x="4004" y="11009"/>
                  </a:lnTo>
                  <a:lnTo>
                    <a:pt x="387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39" name="Google Shape;2239;p60"/>
            <p:cNvSpPr/>
            <p:nvPr/>
          </p:nvSpPr>
          <p:spPr>
            <a:xfrm>
              <a:off x="5450390" y="2707042"/>
              <a:ext cx="79095" cy="129327"/>
            </a:xfrm>
            <a:custGeom>
              <a:rect b="b" l="l" r="r" t="t"/>
              <a:pathLst>
                <a:path extrusionOk="0" h="6439" w="3938">
                  <a:moveTo>
                    <a:pt x="1" y="0"/>
                  </a:moveTo>
                  <a:lnTo>
                    <a:pt x="68" y="6438"/>
                  </a:lnTo>
                  <a:lnTo>
                    <a:pt x="3937" y="6405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40" name="Google Shape;2240;p60"/>
            <p:cNvSpPr/>
            <p:nvPr/>
          </p:nvSpPr>
          <p:spPr>
            <a:xfrm>
              <a:off x="5369327" y="2829380"/>
              <a:ext cx="685421" cy="11609"/>
            </a:xfrm>
            <a:custGeom>
              <a:rect b="b" l="l" r="r" t="t"/>
              <a:pathLst>
                <a:path extrusionOk="0" h="578" w="34126">
                  <a:moveTo>
                    <a:pt x="30239" y="1"/>
                  </a:moveTo>
                  <a:cubicBezTo>
                    <a:pt x="29261" y="1"/>
                    <a:pt x="28284" y="14"/>
                    <a:pt x="27320" y="14"/>
                  </a:cubicBezTo>
                  <a:lnTo>
                    <a:pt x="334" y="14"/>
                  </a:lnTo>
                  <a:cubicBezTo>
                    <a:pt x="1" y="14"/>
                    <a:pt x="1" y="548"/>
                    <a:pt x="334" y="548"/>
                  </a:cubicBezTo>
                  <a:cubicBezTo>
                    <a:pt x="6161" y="548"/>
                    <a:pt x="11972" y="562"/>
                    <a:pt x="17789" y="562"/>
                  </a:cubicBezTo>
                  <a:cubicBezTo>
                    <a:pt x="20697" y="562"/>
                    <a:pt x="23606" y="559"/>
                    <a:pt x="26520" y="548"/>
                  </a:cubicBezTo>
                  <a:cubicBezTo>
                    <a:pt x="27848" y="548"/>
                    <a:pt x="29196" y="577"/>
                    <a:pt x="30542" y="577"/>
                  </a:cubicBezTo>
                  <a:cubicBezTo>
                    <a:pt x="31664" y="577"/>
                    <a:pt x="32785" y="557"/>
                    <a:pt x="33892" y="481"/>
                  </a:cubicBezTo>
                  <a:cubicBezTo>
                    <a:pt x="34125" y="447"/>
                    <a:pt x="34125" y="114"/>
                    <a:pt x="33892" y="114"/>
                  </a:cubicBezTo>
                  <a:cubicBezTo>
                    <a:pt x="32687" y="21"/>
                    <a:pt x="31462" y="1"/>
                    <a:pt x="3023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41" name="Google Shape;2241;p60"/>
            <p:cNvSpPr/>
            <p:nvPr/>
          </p:nvSpPr>
          <p:spPr>
            <a:xfrm>
              <a:off x="6239610" y="2142573"/>
              <a:ext cx="226378" cy="244475"/>
            </a:xfrm>
            <a:custGeom>
              <a:rect b="b" l="l" r="r" t="t"/>
              <a:pathLst>
                <a:path extrusionOk="0" h="12172" w="11271">
                  <a:moveTo>
                    <a:pt x="10583" y="1"/>
                  </a:moveTo>
                  <a:cubicBezTo>
                    <a:pt x="10467" y="1"/>
                    <a:pt x="10348" y="37"/>
                    <a:pt x="10242" y="118"/>
                  </a:cubicBezTo>
                  <a:lnTo>
                    <a:pt x="10276" y="118"/>
                  </a:lnTo>
                  <a:cubicBezTo>
                    <a:pt x="10042" y="318"/>
                    <a:pt x="9875" y="518"/>
                    <a:pt x="9709" y="752"/>
                  </a:cubicBezTo>
                  <a:cubicBezTo>
                    <a:pt x="9575" y="885"/>
                    <a:pt x="9575" y="1052"/>
                    <a:pt x="9642" y="1152"/>
                  </a:cubicBezTo>
                  <a:cubicBezTo>
                    <a:pt x="7774" y="4387"/>
                    <a:pt x="5939" y="7656"/>
                    <a:pt x="4105" y="10925"/>
                  </a:cubicBezTo>
                  <a:cubicBezTo>
                    <a:pt x="2837" y="9658"/>
                    <a:pt x="1669" y="8290"/>
                    <a:pt x="535" y="6889"/>
                  </a:cubicBezTo>
                  <a:cubicBezTo>
                    <a:pt x="487" y="6833"/>
                    <a:pt x="430" y="6810"/>
                    <a:pt x="372" y="6810"/>
                  </a:cubicBezTo>
                  <a:cubicBezTo>
                    <a:pt x="188" y="6810"/>
                    <a:pt x="0" y="7045"/>
                    <a:pt x="102" y="7223"/>
                  </a:cubicBezTo>
                  <a:cubicBezTo>
                    <a:pt x="1136" y="8991"/>
                    <a:pt x="2437" y="10592"/>
                    <a:pt x="3871" y="12026"/>
                  </a:cubicBezTo>
                  <a:cubicBezTo>
                    <a:pt x="3971" y="12127"/>
                    <a:pt x="4096" y="12172"/>
                    <a:pt x="4220" y="12172"/>
                  </a:cubicBezTo>
                  <a:cubicBezTo>
                    <a:pt x="4383" y="12172"/>
                    <a:pt x="4543" y="12093"/>
                    <a:pt x="4638" y="11960"/>
                  </a:cubicBezTo>
                  <a:cubicBezTo>
                    <a:pt x="6806" y="8224"/>
                    <a:pt x="8941" y="4488"/>
                    <a:pt x="11043" y="752"/>
                  </a:cubicBezTo>
                  <a:cubicBezTo>
                    <a:pt x="11270" y="348"/>
                    <a:pt x="10943" y="1"/>
                    <a:pt x="10583" y="1"/>
                  </a:cubicBezTo>
                  <a:close/>
                </a:path>
              </a:pathLst>
            </a:custGeom>
            <a:solidFill>
              <a:srgbClr val="2C6A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42" name="Google Shape;2242;p60"/>
            <p:cNvSpPr/>
            <p:nvPr/>
          </p:nvSpPr>
          <p:spPr>
            <a:xfrm>
              <a:off x="6582702" y="2447041"/>
              <a:ext cx="226217" cy="244515"/>
            </a:xfrm>
            <a:custGeom>
              <a:rect b="b" l="l" r="r" t="t"/>
              <a:pathLst>
                <a:path extrusionOk="0" h="12174" w="11263">
                  <a:moveTo>
                    <a:pt x="10601" y="0"/>
                  </a:moveTo>
                  <a:cubicBezTo>
                    <a:pt x="10479" y="0"/>
                    <a:pt x="10351" y="41"/>
                    <a:pt x="10239" y="136"/>
                  </a:cubicBezTo>
                  <a:lnTo>
                    <a:pt x="10272" y="136"/>
                  </a:lnTo>
                  <a:cubicBezTo>
                    <a:pt x="10039" y="303"/>
                    <a:pt x="9872" y="503"/>
                    <a:pt x="9705" y="737"/>
                  </a:cubicBezTo>
                  <a:cubicBezTo>
                    <a:pt x="9572" y="870"/>
                    <a:pt x="9572" y="1037"/>
                    <a:pt x="9639" y="1137"/>
                  </a:cubicBezTo>
                  <a:cubicBezTo>
                    <a:pt x="7771" y="4373"/>
                    <a:pt x="5936" y="7642"/>
                    <a:pt x="4101" y="10911"/>
                  </a:cubicBezTo>
                  <a:cubicBezTo>
                    <a:pt x="2834" y="9643"/>
                    <a:pt x="1666" y="8309"/>
                    <a:pt x="532" y="6908"/>
                  </a:cubicBezTo>
                  <a:cubicBezTo>
                    <a:pt x="480" y="6838"/>
                    <a:pt x="416" y="6809"/>
                    <a:pt x="352" y="6809"/>
                  </a:cubicBezTo>
                  <a:cubicBezTo>
                    <a:pt x="174" y="6809"/>
                    <a:pt x="0" y="7036"/>
                    <a:pt x="99" y="7208"/>
                  </a:cubicBezTo>
                  <a:cubicBezTo>
                    <a:pt x="1133" y="9009"/>
                    <a:pt x="2434" y="10577"/>
                    <a:pt x="3868" y="12045"/>
                  </a:cubicBezTo>
                  <a:cubicBezTo>
                    <a:pt x="3968" y="12131"/>
                    <a:pt x="4093" y="12173"/>
                    <a:pt x="4215" y="12173"/>
                  </a:cubicBezTo>
                  <a:cubicBezTo>
                    <a:pt x="4379" y="12173"/>
                    <a:pt x="4540" y="12097"/>
                    <a:pt x="4635" y="11945"/>
                  </a:cubicBezTo>
                  <a:cubicBezTo>
                    <a:pt x="6803" y="8209"/>
                    <a:pt x="8938" y="4506"/>
                    <a:pt x="11040" y="737"/>
                  </a:cubicBezTo>
                  <a:cubicBezTo>
                    <a:pt x="11262" y="341"/>
                    <a:pt x="10953" y="0"/>
                    <a:pt x="10601" y="0"/>
                  </a:cubicBezTo>
                  <a:close/>
                </a:path>
              </a:pathLst>
            </a:custGeom>
            <a:solidFill>
              <a:srgbClr val="2C6A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43" name="Google Shape;2243;p60"/>
            <p:cNvSpPr/>
            <p:nvPr/>
          </p:nvSpPr>
          <p:spPr>
            <a:xfrm>
              <a:off x="8421745" y="2219298"/>
              <a:ext cx="122639" cy="167509"/>
            </a:xfrm>
            <a:custGeom>
              <a:rect b="b" l="l" r="r" t="t"/>
              <a:pathLst>
                <a:path extrusionOk="0" fill="none" h="8340" w="6106">
                  <a:moveTo>
                    <a:pt x="6105" y="0"/>
                  </a:moveTo>
                  <a:lnTo>
                    <a:pt x="1" y="834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44" name="Google Shape;2244;p60"/>
            <p:cNvSpPr/>
            <p:nvPr/>
          </p:nvSpPr>
          <p:spPr>
            <a:xfrm>
              <a:off x="8437170" y="2359330"/>
              <a:ext cx="46919" cy="64332"/>
            </a:xfrm>
            <a:custGeom>
              <a:rect b="b" l="l" r="r" t="t"/>
              <a:pathLst>
                <a:path extrusionOk="0" fill="none" h="3203" w="2336">
                  <a:moveTo>
                    <a:pt x="0" y="3202"/>
                  </a:moveTo>
                  <a:lnTo>
                    <a:pt x="2335" y="0"/>
                  </a:lnTo>
                </a:path>
              </a:pathLst>
            </a:custGeom>
            <a:noFill/>
            <a:ln cap="flat" cmpd="sng" w="9525">
              <a:solidFill>
                <a:srgbClr val="DEDEDE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45" name="Google Shape;2245;p60"/>
            <p:cNvSpPr/>
            <p:nvPr/>
          </p:nvSpPr>
          <p:spPr>
            <a:xfrm>
              <a:off x="5405500" y="2023670"/>
              <a:ext cx="121293" cy="203682"/>
            </a:xfrm>
            <a:custGeom>
              <a:rect b="b" l="l" r="r" t="t"/>
              <a:pathLst>
                <a:path extrusionOk="0" fill="none" h="10141" w="6039">
                  <a:moveTo>
                    <a:pt x="802" y="10141"/>
                  </a:moveTo>
                  <a:lnTo>
                    <a:pt x="1" y="7806"/>
                  </a:lnTo>
                  <a:lnTo>
                    <a:pt x="2336" y="7706"/>
                  </a:lnTo>
                  <a:lnTo>
                    <a:pt x="1736" y="5170"/>
                  </a:lnTo>
                  <a:lnTo>
                    <a:pt x="4204" y="5137"/>
                  </a:lnTo>
                  <a:lnTo>
                    <a:pt x="3537" y="2635"/>
                  </a:lnTo>
                  <a:lnTo>
                    <a:pt x="6039" y="2469"/>
                  </a:lnTo>
                  <a:lnTo>
                    <a:pt x="5438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46" name="Google Shape;2246;p60"/>
            <p:cNvSpPr/>
            <p:nvPr/>
          </p:nvSpPr>
          <p:spPr>
            <a:xfrm>
              <a:off x="6855336" y="3540489"/>
              <a:ext cx="44247" cy="87792"/>
            </a:xfrm>
            <a:custGeom>
              <a:rect b="b" l="l" r="r" t="t"/>
              <a:pathLst>
                <a:path extrusionOk="0" fill="none" h="4371" w="2203">
                  <a:moveTo>
                    <a:pt x="1" y="1"/>
                  </a:moveTo>
                  <a:cubicBezTo>
                    <a:pt x="1235" y="1"/>
                    <a:pt x="2202" y="968"/>
                    <a:pt x="2202" y="2202"/>
                  </a:cubicBezTo>
                  <a:cubicBezTo>
                    <a:pt x="2202" y="3403"/>
                    <a:pt x="1235" y="4371"/>
                    <a:pt x="1" y="4371"/>
                  </a:cubicBezTo>
                </a:path>
              </a:pathLst>
            </a:custGeom>
            <a:noFill/>
            <a:ln cap="flat" cmpd="sng" w="9525">
              <a:solidFill>
                <a:srgbClr val="DEDEDE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47" name="Google Shape;2247;p60"/>
            <p:cNvSpPr/>
            <p:nvPr/>
          </p:nvSpPr>
          <p:spPr>
            <a:xfrm>
              <a:off x="8519559" y="3414536"/>
              <a:ext cx="99863" cy="160821"/>
            </a:xfrm>
            <a:custGeom>
              <a:rect b="b" l="l" r="r" t="t"/>
              <a:pathLst>
                <a:path extrusionOk="0" fill="none" h="8007" w="4972">
                  <a:moveTo>
                    <a:pt x="868" y="8006"/>
                  </a:moveTo>
                  <a:lnTo>
                    <a:pt x="1" y="5371"/>
                  </a:lnTo>
                  <a:lnTo>
                    <a:pt x="2736" y="5538"/>
                  </a:lnTo>
                  <a:lnTo>
                    <a:pt x="2036" y="2669"/>
                  </a:lnTo>
                  <a:lnTo>
                    <a:pt x="4971" y="2536"/>
                  </a:lnTo>
                  <a:lnTo>
                    <a:pt x="4037" y="1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48" name="Google Shape;2248;p60"/>
            <p:cNvSpPr/>
            <p:nvPr/>
          </p:nvSpPr>
          <p:spPr>
            <a:xfrm>
              <a:off x="6263172" y="3708439"/>
              <a:ext cx="330318" cy="164838"/>
            </a:xfrm>
            <a:custGeom>
              <a:rect b="b" l="l" r="r" t="t"/>
              <a:pathLst>
                <a:path extrusionOk="0" fill="none" h="8207" w="16446">
                  <a:moveTo>
                    <a:pt x="4504" y="268"/>
                  </a:moveTo>
                  <a:cubicBezTo>
                    <a:pt x="4737" y="301"/>
                    <a:pt x="4971" y="334"/>
                    <a:pt x="5238" y="401"/>
                  </a:cubicBezTo>
                  <a:cubicBezTo>
                    <a:pt x="6439" y="668"/>
                    <a:pt x="7606" y="1168"/>
                    <a:pt x="8840" y="1335"/>
                  </a:cubicBezTo>
                  <a:cubicBezTo>
                    <a:pt x="9874" y="1435"/>
                    <a:pt x="10942" y="1302"/>
                    <a:pt x="11909" y="935"/>
                  </a:cubicBezTo>
                  <a:cubicBezTo>
                    <a:pt x="12843" y="601"/>
                    <a:pt x="13811" y="1"/>
                    <a:pt x="14778" y="301"/>
                  </a:cubicBezTo>
                  <a:cubicBezTo>
                    <a:pt x="15478" y="501"/>
                    <a:pt x="15979" y="1168"/>
                    <a:pt x="16112" y="1869"/>
                  </a:cubicBezTo>
                  <a:cubicBezTo>
                    <a:pt x="16446" y="3803"/>
                    <a:pt x="14211" y="5338"/>
                    <a:pt x="12543" y="5705"/>
                  </a:cubicBezTo>
                  <a:cubicBezTo>
                    <a:pt x="11676" y="5905"/>
                    <a:pt x="10742" y="5838"/>
                    <a:pt x="9841" y="5938"/>
                  </a:cubicBezTo>
                  <a:cubicBezTo>
                    <a:pt x="7039" y="6305"/>
                    <a:pt x="3503" y="8207"/>
                    <a:pt x="1168" y="5538"/>
                  </a:cubicBezTo>
                  <a:cubicBezTo>
                    <a:pt x="134" y="4404"/>
                    <a:pt x="1" y="2903"/>
                    <a:pt x="901" y="1635"/>
                  </a:cubicBezTo>
                  <a:cubicBezTo>
                    <a:pt x="1802" y="368"/>
                    <a:pt x="3070" y="67"/>
                    <a:pt x="4504" y="26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49" name="Google Shape;2249;p60"/>
            <p:cNvSpPr/>
            <p:nvPr/>
          </p:nvSpPr>
          <p:spPr>
            <a:xfrm>
              <a:off x="8457255" y="3808483"/>
              <a:ext cx="264660" cy="251263"/>
            </a:xfrm>
            <a:custGeom>
              <a:rect b="b" l="l" r="r" t="t"/>
              <a:pathLst>
                <a:path extrusionOk="0" fill="none" h="12510" w="13177">
                  <a:moveTo>
                    <a:pt x="1569" y="7473"/>
                  </a:moveTo>
                  <a:cubicBezTo>
                    <a:pt x="2769" y="6138"/>
                    <a:pt x="4737" y="5705"/>
                    <a:pt x="6072" y="4471"/>
                  </a:cubicBezTo>
                  <a:cubicBezTo>
                    <a:pt x="6806" y="3803"/>
                    <a:pt x="7306" y="2936"/>
                    <a:pt x="7873" y="2169"/>
                  </a:cubicBezTo>
                  <a:cubicBezTo>
                    <a:pt x="8473" y="1368"/>
                    <a:pt x="9174" y="635"/>
                    <a:pt x="10075" y="301"/>
                  </a:cubicBezTo>
                  <a:cubicBezTo>
                    <a:pt x="11009" y="1"/>
                    <a:pt x="12176" y="234"/>
                    <a:pt x="12643" y="1102"/>
                  </a:cubicBezTo>
                  <a:cubicBezTo>
                    <a:pt x="13177" y="2002"/>
                    <a:pt x="12710" y="3170"/>
                    <a:pt x="12109" y="4004"/>
                  </a:cubicBezTo>
                  <a:cubicBezTo>
                    <a:pt x="11409" y="4938"/>
                    <a:pt x="10575" y="5772"/>
                    <a:pt x="9574" y="6405"/>
                  </a:cubicBezTo>
                  <a:cubicBezTo>
                    <a:pt x="8340" y="7206"/>
                    <a:pt x="6906" y="7740"/>
                    <a:pt x="5872" y="8807"/>
                  </a:cubicBezTo>
                  <a:cubicBezTo>
                    <a:pt x="5171" y="9574"/>
                    <a:pt x="4704" y="10608"/>
                    <a:pt x="3937" y="11342"/>
                  </a:cubicBezTo>
                  <a:cubicBezTo>
                    <a:pt x="3036" y="12143"/>
                    <a:pt x="1202" y="12510"/>
                    <a:pt x="568" y="11242"/>
                  </a:cubicBezTo>
                  <a:cubicBezTo>
                    <a:pt x="1" y="10108"/>
                    <a:pt x="801" y="8340"/>
                    <a:pt x="1569" y="7506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50" name="Google Shape;2250;p60"/>
            <p:cNvSpPr/>
            <p:nvPr/>
          </p:nvSpPr>
          <p:spPr>
            <a:xfrm>
              <a:off x="5408192" y="3433295"/>
              <a:ext cx="102534" cy="144733"/>
            </a:xfrm>
            <a:custGeom>
              <a:rect b="b" l="l" r="r" t="t"/>
              <a:pathLst>
                <a:path extrusionOk="0" fill="none" h="7206" w="5105">
                  <a:moveTo>
                    <a:pt x="5104" y="1"/>
                  </a:moveTo>
                  <a:cubicBezTo>
                    <a:pt x="3403" y="2402"/>
                    <a:pt x="1702" y="4804"/>
                    <a:pt x="0" y="7206"/>
                  </a:cubicBez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51" name="Google Shape;2251;p60"/>
            <p:cNvSpPr/>
            <p:nvPr/>
          </p:nvSpPr>
          <p:spPr>
            <a:xfrm>
              <a:off x="5456436" y="3473505"/>
              <a:ext cx="61641" cy="87109"/>
            </a:xfrm>
            <a:custGeom>
              <a:rect b="b" l="l" r="r" t="t"/>
              <a:pathLst>
                <a:path extrusionOk="0" fill="none" h="4337" w="3069">
                  <a:moveTo>
                    <a:pt x="0" y="4337"/>
                  </a:moveTo>
                  <a:cubicBezTo>
                    <a:pt x="1068" y="2936"/>
                    <a:pt x="2102" y="1468"/>
                    <a:pt x="3069" y="0"/>
                  </a:cubicBez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52" name="Google Shape;2252;p60"/>
            <p:cNvSpPr/>
            <p:nvPr/>
          </p:nvSpPr>
          <p:spPr>
            <a:xfrm>
              <a:off x="6100943" y="2967946"/>
              <a:ext cx="548742" cy="690723"/>
            </a:xfrm>
            <a:custGeom>
              <a:rect b="b" l="l" r="r" t="t"/>
              <a:pathLst>
                <a:path extrusionOk="0" h="34390" w="27321">
                  <a:moveTo>
                    <a:pt x="21620" y="1"/>
                  </a:moveTo>
                  <a:cubicBezTo>
                    <a:pt x="21507" y="1"/>
                    <a:pt x="21394" y="7"/>
                    <a:pt x="21283" y="20"/>
                  </a:cubicBezTo>
                  <a:cubicBezTo>
                    <a:pt x="19448" y="220"/>
                    <a:pt x="18047" y="1888"/>
                    <a:pt x="17513" y="3689"/>
                  </a:cubicBezTo>
                  <a:cubicBezTo>
                    <a:pt x="17013" y="5457"/>
                    <a:pt x="17246" y="7358"/>
                    <a:pt x="17446" y="9226"/>
                  </a:cubicBezTo>
                  <a:cubicBezTo>
                    <a:pt x="17613" y="10561"/>
                    <a:pt x="17780" y="11895"/>
                    <a:pt x="17913" y="13263"/>
                  </a:cubicBezTo>
                  <a:cubicBezTo>
                    <a:pt x="18247" y="15898"/>
                    <a:pt x="17880" y="18633"/>
                    <a:pt x="17880" y="21268"/>
                  </a:cubicBezTo>
                  <a:cubicBezTo>
                    <a:pt x="17880" y="21602"/>
                    <a:pt x="17880" y="21935"/>
                    <a:pt x="17713" y="22236"/>
                  </a:cubicBezTo>
                  <a:cubicBezTo>
                    <a:pt x="17413" y="22736"/>
                    <a:pt x="16746" y="22903"/>
                    <a:pt x="16146" y="23003"/>
                  </a:cubicBezTo>
                  <a:cubicBezTo>
                    <a:pt x="13567" y="23423"/>
                    <a:pt x="10907" y="23923"/>
                    <a:pt x="8264" y="23923"/>
                  </a:cubicBezTo>
                  <a:cubicBezTo>
                    <a:pt x="7966" y="23923"/>
                    <a:pt x="7669" y="23917"/>
                    <a:pt x="7373" y="23904"/>
                  </a:cubicBezTo>
                  <a:cubicBezTo>
                    <a:pt x="6447" y="23879"/>
                    <a:pt x="5464" y="23753"/>
                    <a:pt x="4530" y="23753"/>
                  </a:cubicBezTo>
                  <a:cubicBezTo>
                    <a:pt x="2905" y="23753"/>
                    <a:pt x="1430" y="24135"/>
                    <a:pt x="668" y="26105"/>
                  </a:cubicBezTo>
                  <a:cubicBezTo>
                    <a:pt x="1" y="27840"/>
                    <a:pt x="568" y="29874"/>
                    <a:pt x="1769" y="31275"/>
                  </a:cubicBezTo>
                  <a:cubicBezTo>
                    <a:pt x="3003" y="32676"/>
                    <a:pt x="4771" y="33510"/>
                    <a:pt x="6605" y="33844"/>
                  </a:cubicBezTo>
                  <a:cubicBezTo>
                    <a:pt x="8200" y="34169"/>
                    <a:pt x="7494" y="34389"/>
                    <a:pt x="8584" y="34389"/>
                  </a:cubicBezTo>
                  <a:cubicBezTo>
                    <a:pt x="8725" y="34389"/>
                    <a:pt x="8897" y="34385"/>
                    <a:pt x="9107" y="34378"/>
                  </a:cubicBezTo>
                  <a:cubicBezTo>
                    <a:pt x="11809" y="34278"/>
                    <a:pt x="17580" y="33811"/>
                    <a:pt x="20148" y="33043"/>
                  </a:cubicBezTo>
                  <a:cubicBezTo>
                    <a:pt x="22016" y="32510"/>
                    <a:pt x="23818" y="31576"/>
                    <a:pt x="25252" y="30275"/>
                  </a:cubicBezTo>
                  <a:cubicBezTo>
                    <a:pt x="26553" y="29041"/>
                    <a:pt x="26887" y="27506"/>
                    <a:pt x="27020" y="25738"/>
                  </a:cubicBezTo>
                  <a:cubicBezTo>
                    <a:pt x="27320" y="22036"/>
                    <a:pt x="26153" y="18300"/>
                    <a:pt x="25152" y="14764"/>
                  </a:cubicBezTo>
                  <a:cubicBezTo>
                    <a:pt x="24218" y="11461"/>
                    <a:pt x="22383" y="8426"/>
                    <a:pt x="21516" y="5157"/>
                  </a:cubicBezTo>
                  <a:cubicBezTo>
                    <a:pt x="21516" y="5123"/>
                    <a:pt x="21516" y="5057"/>
                    <a:pt x="21483" y="5023"/>
                  </a:cubicBezTo>
                  <a:cubicBezTo>
                    <a:pt x="22350" y="4790"/>
                    <a:pt x="23050" y="3822"/>
                    <a:pt x="23384" y="3022"/>
                  </a:cubicBezTo>
                  <a:cubicBezTo>
                    <a:pt x="23751" y="2155"/>
                    <a:pt x="23684" y="1054"/>
                    <a:pt x="22984" y="453"/>
                  </a:cubicBezTo>
                  <a:cubicBezTo>
                    <a:pt x="22604" y="128"/>
                    <a:pt x="22113" y="1"/>
                    <a:pt x="21620" y="1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53" name="Google Shape;2253;p60"/>
            <p:cNvSpPr/>
            <p:nvPr/>
          </p:nvSpPr>
          <p:spPr>
            <a:xfrm>
              <a:off x="5745861" y="3120170"/>
              <a:ext cx="354440" cy="455548"/>
            </a:xfrm>
            <a:custGeom>
              <a:rect b="b" l="l" r="r" t="t"/>
              <a:pathLst>
                <a:path extrusionOk="0" h="22681" w="17647">
                  <a:moveTo>
                    <a:pt x="10405" y="0"/>
                  </a:moveTo>
                  <a:cubicBezTo>
                    <a:pt x="9639" y="0"/>
                    <a:pt x="8874" y="158"/>
                    <a:pt x="8173" y="480"/>
                  </a:cubicBezTo>
                  <a:cubicBezTo>
                    <a:pt x="6505" y="1214"/>
                    <a:pt x="5237" y="2815"/>
                    <a:pt x="4871" y="4583"/>
                  </a:cubicBezTo>
                  <a:cubicBezTo>
                    <a:pt x="4570" y="5917"/>
                    <a:pt x="5037" y="6351"/>
                    <a:pt x="5171" y="7685"/>
                  </a:cubicBezTo>
                  <a:cubicBezTo>
                    <a:pt x="5304" y="8819"/>
                    <a:pt x="5471" y="9953"/>
                    <a:pt x="5504" y="11121"/>
                  </a:cubicBezTo>
                  <a:cubicBezTo>
                    <a:pt x="5571" y="12422"/>
                    <a:pt x="5471" y="14123"/>
                    <a:pt x="5171" y="15057"/>
                  </a:cubicBezTo>
                  <a:cubicBezTo>
                    <a:pt x="5071" y="15391"/>
                    <a:pt x="4670" y="15524"/>
                    <a:pt x="4370" y="15657"/>
                  </a:cubicBezTo>
                  <a:cubicBezTo>
                    <a:pt x="4270" y="15702"/>
                    <a:pt x="4148" y="15709"/>
                    <a:pt x="4021" y="15709"/>
                  </a:cubicBezTo>
                  <a:cubicBezTo>
                    <a:pt x="3957" y="15709"/>
                    <a:pt x="3892" y="15707"/>
                    <a:pt x="3828" y="15707"/>
                  </a:cubicBezTo>
                  <a:cubicBezTo>
                    <a:pt x="3636" y="15707"/>
                    <a:pt x="3453" y="15724"/>
                    <a:pt x="3336" y="15858"/>
                  </a:cubicBezTo>
                  <a:cubicBezTo>
                    <a:pt x="2235" y="17058"/>
                    <a:pt x="1201" y="18359"/>
                    <a:pt x="0" y="19460"/>
                  </a:cubicBezTo>
                  <a:cubicBezTo>
                    <a:pt x="2802" y="20628"/>
                    <a:pt x="5771" y="21495"/>
                    <a:pt x="8773" y="21995"/>
                  </a:cubicBezTo>
                  <a:cubicBezTo>
                    <a:pt x="9940" y="22199"/>
                    <a:pt x="11774" y="22680"/>
                    <a:pt x="13426" y="22680"/>
                  </a:cubicBezTo>
                  <a:cubicBezTo>
                    <a:pt x="14751" y="22680"/>
                    <a:pt x="15959" y="22371"/>
                    <a:pt x="16612" y="21361"/>
                  </a:cubicBezTo>
                  <a:cubicBezTo>
                    <a:pt x="16946" y="20894"/>
                    <a:pt x="17079" y="20327"/>
                    <a:pt x="17213" y="19760"/>
                  </a:cubicBezTo>
                  <a:cubicBezTo>
                    <a:pt x="17213" y="19594"/>
                    <a:pt x="17246" y="19460"/>
                    <a:pt x="17279" y="19327"/>
                  </a:cubicBezTo>
                  <a:cubicBezTo>
                    <a:pt x="17413" y="18326"/>
                    <a:pt x="17646" y="16958"/>
                    <a:pt x="16946" y="16124"/>
                  </a:cubicBezTo>
                  <a:cubicBezTo>
                    <a:pt x="16679" y="15858"/>
                    <a:pt x="16412" y="15724"/>
                    <a:pt x="16112" y="15691"/>
                  </a:cubicBezTo>
                  <a:cubicBezTo>
                    <a:pt x="15211" y="15557"/>
                    <a:pt x="14311" y="15591"/>
                    <a:pt x="13443" y="15257"/>
                  </a:cubicBezTo>
                  <a:cubicBezTo>
                    <a:pt x="13310" y="15224"/>
                    <a:pt x="13176" y="15157"/>
                    <a:pt x="13076" y="15024"/>
                  </a:cubicBezTo>
                  <a:cubicBezTo>
                    <a:pt x="12976" y="14890"/>
                    <a:pt x="12976" y="14723"/>
                    <a:pt x="12976" y="14590"/>
                  </a:cubicBezTo>
                  <a:lnTo>
                    <a:pt x="12910" y="13289"/>
                  </a:lnTo>
                  <a:cubicBezTo>
                    <a:pt x="12910" y="13256"/>
                    <a:pt x="12910" y="13222"/>
                    <a:pt x="12910" y="13189"/>
                  </a:cubicBezTo>
                  <a:cubicBezTo>
                    <a:pt x="14844" y="12622"/>
                    <a:pt x="15612" y="10387"/>
                    <a:pt x="15812" y="8319"/>
                  </a:cubicBezTo>
                  <a:cubicBezTo>
                    <a:pt x="16045" y="5717"/>
                    <a:pt x="15778" y="2481"/>
                    <a:pt x="13410" y="880"/>
                  </a:cubicBezTo>
                  <a:cubicBezTo>
                    <a:pt x="12520" y="300"/>
                    <a:pt x="11462" y="0"/>
                    <a:pt x="10405" y="0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54" name="Google Shape;2254;p60"/>
            <p:cNvSpPr/>
            <p:nvPr/>
          </p:nvSpPr>
          <p:spPr>
            <a:xfrm>
              <a:off x="5538162" y="3418553"/>
              <a:ext cx="795948" cy="752203"/>
            </a:xfrm>
            <a:custGeom>
              <a:rect b="b" l="l" r="r" t="t"/>
              <a:pathLst>
                <a:path extrusionOk="0" h="37451" w="39629">
                  <a:moveTo>
                    <a:pt x="23351" y="1"/>
                  </a:moveTo>
                  <a:cubicBezTo>
                    <a:pt x="23017" y="601"/>
                    <a:pt x="22583" y="1102"/>
                    <a:pt x="22016" y="1469"/>
                  </a:cubicBezTo>
                  <a:cubicBezTo>
                    <a:pt x="21305" y="1920"/>
                    <a:pt x="20495" y="2127"/>
                    <a:pt x="19680" y="2127"/>
                  </a:cubicBezTo>
                  <a:cubicBezTo>
                    <a:pt x="18089" y="2127"/>
                    <a:pt x="16483" y="1336"/>
                    <a:pt x="15578" y="34"/>
                  </a:cubicBezTo>
                  <a:cubicBezTo>
                    <a:pt x="14211" y="134"/>
                    <a:pt x="12877" y="334"/>
                    <a:pt x="11542" y="601"/>
                  </a:cubicBezTo>
                  <a:cubicBezTo>
                    <a:pt x="9708" y="968"/>
                    <a:pt x="7906" y="1502"/>
                    <a:pt x="6238" y="2369"/>
                  </a:cubicBezTo>
                  <a:cubicBezTo>
                    <a:pt x="4637" y="3170"/>
                    <a:pt x="3070" y="4237"/>
                    <a:pt x="2136" y="5805"/>
                  </a:cubicBezTo>
                  <a:cubicBezTo>
                    <a:pt x="1602" y="6772"/>
                    <a:pt x="1235" y="7873"/>
                    <a:pt x="901" y="8941"/>
                  </a:cubicBezTo>
                  <a:cubicBezTo>
                    <a:pt x="568" y="10041"/>
                    <a:pt x="368" y="11209"/>
                    <a:pt x="268" y="12343"/>
                  </a:cubicBezTo>
                  <a:cubicBezTo>
                    <a:pt x="1" y="15679"/>
                    <a:pt x="668" y="18714"/>
                    <a:pt x="1135" y="21950"/>
                  </a:cubicBezTo>
                  <a:cubicBezTo>
                    <a:pt x="1735" y="26153"/>
                    <a:pt x="1902" y="33358"/>
                    <a:pt x="6038" y="35793"/>
                  </a:cubicBezTo>
                  <a:cubicBezTo>
                    <a:pt x="7506" y="36660"/>
                    <a:pt x="9274" y="36827"/>
                    <a:pt x="10975" y="36961"/>
                  </a:cubicBezTo>
                  <a:cubicBezTo>
                    <a:pt x="13687" y="37220"/>
                    <a:pt x="16482" y="37451"/>
                    <a:pt x="19249" y="37451"/>
                  </a:cubicBezTo>
                  <a:cubicBezTo>
                    <a:pt x="22541" y="37451"/>
                    <a:pt x="25795" y="37124"/>
                    <a:pt x="28821" y="36127"/>
                  </a:cubicBezTo>
                  <a:cubicBezTo>
                    <a:pt x="29355" y="33725"/>
                    <a:pt x="29722" y="31323"/>
                    <a:pt x="29955" y="28855"/>
                  </a:cubicBezTo>
                  <a:cubicBezTo>
                    <a:pt x="30156" y="26720"/>
                    <a:pt x="30322" y="24552"/>
                    <a:pt x="30389" y="22384"/>
                  </a:cubicBezTo>
                  <a:cubicBezTo>
                    <a:pt x="30489" y="20349"/>
                    <a:pt x="30623" y="18347"/>
                    <a:pt x="30689" y="16313"/>
                  </a:cubicBezTo>
                  <a:cubicBezTo>
                    <a:pt x="30723" y="15245"/>
                    <a:pt x="30723" y="14211"/>
                    <a:pt x="30723" y="13177"/>
                  </a:cubicBezTo>
                  <a:cubicBezTo>
                    <a:pt x="30723" y="12911"/>
                    <a:pt x="31440" y="12818"/>
                    <a:pt x="32452" y="12818"/>
                  </a:cubicBezTo>
                  <a:cubicBezTo>
                    <a:pt x="34104" y="12818"/>
                    <a:pt x="36542" y="13065"/>
                    <a:pt x="37928" y="13210"/>
                  </a:cubicBezTo>
                  <a:cubicBezTo>
                    <a:pt x="38428" y="10975"/>
                    <a:pt x="38662" y="8707"/>
                    <a:pt x="38828" y="6439"/>
                  </a:cubicBezTo>
                  <a:cubicBezTo>
                    <a:pt x="38928" y="5305"/>
                    <a:pt x="38995" y="4137"/>
                    <a:pt x="39095" y="3003"/>
                  </a:cubicBezTo>
                  <a:cubicBezTo>
                    <a:pt x="39162" y="2136"/>
                    <a:pt x="39629" y="1268"/>
                    <a:pt x="38461" y="1135"/>
                  </a:cubicBezTo>
                  <a:lnTo>
                    <a:pt x="38361" y="1135"/>
                  </a:lnTo>
                  <a:cubicBezTo>
                    <a:pt x="38117" y="1155"/>
                    <a:pt x="37873" y="1163"/>
                    <a:pt x="37628" y="1163"/>
                  </a:cubicBezTo>
                  <a:cubicBezTo>
                    <a:pt x="37036" y="1163"/>
                    <a:pt x="36440" y="1115"/>
                    <a:pt x="35826" y="1068"/>
                  </a:cubicBezTo>
                  <a:cubicBezTo>
                    <a:pt x="34392" y="968"/>
                    <a:pt x="32924" y="901"/>
                    <a:pt x="31490" y="801"/>
                  </a:cubicBezTo>
                  <a:cubicBezTo>
                    <a:pt x="28788" y="635"/>
                    <a:pt x="26053" y="368"/>
                    <a:pt x="233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55" name="Google Shape;2255;p60"/>
            <p:cNvSpPr/>
            <p:nvPr/>
          </p:nvSpPr>
          <p:spPr>
            <a:xfrm>
              <a:off x="5990395" y="4377732"/>
              <a:ext cx="420098" cy="209547"/>
            </a:xfrm>
            <a:custGeom>
              <a:rect b="b" l="l" r="r" t="t"/>
              <a:pathLst>
                <a:path extrusionOk="0" h="10433" w="20916">
                  <a:moveTo>
                    <a:pt x="6617" y="0"/>
                  </a:moveTo>
                  <a:cubicBezTo>
                    <a:pt x="6457" y="0"/>
                    <a:pt x="6298" y="4"/>
                    <a:pt x="6138" y="12"/>
                  </a:cubicBezTo>
                  <a:cubicBezTo>
                    <a:pt x="3803" y="146"/>
                    <a:pt x="568" y="1747"/>
                    <a:pt x="67" y="4182"/>
                  </a:cubicBezTo>
                  <a:cubicBezTo>
                    <a:pt x="34" y="4482"/>
                    <a:pt x="1" y="4782"/>
                    <a:pt x="101" y="5049"/>
                  </a:cubicBezTo>
                  <a:cubicBezTo>
                    <a:pt x="401" y="5683"/>
                    <a:pt x="1268" y="5750"/>
                    <a:pt x="1969" y="5750"/>
                  </a:cubicBezTo>
                  <a:cubicBezTo>
                    <a:pt x="4971" y="5783"/>
                    <a:pt x="7873" y="6684"/>
                    <a:pt x="10675" y="7685"/>
                  </a:cubicBezTo>
                  <a:cubicBezTo>
                    <a:pt x="12143" y="8218"/>
                    <a:pt x="13577" y="8752"/>
                    <a:pt x="15045" y="9219"/>
                  </a:cubicBezTo>
                  <a:cubicBezTo>
                    <a:pt x="15918" y="9510"/>
                    <a:pt x="17633" y="10432"/>
                    <a:pt x="18938" y="10432"/>
                  </a:cubicBezTo>
                  <a:cubicBezTo>
                    <a:pt x="19578" y="10432"/>
                    <a:pt x="20119" y="10211"/>
                    <a:pt x="20415" y="9586"/>
                  </a:cubicBezTo>
                  <a:cubicBezTo>
                    <a:pt x="20916" y="8518"/>
                    <a:pt x="20215" y="7351"/>
                    <a:pt x="19648" y="6484"/>
                  </a:cubicBezTo>
                  <a:cubicBezTo>
                    <a:pt x="19581" y="6384"/>
                    <a:pt x="19515" y="6284"/>
                    <a:pt x="19415" y="6183"/>
                  </a:cubicBezTo>
                  <a:cubicBezTo>
                    <a:pt x="17980" y="4349"/>
                    <a:pt x="15512" y="3148"/>
                    <a:pt x="13477" y="2047"/>
                  </a:cubicBezTo>
                  <a:cubicBezTo>
                    <a:pt x="11381" y="921"/>
                    <a:pt x="9021" y="0"/>
                    <a:pt x="661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56" name="Google Shape;2256;p60"/>
            <p:cNvSpPr/>
            <p:nvPr/>
          </p:nvSpPr>
          <p:spPr>
            <a:xfrm>
              <a:off x="5266833" y="4002484"/>
              <a:ext cx="1345333" cy="598714"/>
            </a:xfrm>
            <a:custGeom>
              <a:rect b="b" l="l" r="r" t="t"/>
              <a:pathLst>
                <a:path extrusionOk="0" h="29809" w="66982">
                  <a:moveTo>
                    <a:pt x="56905" y="1"/>
                  </a:moveTo>
                  <a:cubicBezTo>
                    <a:pt x="51736" y="1"/>
                    <a:pt x="46957" y="2587"/>
                    <a:pt x="41963" y="3885"/>
                  </a:cubicBezTo>
                  <a:cubicBezTo>
                    <a:pt x="40837" y="4179"/>
                    <a:pt x="39903" y="4273"/>
                    <a:pt x="38976" y="4273"/>
                  </a:cubicBezTo>
                  <a:cubicBezTo>
                    <a:pt x="38009" y="4273"/>
                    <a:pt x="37051" y="4170"/>
                    <a:pt x="35892" y="4085"/>
                  </a:cubicBezTo>
                  <a:cubicBezTo>
                    <a:pt x="34907" y="4005"/>
                    <a:pt x="33914" y="3984"/>
                    <a:pt x="32919" y="3984"/>
                  </a:cubicBezTo>
                  <a:cubicBezTo>
                    <a:pt x="31804" y="3984"/>
                    <a:pt x="30686" y="4010"/>
                    <a:pt x="29572" y="4010"/>
                  </a:cubicBezTo>
                  <a:cubicBezTo>
                    <a:pt x="28785" y="4010"/>
                    <a:pt x="28000" y="3997"/>
                    <a:pt x="27219" y="3951"/>
                  </a:cubicBezTo>
                  <a:cubicBezTo>
                    <a:pt x="26016" y="3876"/>
                    <a:pt x="24757" y="3794"/>
                    <a:pt x="23509" y="3794"/>
                  </a:cubicBezTo>
                  <a:cubicBezTo>
                    <a:pt x="21991" y="3794"/>
                    <a:pt x="20487" y="3916"/>
                    <a:pt x="19114" y="4318"/>
                  </a:cubicBezTo>
                  <a:cubicBezTo>
                    <a:pt x="18780" y="4118"/>
                    <a:pt x="18447" y="3885"/>
                    <a:pt x="18113" y="3685"/>
                  </a:cubicBezTo>
                  <a:cubicBezTo>
                    <a:pt x="15713" y="2085"/>
                    <a:pt x="13313" y="509"/>
                    <a:pt x="10452" y="509"/>
                  </a:cubicBezTo>
                  <a:cubicBezTo>
                    <a:pt x="9973" y="509"/>
                    <a:pt x="9480" y="553"/>
                    <a:pt x="8973" y="649"/>
                  </a:cubicBezTo>
                  <a:cubicBezTo>
                    <a:pt x="6204" y="1183"/>
                    <a:pt x="3536" y="2584"/>
                    <a:pt x="1801" y="4885"/>
                  </a:cubicBezTo>
                  <a:cubicBezTo>
                    <a:pt x="0" y="7321"/>
                    <a:pt x="534" y="10456"/>
                    <a:pt x="2168" y="12891"/>
                  </a:cubicBezTo>
                  <a:cubicBezTo>
                    <a:pt x="3536" y="14893"/>
                    <a:pt x="5537" y="16360"/>
                    <a:pt x="7605" y="17595"/>
                  </a:cubicBezTo>
                  <a:cubicBezTo>
                    <a:pt x="14066" y="21489"/>
                    <a:pt x="21073" y="24017"/>
                    <a:pt x="28602" y="24017"/>
                  </a:cubicBezTo>
                  <a:cubicBezTo>
                    <a:pt x="29392" y="24017"/>
                    <a:pt x="30187" y="23989"/>
                    <a:pt x="30989" y="23932"/>
                  </a:cubicBezTo>
                  <a:cubicBezTo>
                    <a:pt x="31102" y="23923"/>
                    <a:pt x="31220" y="23919"/>
                    <a:pt x="31342" y="23919"/>
                  </a:cubicBezTo>
                  <a:cubicBezTo>
                    <a:pt x="32554" y="23919"/>
                    <a:pt x="34143" y="24382"/>
                    <a:pt x="34658" y="25534"/>
                  </a:cubicBezTo>
                  <a:cubicBezTo>
                    <a:pt x="34825" y="25967"/>
                    <a:pt x="35058" y="26334"/>
                    <a:pt x="35259" y="26734"/>
                  </a:cubicBezTo>
                  <a:cubicBezTo>
                    <a:pt x="35692" y="27535"/>
                    <a:pt x="35892" y="28836"/>
                    <a:pt x="36493" y="29536"/>
                  </a:cubicBezTo>
                  <a:cubicBezTo>
                    <a:pt x="36680" y="29734"/>
                    <a:pt x="36928" y="29808"/>
                    <a:pt x="37201" y="29808"/>
                  </a:cubicBezTo>
                  <a:cubicBezTo>
                    <a:pt x="37806" y="29808"/>
                    <a:pt x="38535" y="29443"/>
                    <a:pt x="38995" y="29236"/>
                  </a:cubicBezTo>
                  <a:cubicBezTo>
                    <a:pt x="40496" y="28569"/>
                    <a:pt x="41797" y="27502"/>
                    <a:pt x="43298" y="26835"/>
                  </a:cubicBezTo>
                  <a:cubicBezTo>
                    <a:pt x="47868" y="24766"/>
                    <a:pt x="52638" y="22865"/>
                    <a:pt x="57007" y="20430"/>
                  </a:cubicBezTo>
                  <a:cubicBezTo>
                    <a:pt x="59943" y="18795"/>
                    <a:pt x="62545" y="17528"/>
                    <a:pt x="64112" y="14526"/>
                  </a:cubicBezTo>
                  <a:cubicBezTo>
                    <a:pt x="65547" y="11857"/>
                    <a:pt x="66981" y="8455"/>
                    <a:pt x="66047" y="5352"/>
                  </a:cubicBezTo>
                  <a:cubicBezTo>
                    <a:pt x="65880" y="4752"/>
                    <a:pt x="65580" y="4185"/>
                    <a:pt x="65247" y="3651"/>
                  </a:cubicBezTo>
                  <a:lnTo>
                    <a:pt x="65213" y="3685"/>
                  </a:lnTo>
                  <a:cubicBezTo>
                    <a:pt x="64012" y="1917"/>
                    <a:pt x="61911" y="716"/>
                    <a:pt x="59776" y="282"/>
                  </a:cubicBezTo>
                  <a:cubicBezTo>
                    <a:pt x="58804" y="87"/>
                    <a:pt x="57848" y="1"/>
                    <a:pt x="56905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57" name="Google Shape;2257;p60"/>
            <p:cNvSpPr/>
            <p:nvPr/>
          </p:nvSpPr>
          <p:spPr>
            <a:xfrm>
              <a:off x="5594199" y="4092244"/>
              <a:ext cx="436427" cy="220091"/>
            </a:xfrm>
            <a:custGeom>
              <a:rect b="b" l="l" r="r" t="t"/>
              <a:pathLst>
                <a:path extrusionOk="0" h="10958" w="21729">
                  <a:moveTo>
                    <a:pt x="215" y="1"/>
                  </a:moveTo>
                  <a:cubicBezTo>
                    <a:pt x="101" y="1"/>
                    <a:pt x="1" y="132"/>
                    <a:pt x="113" y="216"/>
                  </a:cubicBezTo>
                  <a:cubicBezTo>
                    <a:pt x="1314" y="1150"/>
                    <a:pt x="2748" y="1851"/>
                    <a:pt x="4116" y="2518"/>
                  </a:cubicBezTo>
                  <a:cubicBezTo>
                    <a:pt x="5517" y="3218"/>
                    <a:pt x="6918" y="3852"/>
                    <a:pt x="8352" y="4486"/>
                  </a:cubicBezTo>
                  <a:cubicBezTo>
                    <a:pt x="9853" y="5153"/>
                    <a:pt x="11354" y="5820"/>
                    <a:pt x="12855" y="6454"/>
                  </a:cubicBezTo>
                  <a:cubicBezTo>
                    <a:pt x="14323" y="7088"/>
                    <a:pt x="15757" y="7655"/>
                    <a:pt x="17158" y="8355"/>
                  </a:cubicBezTo>
                  <a:cubicBezTo>
                    <a:pt x="17959" y="8722"/>
                    <a:pt x="18693" y="9156"/>
                    <a:pt x="19427" y="9590"/>
                  </a:cubicBezTo>
                  <a:cubicBezTo>
                    <a:pt x="20160" y="10023"/>
                    <a:pt x="20828" y="10524"/>
                    <a:pt x="21528" y="10957"/>
                  </a:cubicBezTo>
                  <a:cubicBezTo>
                    <a:pt x="21548" y="10938"/>
                    <a:pt x="21568" y="10932"/>
                    <a:pt x="21587" y="10932"/>
                  </a:cubicBezTo>
                  <a:cubicBezTo>
                    <a:pt x="21608" y="10932"/>
                    <a:pt x="21630" y="10938"/>
                    <a:pt x="21651" y="10938"/>
                  </a:cubicBezTo>
                  <a:cubicBezTo>
                    <a:pt x="21676" y="10938"/>
                    <a:pt x="21702" y="10929"/>
                    <a:pt x="21728" y="10891"/>
                  </a:cubicBezTo>
                  <a:cubicBezTo>
                    <a:pt x="21194" y="10424"/>
                    <a:pt x="20594" y="10023"/>
                    <a:pt x="19960" y="9656"/>
                  </a:cubicBezTo>
                  <a:cubicBezTo>
                    <a:pt x="19326" y="9223"/>
                    <a:pt x="18659" y="8856"/>
                    <a:pt x="17992" y="8489"/>
                  </a:cubicBezTo>
                  <a:cubicBezTo>
                    <a:pt x="16591" y="7788"/>
                    <a:pt x="15157" y="7188"/>
                    <a:pt x="13722" y="6588"/>
                  </a:cubicBezTo>
                  <a:cubicBezTo>
                    <a:pt x="10787" y="5353"/>
                    <a:pt x="7852" y="4052"/>
                    <a:pt x="4950" y="2685"/>
                  </a:cubicBezTo>
                  <a:cubicBezTo>
                    <a:pt x="4149" y="2284"/>
                    <a:pt x="3348" y="1717"/>
                    <a:pt x="2581" y="1284"/>
                  </a:cubicBezTo>
                  <a:cubicBezTo>
                    <a:pt x="1814" y="850"/>
                    <a:pt x="1047" y="383"/>
                    <a:pt x="280" y="16"/>
                  </a:cubicBezTo>
                  <a:cubicBezTo>
                    <a:pt x="258" y="6"/>
                    <a:pt x="236" y="1"/>
                    <a:pt x="21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58" name="Google Shape;2258;p60"/>
            <p:cNvSpPr/>
            <p:nvPr/>
          </p:nvSpPr>
          <p:spPr>
            <a:xfrm>
              <a:off x="5813527" y="4399344"/>
              <a:ext cx="155458" cy="145054"/>
            </a:xfrm>
            <a:custGeom>
              <a:rect b="b" l="l" r="r" t="t"/>
              <a:pathLst>
                <a:path extrusionOk="0" h="7222" w="7740">
                  <a:moveTo>
                    <a:pt x="4959" y="0"/>
                  </a:moveTo>
                  <a:cubicBezTo>
                    <a:pt x="4715" y="0"/>
                    <a:pt x="1093" y="1845"/>
                    <a:pt x="768" y="2105"/>
                  </a:cubicBezTo>
                  <a:cubicBezTo>
                    <a:pt x="601" y="2239"/>
                    <a:pt x="467" y="2372"/>
                    <a:pt x="367" y="2539"/>
                  </a:cubicBezTo>
                  <a:cubicBezTo>
                    <a:pt x="234" y="2772"/>
                    <a:pt x="201" y="3039"/>
                    <a:pt x="167" y="3273"/>
                  </a:cubicBezTo>
                  <a:cubicBezTo>
                    <a:pt x="101" y="4007"/>
                    <a:pt x="0" y="4741"/>
                    <a:pt x="134" y="5474"/>
                  </a:cubicBezTo>
                  <a:cubicBezTo>
                    <a:pt x="267" y="6208"/>
                    <a:pt x="701" y="6909"/>
                    <a:pt x="1401" y="7142"/>
                  </a:cubicBezTo>
                  <a:cubicBezTo>
                    <a:pt x="1585" y="7199"/>
                    <a:pt x="1772" y="7221"/>
                    <a:pt x="1960" y="7221"/>
                  </a:cubicBezTo>
                  <a:cubicBezTo>
                    <a:pt x="2320" y="7221"/>
                    <a:pt x="2685" y="7141"/>
                    <a:pt x="3036" y="7076"/>
                  </a:cubicBezTo>
                  <a:cubicBezTo>
                    <a:pt x="4070" y="6842"/>
                    <a:pt x="5104" y="6609"/>
                    <a:pt x="6105" y="6308"/>
                  </a:cubicBezTo>
                  <a:cubicBezTo>
                    <a:pt x="6538" y="6175"/>
                    <a:pt x="7005" y="6242"/>
                    <a:pt x="7472" y="6142"/>
                  </a:cubicBezTo>
                  <a:cubicBezTo>
                    <a:pt x="7506" y="6142"/>
                    <a:pt x="7539" y="6142"/>
                    <a:pt x="7573" y="6108"/>
                  </a:cubicBezTo>
                  <a:cubicBezTo>
                    <a:pt x="7739" y="5941"/>
                    <a:pt x="7072" y="4874"/>
                    <a:pt x="6972" y="4674"/>
                  </a:cubicBezTo>
                  <a:lnTo>
                    <a:pt x="6972" y="4640"/>
                  </a:lnTo>
                  <a:cubicBezTo>
                    <a:pt x="6739" y="4140"/>
                    <a:pt x="6538" y="3606"/>
                    <a:pt x="6305" y="3106"/>
                  </a:cubicBezTo>
                  <a:cubicBezTo>
                    <a:pt x="5871" y="2072"/>
                    <a:pt x="5404" y="1038"/>
                    <a:pt x="4971" y="4"/>
                  </a:cubicBezTo>
                  <a:cubicBezTo>
                    <a:pt x="4969" y="1"/>
                    <a:pt x="4965" y="0"/>
                    <a:pt x="4959" y="0"/>
                  </a:cubicBezTo>
                  <a:close/>
                </a:path>
              </a:pathLst>
            </a:custGeom>
            <a:solidFill>
              <a:srgbClr val="EBC0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59" name="Google Shape;2259;p60"/>
            <p:cNvSpPr/>
            <p:nvPr/>
          </p:nvSpPr>
          <p:spPr>
            <a:xfrm>
              <a:off x="5690928" y="4416155"/>
              <a:ext cx="191631" cy="359401"/>
            </a:xfrm>
            <a:custGeom>
              <a:rect b="b" l="l" r="r" t="t"/>
              <a:pathLst>
                <a:path extrusionOk="0" h="17894" w="9541">
                  <a:moveTo>
                    <a:pt x="7872" y="1"/>
                  </a:moveTo>
                  <a:lnTo>
                    <a:pt x="2936" y="1669"/>
                  </a:lnTo>
                  <a:cubicBezTo>
                    <a:pt x="2669" y="1735"/>
                    <a:pt x="2402" y="1835"/>
                    <a:pt x="2202" y="2036"/>
                  </a:cubicBezTo>
                  <a:cubicBezTo>
                    <a:pt x="2068" y="2236"/>
                    <a:pt x="2002" y="2503"/>
                    <a:pt x="1968" y="2769"/>
                  </a:cubicBezTo>
                  <a:cubicBezTo>
                    <a:pt x="1601" y="5238"/>
                    <a:pt x="1068" y="7706"/>
                    <a:pt x="734" y="10208"/>
                  </a:cubicBezTo>
                  <a:cubicBezTo>
                    <a:pt x="400" y="12476"/>
                    <a:pt x="434" y="14645"/>
                    <a:pt x="100" y="16913"/>
                  </a:cubicBezTo>
                  <a:cubicBezTo>
                    <a:pt x="0" y="17562"/>
                    <a:pt x="778" y="17893"/>
                    <a:pt x="1442" y="17893"/>
                  </a:cubicBezTo>
                  <a:cubicBezTo>
                    <a:pt x="1665" y="17893"/>
                    <a:pt x="1875" y="17856"/>
                    <a:pt x="2035" y="17780"/>
                  </a:cubicBezTo>
                  <a:cubicBezTo>
                    <a:pt x="2502" y="17513"/>
                    <a:pt x="2869" y="17046"/>
                    <a:pt x="3169" y="16613"/>
                  </a:cubicBezTo>
                  <a:cubicBezTo>
                    <a:pt x="4437" y="14745"/>
                    <a:pt x="5337" y="12977"/>
                    <a:pt x="5738" y="10775"/>
                  </a:cubicBezTo>
                  <a:cubicBezTo>
                    <a:pt x="5871" y="10108"/>
                    <a:pt x="5971" y="9407"/>
                    <a:pt x="6338" y="8840"/>
                  </a:cubicBezTo>
                  <a:cubicBezTo>
                    <a:pt x="6772" y="8173"/>
                    <a:pt x="7472" y="7740"/>
                    <a:pt x="8173" y="7339"/>
                  </a:cubicBezTo>
                  <a:cubicBezTo>
                    <a:pt x="8473" y="7173"/>
                    <a:pt x="9040" y="6939"/>
                    <a:pt x="9540" y="6672"/>
                  </a:cubicBezTo>
                  <a:cubicBezTo>
                    <a:pt x="8840" y="4471"/>
                    <a:pt x="8306" y="2269"/>
                    <a:pt x="78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60" name="Google Shape;2260;p60"/>
            <p:cNvSpPr/>
            <p:nvPr/>
          </p:nvSpPr>
          <p:spPr>
            <a:xfrm>
              <a:off x="5498634" y="3530808"/>
              <a:ext cx="564147" cy="650392"/>
            </a:xfrm>
            <a:custGeom>
              <a:rect b="b" l="l" r="r" t="t"/>
              <a:pathLst>
                <a:path extrusionOk="0" h="32382" w="28088">
                  <a:moveTo>
                    <a:pt x="7136" y="1"/>
                  </a:moveTo>
                  <a:cubicBezTo>
                    <a:pt x="7037" y="1"/>
                    <a:pt x="6938" y="6"/>
                    <a:pt x="6839" y="16"/>
                  </a:cubicBezTo>
                  <a:cubicBezTo>
                    <a:pt x="5771" y="149"/>
                    <a:pt x="4837" y="883"/>
                    <a:pt x="4237" y="1784"/>
                  </a:cubicBezTo>
                  <a:cubicBezTo>
                    <a:pt x="3637" y="2684"/>
                    <a:pt x="3303" y="3718"/>
                    <a:pt x="3003" y="4753"/>
                  </a:cubicBezTo>
                  <a:cubicBezTo>
                    <a:pt x="1902" y="8222"/>
                    <a:pt x="634" y="11724"/>
                    <a:pt x="134" y="15327"/>
                  </a:cubicBezTo>
                  <a:cubicBezTo>
                    <a:pt x="1" y="16261"/>
                    <a:pt x="34" y="17228"/>
                    <a:pt x="34" y="18162"/>
                  </a:cubicBezTo>
                  <a:cubicBezTo>
                    <a:pt x="34" y="20897"/>
                    <a:pt x="101" y="23800"/>
                    <a:pt x="1602" y="26068"/>
                  </a:cubicBezTo>
                  <a:cubicBezTo>
                    <a:pt x="4992" y="31199"/>
                    <a:pt x="11464" y="32382"/>
                    <a:pt x="17672" y="32382"/>
                  </a:cubicBezTo>
                  <a:cubicBezTo>
                    <a:pt x="20504" y="32382"/>
                    <a:pt x="23282" y="32135"/>
                    <a:pt x="25686" y="31905"/>
                  </a:cubicBezTo>
                  <a:cubicBezTo>
                    <a:pt x="26253" y="31872"/>
                    <a:pt x="26686" y="31839"/>
                    <a:pt x="27053" y="31672"/>
                  </a:cubicBezTo>
                  <a:cubicBezTo>
                    <a:pt x="27353" y="31505"/>
                    <a:pt x="27587" y="31238"/>
                    <a:pt x="27754" y="30704"/>
                  </a:cubicBezTo>
                  <a:cubicBezTo>
                    <a:pt x="28087" y="29837"/>
                    <a:pt x="27887" y="28770"/>
                    <a:pt x="27387" y="28003"/>
                  </a:cubicBezTo>
                  <a:cubicBezTo>
                    <a:pt x="26753" y="27002"/>
                    <a:pt x="25586" y="26235"/>
                    <a:pt x="24418" y="26001"/>
                  </a:cubicBezTo>
                  <a:cubicBezTo>
                    <a:pt x="23217" y="25734"/>
                    <a:pt x="22083" y="25301"/>
                    <a:pt x="20849" y="25067"/>
                  </a:cubicBezTo>
                  <a:cubicBezTo>
                    <a:pt x="19982" y="24900"/>
                    <a:pt x="19114" y="24633"/>
                    <a:pt x="18247" y="24400"/>
                  </a:cubicBezTo>
                  <a:cubicBezTo>
                    <a:pt x="15645" y="23666"/>
                    <a:pt x="12810" y="23099"/>
                    <a:pt x="10308" y="21998"/>
                  </a:cubicBezTo>
                  <a:cubicBezTo>
                    <a:pt x="10141" y="21932"/>
                    <a:pt x="9974" y="21865"/>
                    <a:pt x="9908" y="21731"/>
                  </a:cubicBezTo>
                  <a:cubicBezTo>
                    <a:pt x="9774" y="21531"/>
                    <a:pt x="9841" y="21264"/>
                    <a:pt x="9908" y="21064"/>
                  </a:cubicBezTo>
                  <a:cubicBezTo>
                    <a:pt x="10742" y="17695"/>
                    <a:pt x="11509" y="14326"/>
                    <a:pt x="12209" y="10924"/>
                  </a:cubicBezTo>
                  <a:cubicBezTo>
                    <a:pt x="12443" y="9756"/>
                    <a:pt x="12676" y="8589"/>
                    <a:pt x="12643" y="7421"/>
                  </a:cubicBezTo>
                  <a:cubicBezTo>
                    <a:pt x="12643" y="5253"/>
                    <a:pt x="11776" y="3151"/>
                    <a:pt x="10308" y="1584"/>
                  </a:cubicBezTo>
                  <a:cubicBezTo>
                    <a:pt x="9445" y="721"/>
                    <a:pt x="8327" y="1"/>
                    <a:pt x="7136" y="1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61" name="Google Shape;2261;p60"/>
            <p:cNvSpPr/>
            <p:nvPr/>
          </p:nvSpPr>
          <p:spPr>
            <a:xfrm>
              <a:off x="5805493" y="3089159"/>
              <a:ext cx="279402" cy="260523"/>
            </a:xfrm>
            <a:custGeom>
              <a:rect b="b" l="l" r="r" t="t"/>
              <a:pathLst>
                <a:path extrusionOk="0" h="12971" w="13911">
                  <a:moveTo>
                    <a:pt x="6616" y="0"/>
                  </a:moveTo>
                  <a:cubicBezTo>
                    <a:pt x="5515" y="0"/>
                    <a:pt x="4387" y="262"/>
                    <a:pt x="3503" y="890"/>
                  </a:cubicBezTo>
                  <a:cubicBezTo>
                    <a:pt x="3102" y="1157"/>
                    <a:pt x="2735" y="1557"/>
                    <a:pt x="2569" y="2024"/>
                  </a:cubicBezTo>
                  <a:cubicBezTo>
                    <a:pt x="2502" y="2291"/>
                    <a:pt x="2502" y="2624"/>
                    <a:pt x="2335" y="2858"/>
                  </a:cubicBezTo>
                  <a:cubicBezTo>
                    <a:pt x="2202" y="3025"/>
                    <a:pt x="2002" y="3125"/>
                    <a:pt x="1801" y="3225"/>
                  </a:cubicBezTo>
                  <a:cubicBezTo>
                    <a:pt x="1368" y="3425"/>
                    <a:pt x="1001" y="3692"/>
                    <a:pt x="667" y="4025"/>
                  </a:cubicBezTo>
                  <a:cubicBezTo>
                    <a:pt x="400" y="4259"/>
                    <a:pt x="167" y="4526"/>
                    <a:pt x="100" y="4826"/>
                  </a:cubicBezTo>
                  <a:cubicBezTo>
                    <a:pt x="0" y="5126"/>
                    <a:pt x="34" y="5460"/>
                    <a:pt x="100" y="5760"/>
                  </a:cubicBezTo>
                  <a:cubicBezTo>
                    <a:pt x="167" y="6394"/>
                    <a:pt x="267" y="6994"/>
                    <a:pt x="400" y="7595"/>
                  </a:cubicBezTo>
                  <a:cubicBezTo>
                    <a:pt x="467" y="7861"/>
                    <a:pt x="567" y="8128"/>
                    <a:pt x="567" y="8395"/>
                  </a:cubicBezTo>
                  <a:cubicBezTo>
                    <a:pt x="567" y="8695"/>
                    <a:pt x="467" y="8962"/>
                    <a:pt x="534" y="9296"/>
                  </a:cubicBezTo>
                  <a:cubicBezTo>
                    <a:pt x="634" y="9696"/>
                    <a:pt x="901" y="9963"/>
                    <a:pt x="1034" y="10330"/>
                  </a:cubicBezTo>
                  <a:cubicBezTo>
                    <a:pt x="1101" y="10463"/>
                    <a:pt x="1101" y="10597"/>
                    <a:pt x="1168" y="10763"/>
                  </a:cubicBezTo>
                  <a:cubicBezTo>
                    <a:pt x="1234" y="10930"/>
                    <a:pt x="1334" y="11064"/>
                    <a:pt x="1368" y="11264"/>
                  </a:cubicBezTo>
                  <a:cubicBezTo>
                    <a:pt x="1435" y="11464"/>
                    <a:pt x="1368" y="11697"/>
                    <a:pt x="1468" y="11898"/>
                  </a:cubicBezTo>
                  <a:cubicBezTo>
                    <a:pt x="1501" y="11998"/>
                    <a:pt x="1568" y="12098"/>
                    <a:pt x="1635" y="12164"/>
                  </a:cubicBezTo>
                  <a:cubicBezTo>
                    <a:pt x="1855" y="12448"/>
                    <a:pt x="2046" y="12970"/>
                    <a:pt x="2461" y="12970"/>
                  </a:cubicBezTo>
                  <a:cubicBezTo>
                    <a:pt x="2485" y="12970"/>
                    <a:pt x="2510" y="12969"/>
                    <a:pt x="2535" y="12965"/>
                  </a:cubicBezTo>
                  <a:cubicBezTo>
                    <a:pt x="2836" y="12898"/>
                    <a:pt x="3102" y="12698"/>
                    <a:pt x="3269" y="12431"/>
                  </a:cubicBezTo>
                  <a:cubicBezTo>
                    <a:pt x="3436" y="12198"/>
                    <a:pt x="3536" y="11864"/>
                    <a:pt x="3636" y="11597"/>
                  </a:cubicBezTo>
                  <a:cubicBezTo>
                    <a:pt x="3803" y="11097"/>
                    <a:pt x="4003" y="10630"/>
                    <a:pt x="4203" y="10196"/>
                  </a:cubicBezTo>
                  <a:cubicBezTo>
                    <a:pt x="4370" y="9763"/>
                    <a:pt x="4537" y="9262"/>
                    <a:pt x="4770" y="8895"/>
                  </a:cubicBezTo>
                  <a:cubicBezTo>
                    <a:pt x="5004" y="8595"/>
                    <a:pt x="5404" y="8562"/>
                    <a:pt x="5704" y="8395"/>
                  </a:cubicBezTo>
                  <a:cubicBezTo>
                    <a:pt x="6171" y="8162"/>
                    <a:pt x="6171" y="7961"/>
                    <a:pt x="6305" y="7494"/>
                  </a:cubicBezTo>
                  <a:cubicBezTo>
                    <a:pt x="6438" y="6927"/>
                    <a:pt x="7072" y="6594"/>
                    <a:pt x="7639" y="6527"/>
                  </a:cubicBezTo>
                  <a:cubicBezTo>
                    <a:pt x="7939" y="6477"/>
                    <a:pt x="8239" y="6477"/>
                    <a:pt x="8535" y="6477"/>
                  </a:cubicBezTo>
                  <a:cubicBezTo>
                    <a:pt x="8831" y="6477"/>
                    <a:pt x="9123" y="6477"/>
                    <a:pt x="9407" y="6427"/>
                  </a:cubicBezTo>
                  <a:cubicBezTo>
                    <a:pt x="10041" y="6294"/>
                    <a:pt x="10608" y="5927"/>
                    <a:pt x="11242" y="5927"/>
                  </a:cubicBezTo>
                  <a:cubicBezTo>
                    <a:pt x="11475" y="5927"/>
                    <a:pt x="11742" y="5960"/>
                    <a:pt x="12009" y="5960"/>
                  </a:cubicBezTo>
                  <a:cubicBezTo>
                    <a:pt x="13043" y="5927"/>
                    <a:pt x="13910" y="5059"/>
                    <a:pt x="13810" y="3992"/>
                  </a:cubicBezTo>
                  <a:cubicBezTo>
                    <a:pt x="13777" y="3558"/>
                    <a:pt x="13543" y="3125"/>
                    <a:pt x="13176" y="2891"/>
                  </a:cubicBezTo>
                  <a:cubicBezTo>
                    <a:pt x="12743" y="2591"/>
                    <a:pt x="12142" y="2524"/>
                    <a:pt x="11875" y="2091"/>
                  </a:cubicBezTo>
                  <a:cubicBezTo>
                    <a:pt x="11675" y="1824"/>
                    <a:pt x="11675" y="1423"/>
                    <a:pt x="11442" y="1190"/>
                  </a:cubicBezTo>
                  <a:cubicBezTo>
                    <a:pt x="11308" y="1057"/>
                    <a:pt x="11108" y="990"/>
                    <a:pt x="10908" y="923"/>
                  </a:cubicBezTo>
                  <a:cubicBezTo>
                    <a:pt x="9674" y="489"/>
                    <a:pt x="8440" y="123"/>
                    <a:pt x="7172" y="22"/>
                  </a:cubicBezTo>
                  <a:cubicBezTo>
                    <a:pt x="6988" y="8"/>
                    <a:pt x="6803" y="0"/>
                    <a:pt x="661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62" name="Google Shape;2262;p60"/>
            <p:cNvSpPr/>
            <p:nvPr/>
          </p:nvSpPr>
          <p:spPr>
            <a:xfrm>
              <a:off x="5906661" y="4074208"/>
              <a:ext cx="480694" cy="332286"/>
            </a:xfrm>
            <a:custGeom>
              <a:rect b="b" l="l" r="r" t="t"/>
              <a:pathLst>
                <a:path extrusionOk="0" h="16544" w="23933">
                  <a:moveTo>
                    <a:pt x="23717" y="0"/>
                  </a:moveTo>
                  <a:cubicBezTo>
                    <a:pt x="23696" y="0"/>
                    <a:pt x="23673" y="4"/>
                    <a:pt x="23650" y="14"/>
                  </a:cubicBezTo>
                  <a:lnTo>
                    <a:pt x="23684" y="14"/>
                  </a:lnTo>
                  <a:cubicBezTo>
                    <a:pt x="22016" y="914"/>
                    <a:pt x="20548" y="2148"/>
                    <a:pt x="19114" y="3349"/>
                  </a:cubicBezTo>
                  <a:cubicBezTo>
                    <a:pt x="17679" y="4550"/>
                    <a:pt x="16212" y="5784"/>
                    <a:pt x="14644" y="6852"/>
                  </a:cubicBezTo>
                  <a:cubicBezTo>
                    <a:pt x="13843" y="7352"/>
                    <a:pt x="13043" y="7852"/>
                    <a:pt x="12175" y="8253"/>
                  </a:cubicBezTo>
                  <a:cubicBezTo>
                    <a:pt x="11275" y="8653"/>
                    <a:pt x="10374" y="9020"/>
                    <a:pt x="9474" y="9387"/>
                  </a:cubicBezTo>
                  <a:cubicBezTo>
                    <a:pt x="8573" y="9787"/>
                    <a:pt x="7706" y="10221"/>
                    <a:pt x="6905" y="10788"/>
                  </a:cubicBezTo>
                  <a:cubicBezTo>
                    <a:pt x="6038" y="11355"/>
                    <a:pt x="5337" y="12122"/>
                    <a:pt x="4470" y="12723"/>
                  </a:cubicBezTo>
                  <a:cubicBezTo>
                    <a:pt x="3569" y="13356"/>
                    <a:pt x="2535" y="13857"/>
                    <a:pt x="1501" y="14324"/>
                  </a:cubicBezTo>
                  <a:lnTo>
                    <a:pt x="734" y="14691"/>
                  </a:lnTo>
                  <a:cubicBezTo>
                    <a:pt x="534" y="14757"/>
                    <a:pt x="300" y="14857"/>
                    <a:pt x="134" y="15024"/>
                  </a:cubicBezTo>
                  <a:cubicBezTo>
                    <a:pt x="0" y="15158"/>
                    <a:pt x="0" y="15324"/>
                    <a:pt x="0" y="15525"/>
                  </a:cubicBezTo>
                  <a:cubicBezTo>
                    <a:pt x="67" y="15825"/>
                    <a:pt x="100" y="16158"/>
                    <a:pt x="200" y="16459"/>
                  </a:cubicBezTo>
                  <a:cubicBezTo>
                    <a:pt x="215" y="16517"/>
                    <a:pt x="268" y="16544"/>
                    <a:pt x="320" y="16544"/>
                  </a:cubicBezTo>
                  <a:cubicBezTo>
                    <a:pt x="387" y="16544"/>
                    <a:pt x="452" y="16500"/>
                    <a:pt x="434" y="16425"/>
                  </a:cubicBezTo>
                  <a:cubicBezTo>
                    <a:pt x="434" y="16192"/>
                    <a:pt x="400" y="15958"/>
                    <a:pt x="367" y="15725"/>
                  </a:cubicBezTo>
                  <a:cubicBezTo>
                    <a:pt x="334" y="15591"/>
                    <a:pt x="300" y="15458"/>
                    <a:pt x="334" y="15324"/>
                  </a:cubicBezTo>
                  <a:cubicBezTo>
                    <a:pt x="400" y="15191"/>
                    <a:pt x="534" y="15124"/>
                    <a:pt x="667" y="15091"/>
                  </a:cubicBezTo>
                  <a:cubicBezTo>
                    <a:pt x="1101" y="14857"/>
                    <a:pt x="1535" y="14657"/>
                    <a:pt x="2002" y="14457"/>
                  </a:cubicBezTo>
                  <a:cubicBezTo>
                    <a:pt x="2869" y="14024"/>
                    <a:pt x="3769" y="13590"/>
                    <a:pt x="4570" y="13023"/>
                  </a:cubicBezTo>
                  <a:cubicBezTo>
                    <a:pt x="5404" y="12456"/>
                    <a:pt x="6104" y="11722"/>
                    <a:pt x="6905" y="11155"/>
                  </a:cubicBezTo>
                  <a:cubicBezTo>
                    <a:pt x="7672" y="10588"/>
                    <a:pt x="8540" y="10154"/>
                    <a:pt x="9407" y="9787"/>
                  </a:cubicBezTo>
                  <a:cubicBezTo>
                    <a:pt x="10274" y="9387"/>
                    <a:pt x="11175" y="9053"/>
                    <a:pt x="12042" y="8653"/>
                  </a:cubicBezTo>
                  <a:cubicBezTo>
                    <a:pt x="12876" y="8253"/>
                    <a:pt x="13710" y="7819"/>
                    <a:pt x="14477" y="7319"/>
                  </a:cubicBezTo>
                  <a:cubicBezTo>
                    <a:pt x="16012" y="6318"/>
                    <a:pt x="17413" y="5151"/>
                    <a:pt x="18814" y="3983"/>
                  </a:cubicBezTo>
                  <a:cubicBezTo>
                    <a:pt x="19614" y="3316"/>
                    <a:pt x="20415" y="2649"/>
                    <a:pt x="21249" y="2015"/>
                  </a:cubicBezTo>
                  <a:cubicBezTo>
                    <a:pt x="22083" y="1381"/>
                    <a:pt x="22950" y="814"/>
                    <a:pt x="23817" y="247"/>
                  </a:cubicBezTo>
                  <a:cubicBezTo>
                    <a:pt x="23932" y="161"/>
                    <a:pt x="23849" y="0"/>
                    <a:pt x="2371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63" name="Google Shape;2263;p60"/>
            <p:cNvSpPr/>
            <p:nvPr/>
          </p:nvSpPr>
          <p:spPr>
            <a:xfrm>
              <a:off x="5852090" y="3244054"/>
              <a:ext cx="70659" cy="68550"/>
            </a:xfrm>
            <a:custGeom>
              <a:rect b="b" l="l" r="r" t="t"/>
              <a:pathLst>
                <a:path extrusionOk="0" h="3413" w="3518">
                  <a:moveTo>
                    <a:pt x="1888" y="1"/>
                  </a:moveTo>
                  <a:cubicBezTo>
                    <a:pt x="1260" y="1"/>
                    <a:pt x="634" y="353"/>
                    <a:pt x="349" y="1083"/>
                  </a:cubicBezTo>
                  <a:cubicBezTo>
                    <a:pt x="0" y="2071"/>
                    <a:pt x="764" y="3413"/>
                    <a:pt x="1981" y="3413"/>
                  </a:cubicBezTo>
                  <a:cubicBezTo>
                    <a:pt x="2161" y="3413"/>
                    <a:pt x="2352" y="3383"/>
                    <a:pt x="2550" y="3318"/>
                  </a:cubicBezTo>
                  <a:lnTo>
                    <a:pt x="3518" y="1250"/>
                  </a:lnTo>
                  <a:cubicBezTo>
                    <a:pt x="3273" y="428"/>
                    <a:pt x="2579" y="1"/>
                    <a:pt x="1888" y="1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64" name="Google Shape;2264;p60"/>
            <p:cNvSpPr/>
            <p:nvPr/>
          </p:nvSpPr>
          <p:spPr>
            <a:xfrm>
              <a:off x="5506668" y="3480254"/>
              <a:ext cx="302862" cy="323569"/>
            </a:xfrm>
            <a:custGeom>
              <a:rect b="b" l="l" r="r" t="t"/>
              <a:pathLst>
                <a:path extrusionOk="0" h="16110" w="15079">
                  <a:moveTo>
                    <a:pt x="6618" y="0"/>
                  </a:moveTo>
                  <a:cubicBezTo>
                    <a:pt x="6547" y="0"/>
                    <a:pt x="6476" y="19"/>
                    <a:pt x="6405" y="64"/>
                  </a:cubicBezTo>
                  <a:cubicBezTo>
                    <a:pt x="6339" y="98"/>
                    <a:pt x="6305" y="131"/>
                    <a:pt x="6272" y="164"/>
                  </a:cubicBezTo>
                  <a:cubicBezTo>
                    <a:pt x="4771" y="1132"/>
                    <a:pt x="3770" y="2466"/>
                    <a:pt x="2903" y="4034"/>
                  </a:cubicBezTo>
                  <a:cubicBezTo>
                    <a:pt x="2002" y="5668"/>
                    <a:pt x="1335" y="7436"/>
                    <a:pt x="868" y="9271"/>
                  </a:cubicBezTo>
                  <a:cubicBezTo>
                    <a:pt x="501" y="10605"/>
                    <a:pt x="234" y="11940"/>
                    <a:pt x="1" y="13307"/>
                  </a:cubicBezTo>
                  <a:cubicBezTo>
                    <a:pt x="2536" y="14341"/>
                    <a:pt x="5171" y="15175"/>
                    <a:pt x="7840" y="15709"/>
                  </a:cubicBezTo>
                  <a:cubicBezTo>
                    <a:pt x="9908" y="16109"/>
                    <a:pt x="11776" y="15976"/>
                    <a:pt x="13844" y="16043"/>
                  </a:cubicBezTo>
                  <a:cubicBezTo>
                    <a:pt x="14478" y="12707"/>
                    <a:pt x="15078" y="9171"/>
                    <a:pt x="13844" y="6035"/>
                  </a:cubicBezTo>
                  <a:cubicBezTo>
                    <a:pt x="13277" y="4568"/>
                    <a:pt x="12243" y="3267"/>
                    <a:pt x="10975" y="2299"/>
                  </a:cubicBezTo>
                  <a:cubicBezTo>
                    <a:pt x="10375" y="1799"/>
                    <a:pt x="9674" y="1399"/>
                    <a:pt x="8941" y="1098"/>
                  </a:cubicBezTo>
                  <a:cubicBezTo>
                    <a:pt x="8440" y="865"/>
                    <a:pt x="7940" y="698"/>
                    <a:pt x="7473" y="465"/>
                  </a:cubicBezTo>
                  <a:cubicBezTo>
                    <a:pt x="7204" y="330"/>
                    <a:pt x="6913" y="0"/>
                    <a:pt x="6618" y="0"/>
                  </a:cubicBezTo>
                  <a:close/>
                </a:path>
              </a:pathLst>
            </a:custGeom>
            <a:solidFill>
              <a:srgbClr val="2C6A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65" name="Google Shape;2265;p60"/>
            <p:cNvSpPr/>
            <p:nvPr/>
          </p:nvSpPr>
          <p:spPr>
            <a:xfrm>
              <a:off x="5725756" y="4175637"/>
              <a:ext cx="574873" cy="28822"/>
            </a:xfrm>
            <a:custGeom>
              <a:rect b="b" l="l" r="r" t="t"/>
              <a:pathLst>
                <a:path extrusionOk="0" h="1435" w="28622">
                  <a:moveTo>
                    <a:pt x="701" y="0"/>
                  </a:moveTo>
                  <a:cubicBezTo>
                    <a:pt x="301" y="0"/>
                    <a:pt x="1" y="334"/>
                    <a:pt x="1" y="734"/>
                  </a:cubicBezTo>
                  <a:cubicBezTo>
                    <a:pt x="1" y="1135"/>
                    <a:pt x="301" y="1435"/>
                    <a:pt x="701" y="1435"/>
                  </a:cubicBezTo>
                  <a:lnTo>
                    <a:pt x="27921" y="1435"/>
                  </a:lnTo>
                  <a:cubicBezTo>
                    <a:pt x="28321" y="1435"/>
                    <a:pt x="28621" y="1135"/>
                    <a:pt x="28621" y="734"/>
                  </a:cubicBezTo>
                  <a:cubicBezTo>
                    <a:pt x="28621" y="334"/>
                    <a:pt x="28321" y="0"/>
                    <a:pt x="2792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66" name="Google Shape;2266;p60"/>
            <p:cNvSpPr/>
            <p:nvPr/>
          </p:nvSpPr>
          <p:spPr>
            <a:xfrm>
              <a:off x="5820898" y="3923048"/>
              <a:ext cx="580898" cy="261989"/>
            </a:xfrm>
            <a:custGeom>
              <a:rect b="b" l="l" r="r" t="t"/>
              <a:pathLst>
                <a:path extrusionOk="0" h="13044" w="28922">
                  <a:moveTo>
                    <a:pt x="5704" y="1"/>
                  </a:moveTo>
                  <a:cubicBezTo>
                    <a:pt x="5471" y="1"/>
                    <a:pt x="5237" y="134"/>
                    <a:pt x="5137" y="368"/>
                  </a:cubicBezTo>
                  <a:lnTo>
                    <a:pt x="0" y="13043"/>
                  </a:lnTo>
                  <a:lnTo>
                    <a:pt x="23817" y="13043"/>
                  </a:lnTo>
                  <a:lnTo>
                    <a:pt x="28754" y="835"/>
                  </a:lnTo>
                  <a:cubicBezTo>
                    <a:pt x="28921" y="434"/>
                    <a:pt x="28621" y="1"/>
                    <a:pt x="2822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67" name="Google Shape;2267;p60"/>
            <p:cNvSpPr/>
            <p:nvPr/>
          </p:nvSpPr>
          <p:spPr>
            <a:xfrm>
              <a:off x="6096926" y="4030242"/>
              <a:ext cx="68349" cy="48264"/>
            </a:xfrm>
            <a:custGeom>
              <a:rect b="b" l="l" r="r" t="t"/>
              <a:pathLst>
                <a:path extrusionOk="0" fill="none" h="2403" w="3403">
                  <a:moveTo>
                    <a:pt x="3136" y="1202"/>
                  </a:moveTo>
                  <a:cubicBezTo>
                    <a:pt x="2903" y="1836"/>
                    <a:pt x="2035" y="2403"/>
                    <a:pt x="1235" y="2403"/>
                  </a:cubicBezTo>
                  <a:cubicBezTo>
                    <a:pt x="434" y="2403"/>
                    <a:pt x="1" y="1836"/>
                    <a:pt x="267" y="1202"/>
                  </a:cubicBezTo>
                  <a:cubicBezTo>
                    <a:pt x="501" y="535"/>
                    <a:pt x="1368" y="1"/>
                    <a:pt x="2169" y="1"/>
                  </a:cubicBezTo>
                  <a:cubicBezTo>
                    <a:pt x="2969" y="1"/>
                    <a:pt x="3403" y="535"/>
                    <a:pt x="3136" y="1202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68" name="Google Shape;2268;p60"/>
            <p:cNvSpPr/>
            <p:nvPr/>
          </p:nvSpPr>
          <p:spPr>
            <a:xfrm>
              <a:off x="6008070" y="3322567"/>
              <a:ext cx="43323" cy="12272"/>
            </a:xfrm>
            <a:custGeom>
              <a:rect b="b" l="l" r="r" t="t"/>
              <a:pathLst>
                <a:path extrusionOk="0" h="611" w="2157">
                  <a:moveTo>
                    <a:pt x="2059" y="1"/>
                  </a:moveTo>
                  <a:cubicBezTo>
                    <a:pt x="2047" y="1"/>
                    <a:pt x="2035" y="4"/>
                    <a:pt x="2023" y="10"/>
                  </a:cubicBezTo>
                  <a:cubicBezTo>
                    <a:pt x="1856" y="43"/>
                    <a:pt x="1756" y="177"/>
                    <a:pt x="1623" y="243"/>
                  </a:cubicBezTo>
                  <a:cubicBezTo>
                    <a:pt x="1489" y="310"/>
                    <a:pt x="1322" y="343"/>
                    <a:pt x="1156" y="343"/>
                  </a:cubicBezTo>
                  <a:cubicBezTo>
                    <a:pt x="789" y="343"/>
                    <a:pt x="455" y="210"/>
                    <a:pt x="121" y="43"/>
                  </a:cubicBezTo>
                  <a:cubicBezTo>
                    <a:pt x="115" y="37"/>
                    <a:pt x="107" y="34"/>
                    <a:pt x="98" y="34"/>
                  </a:cubicBezTo>
                  <a:cubicBezTo>
                    <a:pt x="57" y="34"/>
                    <a:pt x="0" y="89"/>
                    <a:pt x="55" y="143"/>
                  </a:cubicBezTo>
                  <a:cubicBezTo>
                    <a:pt x="388" y="377"/>
                    <a:pt x="755" y="577"/>
                    <a:pt x="1189" y="610"/>
                  </a:cubicBezTo>
                  <a:cubicBezTo>
                    <a:pt x="1356" y="610"/>
                    <a:pt x="1556" y="577"/>
                    <a:pt x="1723" y="510"/>
                  </a:cubicBezTo>
                  <a:cubicBezTo>
                    <a:pt x="1889" y="443"/>
                    <a:pt x="2123" y="310"/>
                    <a:pt x="2156" y="110"/>
                  </a:cubicBezTo>
                  <a:cubicBezTo>
                    <a:pt x="2156" y="55"/>
                    <a:pt x="2112" y="1"/>
                    <a:pt x="205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69" name="Google Shape;2269;p60"/>
            <p:cNvSpPr/>
            <p:nvPr/>
          </p:nvSpPr>
          <p:spPr>
            <a:xfrm>
              <a:off x="6500253" y="2859407"/>
              <a:ext cx="199022" cy="209145"/>
            </a:xfrm>
            <a:custGeom>
              <a:rect b="b" l="l" r="r" t="t"/>
              <a:pathLst>
                <a:path extrusionOk="0" h="10413" w="9909">
                  <a:moveTo>
                    <a:pt x="9539" y="0"/>
                  </a:moveTo>
                  <a:cubicBezTo>
                    <a:pt x="9447" y="0"/>
                    <a:pt x="9350" y="45"/>
                    <a:pt x="9274" y="153"/>
                  </a:cubicBezTo>
                  <a:lnTo>
                    <a:pt x="9274" y="120"/>
                  </a:lnTo>
                  <a:cubicBezTo>
                    <a:pt x="8473" y="1254"/>
                    <a:pt x="8006" y="2622"/>
                    <a:pt x="7439" y="3823"/>
                  </a:cubicBezTo>
                  <a:cubicBezTo>
                    <a:pt x="6839" y="5124"/>
                    <a:pt x="6272" y="6391"/>
                    <a:pt x="5671" y="7692"/>
                  </a:cubicBezTo>
                  <a:cubicBezTo>
                    <a:pt x="5538" y="7959"/>
                    <a:pt x="5371" y="8259"/>
                    <a:pt x="5238" y="8559"/>
                  </a:cubicBezTo>
                  <a:cubicBezTo>
                    <a:pt x="5171" y="8759"/>
                    <a:pt x="5071" y="8926"/>
                    <a:pt x="5004" y="9093"/>
                  </a:cubicBezTo>
                  <a:cubicBezTo>
                    <a:pt x="4971" y="9160"/>
                    <a:pt x="4837" y="9460"/>
                    <a:pt x="4837" y="9460"/>
                  </a:cubicBezTo>
                  <a:cubicBezTo>
                    <a:pt x="4835" y="9461"/>
                    <a:pt x="4832" y="9462"/>
                    <a:pt x="4829" y="9462"/>
                  </a:cubicBezTo>
                  <a:cubicBezTo>
                    <a:pt x="4737" y="9462"/>
                    <a:pt x="4267" y="9023"/>
                    <a:pt x="4170" y="8926"/>
                  </a:cubicBezTo>
                  <a:cubicBezTo>
                    <a:pt x="3937" y="8726"/>
                    <a:pt x="3703" y="8559"/>
                    <a:pt x="3470" y="8359"/>
                  </a:cubicBezTo>
                  <a:cubicBezTo>
                    <a:pt x="2969" y="7892"/>
                    <a:pt x="2469" y="7425"/>
                    <a:pt x="1969" y="6925"/>
                  </a:cubicBezTo>
                  <a:cubicBezTo>
                    <a:pt x="1535" y="6491"/>
                    <a:pt x="1101" y="5991"/>
                    <a:pt x="601" y="5624"/>
                  </a:cubicBezTo>
                  <a:cubicBezTo>
                    <a:pt x="555" y="5591"/>
                    <a:pt x="502" y="5576"/>
                    <a:pt x="448" y="5576"/>
                  </a:cubicBezTo>
                  <a:cubicBezTo>
                    <a:pt x="231" y="5576"/>
                    <a:pt x="0" y="5817"/>
                    <a:pt x="134" y="6058"/>
                  </a:cubicBezTo>
                  <a:cubicBezTo>
                    <a:pt x="501" y="6691"/>
                    <a:pt x="1068" y="7225"/>
                    <a:pt x="1602" y="7759"/>
                  </a:cubicBezTo>
                  <a:cubicBezTo>
                    <a:pt x="2069" y="8259"/>
                    <a:pt x="2602" y="8726"/>
                    <a:pt x="3103" y="9193"/>
                  </a:cubicBezTo>
                  <a:cubicBezTo>
                    <a:pt x="3570" y="9593"/>
                    <a:pt x="4137" y="10294"/>
                    <a:pt x="4737" y="10394"/>
                  </a:cubicBezTo>
                  <a:cubicBezTo>
                    <a:pt x="4799" y="10406"/>
                    <a:pt x="4856" y="10412"/>
                    <a:pt x="4911" y="10412"/>
                  </a:cubicBezTo>
                  <a:cubicBezTo>
                    <a:pt x="5447" y="10412"/>
                    <a:pt x="5659" y="9851"/>
                    <a:pt x="5871" y="9427"/>
                  </a:cubicBezTo>
                  <a:cubicBezTo>
                    <a:pt x="6572" y="7926"/>
                    <a:pt x="7239" y="6458"/>
                    <a:pt x="7940" y="4957"/>
                  </a:cubicBezTo>
                  <a:cubicBezTo>
                    <a:pt x="8273" y="4223"/>
                    <a:pt x="8607" y="3522"/>
                    <a:pt x="8907" y="2822"/>
                  </a:cubicBezTo>
                  <a:cubicBezTo>
                    <a:pt x="9274" y="2055"/>
                    <a:pt x="9641" y="1254"/>
                    <a:pt x="9841" y="420"/>
                  </a:cubicBezTo>
                  <a:cubicBezTo>
                    <a:pt x="9908" y="195"/>
                    <a:pt x="9733" y="0"/>
                    <a:pt x="9539" y="0"/>
                  </a:cubicBezTo>
                  <a:close/>
                </a:path>
              </a:pathLst>
            </a:custGeom>
            <a:solidFill>
              <a:srgbClr val="2C6A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0" name="Google Shape;2270;p60"/>
            <p:cNvSpPr/>
            <p:nvPr/>
          </p:nvSpPr>
          <p:spPr>
            <a:xfrm>
              <a:off x="5892582" y="3261107"/>
              <a:ext cx="19442" cy="28701"/>
            </a:xfrm>
            <a:custGeom>
              <a:rect b="b" l="l" r="r" t="t"/>
              <a:pathLst>
                <a:path extrusionOk="0" h="1429" w="968">
                  <a:moveTo>
                    <a:pt x="67" y="1"/>
                  </a:moveTo>
                  <a:cubicBezTo>
                    <a:pt x="34" y="1"/>
                    <a:pt x="1" y="68"/>
                    <a:pt x="67" y="101"/>
                  </a:cubicBezTo>
                  <a:cubicBezTo>
                    <a:pt x="334" y="134"/>
                    <a:pt x="534" y="301"/>
                    <a:pt x="634" y="568"/>
                  </a:cubicBezTo>
                  <a:cubicBezTo>
                    <a:pt x="734" y="801"/>
                    <a:pt x="634" y="1102"/>
                    <a:pt x="501" y="1302"/>
                  </a:cubicBezTo>
                  <a:cubicBezTo>
                    <a:pt x="453" y="1374"/>
                    <a:pt x="509" y="1429"/>
                    <a:pt x="569" y="1429"/>
                  </a:cubicBezTo>
                  <a:cubicBezTo>
                    <a:pt x="592" y="1429"/>
                    <a:pt x="616" y="1421"/>
                    <a:pt x="634" y="1402"/>
                  </a:cubicBezTo>
                  <a:cubicBezTo>
                    <a:pt x="901" y="1168"/>
                    <a:pt x="968" y="801"/>
                    <a:pt x="835" y="468"/>
                  </a:cubicBezTo>
                  <a:cubicBezTo>
                    <a:pt x="701" y="201"/>
                    <a:pt x="368" y="1"/>
                    <a:pt x="67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1" name="Google Shape;2271;p60"/>
            <p:cNvSpPr/>
            <p:nvPr/>
          </p:nvSpPr>
          <p:spPr>
            <a:xfrm>
              <a:off x="6518350" y="2997993"/>
              <a:ext cx="80420" cy="72206"/>
            </a:xfrm>
            <a:custGeom>
              <a:rect b="b" l="l" r="r" t="t"/>
              <a:pathLst>
                <a:path extrusionOk="0" h="3595" w="4004">
                  <a:moveTo>
                    <a:pt x="3493" y="1"/>
                  </a:moveTo>
                  <a:cubicBezTo>
                    <a:pt x="3260" y="1"/>
                    <a:pt x="3069" y="191"/>
                    <a:pt x="2902" y="358"/>
                  </a:cubicBezTo>
                  <a:cubicBezTo>
                    <a:pt x="2102" y="1092"/>
                    <a:pt x="1068" y="1559"/>
                    <a:pt x="0" y="1659"/>
                  </a:cubicBezTo>
                  <a:lnTo>
                    <a:pt x="667" y="3594"/>
                  </a:lnTo>
                  <a:cubicBezTo>
                    <a:pt x="1701" y="2894"/>
                    <a:pt x="2735" y="2193"/>
                    <a:pt x="3569" y="1259"/>
                  </a:cubicBezTo>
                  <a:cubicBezTo>
                    <a:pt x="3736" y="1059"/>
                    <a:pt x="3903" y="859"/>
                    <a:pt x="3936" y="625"/>
                  </a:cubicBezTo>
                  <a:cubicBezTo>
                    <a:pt x="4003" y="358"/>
                    <a:pt x="3870" y="58"/>
                    <a:pt x="3636" y="25"/>
                  </a:cubicBezTo>
                  <a:cubicBezTo>
                    <a:pt x="3587" y="8"/>
                    <a:pt x="3539" y="1"/>
                    <a:pt x="3493" y="1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2" name="Google Shape;2272;p60"/>
            <p:cNvSpPr/>
            <p:nvPr/>
          </p:nvSpPr>
          <p:spPr>
            <a:xfrm>
              <a:off x="5958239" y="3382380"/>
              <a:ext cx="49610" cy="8054"/>
            </a:xfrm>
            <a:custGeom>
              <a:rect b="b" l="l" r="r" t="t"/>
              <a:pathLst>
                <a:path extrusionOk="0" h="401" w="2470">
                  <a:moveTo>
                    <a:pt x="234" y="1"/>
                  </a:moveTo>
                  <a:cubicBezTo>
                    <a:pt x="67" y="1"/>
                    <a:pt x="1" y="267"/>
                    <a:pt x="167" y="301"/>
                  </a:cubicBezTo>
                  <a:cubicBezTo>
                    <a:pt x="568" y="367"/>
                    <a:pt x="935" y="401"/>
                    <a:pt x="1302" y="401"/>
                  </a:cubicBezTo>
                  <a:cubicBezTo>
                    <a:pt x="1502" y="401"/>
                    <a:pt x="1702" y="367"/>
                    <a:pt x="1869" y="367"/>
                  </a:cubicBezTo>
                  <a:cubicBezTo>
                    <a:pt x="2035" y="367"/>
                    <a:pt x="2302" y="367"/>
                    <a:pt x="2402" y="234"/>
                  </a:cubicBezTo>
                  <a:cubicBezTo>
                    <a:pt x="2469" y="167"/>
                    <a:pt x="2469" y="101"/>
                    <a:pt x="2402" y="34"/>
                  </a:cubicBezTo>
                  <a:lnTo>
                    <a:pt x="2402" y="67"/>
                  </a:lnTo>
                  <a:cubicBezTo>
                    <a:pt x="2345" y="24"/>
                    <a:pt x="2270" y="12"/>
                    <a:pt x="2189" y="12"/>
                  </a:cubicBezTo>
                  <a:cubicBezTo>
                    <a:pt x="2081" y="12"/>
                    <a:pt x="1964" y="34"/>
                    <a:pt x="1869" y="34"/>
                  </a:cubicBezTo>
                  <a:cubicBezTo>
                    <a:pt x="1702" y="34"/>
                    <a:pt x="1502" y="67"/>
                    <a:pt x="1302" y="67"/>
                  </a:cubicBezTo>
                  <a:cubicBezTo>
                    <a:pt x="935" y="67"/>
                    <a:pt x="601" y="34"/>
                    <a:pt x="234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3" name="Google Shape;2273;p60"/>
            <p:cNvSpPr/>
            <p:nvPr/>
          </p:nvSpPr>
          <p:spPr>
            <a:xfrm>
              <a:off x="5766629" y="4674327"/>
              <a:ext cx="46919" cy="23439"/>
            </a:xfrm>
            <a:custGeom>
              <a:rect b="b" l="l" r="r" t="t"/>
              <a:pathLst>
                <a:path extrusionOk="0" h="1167" w="2336">
                  <a:moveTo>
                    <a:pt x="307" y="1"/>
                  </a:moveTo>
                  <a:cubicBezTo>
                    <a:pt x="197" y="1"/>
                    <a:pt x="85" y="79"/>
                    <a:pt x="34" y="156"/>
                  </a:cubicBezTo>
                  <a:cubicBezTo>
                    <a:pt x="0" y="289"/>
                    <a:pt x="0" y="423"/>
                    <a:pt x="101" y="523"/>
                  </a:cubicBezTo>
                  <a:cubicBezTo>
                    <a:pt x="234" y="656"/>
                    <a:pt x="367" y="756"/>
                    <a:pt x="501" y="857"/>
                  </a:cubicBezTo>
                  <a:cubicBezTo>
                    <a:pt x="634" y="957"/>
                    <a:pt x="834" y="1023"/>
                    <a:pt x="1001" y="1057"/>
                  </a:cubicBezTo>
                  <a:cubicBezTo>
                    <a:pt x="1202" y="1111"/>
                    <a:pt x="1423" y="1166"/>
                    <a:pt x="1637" y="1166"/>
                  </a:cubicBezTo>
                  <a:cubicBezTo>
                    <a:pt x="1813" y="1166"/>
                    <a:pt x="1984" y="1129"/>
                    <a:pt x="2135" y="1023"/>
                  </a:cubicBezTo>
                  <a:cubicBezTo>
                    <a:pt x="2269" y="957"/>
                    <a:pt x="2335" y="790"/>
                    <a:pt x="2335" y="656"/>
                  </a:cubicBezTo>
                  <a:cubicBezTo>
                    <a:pt x="2302" y="490"/>
                    <a:pt x="2202" y="390"/>
                    <a:pt x="2069" y="323"/>
                  </a:cubicBezTo>
                  <a:cubicBezTo>
                    <a:pt x="1969" y="289"/>
                    <a:pt x="1868" y="256"/>
                    <a:pt x="1768" y="256"/>
                  </a:cubicBezTo>
                  <a:lnTo>
                    <a:pt x="1201" y="256"/>
                  </a:lnTo>
                  <a:cubicBezTo>
                    <a:pt x="1068" y="223"/>
                    <a:pt x="934" y="189"/>
                    <a:pt x="801" y="156"/>
                  </a:cubicBezTo>
                  <a:cubicBezTo>
                    <a:pt x="668" y="123"/>
                    <a:pt x="534" y="56"/>
                    <a:pt x="401" y="23"/>
                  </a:cubicBezTo>
                  <a:cubicBezTo>
                    <a:pt x="371" y="8"/>
                    <a:pt x="339" y="1"/>
                    <a:pt x="307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4" name="Google Shape;2274;p60"/>
            <p:cNvSpPr/>
            <p:nvPr/>
          </p:nvSpPr>
          <p:spPr>
            <a:xfrm>
              <a:off x="5778017" y="4641107"/>
              <a:ext cx="40210" cy="18940"/>
            </a:xfrm>
            <a:custGeom>
              <a:rect b="b" l="l" r="r" t="t"/>
              <a:pathLst>
                <a:path extrusionOk="0" h="943" w="2002">
                  <a:moveTo>
                    <a:pt x="1452" y="0"/>
                  </a:moveTo>
                  <a:cubicBezTo>
                    <a:pt x="1377" y="0"/>
                    <a:pt x="1301" y="9"/>
                    <a:pt x="1235" y="9"/>
                  </a:cubicBezTo>
                  <a:lnTo>
                    <a:pt x="935" y="9"/>
                  </a:lnTo>
                  <a:cubicBezTo>
                    <a:pt x="801" y="9"/>
                    <a:pt x="701" y="9"/>
                    <a:pt x="601" y="42"/>
                  </a:cubicBezTo>
                  <a:lnTo>
                    <a:pt x="367" y="42"/>
                  </a:lnTo>
                  <a:cubicBezTo>
                    <a:pt x="334" y="42"/>
                    <a:pt x="267" y="75"/>
                    <a:pt x="234" y="109"/>
                  </a:cubicBezTo>
                  <a:cubicBezTo>
                    <a:pt x="101" y="142"/>
                    <a:pt x="34" y="209"/>
                    <a:pt x="1" y="342"/>
                  </a:cubicBezTo>
                  <a:cubicBezTo>
                    <a:pt x="1" y="476"/>
                    <a:pt x="67" y="576"/>
                    <a:pt x="167" y="643"/>
                  </a:cubicBezTo>
                  <a:cubicBezTo>
                    <a:pt x="234" y="676"/>
                    <a:pt x="301" y="709"/>
                    <a:pt x="367" y="743"/>
                  </a:cubicBezTo>
                  <a:cubicBezTo>
                    <a:pt x="401" y="743"/>
                    <a:pt x="468" y="776"/>
                    <a:pt x="534" y="776"/>
                  </a:cubicBezTo>
                  <a:lnTo>
                    <a:pt x="834" y="843"/>
                  </a:lnTo>
                  <a:lnTo>
                    <a:pt x="1135" y="909"/>
                  </a:lnTo>
                  <a:cubicBezTo>
                    <a:pt x="1168" y="909"/>
                    <a:pt x="1235" y="909"/>
                    <a:pt x="1268" y="943"/>
                  </a:cubicBezTo>
                  <a:lnTo>
                    <a:pt x="1668" y="943"/>
                  </a:lnTo>
                  <a:lnTo>
                    <a:pt x="1768" y="876"/>
                  </a:lnTo>
                  <a:cubicBezTo>
                    <a:pt x="1835" y="843"/>
                    <a:pt x="1869" y="809"/>
                    <a:pt x="1902" y="776"/>
                  </a:cubicBezTo>
                  <a:cubicBezTo>
                    <a:pt x="1969" y="676"/>
                    <a:pt x="2002" y="576"/>
                    <a:pt x="2002" y="476"/>
                  </a:cubicBezTo>
                  <a:cubicBezTo>
                    <a:pt x="2002" y="276"/>
                    <a:pt x="1869" y="109"/>
                    <a:pt x="1668" y="9"/>
                  </a:cubicBezTo>
                  <a:lnTo>
                    <a:pt x="1668" y="42"/>
                  </a:lnTo>
                  <a:cubicBezTo>
                    <a:pt x="1602" y="9"/>
                    <a:pt x="1527" y="0"/>
                    <a:pt x="1452" y="0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5" name="Google Shape;2275;p60"/>
            <p:cNvSpPr/>
            <p:nvPr/>
          </p:nvSpPr>
          <p:spPr>
            <a:xfrm>
              <a:off x="5789405" y="4599973"/>
              <a:ext cx="45573" cy="28581"/>
            </a:xfrm>
            <a:custGeom>
              <a:rect b="b" l="l" r="r" t="t"/>
              <a:pathLst>
                <a:path extrusionOk="0" h="1423" w="2269">
                  <a:moveTo>
                    <a:pt x="307" y="0"/>
                  </a:moveTo>
                  <a:cubicBezTo>
                    <a:pt x="199" y="0"/>
                    <a:pt x="93" y="78"/>
                    <a:pt x="67" y="155"/>
                  </a:cubicBezTo>
                  <a:cubicBezTo>
                    <a:pt x="1" y="289"/>
                    <a:pt x="67" y="456"/>
                    <a:pt x="167" y="522"/>
                  </a:cubicBezTo>
                  <a:cubicBezTo>
                    <a:pt x="434" y="689"/>
                    <a:pt x="701" y="823"/>
                    <a:pt x="968" y="989"/>
                  </a:cubicBezTo>
                  <a:cubicBezTo>
                    <a:pt x="1101" y="1089"/>
                    <a:pt x="1235" y="1189"/>
                    <a:pt x="1368" y="1256"/>
                  </a:cubicBezTo>
                  <a:cubicBezTo>
                    <a:pt x="1468" y="1356"/>
                    <a:pt x="1602" y="1423"/>
                    <a:pt x="1735" y="1423"/>
                  </a:cubicBezTo>
                  <a:cubicBezTo>
                    <a:pt x="1935" y="1423"/>
                    <a:pt x="2102" y="1323"/>
                    <a:pt x="2202" y="1156"/>
                  </a:cubicBezTo>
                  <a:cubicBezTo>
                    <a:pt x="2269" y="956"/>
                    <a:pt x="2236" y="756"/>
                    <a:pt x="2069" y="622"/>
                  </a:cubicBezTo>
                  <a:cubicBezTo>
                    <a:pt x="1969" y="522"/>
                    <a:pt x="1835" y="489"/>
                    <a:pt x="1702" y="456"/>
                  </a:cubicBezTo>
                  <a:cubicBezTo>
                    <a:pt x="1568" y="389"/>
                    <a:pt x="1402" y="356"/>
                    <a:pt x="1268" y="322"/>
                  </a:cubicBezTo>
                  <a:cubicBezTo>
                    <a:pt x="968" y="222"/>
                    <a:pt x="668" y="122"/>
                    <a:pt x="401" y="22"/>
                  </a:cubicBezTo>
                  <a:cubicBezTo>
                    <a:pt x="371" y="7"/>
                    <a:pt x="339" y="0"/>
                    <a:pt x="307" y="0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6" name="Google Shape;2276;p60"/>
            <p:cNvSpPr/>
            <p:nvPr/>
          </p:nvSpPr>
          <p:spPr>
            <a:xfrm>
              <a:off x="6182006" y="4507240"/>
              <a:ext cx="32196" cy="43464"/>
            </a:xfrm>
            <a:custGeom>
              <a:rect b="b" l="l" r="r" t="t"/>
              <a:pathLst>
                <a:path extrusionOk="0" h="2164" w="1603">
                  <a:moveTo>
                    <a:pt x="1326" y="1"/>
                  </a:moveTo>
                  <a:cubicBezTo>
                    <a:pt x="1281" y="1"/>
                    <a:pt x="1237" y="12"/>
                    <a:pt x="1202" y="36"/>
                  </a:cubicBezTo>
                  <a:cubicBezTo>
                    <a:pt x="1068" y="136"/>
                    <a:pt x="902" y="269"/>
                    <a:pt x="801" y="369"/>
                  </a:cubicBezTo>
                  <a:cubicBezTo>
                    <a:pt x="668" y="536"/>
                    <a:pt x="535" y="669"/>
                    <a:pt x="435" y="836"/>
                  </a:cubicBezTo>
                  <a:cubicBezTo>
                    <a:pt x="334" y="970"/>
                    <a:pt x="268" y="1136"/>
                    <a:pt x="168" y="1270"/>
                  </a:cubicBezTo>
                  <a:cubicBezTo>
                    <a:pt x="134" y="1370"/>
                    <a:pt x="68" y="1470"/>
                    <a:pt x="68" y="1570"/>
                  </a:cubicBezTo>
                  <a:cubicBezTo>
                    <a:pt x="34" y="1603"/>
                    <a:pt x="34" y="1637"/>
                    <a:pt x="34" y="1704"/>
                  </a:cubicBezTo>
                  <a:cubicBezTo>
                    <a:pt x="1" y="1770"/>
                    <a:pt x="1" y="1870"/>
                    <a:pt x="34" y="1937"/>
                  </a:cubicBezTo>
                  <a:cubicBezTo>
                    <a:pt x="76" y="2082"/>
                    <a:pt x="208" y="2163"/>
                    <a:pt x="342" y="2163"/>
                  </a:cubicBezTo>
                  <a:cubicBezTo>
                    <a:pt x="423" y="2163"/>
                    <a:pt x="505" y="2133"/>
                    <a:pt x="568" y="2070"/>
                  </a:cubicBezTo>
                  <a:cubicBezTo>
                    <a:pt x="601" y="2037"/>
                    <a:pt x="668" y="2004"/>
                    <a:pt x="668" y="1937"/>
                  </a:cubicBezTo>
                  <a:lnTo>
                    <a:pt x="701" y="1904"/>
                  </a:lnTo>
                  <a:cubicBezTo>
                    <a:pt x="701" y="1904"/>
                    <a:pt x="701" y="1870"/>
                    <a:pt x="701" y="1837"/>
                  </a:cubicBezTo>
                  <a:cubicBezTo>
                    <a:pt x="768" y="1737"/>
                    <a:pt x="801" y="1637"/>
                    <a:pt x="835" y="1570"/>
                  </a:cubicBezTo>
                  <a:cubicBezTo>
                    <a:pt x="835" y="1503"/>
                    <a:pt x="835" y="1470"/>
                    <a:pt x="868" y="1437"/>
                  </a:cubicBezTo>
                  <a:cubicBezTo>
                    <a:pt x="868" y="1437"/>
                    <a:pt x="868" y="1403"/>
                    <a:pt x="902" y="1403"/>
                  </a:cubicBezTo>
                  <a:cubicBezTo>
                    <a:pt x="935" y="1303"/>
                    <a:pt x="968" y="1237"/>
                    <a:pt x="1002" y="1170"/>
                  </a:cubicBezTo>
                  <a:cubicBezTo>
                    <a:pt x="1068" y="1036"/>
                    <a:pt x="1168" y="903"/>
                    <a:pt x="1235" y="770"/>
                  </a:cubicBezTo>
                  <a:cubicBezTo>
                    <a:pt x="1302" y="703"/>
                    <a:pt x="1335" y="636"/>
                    <a:pt x="1369" y="569"/>
                  </a:cubicBezTo>
                  <a:cubicBezTo>
                    <a:pt x="1402" y="569"/>
                    <a:pt x="1435" y="536"/>
                    <a:pt x="1435" y="503"/>
                  </a:cubicBezTo>
                  <a:lnTo>
                    <a:pt x="1469" y="469"/>
                  </a:lnTo>
                  <a:lnTo>
                    <a:pt x="1502" y="403"/>
                  </a:lnTo>
                  <a:cubicBezTo>
                    <a:pt x="1602" y="303"/>
                    <a:pt x="1602" y="202"/>
                    <a:pt x="1535" y="102"/>
                  </a:cubicBezTo>
                  <a:cubicBezTo>
                    <a:pt x="1492" y="38"/>
                    <a:pt x="1407" y="1"/>
                    <a:pt x="1326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7" name="Google Shape;2277;p60"/>
            <p:cNvSpPr/>
            <p:nvPr/>
          </p:nvSpPr>
          <p:spPr>
            <a:xfrm>
              <a:off x="6221534" y="4523589"/>
              <a:ext cx="28842" cy="40752"/>
            </a:xfrm>
            <a:custGeom>
              <a:rect b="b" l="l" r="r" t="t"/>
              <a:pathLst>
                <a:path extrusionOk="0" h="2029" w="1436">
                  <a:moveTo>
                    <a:pt x="1027" y="0"/>
                  </a:moveTo>
                  <a:cubicBezTo>
                    <a:pt x="969" y="0"/>
                    <a:pt x="907" y="17"/>
                    <a:pt x="868" y="56"/>
                  </a:cubicBezTo>
                  <a:cubicBezTo>
                    <a:pt x="802" y="89"/>
                    <a:pt x="701" y="156"/>
                    <a:pt x="668" y="189"/>
                  </a:cubicBezTo>
                  <a:cubicBezTo>
                    <a:pt x="601" y="256"/>
                    <a:pt x="535" y="322"/>
                    <a:pt x="468" y="389"/>
                  </a:cubicBezTo>
                  <a:cubicBezTo>
                    <a:pt x="401" y="489"/>
                    <a:pt x="335" y="623"/>
                    <a:pt x="268" y="723"/>
                  </a:cubicBezTo>
                  <a:cubicBezTo>
                    <a:pt x="201" y="856"/>
                    <a:pt x="134" y="990"/>
                    <a:pt x="101" y="1123"/>
                  </a:cubicBezTo>
                  <a:cubicBezTo>
                    <a:pt x="68" y="1190"/>
                    <a:pt x="34" y="1256"/>
                    <a:pt x="34" y="1323"/>
                  </a:cubicBezTo>
                  <a:cubicBezTo>
                    <a:pt x="1" y="1390"/>
                    <a:pt x="1" y="1523"/>
                    <a:pt x="1" y="1590"/>
                  </a:cubicBezTo>
                  <a:cubicBezTo>
                    <a:pt x="1" y="1824"/>
                    <a:pt x="168" y="2024"/>
                    <a:pt x="368" y="2024"/>
                  </a:cubicBezTo>
                  <a:cubicBezTo>
                    <a:pt x="392" y="2027"/>
                    <a:pt x="416" y="2029"/>
                    <a:pt x="439" y="2029"/>
                  </a:cubicBezTo>
                  <a:cubicBezTo>
                    <a:pt x="641" y="2029"/>
                    <a:pt x="808" y="1903"/>
                    <a:pt x="868" y="1723"/>
                  </a:cubicBezTo>
                  <a:cubicBezTo>
                    <a:pt x="868" y="1657"/>
                    <a:pt x="902" y="1590"/>
                    <a:pt x="902" y="1557"/>
                  </a:cubicBezTo>
                  <a:cubicBezTo>
                    <a:pt x="935" y="1490"/>
                    <a:pt x="935" y="1423"/>
                    <a:pt x="935" y="1357"/>
                  </a:cubicBezTo>
                  <a:cubicBezTo>
                    <a:pt x="968" y="1256"/>
                    <a:pt x="1002" y="1156"/>
                    <a:pt x="1035" y="1090"/>
                  </a:cubicBezTo>
                  <a:cubicBezTo>
                    <a:pt x="1102" y="990"/>
                    <a:pt x="1135" y="890"/>
                    <a:pt x="1168" y="823"/>
                  </a:cubicBezTo>
                  <a:cubicBezTo>
                    <a:pt x="1235" y="723"/>
                    <a:pt x="1302" y="623"/>
                    <a:pt x="1335" y="523"/>
                  </a:cubicBezTo>
                  <a:cubicBezTo>
                    <a:pt x="1435" y="389"/>
                    <a:pt x="1402" y="189"/>
                    <a:pt x="1302" y="89"/>
                  </a:cubicBezTo>
                  <a:cubicBezTo>
                    <a:pt x="1235" y="56"/>
                    <a:pt x="1202" y="22"/>
                    <a:pt x="1135" y="22"/>
                  </a:cubicBezTo>
                  <a:cubicBezTo>
                    <a:pt x="1107" y="8"/>
                    <a:pt x="1068" y="0"/>
                    <a:pt x="1027" y="0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8" name="Google Shape;2278;p60"/>
            <p:cNvSpPr/>
            <p:nvPr/>
          </p:nvSpPr>
          <p:spPr>
            <a:xfrm>
              <a:off x="5736220" y="3680763"/>
              <a:ext cx="42620" cy="124346"/>
            </a:xfrm>
            <a:custGeom>
              <a:rect b="b" l="l" r="r" t="t"/>
              <a:pathLst>
                <a:path extrusionOk="0" h="6191" w="2122">
                  <a:moveTo>
                    <a:pt x="1849" y="1"/>
                  </a:moveTo>
                  <a:cubicBezTo>
                    <a:pt x="1760" y="1"/>
                    <a:pt x="1675" y="49"/>
                    <a:pt x="1648" y="155"/>
                  </a:cubicBezTo>
                  <a:cubicBezTo>
                    <a:pt x="1448" y="1123"/>
                    <a:pt x="1248" y="2090"/>
                    <a:pt x="1047" y="3091"/>
                  </a:cubicBezTo>
                  <a:cubicBezTo>
                    <a:pt x="947" y="3558"/>
                    <a:pt x="847" y="4058"/>
                    <a:pt x="747" y="4525"/>
                  </a:cubicBezTo>
                  <a:lnTo>
                    <a:pt x="614" y="5226"/>
                  </a:lnTo>
                  <a:cubicBezTo>
                    <a:pt x="584" y="5315"/>
                    <a:pt x="527" y="5885"/>
                    <a:pt x="349" y="5885"/>
                  </a:cubicBezTo>
                  <a:cubicBezTo>
                    <a:pt x="328" y="5885"/>
                    <a:pt x="305" y="5877"/>
                    <a:pt x="280" y="5859"/>
                  </a:cubicBezTo>
                  <a:cubicBezTo>
                    <a:pt x="255" y="5844"/>
                    <a:pt x="230" y="5837"/>
                    <a:pt x="207" y="5837"/>
                  </a:cubicBezTo>
                  <a:cubicBezTo>
                    <a:pt x="79" y="5837"/>
                    <a:pt x="0" y="6042"/>
                    <a:pt x="113" y="6126"/>
                  </a:cubicBezTo>
                  <a:cubicBezTo>
                    <a:pt x="195" y="6171"/>
                    <a:pt x="272" y="6191"/>
                    <a:pt x="344" y="6191"/>
                  </a:cubicBezTo>
                  <a:cubicBezTo>
                    <a:pt x="591" y="6191"/>
                    <a:pt x="770" y="5952"/>
                    <a:pt x="847" y="5693"/>
                  </a:cubicBezTo>
                  <a:cubicBezTo>
                    <a:pt x="1014" y="5126"/>
                    <a:pt x="1114" y="4492"/>
                    <a:pt x="1248" y="3891"/>
                  </a:cubicBezTo>
                  <a:cubicBezTo>
                    <a:pt x="1548" y="2690"/>
                    <a:pt x="1815" y="1490"/>
                    <a:pt x="2082" y="289"/>
                  </a:cubicBezTo>
                  <a:cubicBezTo>
                    <a:pt x="2122" y="109"/>
                    <a:pt x="1981" y="1"/>
                    <a:pt x="184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9" name="Google Shape;2279;p60"/>
            <p:cNvSpPr/>
            <p:nvPr/>
          </p:nvSpPr>
          <p:spPr>
            <a:xfrm>
              <a:off x="6128420" y="3659754"/>
              <a:ext cx="31092" cy="23901"/>
            </a:xfrm>
            <a:custGeom>
              <a:rect b="b" l="l" r="r" t="t"/>
              <a:pathLst>
                <a:path extrusionOk="0" h="1190" w="1548">
                  <a:moveTo>
                    <a:pt x="267" y="0"/>
                  </a:moveTo>
                  <a:cubicBezTo>
                    <a:pt x="200" y="0"/>
                    <a:pt x="100" y="34"/>
                    <a:pt x="67" y="100"/>
                  </a:cubicBezTo>
                  <a:cubicBezTo>
                    <a:pt x="0" y="167"/>
                    <a:pt x="0" y="234"/>
                    <a:pt x="0" y="334"/>
                  </a:cubicBezTo>
                  <a:cubicBezTo>
                    <a:pt x="34" y="501"/>
                    <a:pt x="200" y="601"/>
                    <a:pt x="334" y="701"/>
                  </a:cubicBezTo>
                  <a:cubicBezTo>
                    <a:pt x="434" y="734"/>
                    <a:pt x="534" y="801"/>
                    <a:pt x="634" y="868"/>
                  </a:cubicBezTo>
                  <a:cubicBezTo>
                    <a:pt x="768" y="934"/>
                    <a:pt x="868" y="968"/>
                    <a:pt x="968" y="1034"/>
                  </a:cubicBezTo>
                  <a:cubicBezTo>
                    <a:pt x="1034" y="1034"/>
                    <a:pt x="1068" y="1068"/>
                    <a:pt x="1101" y="1068"/>
                  </a:cubicBezTo>
                  <a:cubicBezTo>
                    <a:pt x="1168" y="1101"/>
                    <a:pt x="1201" y="1135"/>
                    <a:pt x="1268" y="1168"/>
                  </a:cubicBezTo>
                  <a:cubicBezTo>
                    <a:pt x="1293" y="1183"/>
                    <a:pt x="1318" y="1190"/>
                    <a:pt x="1341" y="1190"/>
                  </a:cubicBezTo>
                  <a:cubicBezTo>
                    <a:pt x="1469" y="1190"/>
                    <a:pt x="1548" y="986"/>
                    <a:pt x="1435" y="901"/>
                  </a:cubicBezTo>
                  <a:cubicBezTo>
                    <a:pt x="1368" y="868"/>
                    <a:pt x="1335" y="868"/>
                    <a:pt x="1301" y="801"/>
                  </a:cubicBezTo>
                  <a:cubicBezTo>
                    <a:pt x="1235" y="801"/>
                    <a:pt x="1201" y="734"/>
                    <a:pt x="1168" y="701"/>
                  </a:cubicBezTo>
                  <a:cubicBezTo>
                    <a:pt x="1101" y="634"/>
                    <a:pt x="1001" y="567"/>
                    <a:pt x="934" y="467"/>
                  </a:cubicBezTo>
                  <a:cubicBezTo>
                    <a:pt x="868" y="401"/>
                    <a:pt x="768" y="334"/>
                    <a:pt x="701" y="234"/>
                  </a:cubicBezTo>
                  <a:cubicBezTo>
                    <a:pt x="667" y="201"/>
                    <a:pt x="634" y="167"/>
                    <a:pt x="567" y="100"/>
                  </a:cubicBezTo>
                  <a:cubicBezTo>
                    <a:pt x="501" y="34"/>
                    <a:pt x="401" y="0"/>
                    <a:pt x="26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80" name="Google Shape;2280;p60"/>
            <p:cNvSpPr/>
            <p:nvPr/>
          </p:nvSpPr>
          <p:spPr>
            <a:xfrm>
              <a:off x="5851046" y="3413612"/>
              <a:ext cx="166846" cy="49429"/>
            </a:xfrm>
            <a:custGeom>
              <a:rect b="b" l="l" r="r" t="t"/>
              <a:pathLst>
                <a:path extrusionOk="0" h="2461" w="8307">
                  <a:moveTo>
                    <a:pt x="208" y="1"/>
                  </a:moveTo>
                  <a:cubicBezTo>
                    <a:pt x="142" y="1"/>
                    <a:pt x="67" y="38"/>
                    <a:pt x="67" y="113"/>
                  </a:cubicBezTo>
                  <a:cubicBezTo>
                    <a:pt x="0" y="380"/>
                    <a:pt x="234" y="647"/>
                    <a:pt x="367" y="847"/>
                  </a:cubicBezTo>
                  <a:cubicBezTo>
                    <a:pt x="568" y="1114"/>
                    <a:pt x="801" y="1348"/>
                    <a:pt x="1068" y="1514"/>
                  </a:cubicBezTo>
                  <a:cubicBezTo>
                    <a:pt x="1668" y="1915"/>
                    <a:pt x="2369" y="2148"/>
                    <a:pt x="3069" y="2248"/>
                  </a:cubicBezTo>
                  <a:cubicBezTo>
                    <a:pt x="3660" y="2364"/>
                    <a:pt x="4275" y="2460"/>
                    <a:pt x="4881" y="2460"/>
                  </a:cubicBezTo>
                  <a:cubicBezTo>
                    <a:pt x="5677" y="2460"/>
                    <a:pt x="6457" y="2293"/>
                    <a:pt x="7139" y="1781"/>
                  </a:cubicBezTo>
                  <a:cubicBezTo>
                    <a:pt x="7406" y="1581"/>
                    <a:pt x="7673" y="1314"/>
                    <a:pt x="7873" y="1047"/>
                  </a:cubicBezTo>
                  <a:cubicBezTo>
                    <a:pt x="8040" y="814"/>
                    <a:pt x="8306" y="480"/>
                    <a:pt x="8206" y="180"/>
                  </a:cubicBezTo>
                  <a:cubicBezTo>
                    <a:pt x="8206" y="131"/>
                    <a:pt x="8171" y="100"/>
                    <a:pt x="8125" y="100"/>
                  </a:cubicBezTo>
                  <a:cubicBezTo>
                    <a:pt x="8109" y="100"/>
                    <a:pt x="8091" y="104"/>
                    <a:pt x="8073" y="113"/>
                  </a:cubicBezTo>
                  <a:cubicBezTo>
                    <a:pt x="7806" y="247"/>
                    <a:pt x="7673" y="647"/>
                    <a:pt x="7472" y="881"/>
                  </a:cubicBezTo>
                  <a:cubicBezTo>
                    <a:pt x="7239" y="1147"/>
                    <a:pt x="6972" y="1381"/>
                    <a:pt x="6672" y="1581"/>
                  </a:cubicBezTo>
                  <a:cubicBezTo>
                    <a:pt x="6119" y="1923"/>
                    <a:pt x="5504" y="2037"/>
                    <a:pt x="4876" y="2037"/>
                  </a:cubicBezTo>
                  <a:cubicBezTo>
                    <a:pt x="4708" y="2037"/>
                    <a:pt x="4539" y="2029"/>
                    <a:pt x="4370" y="2015"/>
                  </a:cubicBezTo>
                  <a:cubicBezTo>
                    <a:pt x="3503" y="1915"/>
                    <a:pt x="2569" y="1848"/>
                    <a:pt x="1802" y="1448"/>
                  </a:cubicBezTo>
                  <a:cubicBezTo>
                    <a:pt x="1468" y="1314"/>
                    <a:pt x="1135" y="1081"/>
                    <a:pt x="868" y="847"/>
                  </a:cubicBezTo>
                  <a:cubicBezTo>
                    <a:pt x="768" y="714"/>
                    <a:pt x="634" y="580"/>
                    <a:pt x="568" y="414"/>
                  </a:cubicBezTo>
                  <a:cubicBezTo>
                    <a:pt x="467" y="280"/>
                    <a:pt x="401" y="113"/>
                    <a:pt x="267" y="13"/>
                  </a:cubicBezTo>
                  <a:cubicBezTo>
                    <a:pt x="251" y="5"/>
                    <a:pt x="230" y="1"/>
                    <a:pt x="20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81" name="Google Shape;2281;p60"/>
            <p:cNvSpPr/>
            <p:nvPr/>
          </p:nvSpPr>
          <p:spPr>
            <a:xfrm>
              <a:off x="6585956" y="3509759"/>
              <a:ext cx="41395" cy="57102"/>
            </a:xfrm>
            <a:custGeom>
              <a:rect b="b" l="l" r="r" t="t"/>
              <a:pathLst>
                <a:path extrusionOk="0" h="2843" w="2061">
                  <a:moveTo>
                    <a:pt x="1912" y="0"/>
                  </a:moveTo>
                  <a:cubicBezTo>
                    <a:pt x="1879" y="0"/>
                    <a:pt x="1849" y="19"/>
                    <a:pt x="1838" y="63"/>
                  </a:cubicBezTo>
                  <a:cubicBezTo>
                    <a:pt x="1571" y="497"/>
                    <a:pt x="1371" y="964"/>
                    <a:pt x="1071" y="1397"/>
                  </a:cubicBezTo>
                  <a:cubicBezTo>
                    <a:pt x="770" y="1831"/>
                    <a:pt x="437" y="2231"/>
                    <a:pt x="103" y="2598"/>
                  </a:cubicBezTo>
                  <a:cubicBezTo>
                    <a:pt x="1" y="2701"/>
                    <a:pt x="95" y="2842"/>
                    <a:pt x="205" y="2842"/>
                  </a:cubicBezTo>
                  <a:cubicBezTo>
                    <a:pt x="238" y="2842"/>
                    <a:pt x="272" y="2829"/>
                    <a:pt x="303" y="2798"/>
                  </a:cubicBezTo>
                  <a:cubicBezTo>
                    <a:pt x="704" y="2431"/>
                    <a:pt x="1037" y="2031"/>
                    <a:pt x="1338" y="1564"/>
                  </a:cubicBezTo>
                  <a:cubicBezTo>
                    <a:pt x="1638" y="1131"/>
                    <a:pt x="1905" y="664"/>
                    <a:pt x="2038" y="163"/>
                  </a:cubicBezTo>
                  <a:cubicBezTo>
                    <a:pt x="2060" y="74"/>
                    <a:pt x="1979" y="0"/>
                    <a:pt x="1912" y="0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82" name="Google Shape;2282;p60"/>
            <p:cNvSpPr/>
            <p:nvPr/>
          </p:nvSpPr>
          <p:spPr>
            <a:xfrm>
              <a:off x="5538162" y="4009956"/>
              <a:ext cx="20005" cy="39246"/>
            </a:xfrm>
            <a:custGeom>
              <a:rect b="b" l="l" r="r" t="t"/>
              <a:pathLst>
                <a:path extrusionOk="0" h="1954" w="996">
                  <a:moveTo>
                    <a:pt x="140" y="1"/>
                  </a:moveTo>
                  <a:cubicBezTo>
                    <a:pt x="71" y="1"/>
                    <a:pt x="1" y="52"/>
                    <a:pt x="1" y="144"/>
                  </a:cubicBezTo>
                  <a:cubicBezTo>
                    <a:pt x="1" y="477"/>
                    <a:pt x="67" y="811"/>
                    <a:pt x="201" y="1111"/>
                  </a:cubicBezTo>
                  <a:cubicBezTo>
                    <a:pt x="268" y="1278"/>
                    <a:pt x="334" y="1445"/>
                    <a:pt x="434" y="1578"/>
                  </a:cubicBezTo>
                  <a:cubicBezTo>
                    <a:pt x="501" y="1711"/>
                    <a:pt x="634" y="1912"/>
                    <a:pt x="801" y="1945"/>
                  </a:cubicBezTo>
                  <a:cubicBezTo>
                    <a:pt x="813" y="1951"/>
                    <a:pt x="827" y="1954"/>
                    <a:pt x="842" y="1954"/>
                  </a:cubicBezTo>
                  <a:cubicBezTo>
                    <a:pt x="910" y="1954"/>
                    <a:pt x="995" y="1894"/>
                    <a:pt x="968" y="1812"/>
                  </a:cubicBezTo>
                  <a:cubicBezTo>
                    <a:pt x="968" y="1645"/>
                    <a:pt x="835" y="1545"/>
                    <a:pt x="768" y="1411"/>
                  </a:cubicBezTo>
                  <a:cubicBezTo>
                    <a:pt x="668" y="1278"/>
                    <a:pt x="601" y="1111"/>
                    <a:pt x="534" y="978"/>
                  </a:cubicBezTo>
                  <a:cubicBezTo>
                    <a:pt x="401" y="711"/>
                    <a:pt x="301" y="411"/>
                    <a:pt x="268" y="110"/>
                  </a:cubicBezTo>
                  <a:cubicBezTo>
                    <a:pt x="252" y="35"/>
                    <a:pt x="197" y="1"/>
                    <a:pt x="140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83" name="Google Shape;2283;p60"/>
            <p:cNvSpPr/>
            <p:nvPr/>
          </p:nvSpPr>
          <p:spPr>
            <a:xfrm>
              <a:off x="7016136" y="2389277"/>
              <a:ext cx="59652" cy="69052"/>
            </a:xfrm>
            <a:custGeom>
              <a:rect b="b" l="l" r="r" t="t"/>
              <a:pathLst>
                <a:path extrusionOk="0" h="3438" w="2970">
                  <a:moveTo>
                    <a:pt x="766" y="0"/>
                  </a:moveTo>
                  <a:cubicBezTo>
                    <a:pt x="389" y="0"/>
                    <a:pt x="76" y="180"/>
                    <a:pt x="34" y="711"/>
                  </a:cubicBezTo>
                  <a:cubicBezTo>
                    <a:pt x="1" y="911"/>
                    <a:pt x="34" y="1111"/>
                    <a:pt x="167" y="1278"/>
                  </a:cubicBezTo>
                  <a:cubicBezTo>
                    <a:pt x="267" y="1378"/>
                    <a:pt x="367" y="1445"/>
                    <a:pt x="501" y="1545"/>
                  </a:cubicBezTo>
                  <a:cubicBezTo>
                    <a:pt x="668" y="1678"/>
                    <a:pt x="834" y="1845"/>
                    <a:pt x="968" y="2012"/>
                  </a:cubicBezTo>
                  <a:cubicBezTo>
                    <a:pt x="1068" y="2112"/>
                    <a:pt x="1168" y="2212"/>
                    <a:pt x="1201" y="2345"/>
                  </a:cubicBezTo>
                  <a:cubicBezTo>
                    <a:pt x="1359" y="2686"/>
                    <a:pt x="1619" y="3438"/>
                    <a:pt x="2046" y="3438"/>
                  </a:cubicBezTo>
                  <a:cubicBezTo>
                    <a:pt x="2163" y="3438"/>
                    <a:pt x="2292" y="3382"/>
                    <a:pt x="2436" y="3246"/>
                  </a:cubicBezTo>
                  <a:cubicBezTo>
                    <a:pt x="2602" y="3046"/>
                    <a:pt x="2702" y="2812"/>
                    <a:pt x="2769" y="2545"/>
                  </a:cubicBezTo>
                  <a:cubicBezTo>
                    <a:pt x="2903" y="2012"/>
                    <a:pt x="2969" y="1378"/>
                    <a:pt x="2669" y="911"/>
                  </a:cubicBezTo>
                  <a:cubicBezTo>
                    <a:pt x="2469" y="577"/>
                    <a:pt x="2069" y="377"/>
                    <a:pt x="1668" y="210"/>
                  </a:cubicBezTo>
                  <a:cubicBezTo>
                    <a:pt x="1602" y="177"/>
                    <a:pt x="1535" y="177"/>
                    <a:pt x="1435" y="144"/>
                  </a:cubicBezTo>
                  <a:cubicBezTo>
                    <a:pt x="1217" y="59"/>
                    <a:pt x="981" y="0"/>
                    <a:pt x="766" y="0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84" name="Google Shape;2284;p60"/>
            <p:cNvSpPr/>
            <p:nvPr/>
          </p:nvSpPr>
          <p:spPr>
            <a:xfrm>
              <a:off x="7150405" y="4523589"/>
              <a:ext cx="32578" cy="51377"/>
            </a:xfrm>
            <a:custGeom>
              <a:rect b="b" l="l" r="r" t="t"/>
              <a:pathLst>
                <a:path extrusionOk="0" h="2558" w="1622">
                  <a:moveTo>
                    <a:pt x="248" y="1"/>
                  </a:moveTo>
                  <a:cubicBezTo>
                    <a:pt x="124" y="1"/>
                    <a:pt x="0" y="109"/>
                    <a:pt x="20" y="289"/>
                  </a:cubicBezTo>
                  <a:cubicBezTo>
                    <a:pt x="120" y="956"/>
                    <a:pt x="454" y="1623"/>
                    <a:pt x="854" y="2157"/>
                  </a:cubicBezTo>
                  <a:cubicBezTo>
                    <a:pt x="954" y="2324"/>
                    <a:pt x="1088" y="2557"/>
                    <a:pt x="1321" y="2557"/>
                  </a:cubicBezTo>
                  <a:cubicBezTo>
                    <a:pt x="1455" y="2557"/>
                    <a:pt x="1555" y="2491"/>
                    <a:pt x="1588" y="2357"/>
                  </a:cubicBezTo>
                  <a:cubicBezTo>
                    <a:pt x="1621" y="2224"/>
                    <a:pt x="1588" y="2124"/>
                    <a:pt x="1488" y="2024"/>
                  </a:cubicBezTo>
                  <a:lnTo>
                    <a:pt x="1521" y="2024"/>
                  </a:lnTo>
                  <a:cubicBezTo>
                    <a:pt x="1321" y="1757"/>
                    <a:pt x="1088" y="1490"/>
                    <a:pt x="921" y="1190"/>
                  </a:cubicBezTo>
                  <a:cubicBezTo>
                    <a:pt x="754" y="856"/>
                    <a:pt x="587" y="523"/>
                    <a:pt x="454" y="156"/>
                  </a:cubicBezTo>
                  <a:cubicBezTo>
                    <a:pt x="414" y="49"/>
                    <a:pt x="331" y="1"/>
                    <a:pt x="248" y="1"/>
                  </a:cubicBezTo>
                  <a:close/>
                </a:path>
              </a:pathLst>
            </a:custGeom>
            <a:solidFill>
              <a:srgbClr val="5CC9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85" name="Google Shape;2285;p60"/>
            <p:cNvSpPr/>
            <p:nvPr/>
          </p:nvSpPr>
          <p:spPr>
            <a:xfrm>
              <a:off x="7186979" y="4519954"/>
              <a:ext cx="34185" cy="34988"/>
            </a:xfrm>
            <a:custGeom>
              <a:rect b="b" l="l" r="r" t="t"/>
              <a:pathLst>
                <a:path extrusionOk="0" h="1742" w="1702">
                  <a:moveTo>
                    <a:pt x="221" y="0"/>
                  </a:moveTo>
                  <a:cubicBezTo>
                    <a:pt x="163" y="0"/>
                    <a:pt x="109" y="29"/>
                    <a:pt x="67" y="70"/>
                  </a:cubicBezTo>
                  <a:cubicBezTo>
                    <a:pt x="1" y="170"/>
                    <a:pt x="34" y="270"/>
                    <a:pt x="101" y="337"/>
                  </a:cubicBezTo>
                  <a:cubicBezTo>
                    <a:pt x="267" y="503"/>
                    <a:pt x="434" y="704"/>
                    <a:pt x="601" y="870"/>
                  </a:cubicBezTo>
                  <a:cubicBezTo>
                    <a:pt x="668" y="970"/>
                    <a:pt x="768" y="1071"/>
                    <a:pt x="835" y="1171"/>
                  </a:cubicBezTo>
                  <a:cubicBezTo>
                    <a:pt x="868" y="1204"/>
                    <a:pt x="901" y="1237"/>
                    <a:pt x="901" y="1271"/>
                  </a:cubicBezTo>
                  <a:cubicBezTo>
                    <a:pt x="935" y="1304"/>
                    <a:pt x="968" y="1371"/>
                    <a:pt x="1001" y="1404"/>
                  </a:cubicBezTo>
                  <a:cubicBezTo>
                    <a:pt x="1125" y="1558"/>
                    <a:pt x="1248" y="1741"/>
                    <a:pt x="1451" y="1741"/>
                  </a:cubicBezTo>
                  <a:cubicBezTo>
                    <a:pt x="1467" y="1741"/>
                    <a:pt x="1484" y="1740"/>
                    <a:pt x="1502" y="1738"/>
                  </a:cubicBezTo>
                  <a:cubicBezTo>
                    <a:pt x="1635" y="1671"/>
                    <a:pt x="1702" y="1504"/>
                    <a:pt x="1668" y="1371"/>
                  </a:cubicBezTo>
                  <a:cubicBezTo>
                    <a:pt x="1635" y="1271"/>
                    <a:pt x="1602" y="1204"/>
                    <a:pt x="1568" y="1137"/>
                  </a:cubicBezTo>
                  <a:cubicBezTo>
                    <a:pt x="1402" y="937"/>
                    <a:pt x="1235" y="704"/>
                    <a:pt x="1035" y="537"/>
                  </a:cubicBezTo>
                  <a:cubicBezTo>
                    <a:pt x="835" y="337"/>
                    <a:pt x="601" y="170"/>
                    <a:pt x="334" y="36"/>
                  </a:cubicBezTo>
                  <a:cubicBezTo>
                    <a:pt x="296" y="11"/>
                    <a:pt x="258" y="0"/>
                    <a:pt x="221" y="0"/>
                  </a:cubicBezTo>
                  <a:close/>
                </a:path>
              </a:pathLst>
            </a:custGeom>
            <a:solidFill>
              <a:srgbClr val="5CC9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86" name="Google Shape;2286;p60"/>
            <p:cNvSpPr/>
            <p:nvPr/>
          </p:nvSpPr>
          <p:spPr>
            <a:xfrm>
              <a:off x="7227852" y="4506236"/>
              <a:ext cx="41235" cy="26713"/>
            </a:xfrm>
            <a:custGeom>
              <a:rect b="b" l="l" r="r" t="t"/>
              <a:pathLst>
                <a:path extrusionOk="0" h="1330" w="2053">
                  <a:moveTo>
                    <a:pt x="260" y="0"/>
                  </a:moveTo>
                  <a:cubicBezTo>
                    <a:pt x="186" y="0"/>
                    <a:pt x="112" y="30"/>
                    <a:pt x="67" y="119"/>
                  </a:cubicBezTo>
                  <a:cubicBezTo>
                    <a:pt x="0" y="219"/>
                    <a:pt x="34" y="353"/>
                    <a:pt x="134" y="419"/>
                  </a:cubicBezTo>
                  <a:cubicBezTo>
                    <a:pt x="367" y="586"/>
                    <a:pt x="634" y="753"/>
                    <a:pt x="868" y="886"/>
                  </a:cubicBezTo>
                  <a:cubicBezTo>
                    <a:pt x="1135" y="1053"/>
                    <a:pt x="1368" y="1253"/>
                    <a:pt x="1668" y="1320"/>
                  </a:cubicBezTo>
                  <a:cubicBezTo>
                    <a:pt x="1691" y="1326"/>
                    <a:pt x="1713" y="1329"/>
                    <a:pt x="1734" y="1329"/>
                  </a:cubicBezTo>
                  <a:cubicBezTo>
                    <a:pt x="1931" y="1329"/>
                    <a:pt x="2052" y="1070"/>
                    <a:pt x="1902" y="920"/>
                  </a:cubicBezTo>
                  <a:lnTo>
                    <a:pt x="1902" y="920"/>
                  </a:lnTo>
                  <a:lnTo>
                    <a:pt x="1902" y="953"/>
                  </a:lnTo>
                  <a:cubicBezTo>
                    <a:pt x="1668" y="719"/>
                    <a:pt x="1401" y="586"/>
                    <a:pt x="1135" y="419"/>
                  </a:cubicBezTo>
                  <a:cubicBezTo>
                    <a:pt x="901" y="286"/>
                    <a:pt x="634" y="152"/>
                    <a:pt x="367" y="19"/>
                  </a:cubicBezTo>
                  <a:cubicBezTo>
                    <a:pt x="334" y="8"/>
                    <a:pt x="297" y="0"/>
                    <a:pt x="260" y="0"/>
                  </a:cubicBezTo>
                  <a:close/>
                </a:path>
              </a:pathLst>
            </a:custGeom>
            <a:solidFill>
              <a:srgbClr val="5CC9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87" name="Google Shape;2287;p60"/>
            <p:cNvSpPr/>
            <p:nvPr/>
          </p:nvSpPr>
          <p:spPr>
            <a:xfrm>
              <a:off x="7793305" y="4496214"/>
              <a:ext cx="34868" cy="36535"/>
            </a:xfrm>
            <a:custGeom>
              <a:rect b="b" l="l" r="r" t="t"/>
              <a:pathLst>
                <a:path extrusionOk="0" h="1819" w="1736">
                  <a:moveTo>
                    <a:pt x="218" y="1"/>
                  </a:moveTo>
                  <a:cubicBezTo>
                    <a:pt x="176" y="1"/>
                    <a:pt x="134" y="18"/>
                    <a:pt x="101" y="51"/>
                  </a:cubicBezTo>
                  <a:cubicBezTo>
                    <a:pt x="1" y="118"/>
                    <a:pt x="1" y="218"/>
                    <a:pt x="34" y="284"/>
                  </a:cubicBezTo>
                  <a:cubicBezTo>
                    <a:pt x="201" y="585"/>
                    <a:pt x="401" y="852"/>
                    <a:pt x="635" y="1118"/>
                  </a:cubicBezTo>
                  <a:cubicBezTo>
                    <a:pt x="735" y="1252"/>
                    <a:pt x="835" y="1385"/>
                    <a:pt x="935" y="1485"/>
                  </a:cubicBezTo>
                  <a:cubicBezTo>
                    <a:pt x="1002" y="1552"/>
                    <a:pt x="1068" y="1619"/>
                    <a:pt x="1135" y="1652"/>
                  </a:cubicBezTo>
                  <a:cubicBezTo>
                    <a:pt x="1168" y="1685"/>
                    <a:pt x="1202" y="1719"/>
                    <a:pt x="1235" y="1752"/>
                  </a:cubicBezTo>
                  <a:cubicBezTo>
                    <a:pt x="1268" y="1786"/>
                    <a:pt x="1335" y="1786"/>
                    <a:pt x="1402" y="1819"/>
                  </a:cubicBezTo>
                  <a:cubicBezTo>
                    <a:pt x="1502" y="1819"/>
                    <a:pt x="1569" y="1819"/>
                    <a:pt x="1635" y="1752"/>
                  </a:cubicBezTo>
                  <a:cubicBezTo>
                    <a:pt x="1702" y="1685"/>
                    <a:pt x="1735" y="1619"/>
                    <a:pt x="1702" y="1519"/>
                  </a:cubicBezTo>
                  <a:cubicBezTo>
                    <a:pt x="1702" y="1452"/>
                    <a:pt x="1669" y="1419"/>
                    <a:pt x="1669" y="1385"/>
                  </a:cubicBezTo>
                  <a:cubicBezTo>
                    <a:pt x="1635" y="1319"/>
                    <a:pt x="1569" y="1285"/>
                    <a:pt x="1535" y="1252"/>
                  </a:cubicBezTo>
                  <a:cubicBezTo>
                    <a:pt x="1469" y="1185"/>
                    <a:pt x="1402" y="1152"/>
                    <a:pt x="1368" y="1085"/>
                  </a:cubicBezTo>
                  <a:cubicBezTo>
                    <a:pt x="1235" y="985"/>
                    <a:pt x="1102" y="885"/>
                    <a:pt x="1002" y="785"/>
                  </a:cubicBezTo>
                  <a:cubicBezTo>
                    <a:pt x="768" y="551"/>
                    <a:pt x="568" y="318"/>
                    <a:pt x="334" y="51"/>
                  </a:cubicBezTo>
                  <a:cubicBezTo>
                    <a:pt x="301" y="18"/>
                    <a:pt x="259" y="1"/>
                    <a:pt x="218" y="1"/>
                  </a:cubicBezTo>
                  <a:close/>
                </a:path>
              </a:pathLst>
            </a:custGeom>
            <a:solidFill>
              <a:srgbClr val="5CC9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88" name="Google Shape;2288;p60"/>
            <p:cNvSpPr/>
            <p:nvPr/>
          </p:nvSpPr>
          <p:spPr>
            <a:xfrm>
              <a:off x="7830784" y="4481612"/>
              <a:ext cx="40933" cy="41194"/>
            </a:xfrm>
            <a:custGeom>
              <a:rect b="b" l="l" r="r" t="t"/>
              <a:pathLst>
                <a:path extrusionOk="0" h="2051" w="2038">
                  <a:moveTo>
                    <a:pt x="219" y="0"/>
                  </a:moveTo>
                  <a:cubicBezTo>
                    <a:pt x="95" y="0"/>
                    <a:pt x="0" y="142"/>
                    <a:pt x="103" y="244"/>
                  </a:cubicBezTo>
                  <a:cubicBezTo>
                    <a:pt x="403" y="578"/>
                    <a:pt x="670" y="878"/>
                    <a:pt x="970" y="1212"/>
                  </a:cubicBezTo>
                  <a:cubicBezTo>
                    <a:pt x="1104" y="1345"/>
                    <a:pt x="1237" y="1512"/>
                    <a:pt x="1404" y="1645"/>
                  </a:cubicBezTo>
                  <a:cubicBezTo>
                    <a:pt x="1404" y="1679"/>
                    <a:pt x="1437" y="1712"/>
                    <a:pt x="1471" y="1712"/>
                  </a:cubicBezTo>
                  <a:lnTo>
                    <a:pt x="1471" y="1745"/>
                  </a:lnTo>
                  <a:lnTo>
                    <a:pt x="1471" y="1779"/>
                  </a:lnTo>
                  <a:cubicBezTo>
                    <a:pt x="1471" y="1779"/>
                    <a:pt x="1471" y="1812"/>
                    <a:pt x="1471" y="1845"/>
                  </a:cubicBezTo>
                  <a:cubicBezTo>
                    <a:pt x="1471" y="1879"/>
                    <a:pt x="1504" y="1945"/>
                    <a:pt x="1537" y="1979"/>
                  </a:cubicBezTo>
                  <a:cubicBezTo>
                    <a:pt x="1584" y="2025"/>
                    <a:pt x="1652" y="2050"/>
                    <a:pt x="1721" y="2050"/>
                  </a:cubicBezTo>
                  <a:cubicBezTo>
                    <a:pt x="1802" y="2050"/>
                    <a:pt x="1884" y="2017"/>
                    <a:pt x="1938" y="1945"/>
                  </a:cubicBezTo>
                  <a:cubicBezTo>
                    <a:pt x="2038" y="1845"/>
                    <a:pt x="2038" y="1712"/>
                    <a:pt x="2004" y="1579"/>
                  </a:cubicBezTo>
                  <a:cubicBezTo>
                    <a:pt x="1971" y="1445"/>
                    <a:pt x="1904" y="1378"/>
                    <a:pt x="1804" y="1278"/>
                  </a:cubicBezTo>
                  <a:cubicBezTo>
                    <a:pt x="1704" y="1212"/>
                    <a:pt x="1604" y="1112"/>
                    <a:pt x="1504" y="1045"/>
                  </a:cubicBezTo>
                  <a:cubicBezTo>
                    <a:pt x="1337" y="845"/>
                    <a:pt x="1137" y="711"/>
                    <a:pt x="937" y="511"/>
                  </a:cubicBezTo>
                  <a:cubicBezTo>
                    <a:pt x="737" y="344"/>
                    <a:pt x="537" y="211"/>
                    <a:pt x="336" y="44"/>
                  </a:cubicBezTo>
                  <a:cubicBezTo>
                    <a:pt x="298" y="13"/>
                    <a:pt x="257" y="0"/>
                    <a:pt x="219" y="0"/>
                  </a:cubicBezTo>
                  <a:close/>
                </a:path>
              </a:pathLst>
            </a:custGeom>
            <a:solidFill>
              <a:srgbClr val="5CC9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89" name="Google Shape;2289;p60"/>
            <p:cNvSpPr/>
            <p:nvPr/>
          </p:nvSpPr>
          <p:spPr>
            <a:xfrm>
              <a:off x="7765789" y="4513105"/>
              <a:ext cx="40270" cy="41255"/>
            </a:xfrm>
            <a:custGeom>
              <a:rect b="b" l="l" r="r" t="t"/>
              <a:pathLst>
                <a:path extrusionOk="0" h="2054" w="2005">
                  <a:moveTo>
                    <a:pt x="221" y="0"/>
                  </a:moveTo>
                  <a:cubicBezTo>
                    <a:pt x="96" y="0"/>
                    <a:pt x="0" y="149"/>
                    <a:pt x="103" y="277"/>
                  </a:cubicBezTo>
                  <a:cubicBezTo>
                    <a:pt x="370" y="578"/>
                    <a:pt x="670" y="911"/>
                    <a:pt x="937" y="1211"/>
                  </a:cubicBezTo>
                  <a:cubicBezTo>
                    <a:pt x="1071" y="1378"/>
                    <a:pt x="1237" y="1512"/>
                    <a:pt x="1371" y="1678"/>
                  </a:cubicBezTo>
                  <a:cubicBezTo>
                    <a:pt x="1404" y="1678"/>
                    <a:pt x="1404" y="1712"/>
                    <a:pt x="1438" y="1712"/>
                  </a:cubicBezTo>
                  <a:lnTo>
                    <a:pt x="1438" y="1745"/>
                  </a:lnTo>
                  <a:lnTo>
                    <a:pt x="1438" y="1778"/>
                  </a:lnTo>
                  <a:cubicBezTo>
                    <a:pt x="1438" y="1812"/>
                    <a:pt x="1438" y="1845"/>
                    <a:pt x="1471" y="1845"/>
                  </a:cubicBezTo>
                  <a:cubicBezTo>
                    <a:pt x="1471" y="1912"/>
                    <a:pt x="1504" y="1945"/>
                    <a:pt x="1504" y="1979"/>
                  </a:cubicBezTo>
                  <a:cubicBezTo>
                    <a:pt x="1571" y="2029"/>
                    <a:pt x="1646" y="2054"/>
                    <a:pt x="1717" y="2054"/>
                  </a:cubicBezTo>
                  <a:cubicBezTo>
                    <a:pt x="1788" y="2054"/>
                    <a:pt x="1855" y="2029"/>
                    <a:pt x="1905" y="1979"/>
                  </a:cubicBezTo>
                  <a:cubicBezTo>
                    <a:pt x="2005" y="1845"/>
                    <a:pt x="2005" y="1712"/>
                    <a:pt x="1971" y="1578"/>
                  </a:cubicBezTo>
                  <a:cubicBezTo>
                    <a:pt x="1938" y="1445"/>
                    <a:pt x="1871" y="1378"/>
                    <a:pt x="1771" y="1278"/>
                  </a:cubicBezTo>
                  <a:cubicBezTo>
                    <a:pt x="1671" y="1211"/>
                    <a:pt x="1604" y="1111"/>
                    <a:pt x="1504" y="1045"/>
                  </a:cubicBezTo>
                  <a:cubicBezTo>
                    <a:pt x="1304" y="878"/>
                    <a:pt x="1104" y="711"/>
                    <a:pt x="937" y="544"/>
                  </a:cubicBezTo>
                  <a:cubicBezTo>
                    <a:pt x="737" y="377"/>
                    <a:pt x="537" y="211"/>
                    <a:pt x="337" y="44"/>
                  </a:cubicBezTo>
                  <a:cubicBezTo>
                    <a:pt x="299" y="13"/>
                    <a:pt x="259" y="0"/>
                    <a:pt x="221" y="0"/>
                  </a:cubicBezTo>
                  <a:close/>
                </a:path>
              </a:pathLst>
            </a:custGeom>
            <a:solidFill>
              <a:srgbClr val="5CC9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90" name="Google Shape;2290;p60"/>
            <p:cNvSpPr/>
            <p:nvPr/>
          </p:nvSpPr>
          <p:spPr>
            <a:xfrm>
              <a:off x="7860309" y="4515977"/>
              <a:ext cx="20" cy="703"/>
            </a:xfrm>
            <a:custGeom>
              <a:rect b="b" l="l" r="r" t="t"/>
              <a:pathLst>
                <a:path extrusionOk="0" h="35" w="1">
                  <a:moveTo>
                    <a:pt x="1" y="1"/>
                  </a:moveTo>
                  <a:lnTo>
                    <a:pt x="1" y="1"/>
                  </a:lnTo>
                  <a:lnTo>
                    <a:pt x="1" y="34"/>
                  </a:lnTo>
                  <a:lnTo>
                    <a:pt x="1" y="34"/>
                  </a:lnTo>
                  <a:close/>
                </a:path>
              </a:pathLst>
            </a:custGeom>
            <a:solidFill>
              <a:srgbClr val="5CC9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91" name="Google Shape;2291;p60"/>
            <p:cNvSpPr/>
            <p:nvPr/>
          </p:nvSpPr>
          <p:spPr>
            <a:xfrm>
              <a:off x="7466061" y="2614289"/>
              <a:ext cx="145375" cy="180223"/>
            </a:xfrm>
            <a:custGeom>
              <a:rect b="b" l="l" r="r" t="t"/>
              <a:pathLst>
                <a:path extrusionOk="0" h="8973" w="7238">
                  <a:moveTo>
                    <a:pt x="7030" y="0"/>
                  </a:moveTo>
                  <a:cubicBezTo>
                    <a:pt x="6993" y="0"/>
                    <a:pt x="6954" y="15"/>
                    <a:pt x="6920" y="49"/>
                  </a:cubicBezTo>
                  <a:cubicBezTo>
                    <a:pt x="6320" y="716"/>
                    <a:pt x="5853" y="1516"/>
                    <a:pt x="5353" y="2250"/>
                  </a:cubicBezTo>
                  <a:cubicBezTo>
                    <a:pt x="4786" y="3017"/>
                    <a:pt x="4219" y="3785"/>
                    <a:pt x="3651" y="4518"/>
                  </a:cubicBezTo>
                  <a:cubicBezTo>
                    <a:pt x="3084" y="5252"/>
                    <a:pt x="2484" y="5953"/>
                    <a:pt x="1884" y="6653"/>
                  </a:cubicBezTo>
                  <a:cubicBezTo>
                    <a:pt x="1283" y="7354"/>
                    <a:pt x="649" y="8054"/>
                    <a:pt x="82" y="8788"/>
                  </a:cubicBezTo>
                  <a:cubicBezTo>
                    <a:pt x="1" y="8869"/>
                    <a:pt x="74" y="8973"/>
                    <a:pt x="158" y="8973"/>
                  </a:cubicBezTo>
                  <a:cubicBezTo>
                    <a:pt x="177" y="8973"/>
                    <a:pt x="197" y="8967"/>
                    <a:pt x="216" y="8955"/>
                  </a:cubicBezTo>
                  <a:cubicBezTo>
                    <a:pt x="916" y="8321"/>
                    <a:pt x="1583" y="7587"/>
                    <a:pt x="2184" y="6887"/>
                  </a:cubicBezTo>
                  <a:cubicBezTo>
                    <a:pt x="2784" y="6220"/>
                    <a:pt x="3385" y="5486"/>
                    <a:pt x="3952" y="4785"/>
                  </a:cubicBezTo>
                  <a:cubicBezTo>
                    <a:pt x="4519" y="4085"/>
                    <a:pt x="5086" y="3351"/>
                    <a:pt x="5620" y="2617"/>
                  </a:cubicBezTo>
                  <a:cubicBezTo>
                    <a:pt x="5886" y="2250"/>
                    <a:pt x="6153" y="1850"/>
                    <a:pt x="6420" y="1450"/>
                  </a:cubicBezTo>
                  <a:cubicBezTo>
                    <a:pt x="6687" y="1083"/>
                    <a:pt x="6987" y="682"/>
                    <a:pt x="7187" y="249"/>
                  </a:cubicBezTo>
                  <a:cubicBezTo>
                    <a:pt x="7237" y="124"/>
                    <a:pt x="7139" y="0"/>
                    <a:pt x="703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92" name="Google Shape;2292;p60"/>
            <p:cNvSpPr/>
            <p:nvPr/>
          </p:nvSpPr>
          <p:spPr>
            <a:xfrm>
              <a:off x="7899173" y="2530073"/>
              <a:ext cx="38202" cy="208984"/>
            </a:xfrm>
            <a:custGeom>
              <a:rect b="b" l="l" r="r" t="t"/>
              <a:pathLst>
                <a:path extrusionOk="0" h="10405" w="1902">
                  <a:moveTo>
                    <a:pt x="116" y="1"/>
                  </a:moveTo>
                  <a:cubicBezTo>
                    <a:pt x="58" y="1"/>
                    <a:pt x="0" y="34"/>
                    <a:pt x="0" y="105"/>
                  </a:cubicBezTo>
                  <a:cubicBezTo>
                    <a:pt x="100" y="939"/>
                    <a:pt x="300" y="1806"/>
                    <a:pt x="467" y="2640"/>
                  </a:cubicBezTo>
                  <a:cubicBezTo>
                    <a:pt x="634" y="3474"/>
                    <a:pt x="801" y="4342"/>
                    <a:pt x="968" y="5176"/>
                  </a:cubicBezTo>
                  <a:cubicBezTo>
                    <a:pt x="1301" y="6877"/>
                    <a:pt x="1635" y="8578"/>
                    <a:pt x="1268" y="10279"/>
                  </a:cubicBezTo>
                  <a:cubicBezTo>
                    <a:pt x="1248" y="10360"/>
                    <a:pt x="1313" y="10404"/>
                    <a:pt x="1375" y="10404"/>
                  </a:cubicBezTo>
                  <a:cubicBezTo>
                    <a:pt x="1416" y="10404"/>
                    <a:pt x="1455" y="10385"/>
                    <a:pt x="1468" y="10346"/>
                  </a:cubicBezTo>
                  <a:cubicBezTo>
                    <a:pt x="1902" y="8678"/>
                    <a:pt x="1601" y="6977"/>
                    <a:pt x="1301" y="5342"/>
                  </a:cubicBezTo>
                  <a:cubicBezTo>
                    <a:pt x="1134" y="4475"/>
                    <a:pt x="968" y="3608"/>
                    <a:pt x="801" y="2740"/>
                  </a:cubicBezTo>
                  <a:cubicBezTo>
                    <a:pt x="634" y="1873"/>
                    <a:pt x="501" y="939"/>
                    <a:pt x="234" y="72"/>
                  </a:cubicBezTo>
                  <a:cubicBezTo>
                    <a:pt x="218" y="25"/>
                    <a:pt x="167" y="1"/>
                    <a:pt x="11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93" name="Google Shape;2293;p60"/>
            <p:cNvSpPr/>
            <p:nvPr/>
          </p:nvSpPr>
          <p:spPr>
            <a:xfrm>
              <a:off x="7567711" y="2255330"/>
              <a:ext cx="33221" cy="7773"/>
            </a:xfrm>
            <a:custGeom>
              <a:rect b="b" l="l" r="r" t="t"/>
              <a:pathLst>
                <a:path extrusionOk="0" h="387" w="1654">
                  <a:moveTo>
                    <a:pt x="97" y="1"/>
                  </a:moveTo>
                  <a:cubicBezTo>
                    <a:pt x="42" y="1"/>
                    <a:pt x="1" y="79"/>
                    <a:pt x="58" y="108"/>
                  </a:cubicBezTo>
                  <a:cubicBezTo>
                    <a:pt x="258" y="275"/>
                    <a:pt x="525" y="341"/>
                    <a:pt x="792" y="375"/>
                  </a:cubicBezTo>
                  <a:cubicBezTo>
                    <a:pt x="855" y="383"/>
                    <a:pt x="918" y="387"/>
                    <a:pt x="981" y="387"/>
                  </a:cubicBezTo>
                  <a:cubicBezTo>
                    <a:pt x="1185" y="387"/>
                    <a:pt x="1389" y="343"/>
                    <a:pt x="1593" y="241"/>
                  </a:cubicBezTo>
                  <a:cubicBezTo>
                    <a:pt x="1653" y="211"/>
                    <a:pt x="1604" y="70"/>
                    <a:pt x="1519" y="70"/>
                  </a:cubicBezTo>
                  <a:cubicBezTo>
                    <a:pt x="1510" y="70"/>
                    <a:pt x="1502" y="71"/>
                    <a:pt x="1493" y="74"/>
                  </a:cubicBezTo>
                  <a:cubicBezTo>
                    <a:pt x="1329" y="129"/>
                    <a:pt x="1143" y="183"/>
                    <a:pt x="936" y="183"/>
                  </a:cubicBezTo>
                  <a:cubicBezTo>
                    <a:pt x="889" y="183"/>
                    <a:pt x="841" y="181"/>
                    <a:pt x="792" y="174"/>
                  </a:cubicBezTo>
                  <a:cubicBezTo>
                    <a:pt x="559" y="174"/>
                    <a:pt x="325" y="74"/>
                    <a:pt x="125" y="8"/>
                  </a:cubicBezTo>
                  <a:cubicBezTo>
                    <a:pt x="116" y="3"/>
                    <a:pt x="106" y="1"/>
                    <a:pt x="9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94" name="Google Shape;2294;p60"/>
            <p:cNvSpPr/>
            <p:nvPr/>
          </p:nvSpPr>
          <p:spPr>
            <a:xfrm>
              <a:off x="7647247" y="2216606"/>
              <a:ext cx="27316" cy="15988"/>
            </a:xfrm>
            <a:custGeom>
              <a:rect b="b" l="l" r="r" t="t"/>
              <a:pathLst>
                <a:path extrusionOk="0" h="796" w="1360">
                  <a:moveTo>
                    <a:pt x="935" y="1"/>
                  </a:moveTo>
                  <a:cubicBezTo>
                    <a:pt x="768" y="1"/>
                    <a:pt x="635" y="34"/>
                    <a:pt x="535" y="101"/>
                  </a:cubicBezTo>
                  <a:cubicBezTo>
                    <a:pt x="401" y="134"/>
                    <a:pt x="301" y="234"/>
                    <a:pt x="201" y="301"/>
                  </a:cubicBezTo>
                  <a:cubicBezTo>
                    <a:pt x="168" y="368"/>
                    <a:pt x="101" y="435"/>
                    <a:pt x="68" y="468"/>
                  </a:cubicBezTo>
                  <a:cubicBezTo>
                    <a:pt x="34" y="535"/>
                    <a:pt x="1" y="601"/>
                    <a:pt x="1" y="701"/>
                  </a:cubicBezTo>
                  <a:cubicBezTo>
                    <a:pt x="1" y="760"/>
                    <a:pt x="46" y="795"/>
                    <a:pt x="97" y="795"/>
                  </a:cubicBezTo>
                  <a:cubicBezTo>
                    <a:pt x="134" y="795"/>
                    <a:pt x="173" y="777"/>
                    <a:pt x="201" y="735"/>
                  </a:cubicBezTo>
                  <a:cubicBezTo>
                    <a:pt x="234" y="701"/>
                    <a:pt x="268" y="668"/>
                    <a:pt x="301" y="601"/>
                  </a:cubicBezTo>
                  <a:cubicBezTo>
                    <a:pt x="301" y="568"/>
                    <a:pt x="335" y="535"/>
                    <a:pt x="368" y="501"/>
                  </a:cubicBezTo>
                  <a:cubicBezTo>
                    <a:pt x="468" y="401"/>
                    <a:pt x="535" y="335"/>
                    <a:pt x="635" y="301"/>
                  </a:cubicBezTo>
                  <a:cubicBezTo>
                    <a:pt x="785" y="226"/>
                    <a:pt x="954" y="189"/>
                    <a:pt x="1113" y="189"/>
                  </a:cubicBezTo>
                  <a:cubicBezTo>
                    <a:pt x="1166" y="189"/>
                    <a:pt x="1219" y="193"/>
                    <a:pt x="1269" y="201"/>
                  </a:cubicBezTo>
                  <a:cubicBezTo>
                    <a:pt x="1278" y="206"/>
                    <a:pt x="1287" y="208"/>
                    <a:pt x="1294" y="208"/>
                  </a:cubicBezTo>
                  <a:cubicBezTo>
                    <a:pt x="1343" y="208"/>
                    <a:pt x="1359" y="130"/>
                    <a:pt x="1302" y="101"/>
                  </a:cubicBezTo>
                  <a:lnTo>
                    <a:pt x="1302" y="101"/>
                  </a:lnTo>
                  <a:lnTo>
                    <a:pt x="1302" y="134"/>
                  </a:lnTo>
                  <a:cubicBezTo>
                    <a:pt x="1168" y="34"/>
                    <a:pt x="1068" y="1"/>
                    <a:pt x="93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95" name="Google Shape;2295;p60"/>
            <p:cNvSpPr/>
            <p:nvPr/>
          </p:nvSpPr>
          <p:spPr>
            <a:xfrm>
              <a:off x="7409421" y="3117097"/>
              <a:ext cx="58970" cy="102132"/>
            </a:xfrm>
            <a:custGeom>
              <a:rect b="b" l="l" r="r" t="t"/>
              <a:pathLst>
                <a:path extrusionOk="0" h="5085" w="2936">
                  <a:moveTo>
                    <a:pt x="289" y="0"/>
                  </a:moveTo>
                  <a:cubicBezTo>
                    <a:pt x="242" y="0"/>
                    <a:pt x="200" y="29"/>
                    <a:pt x="200" y="99"/>
                  </a:cubicBezTo>
                  <a:cubicBezTo>
                    <a:pt x="0" y="1167"/>
                    <a:pt x="67" y="2367"/>
                    <a:pt x="534" y="3335"/>
                  </a:cubicBezTo>
                  <a:cubicBezTo>
                    <a:pt x="767" y="3768"/>
                    <a:pt x="1068" y="4135"/>
                    <a:pt x="1435" y="4469"/>
                  </a:cubicBezTo>
                  <a:cubicBezTo>
                    <a:pt x="1635" y="4602"/>
                    <a:pt x="1801" y="4736"/>
                    <a:pt x="2002" y="4869"/>
                  </a:cubicBezTo>
                  <a:cubicBezTo>
                    <a:pt x="2198" y="4953"/>
                    <a:pt x="2418" y="5085"/>
                    <a:pt x="2622" y="5085"/>
                  </a:cubicBezTo>
                  <a:cubicBezTo>
                    <a:pt x="2660" y="5085"/>
                    <a:pt x="2698" y="5080"/>
                    <a:pt x="2735" y="5069"/>
                  </a:cubicBezTo>
                  <a:cubicBezTo>
                    <a:pt x="2936" y="5036"/>
                    <a:pt x="2936" y="4803"/>
                    <a:pt x="2836" y="4669"/>
                  </a:cubicBezTo>
                  <a:cubicBezTo>
                    <a:pt x="2735" y="4536"/>
                    <a:pt x="2469" y="4469"/>
                    <a:pt x="2302" y="4402"/>
                  </a:cubicBezTo>
                  <a:cubicBezTo>
                    <a:pt x="2102" y="4302"/>
                    <a:pt x="1935" y="4169"/>
                    <a:pt x="1768" y="4035"/>
                  </a:cubicBezTo>
                  <a:cubicBezTo>
                    <a:pt x="1435" y="3768"/>
                    <a:pt x="1168" y="3435"/>
                    <a:pt x="968" y="3068"/>
                  </a:cubicBezTo>
                  <a:cubicBezTo>
                    <a:pt x="501" y="2134"/>
                    <a:pt x="567" y="1133"/>
                    <a:pt x="434" y="133"/>
                  </a:cubicBezTo>
                  <a:cubicBezTo>
                    <a:pt x="434" y="55"/>
                    <a:pt x="355" y="0"/>
                    <a:pt x="2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96" name="Google Shape;2296;p60"/>
            <p:cNvSpPr/>
            <p:nvPr/>
          </p:nvSpPr>
          <p:spPr>
            <a:xfrm>
              <a:off x="8132220" y="2662071"/>
              <a:ext cx="26251" cy="41455"/>
            </a:xfrm>
            <a:custGeom>
              <a:rect b="b" l="l" r="r" t="t"/>
              <a:pathLst>
                <a:path extrusionOk="0" h="2064" w="1307">
                  <a:moveTo>
                    <a:pt x="1063" y="0"/>
                  </a:moveTo>
                  <a:cubicBezTo>
                    <a:pt x="991" y="0"/>
                    <a:pt x="922" y="42"/>
                    <a:pt x="906" y="138"/>
                  </a:cubicBezTo>
                  <a:cubicBezTo>
                    <a:pt x="873" y="271"/>
                    <a:pt x="906" y="438"/>
                    <a:pt x="873" y="605"/>
                  </a:cubicBezTo>
                  <a:cubicBezTo>
                    <a:pt x="839" y="738"/>
                    <a:pt x="773" y="905"/>
                    <a:pt x="706" y="1005"/>
                  </a:cubicBezTo>
                  <a:cubicBezTo>
                    <a:pt x="573" y="1305"/>
                    <a:pt x="372" y="1539"/>
                    <a:pt x="139" y="1739"/>
                  </a:cubicBezTo>
                  <a:cubicBezTo>
                    <a:pt x="0" y="1878"/>
                    <a:pt x="139" y="2063"/>
                    <a:pt x="305" y="2063"/>
                  </a:cubicBezTo>
                  <a:cubicBezTo>
                    <a:pt x="338" y="2063"/>
                    <a:pt x="372" y="2056"/>
                    <a:pt x="406" y="2039"/>
                  </a:cubicBezTo>
                  <a:cubicBezTo>
                    <a:pt x="739" y="1873"/>
                    <a:pt x="973" y="1572"/>
                    <a:pt x="1106" y="1205"/>
                  </a:cubicBezTo>
                  <a:cubicBezTo>
                    <a:pt x="1206" y="1039"/>
                    <a:pt x="1240" y="872"/>
                    <a:pt x="1273" y="705"/>
                  </a:cubicBezTo>
                  <a:cubicBezTo>
                    <a:pt x="1306" y="538"/>
                    <a:pt x="1306" y="305"/>
                    <a:pt x="1273" y="138"/>
                  </a:cubicBezTo>
                  <a:lnTo>
                    <a:pt x="1240" y="138"/>
                  </a:lnTo>
                  <a:cubicBezTo>
                    <a:pt x="1222" y="51"/>
                    <a:pt x="1141" y="0"/>
                    <a:pt x="1063" y="0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97" name="Google Shape;2297;p60"/>
            <p:cNvSpPr/>
            <p:nvPr/>
          </p:nvSpPr>
          <p:spPr>
            <a:xfrm>
              <a:off x="7233155" y="2864950"/>
              <a:ext cx="44970" cy="19442"/>
            </a:xfrm>
            <a:custGeom>
              <a:rect b="b" l="l" r="r" t="t"/>
              <a:pathLst>
                <a:path extrusionOk="0" h="968" w="2239">
                  <a:moveTo>
                    <a:pt x="235" y="1"/>
                  </a:moveTo>
                  <a:cubicBezTo>
                    <a:pt x="116" y="1"/>
                    <a:pt x="0" y="149"/>
                    <a:pt x="103" y="278"/>
                  </a:cubicBezTo>
                  <a:cubicBezTo>
                    <a:pt x="508" y="655"/>
                    <a:pt x="1087" y="967"/>
                    <a:pt x="1664" y="967"/>
                  </a:cubicBezTo>
                  <a:cubicBezTo>
                    <a:pt x="1801" y="967"/>
                    <a:pt x="1937" y="950"/>
                    <a:pt x="2071" y="911"/>
                  </a:cubicBezTo>
                  <a:cubicBezTo>
                    <a:pt x="2238" y="845"/>
                    <a:pt x="2205" y="611"/>
                    <a:pt x="2005" y="578"/>
                  </a:cubicBezTo>
                  <a:cubicBezTo>
                    <a:pt x="1704" y="578"/>
                    <a:pt x="1404" y="578"/>
                    <a:pt x="1137" y="478"/>
                  </a:cubicBezTo>
                  <a:cubicBezTo>
                    <a:pt x="837" y="378"/>
                    <a:pt x="570" y="244"/>
                    <a:pt x="337" y="44"/>
                  </a:cubicBezTo>
                  <a:cubicBezTo>
                    <a:pt x="306" y="14"/>
                    <a:pt x="271" y="1"/>
                    <a:pt x="235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98" name="Google Shape;2298;p60"/>
            <p:cNvSpPr/>
            <p:nvPr/>
          </p:nvSpPr>
          <p:spPr>
            <a:xfrm>
              <a:off x="7226888" y="2682096"/>
              <a:ext cx="29625" cy="39065"/>
            </a:xfrm>
            <a:custGeom>
              <a:rect b="b" l="l" r="r" t="t"/>
              <a:pathLst>
                <a:path extrusionOk="0" h="1945" w="1475">
                  <a:moveTo>
                    <a:pt x="169" y="1"/>
                  </a:moveTo>
                  <a:cubicBezTo>
                    <a:pt x="90" y="1"/>
                    <a:pt x="1" y="79"/>
                    <a:pt x="48" y="175"/>
                  </a:cubicBezTo>
                  <a:cubicBezTo>
                    <a:pt x="249" y="475"/>
                    <a:pt x="415" y="775"/>
                    <a:pt x="615" y="1042"/>
                  </a:cubicBezTo>
                  <a:lnTo>
                    <a:pt x="882" y="1476"/>
                  </a:lnTo>
                  <a:cubicBezTo>
                    <a:pt x="982" y="1643"/>
                    <a:pt x="1116" y="1776"/>
                    <a:pt x="1216" y="1910"/>
                  </a:cubicBezTo>
                  <a:cubicBezTo>
                    <a:pt x="1248" y="1934"/>
                    <a:pt x="1281" y="1945"/>
                    <a:pt x="1311" y="1945"/>
                  </a:cubicBezTo>
                  <a:cubicBezTo>
                    <a:pt x="1405" y="1945"/>
                    <a:pt x="1475" y="1844"/>
                    <a:pt x="1449" y="1743"/>
                  </a:cubicBezTo>
                  <a:cubicBezTo>
                    <a:pt x="1383" y="1609"/>
                    <a:pt x="1283" y="1443"/>
                    <a:pt x="1183" y="1309"/>
                  </a:cubicBezTo>
                  <a:cubicBezTo>
                    <a:pt x="1082" y="1176"/>
                    <a:pt x="982" y="1042"/>
                    <a:pt x="882" y="876"/>
                  </a:cubicBezTo>
                  <a:cubicBezTo>
                    <a:pt x="682" y="609"/>
                    <a:pt x="482" y="308"/>
                    <a:pt x="249" y="42"/>
                  </a:cubicBezTo>
                  <a:cubicBezTo>
                    <a:pt x="230" y="13"/>
                    <a:pt x="200" y="1"/>
                    <a:pt x="169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299" name="Google Shape;2299;p60"/>
          <p:cNvSpPr txBox="1"/>
          <p:nvPr/>
        </p:nvSpPr>
        <p:spPr>
          <a:xfrm>
            <a:off x="3983572" y="3398335"/>
            <a:ext cx="43752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0" name="Google Shape;2300;p60"/>
          <p:cNvSpPr txBox="1"/>
          <p:nvPr/>
        </p:nvSpPr>
        <p:spPr>
          <a:xfrm>
            <a:off x="3983525" y="4250725"/>
            <a:ext cx="45654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01" name="Google Shape;2301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5000" y="936737"/>
            <a:ext cx="4375199" cy="4175612"/>
          </a:xfrm>
          <a:prstGeom prst="rect">
            <a:avLst/>
          </a:prstGeom>
          <a:noFill/>
          <a:ln>
            <a:noFill/>
          </a:ln>
        </p:spPr>
      </p:pic>
      <p:sp>
        <p:nvSpPr>
          <p:cNvPr id="2302" name="Google Shape;2302;p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6" name="Shape 2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7" name="Google Shape;2307;p61"/>
          <p:cNvGrpSpPr/>
          <p:nvPr/>
        </p:nvGrpSpPr>
        <p:grpSpPr>
          <a:xfrm>
            <a:off x="-100" y="219725"/>
            <a:ext cx="7716050" cy="717000"/>
            <a:chOff x="-100" y="219725"/>
            <a:chExt cx="7716050" cy="717000"/>
          </a:xfrm>
        </p:grpSpPr>
        <p:sp>
          <p:nvSpPr>
            <p:cNvPr id="2308" name="Google Shape;2308;p61"/>
            <p:cNvSpPr/>
            <p:nvPr/>
          </p:nvSpPr>
          <p:spPr>
            <a:xfrm rot="5400000">
              <a:off x="3414650" y="-3195025"/>
              <a:ext cx="717000" cy="7546500"/>
            </a:xfrm>
            <a:prstGeom prst="round2SameRect">
              <a:avLst>
                <a:gd fmla="val 48054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09" name="Google Shape;2309;p61"/>
            <p:cNvSpPr txBox="1"/>
            <p:nvPr/>
          </p:nvSpPr>
          <p:spPr>
            <a:xfrm>
              <a:off x="74950" y="268650"/>
              <a:ext cx="7641000" cy="48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300">
                  <a:solidFill>
                    <a:srgbClr val="FFE5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Detailed WBS </a:t>
              </a:r>
              <a:r>
                <a:rPr b="1" lang="en" sz="2300">
                  <a:solidFill>
                    <a:schemeClr val="accent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of Level 2</a:t>
              </a:r>
              <a:endParaRPr b="1" sz="23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310" name="Google Shape;2310;p61"/>
          <p:cNvGrpSpPr/>
          <p:nvPr/>
        </p:nvGrpSpPr>
        <p:grpSpPr>
          <a:xfrm>
            <a:off x="8583380" y="-2"/>
            <a:ext cx="560626" cy="572765"/>
            <a:chOff x="1961475" y="2492375"/>
            <a:chExt cx="1421825" cy="1451875"/>
          </a:xfrm>
        </p:grpSpPr>
        <p:sp>
          <p:nvSpPr>
            <p:cNvPr id="2311" name="Google Shape;2311;p61"/>
            <p:cNvSpPr/>
            <p:nvPr/>
          </p:nvSpPr>
          <p:spPr>
            <a:xfrm>
              <a:off x="1961475" y="2492375"/>
              <a:ext cx="1421825" cy="1451875"/>
            </a:xfrm>
            <a:custGeom>
              <a:rect b="b" l="l" r="r" t="t"/>
              <a:pathLst>
                <a:path extrusionOk="0" h="58075" w="56873">
                  <a:moveTo>
                    <a:pt x="28469" y="9443"/>
                  </a:moveTo>
                  <a:cubicBezTo>
                    <a:pt x="29104" y="9443"/>
                    <a:pt x="29744" y="9475"/>
                    <a:pt x="30389" y="9540"/>
                  </a:cubicBezTo>
                  <a:cubicBezTo>
                    <a:pt x="40930" y="10641"/>
                    <a:pt x="48602" y="20248"/>
                    <a:pt x="47535" y="30989"/>
                  </a:cubicBezTo>
                  <a:cubicBezTo>
                    <a:pt x="46535" y="41054"/>
                    <a:pt x="38211" y="48571"/>
                    <a:pt x="28494" y="48571"/>
                  </a:cubicBezTo>
                  <a:cubicBezTo>
                    <a:pt x="27841" y="48571"/>
                    <a:pt x="27183" y="48537"/>
                    <a:pt x="26520" y="48468"/>
                  </a:cubicBezTo>
                  <a:cubicBezTo>
                    <a:pt x="15979" y="47367"/>
                    <a:pt x="8307" y="37794"/>
                    <a:pt x="9374" y="27053"/>
                  </a:cubicBezTo>
                  <a:cubicBezTo>
                    <a:pt x="10376" y="16969"/>
                    <a:pt x="18728" y="9443"/>
                    <a:pt x="28469" y="9443"/>
                  </a:cubicBezTo>
                  <a:close/>
                  <a:moveTo>
                    <a:pt x="26420" y="0"/>
                  </a:moveTo>
                  <a:cubicBezTo>
                    <a:pt x="24552" y="133"/>
                    <a:pt x="22717" y="467"/>
                    <a:pt x="20949" y="967"/>
                  </a:cubicBezTo>
                  <a:cubicBezTo>
                    <a:pt x="21049" y="1134"/>
                    <a:pt x="21149" y="1301"/>
                    <a:pt x="21249" y="1501"/>
                  </a:cubicBezTo>
                  <a:cubicBezTo>
                    <a:pt x="22317" y="3903"/>
                    <a:pt x="21249" y="6738"/>
                    <a:pt x="18881" y="7839"/>
                  </a:cubicBezTo>
                  <a:cubicBezTo>
                    <a:pt x="18255" y="8130"/>
                    <a:pt x="17601" y="8267"/>
                    <a:pt x="16958" y="8267"/>
                  </a:cubicBezTo>
                  <a:cubicBezTo>
                    <a:pt x="15168" y="8267"/>
                    <a:pt x="13462" y="7204"/>
                    <a:pt x="12677" y="5437"/>
                  </a:cubicBezTo>
                  <a:cubicBezTo>
                    <a:pt x="12610" y="5270"/>
                    <a:pt x="12543" y="5104"/>
                    <a:pt x="12510" y="4904"/>
                  </a:cubicBezTo>
                  <a:cubicBezTo>
                    <a:pt x="10975" y="5971"/>
                    <a:pt x="9541" y="7172"/>
                    <a:pt x="8240" y="8506"/>
                  </a:cubicBezTo>
                  <a:cubicBezTo>
                    <a:pt x="8407" y="8606"/>
                    <a:pt x="8574" y="8673"/>
                    <a:pt x="8707" y="8773"/>
                  </a:cubicBezTo>
                  <a:cubicBezTo>
                    <a:pt x="10809" y="10341"/>
                    <a:pt x="11309" y="13343"/>
                    <a:pt x="9775" y="15478"/>
                  </a:cubicBezTo>
                  <a:cubicBezTo>
                    <a:pt x="8866" y="16789"/>
                    <a:pt x="7433" y="17479"/>
                    <a:pt x="5970" y="17479"/>
                  </a:cubicBezTo>
                  <a:cubicBezTo>
                    <a:pt x="5015" y="17479"/>
                    <a:pt x="4047" y="17185"/>
                    <a:pt x="3203" y="16579"/>
                  </a:cubicBezTo>
                  <a:cubicBezTo>
                    <a:pt x="3070" y="16478"/>
                    <a:pt x="2970" y="16345"/>
                    <a:pt x="2836" y="16245"/>
                  </a:cubicBezTo>
                  <a:cubicBezTo>
                    <a:pt x="2036" y="17913"/>
                    <a:pt x="1402" y="19681"/>
                    <a:pt x="902" y="21515"/>
                  </a:cubicBezTo>
                  <a:cubicBezTo>
                    <a:pt x="1035" y="21515"/>
                    <a:pt x="1154" y="21501"/>
                    <a:pt x="1267" y="21501"/>
                  </a:cubicBezTo>
                  <a:cubicBezTo>
                    <a:pt x="1324" y="21501"/>
                    <a:pt x="1380" y="21504"/>
                    <a:pt x="1435" y="21515"/>
                  </a:cubicBezTo>
                  <a:cubicBezTo>
                    <a:pt x="4004" y="21782"/>
                    <a:pt x="5905" y="24117"/>
                    <a:pt x="5638" y="26752"/>
                  </a:cubicBezTo>
                  <a:cubicBezTo>
                    <a:pt x="5388" y="29253"/>
                    <a:pt x="3351" y="31081"/>
                    <a:pt x="954" y="31081"/>
                  </a:cubicBezTo>
                  <a:cubicBezTo>
                    <a:pt x="794" y="31081"/>
                    <a:pt x="631" y="31072"/>
                    <a:pt x="468" y="31056"/>
                  </a:cubicBezTo>
                  <a:cubicBezTo>
                    <a:pt x="301" y="31056"/>
                    <a:pt x="168" y="30989"/>
                    <a:pt x="1" y="30955"/>
                  </a:cubicBezTo>
                  <a:lnTo>
                    <a:pt x="1" y="30955"/>
                  </a:lnTo>
                  <a:cubicBezTo>
                    <a:pt x="134" y="32857"/>
                    <a:pt x="435" y="34725"/>
                    <a:pt x="902" y="36493"/>
                  </a:cubicBezTo>
                  <a:cubicBezTo>
                    <a:pt x="1035" y="36426"/>
                    <a:pt x="1202" y="36326"/>
                    <a:pt x="1335" y="36226"/>
                  </a:cubicBezTo>
                  <a:cubicBezTo>
                    <a:pt x="1958" y="35945"/>
                    <a:pt x="2611" y="35812"/>
                    <a:pt x="3254" y="35812"/>
                  </a:cubicBezTo>
                  <a:cubicBezTo>
                    <a:pt x="5057" y="35812"/>
                    <a:pt x="6786" y="36858"/>
                    <a:pt x="7573" y="38628"/>
                  </a:cubicBezTo>
                  <a:cubicBezTo>
                    <a:pt x="8640" y="41063"/>
                    <a:pt x="7573" y="43898"/>
                    <a:pt x="5205" y="44999"/>
                  </a:cubicBezTo>
                  <a:cubicBezTo>
                    <a:pt x="5038" y="45066"/>
                    <a:pt x="4871" y="45099"/>
                    <a:pt x="4704" y="45166"/>
                  </a:cubicBezTo>
                  <a:cubicBezTo>
                    <a:pt x="5738" y="46733"/>
                    <a:pt x="6906" y="48201"/>
                    <a:pt x="8207" y="49535"/>
                  </a:cubicBezTo>
                  <a:cubicBezTo>
                    <a:pt x="8307" y="49369"/>
                    <a:pt x="8374" y="49202"/>
                    <a:pt x="8507" y="49035"/>
                  </a:cubicBezTo>
                  <a:cubicBezTo>
                    <a:pt x="9415" y="47723"/>
                    <a:pt x="10848" y="47034"/>
                    <a:pt x="12304" y="47034"/>
                  </a:cubicBezTo>
                  <a:cubicBezTo>
                    <a:pt x="13254" y="47034"/>
                    <a:pt x="14215" y="47328"/>
                    <a:pt x="15045" y="47934"/>
                  </a:cubicBezTo>
                  <a:cubicBezTo>
                    <a:pt x="17180" y="49502"/>
                    <a:pt x="17647" y="52504"/>
                    <a:pt x="16112" y="54639"/>
                  </a:cubicBezTo>
                  <a:cubicBezTo>
                    <a:pt x="16012" y="54806"/>
                    <a:pt x="15879" y="54939"/>
                    <a:pt x="15745" y="55073"/>
                  </a:cubicBezTo>
                  <a:cubicBezTo>
                    <a:pt x="17380" y="55907"/>
                    <a:pt x="19115" y="56574"/>
                    <a:pt x="20949" y="57108"/>
                  </a:cubicBezTo>
                  <a:cubicBezTo>
                    <a:pt x="20949" y="56874"/>
                    <a:pt x="20916" y="56674"/>
                    <a:pt x="20949" y="56474"/>
                  </a:cubicBezTo>
                  <a:cubicBezTo>
                    <a:pt x="21200" y="54002"/>
                    <a:pt x="23240" y="52146"/>
                    <a:pt x="25640" y="52146"/>
                  </a:cubicBezTo>
                  <a:cubicBezTo>
                    <a:pt x="25799" y="52146"/>
                    <a:pt x="25958" y="52154"/>
                    <a:pt x="26120" y="52171"/>
                  </a:cubicBezTo>
                  <a:cubicBezTo>
                    <a:pt x="28688" y="52438"/>
                    <a:pt x="30556" y="54806"/>
                    <a:pt x="30323" y="57441"/>
                  </a:cubicBezTo>
                  <a:cubicBezTo>
                    <a:pt x="30289" y="57641"/>
                    <a:pt x="30222" y="57841"/>
                    <a:pt x="30189" y="58075"/>
                  </a:cubicBezTo>
                  <a:cubicBezTo>
                    <a:pt x="31857" y="57975"/>
                    <a:pt x="33458" y="57708"/>
                    <a:pt x="35059" y="57308"/>
                  </a:cubicBezTo>
                  <a:cubicBezTo>
                    <a:pt x="35393" y="57241"/>
                    <a:pt x="35526" y="56874"/>
                    <a:pt x="35393" y="56574"/>
                  </a:cubicBezTo>
                  <a:cubicBezTo>
                    <a:pt x="35393" y="56574"/>
                    <a:pt x="35393" y="56540"/>
                    <a:pt x="35393" y="56540"/>
                  </a:cubicBezTo>
                  <a:cubicBezTo>
                    <a:pt x="34325" y="54105"/>
                    <a:pt x="35359" y="51270"/>
                    <a:pt x="37728" y="50203"/>
                  </a:cubicBezTo>
                  <a:cubicBezTo>
                    <a:pt x="38360" y="49909"/>
                    <a:pt x="39023" y="49769"/>
                    <a:pt x="39676" y="49769"/>
                  </a:cubicBezTo>
                  <a:cubicBezTo>
                    <a:pt x="41469" y="49769"/>
                    <a:pt x="43183" y="50819"/>
                    <a:pt x="43966" y="52604"/>
                  </a:cubicBezTo>
                  <a:cubicBezTo>
                    <a:pt x="44056" y="52831"/>
                    <a:pt x="44270" y="52965"/>
                    <a:pt x="44482" y="52965"/>
                  </a:cubicBezTo>
                  <a:cubicBezTo>
                    <a:pt x="44581" y="52965"/>
                    <a:pt x="44681" y="52935"/>
                    <a:pt x="44766" y="52871"/>
                  </a:cubicBezTo>
                  <a:cubicBezTo>
                    <a:pt x="45934" y="52037"/>
                    <a:pt x="47034" y="51103"/>
                    <a:pt x="48069" y="50103"/>
                  </a:cubicBezTo>
                  <a:cubicBezTo>
                    <a:pt x="48302" y="49869"/>
                    <a:pt x="48269" y="49469"/>
                    <a:pt x="48002" y="49302"/>
                  </a:cubicBezTo>
                  <a:cubicBezTo>
                    <a:pt x="47968" y="49269"/>
                    <a:pt x="47935" y="49269"/>
                    <a:pt x="47902" y="49235"/>
                  </a:cubicBezTo>
                  <a:cubicBezTo>
                    <a:pt x="45800" y="47667"/>
                    <a:pt x="45333" y="44699"/>
                    <a:pt x="46868" y="42530"/>
                  </a:cubicBezTo>
                  <a:cubicBezTo>
                    <a:pt x="47780" y="41233"/>
                    <a:pt x="49222" y="40539"/>
                    <a:pt x="50685" y="40539"/>
                  </a:cubicBezTo>
                  <a:cubicBezTo>
                    <a:pt x="51629" y="40539"/>
                    <a:pt x="52582" y="40828"/>
                    <a:pt x="53406" y="41430"/>
                  </a:cubicBezTo>
                  <a:lnTo>
                    <a:pt x="53472" y="41496"/>
                  </a:lnTo>
                  <a:cubicBezTo>
                    <a:pt x="53567" y="41567"/>
                    <a:pt x="53678" y="41600"/>
                    <a:pt x="53788" y="41600"/>
                  </a:cubicBezTo>
                  <a:cubicBezTo>
                    <a:pt x="53989" y="41600"/>
                    <a:pt x="54187" y="41490"/>
                    <a:pt x="54273" y="41296"/>
                  </a:cubicBezTo>
                  <a:cubicBezTo>
                    <a:pt x="54873" y="39995"/>
                    <a:pt x="55407" y="38628"/>
                    <a:pt x="55807" y="37193"/>
                  </a:cubicBezTo>
                  <a:cubicBezTo>
                    <a:pt x="55874" y="36860"/>
                    <a:pt x="55641" y="36560"/>
                    <a:pt x="55307" y="36526"/>
                  </a:cubicBezTo>
                  <a:lnTo>
                    <a:pt x="55207" y="36526"/>
                  </a:lnTo>
                  <a:cubicBezTo>
                    <a:pt x="52605" y="36259"/>
                    <a:pt x="50737" y="33891"/>
                    <a:pt x="51004" y="31256"/>
                  </a:cubicBezTo>
                  <a:cubicBezTo>
                    <a:pt x="51254" y="28784"/>
                    <a:pt x="53295" y="26928"/>
                    <a:pt x="55667" y="26928"/>
                  </a:cubicBezTo>
                  <a:cubicBezTo>
                    <a:pt x="55824" y="26928"/>
                    <a:pt x="55982" y="26936"/>
                    <a:pt x="56141" y="26953"/>
                  </a:cubicBezTo>
                  <a:cubicBezTo>
                    <a:pt x="56174" y="26953"/>
                    <a:pt x="56208" y="26986"/>
                    <a:pt x="56208" y="26986"/>
                  </a:cubicBezTo>
                  <a:cubicBezTo>
                    <a:pt x="56229" y="26988"/>
                    <a:pt x="56249" y="26989"/>
                    <a:pt x="56270" y="26989"/>
                  </a:cubicBezTo>
                  <a:cubicBezTo>
                    <a:pt x="56608" y="26989"/>
                    <a:pt x="56873" y="26734"/>
                    <a:pt x="56841" y="26419"/>
                  </a:cubicBezTo>
                  <a:cubicBezTo>
                    <a:pt x="56708" y="24951"/>
                    <a:pt x="56475" y="23483"/>
                    <a:pt x="56141" y="22082"/>
                  </a:cubicBezTo>
                  <a:cubicBezTo>
                    <a:pt x="56068" y="21838"/>
                    <a:pt x="55851" y="21683"/>
                    <a:pt x="55623" y="21683"/>
                  </a:cubicBezTo>
                  <a:cubicBezTo>
                    <a:pt x="55539" y="21683"/>
                    <a:pt x="55454" y="21704"/>
                    <a:pt x="55374" y="21749"/>
                  </a:cubicBezTo>
                  <a:cubicBezTo>
                    <a:pt x="55340" y="21749"/>
                    <a:pt x="55307" y="21782"/>
                    <a:pt x="55274" y="21782"/>
                  </a:cubicBezTo>
                  <a:cubicBezTo>
                    <a:pt x="54641" y="22076"/>
                    <a:pt x="53980" y="22216"/>
                    <a:pt x="53331" y="22216"/>
                  </a:cubicBezTo>
                  <a:cubicBezTo>
                    <a:pt x="51548" y="22216"/>
                    <a:pt x="49852" y="21165"/>
                    <a:pt x="49069" y="19381"/>
                  </a:cubicBezTo>
                  <a:cubicBezTo>
                    <a:pt x="48002" y="16979"/>
                    <a:pt x="49069" y="14110"/>
                    <a:pt x="51438" y="13043"/>
                  </a:cubicBezTo>
                  <a:cubicBezTo>
                    <a:pt x="51438" y="13043"/>
                    <a:pt x="51471" y="13009"/>
                    <a:pt x="51471" y="13009"/>
                  </a:cubicBezTo>
                  <a:cubicBezTo>
                    <a:pt x="51771" y="12876"/>
                    <a:pt x="51905" y="12509"/>
                    <a:pt x="51704" y="12209"/>
                  </a:cubicBezTo>
                  <a:cubicBezTo>
                    <a:pt x="50904" y="11041"/>
                    <a:pt x="49970" y="9907"/>
                    <a:pt x="49003" y="8873"/>
                  </a:cubicBezTo>
                  <a:cubicBezTo>
                    <a:pt x="48900" y="8756"/>
                    <a:pt x="48766" y="8703"/>
                    <a:pt x="48630" y="8703"/>
                  </a:cubicBezTo>
                  <a:cubicBezTo>
                    <a:pt x="48457" y="8703"/>
                    <a:pt x="48281" y="8790"/>
                    <a:pt x="48169" y="8940"/>
                  </a:cubicBezTo>
                  <a:cubicBezTo>
                    <a:pt x="48169" y="8973"/>
                    <a:pt x="48135" y="8973"/>
                    <a:pt x="48135" y="9006"/>
                  </a:cubicBezTo>
                  <a:cubicBezTo>
                    <a:pt x="47228" y="10297"/>
                    <a:pt x="45784" y="10990"/>
                    <a:pt x="44319" y="10990"/>
                  </a:cubicBezTo>
                  <a:cubicBezTo>
                    <a:pt x="43361" y="10990"/>
                    <a:pt x="42395" y="10694"/>
                    <a:pt x="41564" y="10074"/>
                  </a:cubicBezTo>
                  <a:cubicBezTo>
                    <a:pt x="39462" y="8539"/>
                    <a:pt x="38995" y="5537"/>
                    <a:pt x="40496" y="3369"/>
                  </a:cubicBezTo>
                  <a:cubicBezTo>
                    <a:pt x="40697" y="3102"/>
                    <a:pt x="40630" y="2702"/>
                    <a:pt x="40330" y="2569"/>
                  </a:cubicBezTo>
                  <a:cubicBezTo>
                    <a:pt x="39062" y="1968"/>
                    <a:pt x="37728" y="1468"/>
                    <a:pt x="36360" y="1067"/>
                  </a:cubicBezTo>
                  <a:cubicBezTo>
                    <a:pt x="36312" y="1053"/>
                    <a:pt x="36264" y="1046"/>
                    <a:pt x="36218" y="1046"/>
                  </a:cubicBezTo>
                  <a:cubicBezTo>
                    <a:pt x="35945" y="1046"/>
                    <a:pt x="35722" y="1283"/>
                    <a:pt x="35693" y="1568"/>
                  </a:cubicBezTo>
                  <a:cubicBezTo>
                    <a:pt x="35443" y="4040"/>
                    <a:pt x="33402" y="5895"/>
                    <a:pt x="31002" y="5895"/>
                  </a:cubicBezTo>
                  <a:cubicBezTo>
                    <a:pt x="30844" y="5895"/>
                    <a:pt x="30684" y="5887"/>
                    <a:pt x="30523" y="5871"/>
                  </a:cubicBezTo>
                  <a:cubicBezTo>
                    <a:pt x="27954" y="5604"/>
                    <a:pt x="26053" y="3236"/>
                    <a:pt x="26320" y="600"/>
                  </a:cubicBezTo>
                  <a:cubicBezTo>
                    <a:pt x="26353" y="400"/>
                    <a:pt x="26386" y="200"/>
                    <a:pt x="26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12" name="Google Shape;2312;p61"/>
            <p:cNvSpPr/>
            <p:nvPr/>
          </p:nvSpPr>
          <p:spPr>
            <a:xfrm>
              <a:off x="2093250" y="2662475"/>
              <a:ext cx="1159175" cy="1111650"/>
            </a:xfrm>
            <a:custGeom>
              <a:rect b="b" l="l" r="r" t="t"/>
              <a:pathLst>
                <a:path extrusionOk="0" h="44466" w="46367">
                  <a:moveTo>
                    <a:pt x="23185" y="7304"/>
                  </a:moveTo>
                  <a:cubicBezTo>
                    <a:pt x="30397" y="7304"/>
                    <a:pt x="36684" y="12752"/>
                    <a:pt x="37694" y="20249"/>
                  </a:cubicBezTo>
                  <a:cubicBezTo>
                    <a:pt x="38761" y="28388"/>
                    <a:pt x="33124" y="35927"/>
                    <a:pt x="25118" y="37027"/>
                  </a:cubicBezTo>
                  <a:cubicBezTo>
                    <a:pt x="24459" y="37118"/>
                    <a:pt x="23804" y="37163"/>
                    <a:pt x="23155" y="37163"/>
                  </a:cubicBezTo>
                  <a:cubicBezTo>
                    <a:pt x="15965" y="37163"/>
                    <a:pt x="9652" y="31715"/>
                    <a:pt x="8673" y="24218"/>
                  </a:cubicBezTo>
                  <a:cubicBezTo>
                    <a:pt x="7606" y="16046"/>
                    <a:pt x="13210" y="8540"/>
                    <a:pt x="21215" y="7440"/>
                  </a:cubicBezTo>
                  <a:cubicBezTo>
                    <a:pt x="21877" y="7349"/>
                    <a:pt x="22535" y="7304"/>
                    <a:pt x="23185" y="7304"/>
                  </a:cubicBezTo>
                  <a:close/>
                  <a:moveTo>
                    <a:pt x="23173" y="1"/>
                  </a:moveTo>
                  <a:cubicBezTo>
                    <a:pt x="22208" y="1"/>
                    <a:pt x="21231" y="66"/>
                    <a:pt x="20248" y="201"/>
                  </a:cubicBezTo>
                  <a:lnTo>
                    <a:pt x="20281" y="201"/>
                  </a:lnTo>
                  <a:cubicBezTo>
                    <a:pt x="8373" y="1836"/>
                    <a:pt x="0" y="13044"/>
                    <a:pt x="1601" y="25186"/>
                  </a:cubicBezTo>
                  <a:cubicBezTo>
                    <a:pt x="3071" y="36329"/>
                    <a:pt x="12435" y="44466"/>
                    <a:pt x="23170" y="44466"/>
                  </a:cubicBezTo>
                  <a:cubicBezTo>
                    <a:pt x="24133" y="44466"/>
                    <a:pt x="25106" y="44400"/>
                    <a:pt x="26086" y="44266"/>
                  </a:cubicBezTo>
                  <a:cubicBezTo>
                    <a:pt x="37994" y="42631"/>
                    <a:pt x="46367" y="31390"/>
                    <a:pt x="44766" y="19248"/>
                  </a:cubicBezTo>
                  <a:cubicBezTo>
                    <a:pt x="43297" y="8108"/>
                    <a:pt x="33909" y="1"/>
                    <a:pt x="23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313" name="Google Shape;2313;p61"/>
          <p:cNvGrpSpPr/>
          <p:nvPr/>
        </p:nvGrpSpPr>
        <p:grpSpPr>
          <a:xfrm>
            <a:off x="109254" y="1754408"/>
            <a:ext cx="2033661" cy="1943211"/>
            <a:chOff x="5266833" y="1474144"/>
            <a:chExt cx="3455082" cy="3301412"/>
          </a:xfrm>
        </p:grpSpPr>
        <p:sp>
          <p:nvSpPr>
            <p:cNvPr id="2314" name="Google Shape;2314;p61"/>
            <p:cNvSpPr/>
            <p:nvPr/>
          </p:nvSpPr>
          <p:spPr>
            <a:xfrm>
              <a:off x="5275530" y="4148161"/>
              <a:ext cx="3404187" cy="590258"/>
            </a:xfrm>
            <a:custGeom>
              <a:rect b="b" l="l" r="r" t="t"/>
              <a:pathLst>
                <a:path extrusionOk="0" h="29388" w="169489">
                  <a:moveTo>
                    <a:pt x="30156" y="1"/>
                  </a:moveTo>
                  <a:cubicBezTo>
                    <a:pt x="24552" y="1"/>
                    <a:pt x="18847" y="1"/>
                    <a:pt x="13477" y="1335"/>
                  </a:cubicBezTo>
                  <a:cubicBezTo>
                    <a:pt x="8106" y="2703"/>
                    <a:pt x="3070" y="5638"/>
                    <a:pt x="1101" y="9908"/>
                  </a:cubicBezTo>
                  <a:cubicBezTo>
                    <a:pt x="234" y="11809"/>
                    <a:pt x="1" y="13877"/>
                    <a:pt x="101" y="15912"/>
                  </a:cubicBezTo>
                  <a:cubicBezTo>
                    <a:pt x="268" y="19481"/>
                    <a:pt x="1568" y="23184"/>
                    <a:pt x="4837" y="25552"/>
                  </a:cubicBezTo>
                  <a:cubicBezTo>
                    <a:pt x="7539" y="27487"/>
                    <a:pt x="11209" y="28254"/>
                    <a:pt x="14778" y="28688"/>
                  </a:cubicBezTo>
                  <a:cubicBezTo>
                    <a:pt x="17905" y="29048"/>
                    <a:pt x="21059" y="29168"/>
                    <a:pt x="24223" y="29168"/>
                  </a:cubicBezTo>
                  <a:cubicBezTo>
                    <a:pt x="29563" y="29168"/>
                    <a:pt x="34929" y="28826"/>
                    <a:pt x="40229" y="28721"/>
                  </a:cubicBezTo>
                  <a:cubicBezTo>
                    <a:pt x="46765" y="28582"/>
                    <a:pt x="53284" y="28523"/>
                    <a:pt x="59809" y="28523"/>
                  </a:cubicBezTo>
                  <a:cubicBezTo>
                    <a:pt x="62643" y="28523"/>
                    <a:pt x="65478" y="28534"/>
                    <a:pt x="68316" y="28555"/>
                  </a:cubicBezTo>
                  <a:cubicBezTo>
                    <a:pt x="86729" y="28621"/>
                    <a:pt x="105176" y="29055"/>
                    <a:pt x="123589" y="29222"/>
                  </a:cubicBezTo>
                  <a:cubicBezTo>
                    <a:pt x="127651" y="29261"/>
                    <a:pt x="131723" y="29388"/>
                    <a:pt x="135783" y="29388"/>
                  </a:cubicBezTo>
                  <a:cubicBezTo>
                    <a:pt x="142060" y="29388"/>
                    <a:pt x="148307" y="29085"/>
                    <a:pt x="154444" y="27687"/>
                  </a:cubicBezTo>
                  <a:cubicBezTo>
                    <a:pt x="159081" y="26653"/>
                    <a:pt x="163251" y="24252"/>
                    <a:pt x="165986" y="21049"/>
                  </a:cubicBezTo>
                  <a:cubicBezTo>
                    <a:pt x="166720" y="20182"/>
                    <a:pt x="167354" y="19248"/>
                    <a:pt x="167887" y="18247"/>
                  </a:cubicBezTo>
                  <a:cubicBezTo>
                    <a:pt x="168988" y="16112"/>
                    <a:pt x="169488" y="13811"/>
                    <a:pt x="169121" y="11509"/>
                  </a:cubicBezTo>
                  <a:cubicBezTo>
                    <a:pt x="168321" y="6606"/>
                    <a:pt x="163551" y="2803"/>
                    <a:pt x="157913" y="1335"/>
                  </a:cubicBezTo>
                  <a:cubicBezTo>
                    <a:pt x="153477" y="168"/>
                    <a:pt x="148774" y="168"/>
                    <a:pt x="144104" y="134"/>
                  </a:cubicBezTo>
                  <a:cubicBezTo>
                    <a:pt x="106143" y="101"/>
                    <a:pt x="68149" y="34"/>
                    <a:pt x="30156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6375">
              <a:solidFill>
                <a:schemeClr val="accent5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15" name="Google Shape;2315;p61"/>
            <p:cNvSpPr/>
            <p:nvPr/>
          </p:nvSpPr>
          <p:spPr>
            <a:xfrm>
              <a:off x="5604502" y="1733562"/>
              <a:ext cx="2903026" cy="1739361"/>
            </a:xfrm>
            <a:custGeom>
              <a:rect b="b" l="l" r="r" t="t"/>
              <a:pathLst>
                <a:path extrusionOk="0" h="86600" w="144537">
                  <a:moveTo>
                    <a:pt x="1735" y="0"/>
                  </a:moveTo>
                  <a:cubicBezTo>
                    <a:pt x="801" y="0"/>
                    <a:pt x="33" y="768"/>
                    <a:pt x="33" y="1735"/>
                  </a:cubicBezTo>
                  <a:lnTo>
                    <a:pt x="33" y="15545"/>
                  </a:lnTo>
                  <a:lnTo>
                    <a:pt x="33" y="57475"/>
                  </a:lnTo>
                  <a:lnTo>
                    <a:pt x="33" y="76155"/>
                  </a:lnTo>
                  <a:cubicBezTo>
                    <a:pt x="33" y="78290"/>
                    <a:pt x="0" y="80425"/>
                    <a:pt x="33" y="82560"/>
                  </a:cubicBezTo>
                  <a:cubicBezTo>
                    <a:pt x="115" y="86180"/>
                    <a:pt x="1063" y="86513"/>
                    <a:pt x="3765" y="86513"/>
                  </a:cubicBezTo>
                  <a:cubicBezTo>
                    <a:pt x="4374" y="86513"/>
                    <a:pt x="5073" y="86496"/>
                    <a:pt x="5871" y="86496"/>
                  </a:cubicBezTo>
                  <a:lnTo>
                    <a:pt x="134196" y="86496"/>
                  </a:lnTo>
                  <a:cubicBezTo>
                    <a:pt x="135286" y="86496"/>
                    <a:pt x="136464" y="86599"/>
                    <a:pt x="137613" y="86599"/>
                  </a:cubicBezTo>
                  <a:cubicBezTo>
                    <a:pt x="138188" y="86599"/>
                    <a:pt x="138755" y="86574"/>
                    <a:pt x="139299" y="86496"/>
                  </a:cubicBezTo>
                  <a:cubicBezTo>
                    <a:pt x="140967" y="86262"/>
                    <a:pt x="142035" y="85829"/>
                    <a:pt x="142702" y="85195"/>
                  </a:cubicBezTo>
                  <a:cubicBezTo>
                    <a:pt x="144036" y="83961"/>
                    <a:pt x="143903" y="81926"/>
                    <a:pt x="143903" y="79057"/>
                  </a:cubicBezTo>
                  <a:lnTo>
                    <a:pt x="143903" y="10508"/>
                  </a:lnTo>
                  <a:cubicBezTo>
                    <a:pt x="143903" y="3870"/>
                    <a:pt x="144537" y="0"/>
                    <a:pt x="1370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16" name="Google Shape;2316;p61"/>
            <p:cNvSpPr/>
            <p:nvPr/>
          </p:nvSpPr>
          <p:spPr>
            <a:xfrm>
              <a:off x="6870761" y="1853490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0"/>
                  </a:moveTo>
                  <a:lnTo>
                    <a:pt x="17779" y="0"/>
                  </a:lnTo>
                  <a:lnTo>
                    <a:pt x="17779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5600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17" name="Google Shape;2317;p61"/>
            <p:cNvSpPr/>
            <p:nvPr/>
          </p:nvSpPr>
          <p:spPr>
            <a:xfrm>
              <a:off x="7260009" y="1853490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1" y="0"/>
                  </a:moveTo>
                  <a:lnTo>
                    <a:pt x="17780" y="0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560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18" name="Google Shape;2318;p61"/>
            <p:cNvSpPr/>
            <p:nvPr/>
          </p:nvSpPr>
          <p:spPr>
            <a:xfrm>
              <a:off x="7648593" y="1853490"/>
              <a:ext cx="357131" cy="266669"/>
            </a:xfrm>
            <a:custGeom>
              <a:rect b="b" l="l" r="r" t="t"/>
              <a:pathLst>
                <a:path extrusionOk="0" fill="none" h="13277" w="17781">
                  <a:moveTo>
                    <a:pt x="1" y="0"/>
                  </a:moveTo>
                  <a:lnTo>
                    <a:pt x="17780" y="0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560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19" name="Google Shape;2319;p61"/>
            <p:cNvSpPr/>
            <p:nvPr/>
          </p:nvSpPr>
          <p:spPr>
            <a:xfrm>
              <a:off x="8037860" y="1853490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0"/>
                  </a:moveTo>
                  <a:lnTo>
                    <a:pt x="17780" y="0"/>
                  </a:lnTo>
                  <a:lnTo>
                    <a:pt x="17780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560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20" name="Google Shape;2320;p61"/>
            <p:cNvSpPr/>
            <p:nvPr/>
          </p:nvSpPr>
          <p:spPr>
            <a:xfrm>
              <a:off x="5703642" y="2156994"/>
              <a:ext cx="357131" cy="266669"/>
            </a:xfrm>
            <a:custGeom>
              <a:rect b="b" l="l" r="r" t="t"/>
              <a:pathLst>
                <a:path extrusionOk="0" fill="none" h="13277" w="17781">
                  <a:moveTo>
                    <a:pt x="1" y="0"/>
                  </a:moveTo>
                  <a:lnTo>
                    <a:pt x="17780" y="0"/>
                  </a:lnTo>
                  <a:lnTo>
                    <a:pt x="17780" y="13276"/>
                  </a:lnTo>
                  <a:lnTo>
                    <a:pt x="1" y="13276"/>
                  </a:lnTo>
                  <a:close/>
                </a:path>
              </a:pathLst>
            </a:custGeom>
            <a:noFill/>
            <a:ln cap="flat" cmpd="sng" w="560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21" name="Google Shape;2321;p61"/>
            <p:cNvSpPr/>
            <p:nvPr/>
          </p:nvSpPr>
          <p:spPr>
            <a:xfrm>
              <a:off x="6092909" y="2156994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0"/>
                  </a:moveTo>
                  <a:lnTo>
                    <a:pt x="17780" y="0"/>
                  </a:lnTo>
                  <a:lnTo>
                    <a:pt x="17780" y="13276"/>
                  </a:lnTo>
                  <a:lnTo>
                    <a:pt x="0" y="13276"/>
                  </a:lnTo>
                  <a:close/>
                </a:path>
              </a:pathLst>
            </a:custGeom>
            <a:noFill/>
            <a:ln cap="flat" cmpd="sng" w="560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22" name="Google Shape;2322;p61"/>
            <p:cNvSpPr/>
            <p:nvPr/>
          </p:nvSpPr>
          <p:spPr>
            <a:xfrm>
              <a:off x="6482157" y="2156994"/>
              <a:ext cx="356448" cy="266669"/>
            </a:xfrm>
            <a:custGeom>
              <a:rect b="b" l="l" r="r" t="t"/>
              <a:pathLst>
                <a:path extrusionOk="0" fill="none" h="13277" w="17747">
                  <a:moveTo>
                    <a:pt x="1" y="0"/>
                  </a:moveTo>
                  <a:lnTo>
                    <a:pt x="17747" y="0"/>
                  </a:lnTo>
                  <a:lnTo>
                    <a:pt x="17747" y="13276"/>
                  </a:lnTo>
                  <a:lnTo>
                    <a:pt x="1" y="13276"/>
                  </a:lnTo>
                  <a:close/>
                </a:path>
              </a:pathLst>
            </a:custGeom>
            <a:noFill/>
            <a:ln cap="flat" cmpd="sng" w="5600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23" name="Google Shape;2323;p61"/>
            <p:cNvSpPr/>
            <p:nvPr/>
          </p:nvSpPr>
          <p:spPr>
            <a:xfrm>
              <a:off x="6870761" y="2156994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0"/>
                  </a:moveTo>
                  <a:lnTo>
                    <a:pt x="17779" y="0"/>
                  </a:lnTo>
                  <a:lnTo>
                    <a:pt x="17779" y="13276"/>
                  </a:lnTo>
                  <a:lnTo>
                    <a:pt x="0" y="13276"/>
                  </a:lnTo>
                  <a:close/>
                </a:path>
              </a:pathLst>
            </a:custGeom>
            <a:noFill/>
            <a:ln cap="flat" cmpd="sng" w="5600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24" name="Google Shape;2324;p61"/>
            <p:cNvSpPr/>
            <p:nvPr/>
          </p:nvSpPr>
          <p:spPr>
            <a:xfrm>
              <a:off x="7260009" y="2156994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1" y="0"/>
                  </a:moveTo>
                  <a:lnTo>
                    <a:pt x="17780" y="0"/>
                  </a:lnTo>
                  <a:lnTo>
                    <a:pt x="17780" y="13276"/>
                  </a:lnTo>
                  <a:lnTo>
                    <a:pt x="1" y="13276"/>
                  </a:lnTo>
                  <a:close/>
                </a:path>
              </a:pathLst>
            </a:custGeom>
            <a:noFill/>
            <a:ln cap="flat" cmpd="sng" w="560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25" name="Google Shape;2325;p61"/>
            <p:cNvSpPr/>
            <p:nvPr/>
          </p:nvSpPr>
          <p:spPr>
            <a:xfrm>
              <a:off x="7648593" y="2156994"/>
              <a:ext cx="357131" cy="266669"/>
            </a:xfrm>
            <a:custGeom>
              <a:rect b="b" l="l" r="r" t="t"/>
              <a:pathLst>
                <a:path extrusionOk="0" h="13277" w="17781">
                  <a:moveTo>
                    <a:pt x="1" y="0"/>
                  </a:moveTo>
                  <a:lnTo>
                    <a:pt x="1" y="13276"/>
                  </a:lnTo>
                  <a:lnTo>
                    <a:pt x="17780" y="13276"/>
                  </a:lnTo>
                  <a:lnTo>
                    <a:pt x="17780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637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26" name="Google Shape;2326;p61"/>
            <p:cNvSpPr/>
            <p:nvPr/>
          </p:nvSpPr>
          <p:spPr>
            <a:xfrm>
              <a:off x="8037860" y="2156994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0"/>
                  </a:moveTo>
                  <a:lnTo>
                    <a:pt x="17780" y="0"/>
                  </a:lnTo>
                  <a:lnTo>
                    <a:pt x="17780" y="13276"/>
                  </a:lnTo>
                  <a:lnTo>
                    <a:pt x="0" y="13276"/>
                  </a:lnTo>
                  <a:close/>
                </a:path>
              </a:pathLst>
            </a:custGeom>
            <a:noFill/>
            <a:ln cap="flat" cmpd="sng" w="560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27" name="Google Shape;2327;p61"/>
            <p:cNvSpPr/>
            <p:nvPr/>
          </p:nvSpPr>
          <p:spPr>
            <a:xfrm>
              <a:off x="5703642" y="2459816"/>
              <a:ext cx="357131" cy="266669"/>
            </a:xfrm>
            <a:custGeom>
              <a:rect b="b" l="l" r="r" t="t"/>
              <a:pathLst>
                <a:path extrusionOk="0" fill="none" h="13277" w="17781">
                  <a:moveTo>
                    <a:pt x="1" y="1"/>
                  </a:moveTo>
                  <a:lnTo>
                    <a:pt x="17780" y="1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5600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28" name="Google Shape;2328;p61"/>
            <p:cNvSpPr/>
            <p:nvPr/>
          </p:nvSpPr>
          <p:spPr>
            <a:xfrm>
              <a:off x="6092909" y="2459816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1"/>
                  </a:moveTo>
                  <a:lnTo>
                    <a:pt x="17780" y="1"/>
                  </a:lnTo>
                  <a:lnTo>
                    <a:pt x="17780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560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29" name="Google Shape;2329;p61"/>
            <p:cNvSpPr/>
            <p:nvPr/>
          </p:nvSpPr>
          <p:spPr>
            <a:xfrm>
              <a:off x="6482157" y="2459816"/>
              <a:ext cx="356448" cy="266669"/>
            </a:xfrm>
            <a:custGeom>
              <a:rect b="b" l="l" r="r" t="t"/>
              <a:pathLst>
                <a:path extrusionOk="0" h="13277" w="17747">
                  <a:moveTo>
                    <a:pt x="1" y="1"/>
                  </a:moveTo>
                  <a:lnTo>
                    <a:pt x="1" y="13277"/>
                  </a:lnTo>
                  <a:lnTo>
                    <a:pt x="17747" y="13277"/>
                  </a:lnTo>
                  <a:lnTo>
                    <a:pt x="17747" y="1"/>
                  </a:lnTo>
                  <a:close/>
                </a:path>
              </a:pathLst>
            </a:custGeom>
            <a:solidFill>
              <a:schemeClr val="dk2"/>
            </a:solidFill>
            <a:ln cap="flat" cmpd="sng" w="637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30" name="Google Shape;2330;p61"/>
            <p:cNvSpPr/>
            <p:nvPr/>
          </p:nvSpPr>
          <p:spPr>
            <a:xfrm>
              <a:off x="6870761" y="2459816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1"/>
                  </a:moveTo>
                  <a:lnTo>
                    <a:pt x="17779" y="1"/>
                  </a:lnTo>
                  <a:lnTo>
                    <a:pt x="17779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560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31" name="Google Shape;2331;p61"/>
            <p:cNvSpPr/>
            <p:nvPr/>
          </p:nvSpPr>
          <p:spPr>
            <a:xfrm>
              <a:off x="7260009" y="2459816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1" y="1"/>
                  </a:moveTo>
                  <a:lnTo>
                    <a:pt x="17780" y="1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5600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32" name="Google Shape;2332;p61"/>
            <p:cNvSpPr/>
            <p:nvPr/>
          </p:nvSpPr>
          <p:spPr>
            <a:xfrm>
              <a:off x="7648593" y="2459816"/>
              <a:ext cx="357131" cy="266669"/>
            </a:xfrm>
            <a:custGeom>
              <a:rect b="b" l="l" r="r" t="t"/>
              <a:pathLst>
                <a:path extrusionOk="0" h="13277" w="17781">
                  <a:moveTo>
                    <a:pt x="1" y="1"/>
                  </a:moveTo>
                  <a:lnTo>
                    <a:pt x="1" y="13277"/>
                  </a:lnTo>
                  <a:lnTo>
                    <a:pt x="17780" y="13277"/>
                  </a:lnTo>
                  <a:lnTo>
                    <a:pt x="17780" y="1"/>
                  </a:lnTo>
                  <a:close/>
                </a:path>
              </a:pathLst>
            </a:custGeom>
            <a:solidFill>
              <a:srgbClr val="5CC9BF"/>
            </a:solidFill>
            <a:ln cap="flat" cmpd="sng" w="6375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33" name="Google Shape;2333;p61"/>
            <p:cNvSpPr/>
            <p:nvPr/>
          </p:nvSpPr>
          <p:spPr>
            <a:xfrm>
              <a:off x="8037860" y="2459816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1"/>
                  </a:moveTo>
                  <a:lnTo>
                    <a:pt x="17780" y="1"/>
                  </a:lnTo>
                  <a:lnTo>
                    <a:pt x="17780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560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34" name="Google Shape;2334;p61"/>
            <p:cNvSpPr/>
            <p:nvPr/>
          </p:nvSpPr>
          <p:spPr>
            <a:xfrm>
              <a:off x="5703642" y="2763320"/>
              <a:ext cx="357131" cy="266669"/>
            </a:xfrm>
            <a:custGeom>
              <a:rect b="b" l="l" r="r" t="t"/>
              <a:pathLst>
                <a:path extrusionOk="0" fill="none" h="13277" w="17781">
                  <a:moveTo>
                    <a:pt x="1" y="0"/>
                  </a:moveTo>
                  <a:lnTo>
                    <a:pt x="17780" y="0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560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35" name="Google Shape;2335;p61"/>
            <p:cNvSpPr/>
            <p:nvPr/>
          </p:nvSpPr>
          <p:spPr>
            <a:xfrm>
              <a:off x="6092909" y="2763320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0"/>
                  </a:moveTo>
                  <a:lnTo>
                    <a:pt x="17780" y="0"/>
                  </a:lnTo>
                  <a:lnTo>
                    <a:pt x="17780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560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36" name="Google Shape;2336;p61"/>
            <p:cNvSpPr/>
            <p:nvPr/>
          </p:nvSpPr>
          <p:spPr>
            <a:xfrm>
              <a:off x="6482157" y="2763320"/>
              <a:ext cx="356448" cy="266669"/>
            </a:xfrm>
            <a:custGeom>
              <a:rect b="b" l="l" r="r" t="t"/>
              <a:pathLst>
                <a:path extrusionOk="0" fill="none" h="13277" w="17747">
                  <a:moveTo>
                    <a:pt x="1" y="0"/>
                  </a:moveTo>
                  <a:lnTo>
                    <a:pt x="17747" y="0"/>
                  </a:lnTo>
                  <a:lnTo>
                    <a:pt x="17747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5600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37" name="Google Shape;2337;p61"/>
            <p:cNvSpPr/>
            <p:nvPr/>
          </p:nvSpPr>
          <p:spPr>
            <a:xfrm>
              <a:off x="6870761" y="2763320"/>
              <a:ext cx="357111" cy="266669"/>
            </a:xfrm>
            <a:custGeom>
              <a:rect b="b" l="l" r="r" t="t"/>
              <a:pathLst>
                <a:path extrusionOk="0" h="13277" w="17780">
                  <a:moveTo>
                    <a:pt x="0" y="0"/>
                  </a:moveTo>
                  <a:lnTo>
                    <a:pt x="0" y="13277"/>
                  </a:lnTo>
                  <a:lnTo>
                    <a:pt x="17779" y="13277"/>
                  </a:lnTo>
                  <a:lnTo>
                    <a:pt x="17779" y="0"/>
                  </a:ln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38" name="Google Shape;2338;p61"/>
            <p:cNvSpPr/>
            <p:nvPr/>
          </p:nvSpPr>
          <p:spPr>
            <a:xfrm>
              <a:off x="7260009" y="2763320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1" y="0"/>
                  </a:moveTo>
                  <a:lnTo>
                    <a:pt x="17780" y="0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5600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39" name="Google Shape;2339;p61"/>
            <p:cNvSpPr/>
            <p:nvPr/>
          </p:nvSpPr>
          <p:spPr>
            <a:xfrm>
              <a:off x="7648593" y="2763320"/>
              <a:ext cx="357131" cy="266669"/>
            </a:xfrm>
            <a:custGeom>
              <a:rect b="b" l="l" r="r" t="t"/>
              <a:pathLst>
                <a:path extrusionOk="0" fill="none" h="13277" w="17781">
                  <a:moveTo>
                    <a:pt x="1" y="0"/>
                  </a:moveTo>
                  <a:lnTo>
                    <a:pt x="17780" y="0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5600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40" name="Google Shape;2340;p61"/>
            <p:cNvSpPr/>
            <p:nvPr/>
          </p:nvSpPr>
          <p:spPr>
            <a:xfrm>
              <a:off x="8037860" y="2763320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0"/>
                  </a:moveTo>
                  <a:lnTo>
                    <a:pt x="17780" y="0"/>
                  </a:lnTo>
                  <a:lnTo>
                    <a:pt x="17780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5600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41" name="Google Shape;2341;p61"/>
            <p:cNvSpPr/>
            <p:nvPr/>
          </p:nvSpPr>
          <p:spPr>
            <a:xfrm>
              <a:off x="5703642" y="3066141"/>
              <a:ext cx="357131" cy="266689"/>
            </a:xfrm>
            <a:custGeom>
              <a:rect b="b" l="l" r="r" t="t"/>
              <a:pathLst>
                <a:path extrusionOk="0" fill="none" h="13278" w="17781">
                  <a:moveTo>
                    <a:pt x="1" y="1"/>
                  </a:moveTo>
                  <a:lnTo>
                    <a:pt x="17780" y="1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560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42" name="Google Shape;2342;p61"/>
            <p:cNvSpPr/>
            <p:nvPr/>
          </p:nvSpPr>
          <p:spPr>
            <a:xfrm>
              <a:off x="6092909" y="3066141"/>
              <a:ext cx="357111" cy="266689"/>
            </a:xfrm>
            <a:custGeom>
              <a:rect b="b" l="l" r="r" t="t"/>
              <a:pathLst>
                <a:path extrusionOk="0" fill="none" h="13278" w="17780">
                  <a:moveTo>
                    <a:pt x="0" y="1"/>
                  </a:moveTo>
                  <a:lnTo>
                    <a:pt x="17780" y="1"/>
                  </a:lnTo>
                  <a:lnTo>
                    <a:pt x="17780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560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43" name="Google Shape;2343;p61"/>
            <p:cNvSpPr/>
            <p:nvPr/>
          </p:nvSpPr>
          <p:spPr>
            <a:xfrm>
              <a:off x="6482157" y="3066141"/>
              <a:ext cx="356448" cy="266689"/>
            </a:xfrm>
            <a:custGeom>
              <a:rect b="b" l="l" r="r" t="t"/>
              <a:pathLst>
                <a:path extrusionOk="0" fill="none" h="13278" w="17747">
                  <a:moveTo>
                    <a:pt x="1" y="1"/>
                  </a:moveTo>
                  <a:lnTo>
                    <a:pt x="17747" y="1"/>
                  </a:lnTo>
                  <a:lnTo>
                    <a:pt x="17747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560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44" name="Google Shape;2344;p61"/>
            <p:cNvSpPr/>
            <p:nvPr/>
          </p:nvSpPr>
          <p:spPr>
            <a:xfrm>
              <a:off x="6870761" y="3066141"/>
              <a:ext cx="357111" cy="266689"/>
            </a:xfrm>
            <a:custGeom>
              <a:rect b="b" l="l" r="r" t="t"/>
              <a:pathLst>
                <a:path extrusionOk="0" fill="none" h="13278" w="17780">
                  <a:moveTo>
                    <a:pt x="0" y="1"/>
                  </a:moveTo>
                  <a:lnTo>
                    <a:pt x="17779" y="1"/>
                  </a:lnTo>
                  <a:lnTo>
                    <a:pt x="17779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560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45" name="Google Shape;2345;p61"/>
            <p:cNvSpPr/>
            <p:nvPr/>
          </p:nvSpPr>
          <p:spPr>
            <a:xfrm>
              <a:off x="7260009" y="3066141"/>
              <a:ext cx="357111" cy="266689"/>
            </a:xfrm>
            <a:custGeom>
              <a:rect b="b" l="l" r="r" t="t"/>
              <a:pathLst>
                <a:path extrusionOk="0" fill="none" h="13278" w="17780">
                  <a:moveTo>
                    <a:pt x="1" y="1"/>
                  </a:moveTo>
                  <a:lnTo>
                    <a:pt x="17780" y="1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560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46" name="Google Shape;2346;p61"/>
            <p:cNvSpPr/>
            <p:nvPr/>
          </p:nvSpPr>
          <p:spPr>
            <a:xfrm>
              <a:off x="7648593" y="3066141"/>
              <a:ext cx="357131" cy="266689"/>
            </a:xfrm>
            <a:custGeom>
              <a:rect b="b" l="l" r="r" t="t"/>
              <a:pathLst>
                <a:path extrusionOk="0" fill="none" h="13278" w="17781">
                  <a:moveTo>
                    <a:pt x="1" y="1"/>
                  </a:moveTo>
                  <a:lnTo>
                    <a:pt x="17780" y="1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560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47" name="Google Shape;2347;p61"/>
            <p:cNvSpPr/>
            <p:nvPr/>
          </p:nvSpPr>
          <p:spPr>
            <a:xfrm>
              <a:off x="8076705" y="2194513"/>
              <a:ext cx="77066" cy="71784"/>
            </a:xfrm>
            <a:custGeom>
              <a:rect b="b" l="l" r="r" t="t"/>
              <a:pathLst>
                <a:path extrusionOk="0" h="3574" w="3837">
                  <a:moveTo>
                    <a:pt x="1702" y="467"/>
                  </a:moveTo>
                  <a:lnTo>
                    <a:pt x="1702" y="501"/>
                  </a:lnTo>
                  <a:cubicBezTo>
                    <a:pt x="1728" y="632"/>
                    <a:pt x="1858" y="722"/>
                    <a:pt x="1993" y="722"/>
                  </a:cubicBezTo>
                  <a:cubicBezTo>
                    <a:pt x="2030" y="722"/>
                    <a:pt x="2067" y="715"/>
                    <a:pt x="2102" y="701"/>
                  </a:cubicBezTo>
                  <a:cubicBezTo>
                    <a:pt x="2181" y="676"/>
                    <a:pt x="2259" y="664"/>
                    <a:pt x="2334" y="664"/>
                  </a:cubicBezTo>
                  <a:cubicBezTo>
                    <a:pt x="2766" y="664"/>
                    <a:pt x="3118" y="1047"/>
                    <a:pt x="3203" y="1501"/>
                  </a:cubicBezTo>
                  <a:cubicBezTo>
                    <a:pt x="3270" y="2035"/>
                    <a:pt x="2936" y="2569"/>
                    <a:pt x="2503" y="2836"/>
                  </a:cubicBezTo>
                  <a:cubicBezTo>
                    <a:pt x="2298" y="2962"/>
                    <a:pt x="2063" y="3028"/>
                    <a:pt x="1834" y="3028"/>
                  </a:cubicBezTo>
                  <a:cubicBezTo>
                    <a:pt x="1578" y="3028"/>
                    <a:pt x="1329" y="2945"/>
                    <a:pt x="1135" y="2769"/>
                  </a:cubicBezTo>
                  <a:cubicBezTo>
                    <a:pt x="768" y="2435"/>
                    <a:pt x="535" y="1902"/>
                    <a:pt x="701" y="1435"/>
                  </a:cubicBezTo>
                  <a:cubicBezTo>
                    <a:pt x="835" y="1134"/>
                    <a:pt x="1035" y="934"/>
                    <a:pt x="1302" y="734"/>
                  </a:cubicBezTo>
                  <a:cubicBezTo>
                    <a:pt x="1435" y="634"/>
                    <a:pt x="1569" y="567"/>
                    <a:pt x="1702" y="467"/>
                  </a:cubicBezTo>
                  <a:close/>
                  <a:moveTo>
                    <a:pt x="2069" y="0"/>
                  </a:moveTo>
                  <a:cubicBezTo>
                    <a:pt x="1369" y="200"/>
                    <a:pt x="635" y="501"/>
                    <a:pt x="301" y="1201"/>
                  </a:cubicBezTo>
                  <a:cubicBezTo>
                    <a:pt x="1" y="1835"/>
                    <a:pt x="201" y="2602"/>
                    <a:pt x="701" y="3102"/>
                  </a:cubicBezTo>
                  <a:cubicBezTo>
                    <a:pt x="1020" y="3421"/>
                    <a:pt x="1434" y="3573"/>
                    <a:pt x="1857" y="3573"/>
                  </a:cubicBezTo>
                  <a:cubicBezTo>
                    <a:pt x="2143" y="3573"/>
                    <a:pt x="2434" y="3504"/>
                    <a:pt x="2703" y="3369"/>
                  </a:cubicBezTo>
                  <a:cubicBezTo>
                    <a:pt x="3403" y="3036"/>
                    <a:pt x="3837" y="2302"/>
                    <a:pt x="3804" y="1501"/>
                  </a:cubicBezTo>
                  <a:cubicBezTo>
                    <a:pt x="3804" y="1001"/>
                    <a:pt x="3570" y="567"/>
                    <a:pt x="3170" y="267"/>
                  </a:cubicBezTo>
                  <a:cubicBezTo>
                    <a:pt x="2959" y="109"/>
                    <a:pt x="2685" y="13"/>
                    <a:pt x="2398" y="13"/>
                  </a:cubicBezTo>
                  <a:cubicBezTo>
                    <a:pt x="2322" y="13"/>
                    <a:pt x="2246" y="20"/>
                    <a:pt x="2169" y="34"/>
                  </a:cubicBezTo>
                  <a:cubicBezTo>
                    <a:pt x="2136" y="0"/>
                    <a:pt x="2102" y="0"/>
                    <a:pt x="2069" y="0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48" name="Google Shape;2348;p61"/>
            <p:cNvSpPr/>
            <p:nvPr/>
          </p:nvSpPr>
          <p:spPr>
            <a:xfrm>
              <a:off x="7667352" y="2192464"/>
              <a:ext cx="87792" cy="77408"/>
            </a:xfrm>
            <a:custGeom>
              <a:rect b="b" l="l" r="r" t="t"/>
              <a:pathLst>
                <a:path extrusionOk="0" h="3854" w="4371">
                  <a:moveTo>
                    <a:pt x="1902" y="469"/>
                  </a:moveTo>
                  <a:cubicBezTo>
                    <a:pt x="1721" y="620"/>
                    <a:pt x="1840" y="879"/>
                    <a:pt x="2036" y="879"/>
                  </a:cubicBezTo>
                  <a:cubicBezTo>
                    <a:pt x="2057" y="879"/>
                    <a:pt x="2079" y="876"/>
                    <a:pt x="2102" y="869"/>
                  </a:cubicBezTo>
                  <a:cubicBezTo>
                    <a:pt x="2194" y="851"/>
                    <a:pt x="2289" y="842"/>
                    <a:pt x="2385" y="842"/>
                  </a:cubicBezTo>
                  <a:cubicBezTo>
                    <a:pt x="2813" y="842"/>
                    <a:pt x="3258" y="1028"/>
                    <a:pt x="3503" y="1436"/>
                  </a:cubicBezTo>
                  <a:cubicBezTo>
                    <a:pt x="3770" y="1903"/>
                    <a:pt x="3670" y="2571"/>
                    <a:pt x="3270" y="2938"/>
                  </a:cubicBezTo>
                  <a:lnTo>
                    <a:pt x="3303" y="2938"/>
                  </a:lnTo>
                  <a:cubicBezTo>
                    <a:pt x="3040" y="3180"/>
                    <a:pt x="2692" y="3312"/>
                    <a:pt x="2347" y="3312"/>
                  </a:cubicBezTo>
                  <a:cubicBezTo>
                    <a:pt x="2123" y="3312"/>
                    <a:pt x="1899" y="3256"/>
                    <a:pt x="1702" y="3138"/>
                  </a:cubicBezTo>
                  <a:cubicBezTo>
                    <a:pt x="1402" y="2971"/>
                    <a:pt x="1168" y="2737"/>
                    <a:pt x="935" y="2471"/>
                  </a:cubicBezTo>
                  <a:cubicBezTo>
                    <a:pt x="801" y="2370"/>
                    <a:pt x="701" y="2237"/>
                    <a:pt x="668" y="2070"/>
                  </a:cubicBezTo>
                  <a:cubicBezTo>
                    <a:pt x="634" y="1937"/>
                    <a:pt x="701" y="1770"/>
                    <a:pt x="801" y="1637"/>
                  </a:cubicBezTo>
                  <a:cubicBezTo>
                    <a:pt x="968" y="1303"/>
                    <a:pt x="1268" y="1003"/>
                    <a:pt x="1535" y="769"/>
                  </a:cubicBezTo>
                  <a:cubicBezTo>
                    <a:pt x="1635" y="636"/>
                    <a:pt x="1769" y="569"/>
                    <a:pt x="1902" y="469"/>
                  </a:cubicBezTo>
                  <a:close/>
                  <a:moveTo>
                    <a:pt x="2268" y="1"/>
                  </a:moveTo>
                  <a:cubicBezTo>
                    <a:pt x="1539" y="1"/>
                    <a:pt x="946" y="611"/>
                    <a:pt x="534" y="1170"/>
                  </a:cubicBezTo>
                  <a:cubicBezTo>
                    <a:pt x="234" y="1503"/>
                    <a:pt x="1" y="2004"/>
                    <a:pt x="234" y="2437"/>
                  </a:cubicBezTo>
                  <a:cubicBezTo>
                    <a:pt x="334" y="2637"/>
                    <a:pt x="501" y="2804"/>
                    <a:pt x="668" y="2971"/>
                  </a:cubicBezTo>
                  <a:cubicBezTo>
                    <a:pt x="801" y="3138"/>
                    <a:pt x="968" y="3304"/>
                    <a:pt x="1135" y="3438"/>
                  </a:cubicBezTo>
                  <a:cubicBezTo>
                    <a:pt x="1497" y="3710"/>
                    <a:pt x="1938" y="3853"/>
                    <a:pt x="2377" y="3853"/>
                  </a:cubicBezTo>
                  <a:cubicBezTo>
                    <a:pt x="2747" y="3853"/>
                    <a:pt x="3116" y="3751"/>
                    <a:pt x="3436" y="3538"/>
                  </a:cubicBezTo>
                  <a:cubicBezTo>
                    <a:pt x="4104" y="3071"/>
                    <a:pt x="4370" y="2170"/>
                    <a:pt x="4104" y="1403"/>
                  </a:cubicBezTo>
                  <a:cubicBezTo>
                    <a:pt x="3870" y="803"/>
                    <a:pt x="3270" y="369"/>
                    <a:pt x="2669" y="336"/>
                  </a:cubicBezTo>
                  <a:cubicBezTo>
                    <a:pt x="2736" y="236"/>
                    <a:pt x="2736" y="69"/>
                    <a:pt x="2569" y="35"/>
                  </a:cubicBezTo>
                  <a:cubicBezTo>
                    <a:pt x="2466" y="12"/>
                    <a:pt x="2366" y="1"/>
                    <a:pt x="2268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49" name="Google Shape;2349;p61"/>
            <p:cNvSpPr/>
            <p:nvPr/>
          </p:nvSpPr>
          <p:spPr>
            <a:xfrm>
              <a:off x="7283468" y="2184149"/>
              <a:ext cx="96488" cy="76202"/>
            </a:xfrm>
            <a:custGeom>
              <a:rect b="b" l="l" r="r" t="t"/>
              <a:pathLst>
                <a:path extrusionOk="0" h="3794" w="4804">
                  <a:moveTo>
                    <a:pt x="1868" y="449"/>
                  </a:moveTo>
                  <a:lnTo>
                    <a:pt x="1868" y="449"/>
                  </a:lnTo>
                  <a:cubicBezTo>
                    <a:pt x="1787" y="639"/>
                    <a:pt x="1926" y="895"/>
                    <a:pt x="2123" y="895"/>
                  </a:cubicBezTo>
                  <a:cubicBezTo>
                    <a:pt x="2169" y="895"/>
                    <a:pt x="2218" y="881"/>
                    <a:pt x="2268" y="850"/>
                  </a:cubicBezTo>
                  <a:cubicBezTo>
                    <a:pt x="2368" y="787"/>
                    <a:pt x="2472" y="762"/>
                    <a:pt x="2576" y="762"/>
                  </a:cubicBezTo>
                  <a:cubicBezTo>
                    <a:pt x="2750" y="762"/>
                    <a:pt x="2923" y="833"/>
                    <a:pt x="3069" y="916"/>
                  </a:cubicBezTo>
                  <a:cubicBezTo>
                    <a:pt x="3336" y="1117"/>
                    <a:pt x="3603" y="1350"/>
                    <a:pt x="3803" y="1617"/>
                  </a:cubicBezTo>
                  <a:cubicBezTo>
                    <a:pt x="4203" y="2117"/>
                    <a:pt x="3703" y="2718"/>
                    <a:pt x="3269" y="2985"/>
                  </a:cubicBezTo>
                  <a:lnTo>
                    <a:pt x="3236" y="2985"/>
                  </a:lnTo>
                  <a:cubicBezTo>
                    <a:pt x="2951" y="3138"/>
                    <a:pt x="2608" y="3219"/>
                    <a:pt x="2275" y="3219"/>
                  </a:cubicBezTo>
                  <a:cubicBezTo>
                    <a:pt x="2100" y="3219"/>
                    <a:pt x="1928" y="3197"/>
                    <a:pt x="1768" y="3151"/>
                  </a:cubicBezTo>
                  <a:cubicBezTo>
                    <a:pt x="1234" y="3018"/>
                    <a:pt x="634" y="2584"/>
                    <a:pt x="600" y="1984"/>
                  </a:cubicBezTo>
                  <a:cubicBezTo>
                    <a:pt x="600" y="1217"/>
                    <a:pt x="1234" y="716"/>
                    <a:pt x="1868" y="449"/>
                  </a:cubicBezTo>
                  <a:close/>
                  <a:moveTo>
                    <a:pt x="1919" y="1"/>
                  </a:moveTo>
                  <a:cubicBezTo>
                    <a:pt x="1894" y="1"/>
                    <a:pt x="1866" y="5"/>
                    <a:pt x="1835" y="16"/>
                  </a:cubicBezTo>
                  <a:cubicBezTo>
                    <a:pt x="1067" y="316"/>
                    <a:pt x="267" y="850"/>
                    <a:pt x="133" y="1750"/>
                  </a:cubicBezTo>
                  <a:cubicBezTo>
                    <a:pt x="0" y="2618"/>
                    <a:pt x="634" y="3318"/>
                    <a:pt x="1368" y="3618"/>
                  </a:cubicBezTo>
                  <a:cubicBezTo>
                    <a:pt x="1657" y="3734"/>
                    <a:pt x="1978" y="3793"/>
                    <a:pt x="2301" y="3793"/>
                  </a:cubicBezTo>
                  <a:cubicBezTo>
                    <a:pt x="2721" y="3793"/>
                    <a:pt x="3144" y="3693"/>
                    <a:pt x="3503" y="3485"/>
                  </a:cubicBezTo>
                  <a:cubicBezTo>
                    <a:pt x="4203" y="3118"/>
                    <a:pt x="4803" y="2251"/>
                    <a:pt x="4403" y="1450"/>
                  </a:cubicBezTo>
                  <a:cubicBezTo>
                    <a:pt x="4270" y="1217"/>
                    <a:pt x="4103" y="1050"/>
                    <a:pt x="3903" y="883"/>
                  </a:cubicBezTo>
                  <a:cubicBezTo>
                    <a:pt x="3736" y="683"/>
                    <a:pt x="3569" y="550"/>
                    <a:pt x="3369" y="416"/>
                  </a:cubicBezTo>
                  <a:cubicBezTo>
                    <a:pt x="3135" y="246"/>
                    <a:pt x="2847" y="144"/>
                    <a:pt x="2557" y="144"/>
                  </a:cubicBezTo>
                  <a:cubicBezTo>
                    <a:pt x="2391" y="144"/>
                    <a:pt x="2225" y="177"/>
                    <a:pt x="2068" y="249"/>
                  </a:cubicBezTo>
                  <a:cubicBezTo>
                    <a:pt x="2096" y="137"/>
                    <a:pt x="2053" y="1"/>
                    <a:pt x="1919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50" name="Google Shape;2350;p61"/>
            <p:cNvSpPr/>
            <p:nvPr/>
          </p:nvSpPr>
          <p:spPr>
            <a:xfrm>
              <a:off x="6884158" y="2186358"/>
              <a:ext cx="99180" cy="76745"/>
            </a:xfrm>
            <a:custGeom>
              <a:rect b="b" l="l" r="r" t="t"/>
              <a:pathLst>
                <a:path extrusionOk="0" h="3821" w="4938">
                  <a:moveTo>
                    <a:pt x="1535" y="740"/>
                  </a:moveTo>
                  <a:cubicBezTo>
                    <a:pt x="1568" y="840"/>
                    <a:pt x="1635" y="873"/>
                    <a:pt x="1768" y="907"/>
                  </a:cubicBezTo>
                  <a:cubicBezTo>
                    <a:pt x="2025" y="907"/>
                    <a:pt x="2306" y="882"/>
                    <a:pt x="2583" y="882"/>
                  </a:cubicBezTo>
                  <a:cubicBezTo>
                    <a:pt x="3027" y="882"/>
                    <a:pt x="3462" y="945"/>
                    <a:pt x="3770" y="1273"/>
                  </a:cubicBezTo>
                  <a:cubicBezTo>
                    <a:pt x="4237" y="1774"/>
                    <a:pt x="3870" y="2408"/>
                    <a:pt x="3403" y="2741"/>
                  </a:cubicBezTo>
                  <a:lnTo>
                    <a:pt x="3403" y="2775"/>
                  </a:lnTo>
                  <a:cubicBezTo>
                    <a:pt x="3052" y="3032"/>
                    <a:pt x="2571" y="3223"/>
                    <a:pt x="2096" y="3223"/>
                  </a:cubicBezTo>
                  <a:cubicBezTo>
                    <a:pt x="1893" y="3223"/>
                    <a:pt x="1691" y="3188"/>
                    <a:pt x="1501" y="3108"/>
                  </a:cubicBezTo>
                  <a:cubicBezTo>
                    <a:pt x="968" y="2908"/>
                    <a:pt x="601" y="2274"/>
                    <a:pt x="801" y="1674"/>
                  </a:cubicBezTo>
                  <a:cubicBezTo>
                    <a:pt x="934" y="1307"/>
                    <a:pt x="1201" y="1007"/>
                    <a:pt x="1535" y="740"/>
                  </a:cubicBezTo>
                  <a:close/>
                  <a:moveTo>
                    <a:pt x="2533" y="1"/>
                  </a:moveTo>
                  <a:cubicBezTo>
                    <a:pt x="2523" y="1"/>
                    <a:pt x="2513" y="2"/>
                    <a:pt x="2502" y="6"/>
                  </a:cubicBezTo>
                  <a:cubicBezTo>
                    <a:pt x="1635" y="106"/>
                    <a:pt x="801" y="540"/>
                    <a:pt x="400" y="1340"/>
                  </a:cubicBezTo>
                  <a:cubicBezTo>
                    <a:pt x="0" y="2107"/>
                    <a:pt x="334" y="3008"/>
                    <a:pt x="1001" y="3475"/>
                  </a:cubicBezTo>
                  <a:cubicBezTo>
                    <a:pt x="1332" y="3716"/>
                    <a:pt x="1730" y="3821"/>
                    <a:pt x="2136" y="3821"/>
                  </a:cubicBezTo>
                  <a:cubicBezTo>
                    <a:pt x="2629" y="3821"/>
                    <a:pt x="3133" y="3665"/>
                    <a:pt x="3536" y="3408"/>
                  </a:cubicBezTo>
                  <a:cubicBezTo>
                    <a:pt x="4303" y="2975"/>
                    <a:pt x="4937" y="2074"/>
                    <a:pt x="4503" y="1173"/>
                  </a:cubicBezTo>
                  <a:cubicBezTo>
                    <a:pt x="4170" y="440"/>
                    <a:pt x="3403" y="206"/>
                    <a:pt x="2635" y="206"/>
                  </a:cubicBezTo>
                  <a:cubicBezTo>
                    <a:pt x="2665" y="117"/>
                    <a:pt x="2615" y="1"/>
                    <a:pt x="2533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51" name="Google Shape;2351;p61"/>
            <p:cNvSpPr/>
            <p:nvPr/>
          </p:nvSpPr>
          <p:spPr>
            <a:xfrm>
              <a:off x="6502925" y="2191259"/>
              <a:ext cx="90483" cy="73029"/>
            </a:xfrm>
            <a:custGeom>
              <a:rect b="b" l="l" r="r" t="t"/>
              <a:pathLst>
                <a:path extrusionOk="0" h="3636" w="4505">
                  <a:moveTo>
                    <a:pt x="2449" y="688"/>
                  </a:moveTo>
                  <a:cubicBezTo>
                    <a:pt x="2761" y="688"/>
                    <a:pt x="3070" y="779"/>
                    <a:pt x="3303" y="996"/>
                  </a:cubicBezTo>
                  <a:cubicBezTo>
                    <a:pt x="3704" y="1363"/>
                    <a:pt x="3837" y="1997"/>
                    <a:pt x="3503" y="2430"/>
                  </a:cubicBezTo>
                  <a:cubicBezTo>
                    <a:pt x="3191" y="2821"/>
                    <a:pt x="2675" y="3008"/>
                    <a:pt x="2195" y="3008"/>
                  </a:cubicBezTo>
                  <a:cubicBezTo>
                    <a:pt x="2059" y="3008"/>
                    <a:pt x="1927" y="2993"/>
                    <a:pt x="1802" y="2964"/>
                  </a:cubicBezTo>
                  <a:cubicBezTo>
                    <a:pt x="1202" y="2831"/>
                    <a:pt x="668" y="2330"/>
                    <a:pt x="735" y="1663"/>
                  </a:cubicBezTo>
                  <a:cubicBezTo>
                    <a:pt x="768" y="1330"/>
                    <a:pt x="968" y="1096"/>
                    <a:pt x="1202" y="863"/>
                  </a:cubicBezTo>
                  <a:cubicBezTo>
                    <a:pt x="1266" y="927"/>
                    <a:pt x="1345" y="964"/>
                    <a:pt x="1428" y="964"/>
                  </a:cubicBezTo>
                  <a:cubicBezTo>
                    <a:pt x="1474" y="964"/>
                    <a:pt x="1521" y="953"/>
                    <a:pt x="1569" y="929"/>
                  </a:cubicBezTo>
                  <a:cubicBezTo>
                    <a:pt x="1819" y="779"/>
                    <a:pt x="2136" y="688"/>
                    <a:pt x="2449" y="688"/>
                  </a:cubicBezTo>
                  <a:close/>
                  <a:moveTo>
                    <a:pt x="2449" y="1"/>
                  </a:moveTo>
                  <a:cubicBezTo>
                    <a:pt x="2030" y="1"/>
                    <a:pt x="1603" y="117"/>
                    <a:pt x="1235" y="329"/>
                  </a:cubicBezTo>
                  <a:cubicBezTo>
                    <a:pt x="1202" y="362"/>
                    <a:pt x="1168" y="396"/>
                    <a:pt x="1168" y="429"/>
                  </a:cubicBezTo>
                  <a:cubicBezTo>
                    <a:pt x="735" y="629"/>
                    <a:pt x="401" y="929"/>
                    <a:pt x="268" y="1396"/>
                  </a:cubicBezTo>
                  <a:cubicBezTo>
                    <a:pt x="1" y="2297"/>
                    <a:pt x="568" y="3164"/>
                    <a:pt x="1369" y="3498"/>
                  </a:cubicBezTo>
                  <a:cubicBezTo>
                    <a:pt x="1616" y="3591"/>
                    <a:pt x="1887" y="3636"/>
                    <a:pt x="2160" y="3636"/>
                  </a:cubicBezTo>
                  <a:cubicBezTo>
                    <a:pt x="2771" y="3636"/>
                    <a:pt x="3399" y="3412"/>
                    <a:pt x="3837" y="2998"/>
                  </a:cubicBezTo>
                  <a:cubicBezTo>
                    <a:pt x="4504" y="2397"/>
                    <a:pt x="4471" y="1396"/>
                    <a:pt x="3937" y="696"/>
                  </a:cubicBezTo>
                  <a:cubicBezTo>
                    <a:pt x="3572" y="215"/>
                    <a:pt x="3019" y="1"/>
                    <a:pt x="2449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52" name="Google Shape;2352;p61"/>
            <p:cNvSpPr/>
            <p:nvPr/>
          </p:nvSpPr>
          <p:spPr>
            <a:xfrm>
              <a:off x="6113677" y="2201703"/>
              <a:ext cx="102534" cy="81364"/>
            </a:xfrm>
            <a:custGeom>
              <a:rect b="b" l="l" r="r" t="t"/>
              <a:pathLst>
                <a:path extrusionOk="0" h="4051" w="5105">
                  <a:moveTo>
                    <a:pt x="2135" y="743"/>
                  </a:moveTo>
                  <a:cubicBezTo>
                    <a:pt x="2669" y="810"/>
                    <a:pt x="3236" y="843"/>
                    <a:pt x="3670" y="1110"/>
                  </a:cubicBezTo>
                  <a:cubicBezTo>
                    <a:pt x="4170" y="1443"/>
                    <a:pt x="4270" y="2044"/>
                    <a:pt x="4037" y="2578"/>
                  </a:cubicBezTo>
                  <a:lnTo>
                    <a:pt x="4003" y="2578"/>
                  </a:lnTo>
                  <a:cubicBezTo>
                    <a:pt x="3748" y="3089"/>
                    <a:pt x="3251" y="3334"/>
                    <a:pt x="2718" y="3334"/>
                  </a:cubicBezTo>
                  <a:cubicBezTo>
                    <a:pt x="2624" y="3334"/>
                    <a:pt x="2530" y="3326"/>
                    <a:pt x="2436" y="3311"/>
                  </a:cubicBezTo>
                  <a:cubicBezTo>
                    <a:pt x="1868" y="3245"/>
                    <a:pt x="868" y="2778"/>
                    <a:pt x="1001" y="2077"/>
                  </a:cubicBezTo>
                  <a:cubicBezTo>
                    <a:pt x="1035" y="1677"/>
                    <a:pt x="1335" y="1310"/>
                    <a:pt x="1635" y="1077"/>
                  </a:cubicBezTo>
                  <a:cubicBezTo>
                    <a:pt x="1802" y="910"/>
                    <a:pt x="1969" y="810"/>
                    <a:pt x="2135" y="743"/>
                  </a:cubicBezTo>
                  <a:close/>
                  <a:moveTo>
                    <a:pt x="2586" y="1"/>
                  </a:moveTo>
                  <a:cubicBezTo>
                    <a:pt x="2327" y="1"/>
                    <a:pt x="2069" y="42"/>
                    <a:pt x="1835" y="143"/>
                  </a:cubicBezTo>
                  <a:cubicBezTo>
                    <a:pt x="1768" y="176"/>
                    <a:pt x="1702" y="243"/>
                    <a:pt x="1668" y="309"/>
                  </a:cubicBezTo>
                  <a:cubicBezTo>
                    <a:pt x="1101" y="610"/>
                    <a:pt x="668" y="1043"/>
                    <a:pt x="434" y="1644"/>
                  </a:cubicBezTo>
                  <a:cubicBezTo>
                    <a:pt x="0" y="2678"/>
                    <a:pt x="868" y="3545"/>
                    <a:pt x="1768" y="3879"/>
                  </a:cubicBezTo>
                  <a:cubicBezTo>
                    <a:pt x="2072" y="3991"/>
                    <a:pt x="2398" y="4050"/>
                    <a:pt x="2721" y="4050"/>
                  </a:cubicBezTo>
                  <a:cubicBezTo>
                    <a:pt x="3358" y="4050"/>
                    <a:pt x="3983" y="3820"/>
                    <a:pt x="4404" y="3311"/>
                  </a:cubicBezTo>
                  <a:cubicBezTo>
                    <a:pt x="4971" y="2611"/>
                    <a:pt x="5104" y="1577"/>
                    <a:pt x="4504" y="843"/>
                  </a:cubicBezTo>
                  <a:cubicBezTo>
                    <a:pt x="4237" y="476"/>
                    <a:pt x="3803" y="209"/>
                    <a:pt x="3336" y="109"/>
                  </a:cubicBezTo>
                  <a:cubicBezTo>
                    <a:pt x="3103" y="42"/>
                    <a:pt x="2844" y="1"/>
                    <a:pt x="2586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53" name="Google Shape;2353;p61"/>
            <p:cNvSpPr/>
            <p:nvPr/>
          </p:nvSpPr>
          <p:spPr>
            <a:xfrm>
              <a:off x="5741844" y="2203149"/>
              <a:ext cx="82429" cy="70940"/>
            </a:xfrm>
            <a:custGeom>
              <a:rect b="b" l="l" r="r" t="t"/>
              <a:pathLst>
                <a:path extrusionOk="0" h="3532" w="4104">
                  <a:moveTo>
                    <a:pt x="2624" y="607"/>
                  </a:moveTo>
                  <a:cubicBezTo>
                    <a:pt x="2810" y="607"/>
                    <a:pt x="2979" y="669"/>
                    <a:pt x="3102" y="838"/>
                  </a:cubicBezTo>
                  <a:cubicBezTo>
                    <a:pt x="3436" y="1238"/>
                    <a:pt x="3269" y="1872"/>
                    <a:pt x="2969" y="2239"/>
                  </a:cubicBezTo>
                  <a:cubicBezTo>
                    <a:pt x="2652" y="2650"/>
                    <a:pt x="2095" y="2942"/>
                    <a:pt x="1583" y="2942"/>
                  </a:cubicBezTo>
                  <a:cubicBezTo>
                    <a:pt x="1556" y="2942"/>
                    <a:pt x="1528" y="2941"/>
                    <a:pt x="1501" y="2939"/>
                  </a:cubicBezTo>
                  <a:cubicBezTo>
                    <a:pt x="1234" y="2939"/>
                    <a:pt x="968" y="2873"/>
                    <a:pt x="801" y="2672"/>
                  </a:cubicBezTo>
                  <a:cubicBezTo>
                    <a:pt x="601" y="2472"/>
                    <a:pt x="567" y="2139"/>
                    <a:pt x="634" y="1872"/>
                  </a:cubicBezTo>
                  <a:cubicBezTo>
                    <a:pt x="701" y="1505"/>
                    <a:pt x="934" y="1171"/>
                    <a:pt x="1234" y="938"/>
                  </a:cubicBezTo>
                  <a:cubicBezTo>
                    <a:pt x="1278" y="1002"/>
                    <a:pt x="1348" y="1039"/>
                    <a:pt x="1420" y="1039"/>
                  </a:cubicBezTo>
                  <a:cubicBezTo>
                    <a:pt x="1460" y="1039"/>
                    <a:pt x="1499" y="1028"/>
                    <a:pt x="1535" y="1005"/>
                  </a:cubicBezTo>
                  <a:cubicBezTo>
                    <a:pt x="1822" y="850"/>
                    <a:pt x="2257" y="607"/>
                    <a:pt x="2624" y="607"/>
                  </a:cubicBezTo>
                  <a:close/>
                  <a:moveTo>
                    <a:pt x="2651" y="1"/>
                  </a:moveTo>
                  <a:cubicBezTo>
                    <a:pt x="2624" y="1"/>
                    <a:pt x="2596" y="2"/>
                    <a:pt x="2569" y="4"/>
                  </a:cubicBezTo>
                  <a:cubicBezTo>
                    <a:pt x="2235" y="4"/>
                    <a:pt x="1935" y="137"/>
                    <a:pt x="1701" y="304"/>
                  </a:cubicBezTo>
                  <a:cubicBezTo>
                    <a:pt x="1034" y="404"/>
                    <a:pt x="467" y="871"/>
                    <a:pt x="200" y="1505"/>
                  </a:cubicBezTo>
                  <a:cubicBezTo>
                    <a:pt x="34" y="1939"/>
                    <a:pt x="0" y="2406"/>
                    <a:pt x="200" y="2806"/>
                  </a:cubicBezTo>
                  <a:cubicBezTo>
                    <a:pt x="401" y="3173"/>
                    <a:pt x="734" y="3373"/>
                    <a:pt x="1101" y="3473"/>
                  </a:cubicBezTo>
                  <a:cubicBezTo>
                    <a:pt x="1254" y="3513"/>
                    <a:pt x="1412" y="3532"/>
                    <a:pt x="1570" y="3532"/>
                  </a:cubicBezTo>
                  <a:cubicBezTo>
                    <a:pt x="2202" y="3532"/>
                    <a:pt x="2842" y="3233"/>
                    <a:pt x="3269" y="2806"/>
                  </a:cubicBezTo>
                  <a:cubicBezTo>
                    <a:pt x="3836" y="2239"/>
                    <a:pt x="4103" y="1338"/>
                    <a:pt x="3703" y="604"/>
                  </a:cubicBezTo>
                  <a:cubicBezTo>
                    <a:pt x="3484" y="229"/>
                    <a:pt x="3061" y="1"/>
                    <a:pt x="2651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54" name="Google Shape;2354;p61"/>
            <p:cNvSpPr/>
            <p:nvPr/>
          </p:nvSpPr>
          <p:spPr>
            <a:xfrm>
              <a:off x="8076705" y="2797203"/>
              <a:ext cx="77066" cy="71543"/>
            </a:xfrm>
            <a:custGeom>
              <a:rect b="b" l="l" r="r" t="t"/>
              <a:pathLst>
                <a:path extrusionOk="0" h="3562" w="3837">
                  <a:moveTo>
                    <a:pt x="1702" y="482"/>
                  </a:moveTo>
                  <a:cubicBezTo>
                    <a:pt x="1729" y="618"/>
                    <a:pt x="1869" y="733"/>
                    <a:pt x="2010" y="733"/>
                  </a:cubicBezTo>
                  <a:cubicBezTo>
                    <a:pt x="2041" y="733"/>
                    <a:pt x="2072" y="727"/>
                    <a:pt x="2102" y="715"/>
                  </a:cubicBezTo>
                  <a:cubicBezTo>
                    <a:pt x="2181" y="691"/>
                    <a:pt x="2259" y="679"/>
                    <a:pt x="2334" y="679"/>
                  </a:cubicBezTo>
                  <a:cubicBezTo>
                    <a:pt x="2766" y="679"/>
                    <a:pt x="3118" y="1061"/>
                    <a:pt x="3203" y="1516"/>
                  </a:cubicBezTo>
                  <a:cubicBezTo>
                    <a:pt x="3270" y="2049"/>
                    <a:pt x="2936" y="2583"/>
                    <a:pt x="2503" y="2850"/>
                  </a:cubicBezTo>
                  <a:cubicBezTo>
                    <a:pt x="2299" y="2959"/>
                    <a:pt x="2067" y="3018"/>
                    <a:pt x="1839" y="3018"/>
                  </a:cubicBezTo>
                  <a:cubicBezTo>
                    <a:pt x="1582" y="3018"/>
                    <a:pt x="1330" y="2943"/>
                    <a:pt x="1135" y="2783"/>
                  </a:cubicBezTo>
                  <a:cubicBezTo>
                    <a:pt x="768" y="2450"/>
                    <a:pt x="535" y="1916"/>
                    <a:pt x="701" y="1449"/>
                  </a:cubicBezTo>
                  <a:cubicBezTo>
                    <a:pt x="835" y="1149"/>
                    <a:pt x="1035" y="915"/>
                    <a:pt x="1302" y="749"/>
                  </a:cubicBezTo>
                  <a:cubicBezTo>
                    <a:pt x="1435" y="648"/>
                    <a:pt x="1569" y="548"/>
                    <a:pt x="1702" y="482"/>
                  </a:cubicBezTo>
                  <a:close/>
                  <a:moveTo>
                    <a:pt x="2098" y="1"/>
                  </a:moveTo>
                  <a:cubicBezTo>
                    <a:pt x="2089" y="1"/>
                    <a:pt x="2079" y="5"/>
                    <a:pt x="2069" y="15"/>
                  </a:cubicBezTo>
                  <a:cubicBezTo>
                    <a:pt x="1369" y="215"/>
                    <a:pt x="635" y="482"/>
                    <a:pt x="301" y="1182"/>
                  </a:cubicBezTo>
                  <a:cubicBezTo>
                    <a:pt x="1" y="1849"/>
                    <a:pt x="201" y="2617"/>
                    <a:pt x="701" y="3084"/>
                  </a:cubicBezTo>
                  <a:cubicBezTo>
                    <a:pt x="1028" y="3410"/>
                    <a:pt x="1454" y="3562"/>
                    <a:pt x="1888" y="3562"/>
                  </a:cubicBezTo>
                  <a:cubicBezTo>
                    <a:pt x="2164" y="3562"/>
                    <a:pt x="2444" y="3500"/>
                    <a:pt x="2703" y="3384"/>
                  </a:cubicBezTo>
                  <a:cubicBezTo>
                    <a:pt x="3403" y="3050"/>
                    <a:pt x="3837" y="2283"/>
                    <a:pt x="3804" y="1516"/>
                  </a:cubicBezTo>
                  <a:cubicBezTo>
                    <a:pt x="3804" y="1015"/>
                    <a:pt x="3570" y="582"/>
                    <a:pt x="3170" y="282"/>
                  </a:cubicBezTo>
                  <a:cubicBezTo>
                    <a:pt x="2959" y="123"/>
                    <a:pt x="2685" y="27"/>
                    <a:pt x="2398" y="27"/>
                  </a:cubicBezTo>
                  <a:cubicBezTo>
                    <a:pt x="2322" y="27"/>
                    <a:pt x="2246" y="34"/>
                    <a:pt x="2169" y="48"/>
                  </a:cubicBezTo>
                  <a:cubicBezTo>
                    <a:pt x="2146" y="24"/>
                    <a:pt x="2122" y="1"/>
                    <a:pt x="2098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55" name="Google Shape;2355;p61"/>
            <p:cNvSpPr/>
            <p:nvPr/>
          </p:nvSpPr>
          <p:spPr>
            <a:xfrm>
              <a:off x="7660724" y="2794231"/>
              <a:ext cx="94420" cy="77548"/>
            </a:xfrm>
            <a:custGeom>
              <a:rect b="b" l="l" r="r" t="t"/>
              <a:pathLst>
                <a:path extrusionOk="0" h="3861" w="4701">
                  <a:moveTo>
                    <a:pt x="2556" y="742"/>
                  </a:moveTo>
                  <a:cubicBezTo>
                    <a:pt x="3062" y="742"/>
                    <a:pt x="3572" y="969"/>
                    <a:pt x="3833" y="1430"/>
                  </a:cubicBezTo>
                  <a:cubicBezTo>
                    <a:pt x="4100" y="1897"/>
                    <a:pt x="4000" y="2564"/>
                    <a:pt x="3633" y="2931"/>
                  </a:cubicBezTo>
                  <a:cubicBezTo>
                    <a:pt x="3377" y="3188"/>
                    <a:pt x="3039" y="3316"/>
                    <a:pt x="2702" y="3316"/>
                  </a:cubicBezTo>
                  <a:cubicBezTo>
                    <a:pt x="2469" y="3316"/>
                    <a:pt x="2237" y="3254"/>
                    <a:pt x="2032" y="3131"/>
                  </a:cubicBezTo>
                  <a:cubicBezTo>
                    <a:pt x="1498" y="2865"/>
                    <a:pt x="998" y="2298"/>
                    <a:pt x="1198" y="1664"/>
                  </a:cubicBezTo>
                  <a:cubicBezTo>
                    <a:pt x="1378" y="1052"/>
                    <a:pt x="1965" y="742"/>
                    <a:pt x="2556" y="742"/>
                  </a:cubicBezTo>
                  <a:close/>
                  <a:moveTo>
                    <a:pt x="2617" y="0"/>
                  </a:moveTo>
                  <a:cubicBezTo>
                    <a:pt x="1275" y="0"/>
                    <a:pt x="0" y="1905"/>
                    <a:pt x="998" y="2965"/>
                  </a:cubicBezTo>
                  <a:cubicBezTo>
                    <a:pt x="1131" y="3131"/>
                    <a:pt x="1298" y="3298"/>
                    <a:pt x="1498" y="3432"/>
                  </a:cubicBezTo>
                  <a:cubicBezTo>
                    <a:pt x="1846" y="3707"/>
                    <a:pt x="2285" y="3861"/>
                    <a:pt x="2726" y="3861"/>
                  </a:cubicBezTo>
                  <a:cubicBezTo>
                    <a:pt x="3088" y="3861"/>
                    <a:pt x="3451" y="3757"/>
                    <a:pt x="3766" y="3532"/>
                  </a:cubicBezTo>
                  <a:cubicBezTo>
                    <a:pt x="4434" y="3065"/>
                    <a:pt x="4700" y="2164"/>
                    <a:pt x="4434" y="1397"/>
                  </a:cubicBezTo>
                  <a:cubicBezTo>
                    <a:pt x="4200" y="796"/>
                    <a:pt x="3600" y="363"/>
                    <a:pt x="2999" y="329"/>
                  </a:cubicBezTo>
                  <a:cubicBezTo>
                    <a:pt x="3066" y="229"/>
                    <a:pt x="3066" y="63"/>
                    <a:pt x="2899" y="29"/>
                  </a:cubicBezTo>
                  <a:cubicBezTo>
                    <a:pt x="2805" y="10"/>
                    <a:pt x="2711" y="0"/>
                    <a:pt x="2617" y="0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56" name="Google Shape;2356;p61"/>
            <p:cNvSpPr/>
            <p:nvPr/>
          </p:nvSpPr>
          <p:spPr>
            <a:xfrm>
              <a:off x="7283468" y="2795175"/>
              <a:ext cx="96488" cy="76082"/>
            </a:xfrm>
            <a:custGeom>
              <a:rect b="b" l="l" r="r" t="t"/>
              <a:pathLst>
                <a:path extrusionOk="0" h="3788" w="4804">
                  <a:moveTo>
                    <a:pt x="1868" y="416"/>
                  </a:moveTo>
                  <a:cubicBezTo>
                    <a:pt x="1789" y="626"/>
                    <a:pt x="1917" y="877"/>
                    <a:pt x="2105" y="877"/>
                  </a:cubicBezTo>
                  <a:cubicBezTo>
                    <a:pt x="2156" y="877"/>
                    <a:pt x="2211" y="859"/>
                    <a:pt x="2268" y="816"/>
                  </a:cubicBezTo>
                  <a:cubicBezTo>
                    <a:pt x="2365" y="756"/>
                    <a:pt x="2466" y="730"/>
                    <a:pt x="2566" y="730"/>
                  </a:cubicBezTo>
                  <a:cubicBezTo>
                    <a:pt x="2744" y="730"/>
                    <a:pt x="2920" y="810"/>
                    <a:pt x="3069" y="916"/>
                  </a:cubicBezTo>
                  <a:cubicBezTo>
                    <a:pt x="3336" y="1083"/>
                    <a:pt x="3603" y="1350"/>
                    <a:pt x="3803" y="1583"/>
                  </a:cubicBezTo>
                  <a:cubicBezTo>
                    <a:pt x="4203" y="2117"/>
                    <a:pt x="3703" y="2684"/>
                    <a:pt x="3269" y="2951"/>
                  </a:cubicBezTo>
                  <a:lnTo>
                    <a:pt x="3236" y="2951"/>
                  </a:lnTo>
                  <a:cubicBezTo>
                    <a:pt x="2947" y="3129"/>
                    <a:pt x="2598" y="3218"/>
                    <a:pt x="2260" y="3218"/>
                  </a:cubicBezTo>
                  <a:cubicBezTo>
                    <a:pt x="2090" y="3218"/>
                    <a:pt x="1924" y="3196"/>
                    <a:pt x="1768" y="3151"/>
                  </a:cubicBezTo>
                  <a:cubicBezTo>
                    <a:pt x="1234" y="3018"/>
                    <a:pt x="634" y="2584"/>
                    <a:pt x="600" y="1984"/>
                  </a:cubicBezTo>
                  <a:cubicBezTo>
                    <a:pt x="600" y="1216"/>
                    <a:pt x="1234" y="716"/>
                    <a:pt x="1868" y="416"/>
                  </a:cubicBezTo>
                  <a:close/>
                  <a:moveTo>
                    <a:pt x="1919" y="0"/>
                  </a:moveTo>
                  <a:cubicBezTo>
                    <a:pt x="1894" y="0"/>
                    <a:pt x="1866" y="5"/>
                    <a:pt x="1835" y="16"/>
                  </a:cubicBezTo>
                  <a:cubicBezTo>
                    <a:pt x="1067" y="316"/>
                    <a:pt x="267" y="850"/>
                    <a:pt x="133" y="1750"/>
                  </a:cubicBezTo>
                  <a:cubicBezTo>
                    <a:pt x="0" y="2584"/>
                    <a:pt x="634" y="3285"/>
                    <a:pt x="1368" y="3585"/>
                  </a:cubicBezTo>
                  <a:cubicBezTo>
                    <a:pt x="1668" y="3720"/>
                    <a:pt x="2002" y="3787"/>
                    <a:pt x="2336" y="3787"/>
                  </a:cubicBezTo>
                  <a:cubicBezTo>
                    <a:pt x="2745" y="3787"/>
                    <a:pt x="3154" y="3687"/>
                    <a:pt x="3503" y="3485"/>
                  </a:cubicBezTo>
                  <a:cubicBezTo>
                    <a:pt x="4203" y="3118"/>
                    <a:pt x="4803" y="2251"/>
                    <a:pt x="4403" y="1450"/>
                  </a:cubicBezTo>
                  <a:cubicBezTo>
                    <a:pt x="4270" y="1216"/>
                    <a:pt x="4103" y="1016"/>
                    <a:pt x="3903" y="850"/>
                  </a:cubicBezTo>
                  <a:cubicBezTo>
                    <a:pt x="3736" y="683"/>
                    <a:pt x="3569" y="516"/>
                    <a:pt x="3369" y="383"/>
                  </a:cubicBezTo>
                  <a:cubicBezTo>
                    <a:pt x="3139" y="236"/>
                    <a:pt x="2855" y="142"/>
                    <a:pt x="2569" y="142"/>
                  </a:cubicBezTo>
                  <a:cubicBezTo>
                    <a:pt x="2400" y="142"/>
                    <a:pt x="2229" y="175"/>
                    <a:pt x="2068" y="249"/>
                  </a:cubicBezTo>
                  <a:cubicBezTo>
                    <a:pt x="2096" y="137"/>
                    <a:pt x="2053" y="0"/>
                    <a:pt x="1919" y="0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57" name="Google Shape;2357;p61"/>
            <p:cNvSpPr/>
            <p:nvPr/>
          </p:nvSpPr>
          <p:spPr>
            <a:xfrm>
              <a:off x="6884158" y="2794713"/>
              <a:ext cx="99180" cy="76745"/>
            </a:xfrm>
            <a:custGeom>
              <a:rect b="b" l="l" r="r" t="t"/>
              <a:pathLst>
                <a:path extrusionOk="0" h="3821" w="4938">
                  <a:moveTo>
                    <a:pt x="1535" y="739"/>
                  </a:moveTo>
                  <a:cubicBezTo>
                    <a:pt x="1568" y="839"/>
                    <a:pt x="1635" y="873"/>
                    <a:pt x="1768" y="906"/>
                  </a:cubicBezTo>
                  <a:cubicBezTo>
                    <a:pt x="2025" y="906"/>
                    <a:pt x="2306" y="881"/>
                    <a:pt x="2583" y="881"/>
                  </a:cubicBezTo>
                  <a:cubicBezTo>
                    <a:pt x="3027" y="881"/>
                    <a:pt x="3462" y="944"/>
                    <a:pt x="3770" y="1273"/>
                  </a:cubicBezTo>
                  <a:cubicBezTo>
                    <a:pt x="4237" y="1773"/>
                    <a:pt x="3870" y="2407"/>
                    <a:pt x="3403" y="2741"/>
                  </a:cubicBezTo>
                  <a:lnTo>
                    <a:pt x="3403" y="2774"/>
                  </a:lnTo>
                  <a:cubicBezTo>
                    <a:pt x="3052" y="3031"/>
                    <a:pt x="2571" y="3222"/>
                    <a:pt x="2096" y="3222"/>
                  </a:cubicBezTo>
                  <a:cubicBezTo>
                    <a:pt x="1893" y="3222"/>
                    <a:pt x="1691" y="3187"/>
                    <a:pt x="1501" y="3107"/>
                  </a:cubicBezTo>
                  <a:cubicBezTo>
                    <a:pt x="968" y="2907"/>
                    <a:pt x="601" y="2274"/>
                    <a:pt x="801" y="1673"/>
                  </a:cubicBezTo>
                  <a:cubicBezTo>
                    <a:pt x="934" y="1306"/>
                    <a:pt x="1201" y="1006"/>
                    <a:pt x="1535" y="739"/>
                  </a:cubicBezTo>
                  <a:close/>
                  <a:moveTo>
                    <a:pt x="2533" y="0"/>
                  </a:moveTo>
                  <a:cubicBezTo>
                    <a:pt x="2523" y="0"/>
                    <a:pt x="2513" y="2"/>
                    <a:pt x="2502" y="5"/>
                  </a:cubicBezTo>
                  <a:cubicBezTo>
                    <a:pt x="1635" y="105"/>
                    <a:pt x="801" y="539"/>
                    <a:pt x="400" y="1340"/>
                  </a:cubicBezTo>
                  <a:cubicBezTo>
                    <a:pt x="0" y="2107"/>
                    <a:pt x="334" y="3007"/>
                    <a:pt x="1001" y="3474"/>
                  </a:cubicBezTo>
                  <a:cubicBezTo>
                    <a:pt x="1332" y="3715"/>
                    <a:pt x="1730" y="3820"/>
                    <a:pt x="2136" y="3820"/>
                  </a:cubicBezTo>
                  <a:cubicBezTo>
                    <a:pt x="2629" y="3820"/>
                    <a:pt x="3133" y="3664"/>
                    <a:pt x="3536" y="3408"/>
                  </a:cubicBezTo>
                  <a:cubicBezTo>
                    <a:pt x="4303" y="2974"/>
                    <a:pt x="4937" y="2073"/>
                    <a:pt x="4503" y="1173"/>
                  </a:cubicBezTo>
                  <a:cubicBezTo>
                    <a:pt x="4170" y="439"/>
                    <a:pt x="3403" y="205"/>
                    <a:pt x="2635" y="205"/>
                  </a:cubicBezTo>
                  <a:cubicBezTo>
                    <a:pt x="2665" y="116"/>
                    <a:pt x="2615" y="0"/>
                    <a:pt x="2533" y="0"/>
                  </a:cubicBezTo>
                  <a:close/>
                </a:path>
              </a:pathLst>
            </a:custGeom>
            <a:solidFill>
              <a:srgbClr val="77457D"/>
            </a:solidFill>
            <a:ln cap="flat" cmpd="sng" w="56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58" name="Google Shape;2358;p61"/>
            <p:cNvSpPr/>
            <p:nvPr/>
          </p:nvSpPr>
          <p:spPr>
            <a:xfrm>
              <a:off x="6502925" y="2796641"/>
              <a:ext cx="90483" cy="72808"/>
            </a:xfrm>
            <a:custGeom>
              <a:rect b="b" l="l" r="r" t="t"/>
              <a:pathLst>
                <a:path extrusionOk="0" h="3625" w="4505">
                  <a:moveTo>
                    <a:pt x="2449" y="668"/>
                  </a:moveTo>
                  <a:cubicBezTo>
                    <a:pt x="2761" y="668"/>
                    <a:pt x="3070" y="760"/>
                    <a:pt x="3303" y="977"/>
                  </a:cubicBezTo>
                  <a:cubicBezTo>
                    <a:pt x="3704" y="1344"/>
                    <a:pt x="3837" y="1977"/>
                    <a:pt x="3503" y="2444"/>
                  </a:cubicBezTo>
                  <a:cubicBezTo>
                    <a:pt x="3192" y="2808"/>
                    <a:pt x="2679" y="2989"/>
                    <a:pt x="2200" y="2989"/>
                  </a:cubicBezTo>
                  <a:cubicBezTo>
                    <a:pt x="2063" y="2989"/>
                    <a:pt x="1928" y="2974"/>
                    <a:pt x="1802" y="2945"/>
                  </a:cubicBezTo>
                  <a:cubicBezTo>
                    <a:pt x="1202" y="2811"/>
                    <a:pt x="668" y="2311"/>
                    <a:pt x="735" y="1644"/>
                  </a:cubicBezTo>
                  <a:cubicBezTo>
                    <a:pt x="768" y="1310"/>
                    <a:pt x="968" y="1077"/>
                    <a:pt x="1202" y="877"/>
                  </a:cubicBezTo>
                  <a:cubicBezTo>
                    <a:pt x="1264" y="918"/>
                    <a:pt x="1338" y="946"/>
                    <a:pt x="1418" y="946"/>
                  </a:cubicBezTo>
                  <a:cubicBezTo>
                    <a:pt x="1467" y="946"/>
                    <a:pt x="1518" y="935"/>
                    <a:pt x="1569" y="910"/>
                  </a:cubicBezTo>
                  <a:cubicBezTo>
                    <a:pt x="1819" y="760"/>
                    <a:pt x="2136" y="668"/>
                    <a:pt x="2449" y="668"/>
                  </a:cubicBezTo>
                  <a:close/>
                  <a:moveTo>
                    <a:pt x="2438" y="1"/>
                  </a:moveTo>
                  <a:cubicBezTo>
                    <a:pt x="2022" y="1"/>
                    <a:pt x="1599" y="119"/>
                    <a:pt x="1235" y="343"/>
                  </a:cubicBezTo>
                  <a:cubicBezTo>
                    <a:pt x="1202" y="343"/>
                    <a:pt x="1168" y="376"/>
                    <a:pt x="1168" y="410"/>
                  </a:cubicBezTo>
                  <a:cubicBezTo>
                    <a:pt x="735" y="610"/>
                    <a:pt x="401" y="910"/>
                    <a:pt x="268" y="1410"/>
                  </a:cubicBezTo>
                  <a:cubicBezTo>
                    <a:pt x="1" y="2278"/>
                    <a:pt x="568" y="3145"/>
                    <a:pt x="1369" y="3478"/>
                  </a:cubicBezTo>
                  <a:cubicBezTo>
                    <a:pt x="1629" y="3576"/>
                    <a:pt x="1914" y="3624"/>
                    <a:pt x="2202" y="3624"/>
                  </a:cubicBezTo>
                  <a:cubicBezTo>
                    <a:pt x="2799" y="3624"/>
                    <a:pt x="3409" y="3417"/>
                    <a:pt x="3837" y="3011"/>
                  </a:cubicBezTo>
                  <a:cubicBezTo>
                    <a:pt x="4504" y="2378"/>
                    <a:pt x="4471" y="1377"/>
                    <a:pt x="3937" y="710"/>
                  </a:cubicBezTo>
                  <a:cubicBezTo>
                    <a:pt x="3569" y="226"/>
                    <a:pt x="3011" y="1"/>
                    <a:pt x="2438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59" name="Google Shape;2359;p61"/>
            <p:cNvSpPr/>
            <p:nvPr/>
          </p:nvSpPr>
          <p:spPr>
            <a:xfrm>
              <a:off x="6113677" y="2792202"/>
              <a:ext cx="102534" cy="81405"/>
            </a:xfrm>
            <a:custGeom>
              <a:rect b="b" l="l" r="r" t="t"/>
              <a:pathLst>
                <a:path extrusionOk="0" h="4053" w="5105">
                  <a:moveTo>
                    <a:pt x="2135" y="731"/>
                  </a:moveTo>
                  <a:cubicBezTo>
                    <a:pt x="2669" y="831"/>
                    <a:pt x="3236" y="831"/>
                    <a:pt x="3670" y="1131"/>
                  </a:cubicBezTo>
                  <a:cubicBezTo>
                    <a:pt x="4170" y="1431"/>
                    <a:pt x="4270" y="2032"/>
                    <a:pt x="4037" y="2565"/>
                  </a:cubicBezTo>
                  <a:lnTo>
                    <a:pt x="4003" y="2565"/>
                  </a:lnTo>
                  <a:cubicBezTo>
                    <a:pt x="3736" y="3100"/>
                    <a:pt x="3204" y="3344"/>
                    <a:pt x="2644" y="3344"/>
                  </a:cubicBezTo>
                  <a:cubicBezTo>
                    <a:pt x="2575" y="3344"/>
                    <a:pt x="2505" y="3340"/>
                    <a:pt x="2436" y="3333"/>
                  </a:cubicBezTo>
                  <a:cubicBezTo>
                    <a:pt x="1868" y="3232"/>
                    <a:pt x="868" y="2799"/>
                    <a:pt x="1001" y="2065"/>
                  </a:cubicBezTo>
                  <a:cubicBezTo>
                    <a:pt x="1035" y="1665"/>
                    <a:pt x="1335" y="1298"/>
                    <a:pt x="1635" y="1064"/>
                  </a:cubicBezTo>
                  <a:cubicBezTo>
                    <a:pt x="1802" y="931"/>
                    <a:pt x="1969" y="831"/>
                    <a:pt x="2135" y="731"/>
                  </a:cubicBezTo>
                  <a:close/>
                  <a:moveTo>
                    <a:pt x="2543" y="1"/>
                  </a:moveTo>
                  <a:cubicBezTo>
                    <a:pt x="2299" y="1"/>
                    <a:pt x="2056" y="36"/>
                    <a:pt x="1835" y="130"/>
                  </a:cubicBezTo>
                  <a:cubicBezTo>
                    <a:pt x="1768" y="164"/>
                    <a:pt x="1702" y="230"/>
                    <a:pt x="1668" y="330"/>
                  </a:cubicBezTo>
                  <a:cubicBezTo>
                    <a:pt x="1101" y="597"/>
                    <a:pt x="668" y="1064"/>
                    <a:pt x="434" y="1631"/>
                  </a:cubicBezTo>
                  <a:cubicBezTo>
                    <a:pt x="0" y="2665"/>
                    <a:pt x="868" y="3533"/>
                    <a:pt x="1768" y="3866"/>
                  </a:cubicBezTo>
                  <a:cubicBezTo>
                    <a:pt x="2072" y="3990"/>
                    <a:pt x="2397" y="4053"/>
                    <a:pt x="2721" y="4053"/>
                  </a:cubicBezTo>
                  <a:cubicBezTo>
                    <a:pt x="3357" y="4053"/>
                    <a:pt x="3983" y="3808"/>
                    <a:pt x="4404" y="3299"/>
                  </a:cubicBezTo>
                  <a:cubicBezTo>
                    <a:pt x="4971" y="2599"/>
                    <a:pt x="5104" y="1598"/>
                    <a:pt x="4504" y="831"/>
                  </a:cubicBezTo>
                  <a:cubicBezTo>
                    <a:pt x="4237" y="464"/>
                    <a:pt x="3803" y="230"/>
                    <a:pt x="3336" y="97"/>
                  </a:cubicBezTo>
                  <a:cubicBezTo>
                    <a:pt x="3090" y="44"/>
                    <a:pt x="2816" y="1"/>
                    <a:pt x="2543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60" name="Google Shape;2360;p61"/>
            <p:cNvSpPr/>
            <p:nvPr/>
          </p:nvSpPr>
          <p:spPr>
            <a:xfrm>
              <a:off x="5741844" y="2797424"/>
              <a:ext cx="82429" cy="71000"/>
            </a:xfrm>
            <a:custGeom>
              <a:rect b="b" l="l" r="r" t="t"/>
              <a:pathLst>
                <a:path extrusionOk="0" h="3535" w="4104">
                  <a:moveTo>
                    <a:pt x="2624" y="607"/>
                  </a:moveTo>
                  <a:cubicBezTo>
                    <a:pt x="2810" y="607"/>
                    <a:pt x="2979" y="669"/>
                    <a:pt x="3102" y="838"/>
                  </a:cubicBezTo>
                  <a:cubicBezTo>
                    <a:pt x="3436" y="1238"/>
                    <a:pt x="3269" y="1872"/>
                    <a:pt x="2969" y="2239"/>
                  </a:cubicBezTo>
                  <a:cubicBezTo>
                    <a:pt x="2635" y="2706"/>
                    <a:pt x="2035" y="2972"/>
                    <a:pt x="1501" y="2972"/>
                  </a:cubicBezTo>
                  <a:cubicBezTo>
                    <a:pt x="1234" y="2939"/>
                    <a:pt x="968" y="2872"/>
                    <a:pt x="801" y="2706"/>
                  </a:cubicBezTo>
                  <a:cubicBezTo>
                    <a:pt x="601" y="2505"/>
                    <a:pt x="567" y="2139"/>
                    <a:pt x="634" y="1872"/>
                  </a:cubicBezTo>
                  <a:cubicBezTo>
                    <a:pt x="701" y="1505"/>
                    <a:pt x="934" y="1171"/>
                    <a:pt x="1234" y="938"/>
                  </a:cubicBezTo>
                  <a:cubicBezTo>
                    <a:pt x="1278" y="1003"/>
                    <a:pt x="1350" y="1054"/>
                    <a:pt x="1422" y="1054"/>
                  </a:cubicBezTo>
                  <a:cubicBezTo>
                    <a:pt x="1461" y="1054"/>
                    <a:pt x="1500" y="1039"/>
                    <a:pt x="1535" y="1004"/>
                  </a:cubicBezTo>
                  <a:cubicBezTo>
                    <a:pt x="1822" y="850"/>
                    <a:pt x="2257" y="607"/>
                    <a:pt x="2624" y="607"/>
                  </a:cubicBezTo>
                  <a:close/>
                  <a:moveTo>
                    <a:pt x="2651" y="1"/>
                  </a:moveTo>
                  <a:cubicBezTo>
                    <a:pt x="2624" y="1"/>
                    <a:pt x="2596" y="2"/>
                    <a:pt x="2569" y="4"/>
                  </a:cubicBezTo>
                  <a:cubicBezTo>
                    <a:pt x="2235" y="37"/>
                    <a:pt x="1935" y="170"/>
                    <a:pt x="1701" y="337"/>
                  </a:cubicBezTo>
                  <a:cubicBezTo>
                    <a:pt x="1034" y="437"/>
                    <a:pt x="467" y="871"/>
                    <a:pt x="200" y="1538"/>
                  </a:cubicBezTo>
                  <a:cubicBezTo>
                    <a:pt x="34" y="1938"/>
                    <a:pt x="0" y="2439"/>
                    <a:pt x="200" y="2839"/>
                  </a:cubicBezTo>
                  <a:cubicBezTo>
                    <a:pt x="401" y="3173"/>
                    <a:pt x="734" y="3406"/>
                    <a:pt x="1101" y="3473"/>
                  </a:cubicBezTo>
                  <a:cubicBezTo>
                    <a:pt x="1262" y="3515"/>
                    <a:pt x="1428" y="3535"/>
                    <a:pt x="1594" y="3535"/>
                  </a:cubicBezTo>
                  <a:cubicBezTo>
                    <a:pt x="2218" y="3535"/>
                    <a:pt x="2848" y="3253"/>
                    <a:pt x="3269" y="2806"/>
                  </a:cubicBezTo>
                  <a:cubicBezTo>
                    <a:pt x="3836" y="2239"/>
                    <a:pt x="4103" y="1338"/>
                    <a:pt x="3703" y="604"/>
                  </a:cubicBezTo>
                  <a:cubicBezTo>
                    <a:pt x="3484" y="229"/>
                    <a:pt x="3061" y="1"/>
                    <a:pt x="2651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61" name="Google Shape;2361;p61"/>
            <p:cNvSpPr/>
            <p:nvPr/>
          </p:nvSpPr>
          <p:spPr>
            <a:xfrm>
              <a:off x="7674061" y="3100326"/>
              <a:ext cx="81083" cy="73612"/>
            </a:xfrm>
            <a:custGeom>
              <a:rect b="b" l="l" r="r" t="t"/>
              <a:pathLst>
                <a:path extrusionOk="0" h="3665" w="4037">
                  <a:moveTo>
                    <a:pt x="1987" y="647"/>
                  </a:moveTo>
                  <a:cubicBezTo>
                    <a:pt x="2458" y="647"/>
                    <a:pt x="2922" y="816"/>
                    <a:pt x="3169" y="1234"/>
                  </a:cubicBezTo>
                  <a:cubicBezTo>
                    <a:pt x="3436" y="1701"/>
                    <a:pt x="3336" y="2369"/>
                    <a:pt x="2969" y="2735"/>
                  </a:cubicBezTo>
                  <a:cubicBezTo>
                    <a:pt x="2713" y="2992"/>
                    <a:pt x="2375" y="3120"/>
                    <a:pt x="2038" y="3120"/>
                  </a:cubicBezTo>
                  <a:cubicBezTo>
                    <a:pt x="1805" y="3120"/>
                    <a:pt x="1573" y="3058"/>
                    <a:pt x="1368" y="2936"/>
                  </a:cubicBezTo>
                  <a:cubicBezTo>
                    <a:pt x="567" y="2502"/>
                    <a:pt x="67" y="1501"/>
                    <a:pt x="1001" y="901"/>
                  </a:cubicBezTo>
                  <a:cubicBezTo>
                    <a:pt x="1273" y="743"/>
                    <a:pt x="1632" y="647"/>
                    <a:pt x="1987" y="647"/>
                  </a:cubicBezTo>
                  <a:close/>
                  <a:moveTo>
                    <a:pt x="1822" y="0"/>
                  </a:moveTo>
                  <a:cubicBezTo>
                    <a:pt x="1618" y="0"/>
                    <a:pt x="1419" y="32"/>
                    <a:pt x="1234" y="100"/>
                  </a:cubicBezTo>
                  <a:cubicBezTo>
                    <a:pt x="834" y="234"/>
                    <a:pt x="467" y="567"/>
                    <a:pt x="267" y="968"/>
                  </a:cubicBezTo>
                  <a:cubicBezTo>
                    <a:pt x="134" y="1234"/>
                    <a:pt x="100" y="1535"/>
                    <a:pt x="67" y="1835"/>
                  </a:cubicBezTo>
                  <a:cubicBezTo>
                    <a:pt x="0" y="2502"/>
                    <a:pt x="300" y="2836"/>
                    <a:pt x="834" y="3236"/>
                  </a:cubicBezTo>
                  <a:cubicBezTo>
                    <a:pt x="1182" y="3511"/>
                    <a:pt x="1621" y="3665"/>
                    <a:pt x="2062" y="3665"/>
                  </a:cubicBezTo>
                  <a:cubicBezTo>
                    <a:pt x="2424" y="3665"/>
                    <a:pt x="2787" y="3561"/>
                    <a:pt x="3102" y="3336"/>
                  </a:cubicBezTo>
                  <a:cubicBezTo>
                    <a:pt x="3770" y="2869"/>
                    <a:pt x="4036" y="1968"/>
                    <a:pt x="3770" y="1201"/>
                  </a:cubicBezTo>
                  <a:cubicBezTo>
                    <a:pt x="3478" y="484"/>
                    <a:pt x="2616" y="0"/>
                    <a:pt x="1822" y="0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62" name="Google Shape;2362;p61"/>
            <p:cNvSpPr/>
            <p:nvPr/>
          </p:nvSpPr>
          <p:spPr>
            <a:xfrm>
              <a:off x="7283468" y="3088155"/>
              <a:ext cx="96488" cy="76343"/>
            </a:xfrm>
            <a:custGeom>
              <a:rect b="b" l="l" r="r" t="t"/>
              <a:pathLst>
                <a:path extrusionOk="0" h="3801" w="4804">
                  <a:moveTo>
                    <a:pt x="1868" y="439"/>
                  </a:moveTo>
                  <a:cubicBezTo>
                    <a:pt x="1787" y="629"/>
                    <a:pt x="1926" y="885"/>
                    <a:pt x="2123" y="885"/>
                  </a:cubicBezTo>
                  <a:cubicBezTo>
                    <a:pt x="2169" y="885"/>
                    <a:pt x="2218" y="871"/>
                    <a:pt x="2268" y="840"/>
                  </a:cubicBezTo>
                  <a:cubicBezTo>
                    <a:pt x="2365" y="779"/>
                    <a:pt x="2466" y="754"/>
                    <a:pt x="2566" y="754"/>
                  </a:cubicBezTo>
                  <a:cubicBezTo>
                    <a:pt x="2744" y="754"/>
                    <a:pt x="2920" y="833"/>
                    <a:pt x="3069" y="940"/>
                  </a:cubicBezTo>
                  <a:cubicBezTo>
                    <a:pt x="3336" y="1107"/>
                    <a:pt x="3603" y="1373"/>
                    <a:pt x="3803" y="1607"/>
                  </a:cubicBezTo>
                  <a:cubicBezTo>
                    <a:pt x="4203" y="2141"/>
                    <a:pt x="3703" y="2708"/>
                    <a:pt x="3269" y="2975"/>
                  </a:cubicBezTo>
                  <a:lnTo>
                    <a:pt x="3236" y="2975"/>
                  </a:lnTo>
                  <a:cubicBezTo>
                    <a:pt x="2947" y="3152"/>
                    <a:pt x="2598" y="3241"/>
                    <a:pt x="2260" y="3241"/>
                  </a:cubicBezTo>
                  <a:cubicBezTo>
                    <a:pt x="2090" y="3241"/>
                    <a:pt x="1924" y="3219"/>
                    <a:pt x="1768" y="3175"/>
                  </a:cubicBezTo>
                  <a:cubicBezTo>
                    <a:pt x="1234" y="3008"/>
                    <a:pt x="634" y="2608"/>
                    <a:pt x="600" y="2007"/>
                  </a:cubicBezTo>
                  <a:cubicBezTo>
                    <a:pt x="600" y="1240"/>
                    <a:pt x="1234" y="740"/>
                    <a:pt x="1868" y="439"/>
                  </a:cubicBezTo>
                  <a:close/>
                  <a:moveTo>
                    <a:pt x="1894" y="1"/>
                  </a:moveTo>
                  <a:cubicBezTo>
                    <a:pt x="1875" y="1"/>
                    <a:pt x="1856" y="2"/>
                    <a:pt x="1835" y="6"/>
                  </a:cubicBezTo>
                  <a:cubicBezTo>
                    <a:pt x="1067" y="306"/>
                    <a:pt x="267" y="840"/>
                    <a:pt x="133" y="1740"/>
                  </a:cubicBezTo>
                  <a:cubicBezTo>
                    <a:pt x="0" y="2608"/>
                    <a:pt x="634" y="3308"/>
                    <a:pt x="1368" y="3608"/>
                  </a:cubicBezTo>
                  <a:cubicBezTo>
                    <a:pt x="1658" y="3739"/>
                    <a:pt x="1979" y="3800"/>
                    <a:pt x="2303" y="3800"/>
                  </a:cubicBezTo>
                  <a:cubicBezTo>
                    <a:pt x="2722" y="3800"/>
                    <a:pt x="3144" y="3697"/>
                    <a:pt x="3503" y="3508"/>
                  </a:cubicBezTo>
                  <a:cubicBezTo>
                    <a:pt x="4203" y="3108"/>
                    <a:pt x="4803" y="2241"/>
                    <a:pt x="4403" y="1440"/>
                  </a:cubicBezTo>
                  <a:cubicBezTo>
                    <a:pt x="4270" y="1240"/>
                    <a:pt x="4103" y="1040"/>
                    <a:pt x="3903" y="873"/>
                  </a:cubicBezTo>
                  <a:cubicBezTo>
                    <a:pt x="3736" y="706"/>
                    <a:pt x="3569" y="539"/>
                    <a:pt x="3369" y="406"/>
                  </a:cubicBezTo>
                  <a:cubicBezTo>
                    <a:pt x="3135" y="236"/>
                    <a:pt x="2847" y="134"/>
                    <a:pt x="2557" y="134"/>
                  </a:cubicBezTo>
                  <a:cubicBezTo>
                    <a:pt x="2391" y="134"/>
                    <a:pt x="2225" y="167"/>
                    <a:pt x="2068" y="239"/>
                  </a:cubicBezTo>
                  <a:cubicBezTo>
                    <a:pt x="2098" y="120"/>
                    <a:pt x="2048" y="1"/>
                    <a:pt x="1894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63" name="Google Shape;2363;p61"/>
            <p:cNvSpPr/>
            <p:nvPr/>
          </p:nvSpPr>
          <p:spPr>
            <a:xfrm>
              <a:off x="6884158" y="3090264"/>
              <a:ext cx="99180" cy="76986"/>
            </a:xfrm>
            <a:custGeom>
              <a:rect b="b" l="l" r="r" t="t"/>
              <a:pathLst>
                <a:path extrusionOk="0" h="3833" w="4938">
                  <a:moveTo>
                    <a:pt x="1535" y="768"/>
                  </a:moveTo>
                  <a:cubicBezTo>
                    <a:pt x="1568" y="835"/>
                    <a:pt x="1635" y="901"/>
                    <a:pt x="1768" y="901"/>
                  </a:cubicBezTo>
                  <a:cubicBezTo>
                    <a:pt x="2015" y="901"/>
                    <a:pt x="2285" y="879"/>
                    <a:pt x="2553" y="879"/>
                  </a:cubicBezTo>
                  <a:cubicBezTo>
                    <a:pt x="3007" y="879"/>
                    <a:pt x="3455" y="945"/>
                    <a:pt x="3770" y="1302"/>
                  </a:cubicBezTo>
                  <a:cubicBezTo>
                    <a:pt x="4237" y="1769"/>
                    <a:pt x="3870" y="2436"/>
                    <a:pt x="3403" y="2769"/>
                  </a:cubicBezTo>
                  <a:cubicBezTo>
                    <a:pt x="3048" y="3053"/>
                    <a:pt x="2561" y="3236"/>
                    <a:pt x="2081" y="3236"/>
                  </a:cubicBezTo>
                  <a:cubicBezTo>
                    <a:pt x="1883" y="3236"/>
                    <a:pt x="1686" y="3205"/>
                    <a:pt x="1501" y="3136"/>
                  </a:cubicBezTo>
                  <a:cubicBezTo>
                    <a:pt x="968" y="2903"/>
                    <a:pt x="601" y="2269"/>
                    <a:pt x="801" y="1702"/>
                  </a:cubicBezTo>
                  <a:cubicBezTo>
                    <a:pt x="934" y="1335"/>
                    <a:pt x="1201" y="1002"/>
                    <a:pt x="1535" y="768"/>
                  </a:cubicBezTo>
                  <a:close/>
                  <a:moveTo>
                    <a:pt x="2502" y="1"/>
                  </a:moveTo>
                  <a:cubicBezTo>
                    <a:pt x="1635" y="101"/>
                    <a:pt x="801" y="568"/>
                    <a:pt x="400" y="1335"/>
                  </a:cubicBezTo>
                  <a:cubicBezTo>
                    <a:pt x="0" y="2102"/>
                    <a:pt x="334" y="3003"/>
                    <a:pt x="1001" y="3470"/>
                  </a:cubicBezTo>
                  <a:cubicBezTo>
                    <a:pt x="1332" y="3726"/>
                    <a:pt x="1731" y="3832"/>
                    <a:pt x="2136" y="3832"/>
                  </a:cubicBezTo>
                  <a:cubicBezTo>
                    <a:pt x="2630" y="3832"/>
                    <a:pt x="3133" y="3675"/>
                    <a:pt x="3536" y="3437"/>
                  </a:cubicBezTo>
                  <a:cubicBezTo>
                    <a:pt x="4303" y="3003"/>
                    <a:pt x="4937" y="2069"/>
                    <a:pt x="4503" y="1202"/>
                  </a:cubicBezTo>
                  <a:cubicBezTo>
                    <a:pt x="4188" y="508"/>
                    <a:pt x="3485" y="232"/>
                    <a:pt x="2761" y="232"/>
                  </a:cubicBezTo>
                  <a:cubicBezTo>
                    <a:pt x="2719" y="232"/>
                    <a:pt x="2677" y="232"/>
                    <a:pt x="2635" y="234"/>
                  </a:cubicBezTo>
                  <a:cubicBezTo>
                    <a:pt x="2669" y="134"/>
                    <a:pt x="2602" y="1"/>
                    <a:pt x="2502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64" name="Google Shape;2364;p61"/>
            <p:cNvSpPr/>
            <p:nvPr/>
          </p:nvSpPr>
          <p:spPr>
            <a:xfrm>
              <a:off x="6502925" y="3095446"/>
              <a:ext cx="90483" cy="72808"/>
            </a:xfrm>
            <a:custGeom>
              <a:rect b="b" l="l" r="r" t="t"/>
              <a:pathLst>
                <a:path extrusionOk="0" h="3625" w="4505">
                  <a:moveTo>
                    <a:pt x="2449" y="668"/>
                  </a:moveTo>
                  <a:cubicBezTo>
                    <a:pt x="2761" y="668"/>
                    <a:pt x="3070" y="760"/>
                    <a:pt x="3303" y="977"/>
                  </a:cubicBezTo>
                  <a:cubicBezTo>
                    <a:pt x="3704" y="1344"/>
                    <a:pt x="3837" y="1978"/>
                    <a:pt x="3503" y="2445"/>
                  </a:cubicBezTo>
                  <a:cubicBezTo>
                    <a:pt x="3192" y="2808"/>
                    <a:pt x="2679" y="2990"/>
                    <a:pt x="2200" y="2990"/>
                  </a:cubicBezTo>
                  <a:cubicBezTo>
                    <a:pt x="2063" y="2990"/>
                    <a:pt x="1928" y="2975"/>
                    <a:pt x="1802" y="2945"/>
                  </a:cubicBezTo>
                  <a:cubicBezTo>
                    <a:pt x="1202" y="2812"/>
                    <a:pt x="668" y="2311"/>
                    <a:pt x="735" y="1644"/>
                  </a:cubicBezTo>
                  <a:cubicBezTo>
                    <a:pt x="768" y="1311"/>
                    <a:pt x="968" y="1077"/>
                    <a:pt x="1202" y="877"/>
                  </a:cubicBezTo>
                  <a:cubicBezTo>
                    <a:pt x="1264" y="918"/>
                    <a:pt x="1338" y="947"/>
                    <a:pt x="1418" y="947"/>
                  </a:cubicBezTo>
                  <a:cubicBezTo>
                    <a:pt x="1467" y="947"/>
                    <a:pt x="1518" y="936"/>
                    <a:pt x="1569" y="910"/>
                  </a:cubicBezTo>
                  <a:cubicBezTo>
                    <a:pt x="1819" y="760"/>
                    <a:pt x="2136" y="668"/>
                    <a:pt x="2449" y="668"/>
                  </a:cubicBezTo>
                  <a:close/>
                  <a:moveTo>
                    <a:pt x="2438" y="1"/>
                  </a:moveTo>
                  <a:cubicBezTo>
                    <a:pt x="2022" y="1"/>
                    <a:pt x="1599" y="119"/>
                    <a:pt x="1235" y="343"/>
                  </a:cubicBezTo>
                  <a:cubicBezTo>
                    <a:pt x="1202" y="343"/>
                    <a:pt x="1168" y="377"/>
                    <a:pt x="1168" y="410"/>
                  </a:cubicBezTo>
                  <a:cubicBezTo>
                    <a:pt x="735" y="610"/>
                    <a:pt x="401" y="910"/>
                    <a:pt x="268" y="1411"/>
                  </a:cubicBezTo>
                  <a:cubicBezTo>
                    <a:pt x="1" y="2278"/>
                    <a:pt x="568" y="3179"/>
                    <a:pt x="1369" y="3479"/>
                  </a:cubicBezTo>
                  <a:cubicBezTo>
                    <a:pt x="1629" y="3576"/>
                    <a:pt x="1914" y="3625"/>
                    <a:pt x="2202" y="3625"/>
                  </a:cubicBezTo>
                  <a:cubicBezTo>
                    <a:pt x="2799" y="3625"/>
                    <a:pt x="3409" y="3417"/>
                    <a:pt x="3837" y="3012"/>
                  </a:cubicBezTo>
                  <a:cubicBezTo>
                    <a:pt x="4504" y="2378"/>
                    <a:pt x="4471" y="1377"/>
                    <a:pt x="3937" y="710"/>
                  </a:cubicBezTo>
                  <a:cubicBezTo>
                    <a:pt x="3569" y="226"/>
                    <a:pt x="3011" y="1"/>
                    <a:pt x="2438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65" name="Google Shape;2365;p61"/>
            <p:cNvSpPr/>
            <p:nvPr/>
          </p:nvSpPr>
          <p:spPr>
            <a:xfrm>
              <a:off x="6113677" y="3105749"/>
              <a:ext cx="102534" cy="81425"/>
            </a:xfrm>
            <a:custGeom>
              <a:rect b="b" l="l" r="r" t="t"/>
              <a:pathLst>
                <a:path extrusionOk="0" h="4054" w="5105">
                  <a:moveTo>
                    <a:pt x="2135" y="731"/>
                  </a:moveTo>
                  <a:cubicBezTo>
                    <a:pt x="2669" y="831"/>
                    <a:pt x="3236" y="831"/>
                    <a:pt x="3670" y="1131"/>
                  </a:cubicBezTo>
                  <a:cubicBezTo>
                    <a:pt x="4170" y="1431"/>
                    <a:pt x="4270" y="2032"/>
                    <a:pt x="4037" y="2566"/>
                  </a:cubicBezTo>
                  <a:lnTo>
                    <a:pt x="4003" y="2566"/>
                  </a:lnTo>
                  <a:cubicBezTo>
                    <a:pt x="3736" y="3100"/>
                    <a:pt x="3204" y="3344"/>
                    <a:pt x="2644" y="3344"/>
                  </a:cubicBezTo>
                  <a:cubicBezTo>
                    <a:pt x="2575" y="3344"/>
                    <a:pt x="2505" y="3340"/>
                    <a:pt x="2436" y="3333"/>
                  </a:cubicBezTo>
                  <a:cubicBezTo>
                    <a:pt x="1868" y="3233"/>
                    <a:pt x="868" y="2766"/>
                    <a:pt x="1001" y="2065"/>
                  </a:cubicBezTo>
                  <a:cubicBezTo>
                    <a:pt x="1035" y="1665"/>
                    <a:pt x="1335" y="1298"/>
                    <a:pt x="1635" y="1064"/>
                  </a:cubicBezTo>
                  <a:cubicBezTo>
                    <a:pt x="1802" y="931"/>
                    <a:pt x="1969" y="798"/>
                    <a:pt x="2135" y="731"/>
                  </a:cubicBezTo>
                  <a:close/>
                  <a:moveTo>
                    <a:pt x="2543" y="1"/>
                  </a:moveTo>
                  <a:cubicBezTo>
                    <a:pt x="2299" y="1"/>
                    <a:pt x="2056" y="36"/>
                    <a:pt x="1835" y="130"/>
                  </a:cubicBezTo>
                  <a:cubicBezTo>
                    <a:pt x="1768" y="164"/>
                    <a:pt x="1702" y="231"/>
                    <a:pt x="1668" y="331"/>
                  </a:cubicBezTo>
                  <a:cubicBezTo>
                    <a:pt x="1101" y="597"/>
                    <a:pt x="668" y="1031"/>
                    <a:pt x="434" y="1632"/>
                  </a:cubicBezTo>
                  <a:cubicBezTo>
                    <a:pt x="0" y="2666"/>
                    <a:pt x="868" y="3533"/>
                    <a:pt x="1768" y="3866"/>
                  </a:cubicBezTo>
                  <a:cubicBezTo>
                    <a:pt x="2072" y="3990"/>
                    <a:pt x="2397" y="4053"/>
                    <a:pt x="2721" y="4053"/>
                  </a:cubicBezTo>
                  <a:cubicBezTo>
                    <a:pt x="3357" y="4053"/>
                    <a:pt x="3983" y="3808"/>
                    <a:pt x="4404" y="3299"/>
                  </a:cubicBezTo>
                  <a:cubicBezTo>
                    <a:pt x="4971" y="2599"/>
                    <a:pt x="5104" y="1565"/>
                    <a:pt x="4504" y="831"/>
                  </a:cubicBezTo>
                  <a:cubicBezTo>
                    <a:pt x="4237" y="464"/>
                    <a:pt x="3803" y="231"/>
                    <a:pt x="3336" y="97"/>
                  </a:cubicBezTo>
                  <a:cubicBezTo>
                    <a:pt x="3090" y="44"/>
                    <a:pt x="2816" y="1"/>
                    <a:pt x="2543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66" name="Google Shape;2366;p61"/>
            <p:cNvSpPr/>
            <p:nvPr/>
          </p:nvSpPr>
          <p:spPr>
            <a:xfrm>
              <a:off x="5741844" y="3106954"/>
              <a:ext cx="82429" cy="71000"/>
            </a:xfrm>
            <a:custGeom>
              <a:rect b="b" l="l" r="r" t="t"/>
              <a:pathLst>
                <a:path extrusionOk="0" h="3535" w="4104">
                  <a:moveTo>
                    <a:pt x="2624" y="607"/>
                  </a:moveTo>
                  <a:cubicBezTo>
                    <a:pt x="2810" y="607"/>
                    <a:pt x="2979" y="669"/>
                    <a:pt x="3102" y="838"/>
                  </a:cubicBezTo>
                  <a:cubicBezTo>
                    <a:pt x="3436" y="1238"/>
                    <a:pt x="3269" y="1872"/>
                    <a:pt x="2969" y="2239"/>
                  </a:cubicBezTo>
                  <a:cubicBezTo>
                    <a:pt x="2635" y="2706"/>
                    <a:pt x="2035" y="2973"/>
                    <a:pt x="1501" y="2973"/>
                  </a:cubicBezTo>
                  <a:cubicBezTo>
                    <a:pt x="1234" y="2939"/>
                    <a:pt x="968" y="2872"/>
                    <a:pt x="801" y="2706"/>
                  </a:cubicBezTo>
                  <a:cubicBezTo>
                    <a:pt x="601" y="2472"/>
                    <a:pt x="567" y="2139"/>
                    <a:pt x="634" y="1872"/>
                  </a:cubicBezTo>
                  <a:cubicBezTo>
                    <a:pt x="701" y="1505"/>
                    <a:pt x="934" y="1171"/>
                    <a:pt x="1234" y="938"/>
                  </a:cubicBezTo>
                  <a:cubicBezTo>
                    <a:pt x="1278" y="1003"/>
                    <a:pt x="1350" y="1054"/>
                    <a:pt x="1422" y="1054"/>
                  </a:cubicBezTo>
                  <a:cubicBezTo>
                    <a:pt x="1461" y="1054"/>
                    <a:pt x="1500" y="1039"/>
                    <a:pt x="1535" y="1004"/>
                  </a:cubicBezTo>
                  <a:cubicBezTo>
                    <a:pt x="1822" y="850"/>
                    <a:pt x="2257" y="607"/>
                    <a:pt x="2624" y="607"/>
                  </a:cubicBezTo>
                  <a:close/>
                  <a:moveTo>
                    <a:pt x="2651" y="1"/>
                  </a:moveTo>
                  <a:cubicBezTo>
                    <a:pt x="2624" y="1"/>
                    <a:pt x="2596" y="2"/>
                    <a:pt x="2569" y="4"/>
                  </a:cubicBezTo>
                  <a:cubicBezTo>
                    <a:pt x="2235" y="37"/>
                    <a:pt x="1935" y="171"/>
                    <a:pt x="1701" y="337"/>
                  </a:cubicBezTo>
                  <a:cubicBezTo>
                    <a:pt x="1034" y="437"/>
                    <a:pt x="467" y="871"/>
                    <a:pt x="200" y="1538"/>
                  </a:cubicBezTo>
                  <a:cubicBezTo>
                    <a:pt x="34" y="1938"/>
                    <a:pt x="0" y="2439"/>
                    <a:pt x="200" y="2839"/>
                  </a:cubicBezTo>
                  <a:cubicBezTo>
                    <a:pt x="401" y="3173"/>
                    <a:pt x="734" y="3406"/>
                    <a:pt x="1101" y="3473"/>
                  </a:cubicBezTo>
                  <a:cubicBezTo>
                    <a:pt x="1262" y="3515"/>
                    <a:pt x="1428" y="3535"/>
                    <a:pt x="1594" y="3535"/>
                  </a:cubicBezTo>
                  <a:cubicBezTo>
                    <a:pt x="2218" y="3535"/>
                    <a:pt x="2848" y="3254"/>
                    <a:pt x="3269" y="2806"/>
                  </a:cubicBezTo>
                  <a:cubicBezTo>
                    <a:pt x="3836" y="2239"/>
                    <a:pt x="4103" y="1338"/>
                    <a:pt x="3703" y="604"/>
                  </a:cubicBezTo>
                  <a:cubicBezTo>
                    <a:pt x="3484" y="229"/>
                    <a:pt x="3061" y="1"/>
                    <a:pt x="2651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67" name="Google Shape;2367;p61"/>
            <p:cNvSpPr/>
            <p:nvPr/>
          </p:nvSpPr>
          <p:spPr>
            <a:xfrm>
              <a:off x="8076705" y="2493980"/>
              <a:ext cx="77066" cy="71784"/>
            </a:xfrm>
            <a:custGeom>
              <a:rect b="b" l="l" r="r" t="t"/>
              <a:pathLst>
                <a:path extrusionOk="0" h="3574" w="3837">
                  <a:moveTo>
                    <a:pt x="1702" y="468"/>
                  </a:moveTo>
                  <a:lnTo>
                    <a:pt x="1702" y="501"/>
                  </a:lnTo>
                  <a:cubicBezTo>
                    <a:pt x="1731" y="646"/>
                    <a:pt x="1887" y="741"/>
                    <a:pt x="2037" y="741"/>
                  </a:cubicBezTo>
                  <a:cubicBezTo>
                    <a:pt x="2059" y="741"/>
                    <a:pt x="2081" y="739"/>
                    <a:pt x="2102" y="735"/>
                  </a:cubicBezTo>
                  <a:cubicBezTo>
                    <a:pt x="2193" y="701"/>
                    <a:pt x="2282" y="685"/>
                    <a:pt x="2367" y="685"/>
                  </a:cubicBezTo>
                  <a:cubicBezTo>
                    <a:pt x="2784" y="685"/>
                    <a:pt x="3120" y="1059"/>
                    <a:pt x="3203" y="1502"/>
                  </a:cubicBezTo>
                  <a:cubicBezTo>
                    <a:pt x="3270" y="2069"/>
                    <a:pt x="2936" y="2569"/>
                    <a:pt x="2503" y="2836"/>
                  </a:cubicBezTo>
                  <a:cubicBezTo>
                    <a:pt x="2298" y="2962"/>
                    <a:pt x="2063" y="3029"/>
                    <a:pt x="1834" y="3029"/>
                  </a:cubicBezTo>
                  <a:cubicBezTo>
                    <a:pt x="1578" y="3029"/>
                    <a:pt x="1329" y="2946"/>
                    <a:pt x="1135" y="2770"/>
                  </a:cubicBezTo>
                  <a:cubicBezTo>
                    <a:pt x="768" y="2469"/>
                    <a:pt x="535" y="1936"/>
                    <a:pt x="701" y="1435"/>
                  </a:cubicBezTo>
                  <a:cubicBezTo>
                    <a:pt x="835" y="1168"/>
                    <a:pt x="1035" y="935"/>
                    <a:pt x="1302" y="735"/>
                  </a:cubicBezTo>
                  <a:cubicBezTo>
                    <a:pt x="1435" y="635"/>
                    <a:pt x="1569" y="568"/>
                    <a:pt x="1702" y="468"/>
                  </a:cubicBezTo>
                  <a:close/>
                  <a:moveTo>
                    <a:pt x="2069" y="1"/>
                  </a:moveTo>
                  <a:cubicBezTo>
                    <a:pt x="1369" y="201"/>
                    <a:pt x="635" y="501"/>
                    <a:pt x="301" y="1202"/>
                  </a:cubicBezTo>
                  <a:cubicBezTo>
                    <a:pt x="1" y="1836"/>
                    <a:pt x="201" y="2603"/>
                    <a:pt x="701" y="3103"/>
                  </a:cubicBezTo>
                  <a:cubicBezTo>
                    <a:pt x="1020" y="3422"/>
                    <a:pt x="1434" y="3574"/>
                    <a:pt x="1857" y="3574"/>
                  </a:cubicBezTo>
                  <a:cubicBezTo>
                    <a:pt x="2143" y="3574"/>
                    <a:pt x="2434" y="3504"/>
                    <a:pt x="2703" y="3370"/>
                  </a:cubicBezTo>
                  <a:cubicBezTo>
                    <a:pt x="3403" y="3036"/>
                    <a:pt x="3837" y="2303"/>
                    <a:pt x="3804" y="1502"/>
                  </a:cubicBezTo>
                  <a:cubicBezTo>
                    <a:pt x="3804" y="1002"/>
                    <a:pt x="3570" y="568"/>
                    <a:pt x="3170" y="268"/>
                  </a:cubicBezTo>
                  <a:cubicBezTo>
                    <a:pt x="2959" y="109"/>
                    <a:pt x="2685" y="14"/>
                    <a:pt x="2398" y="14"/>
                  </a:cubicBezTo>
                  <a:cubicBezTo>
                    <a:pt x="2322" y="14"/>
                    <a:pt x="2246" y="20"/>
                    <a:pt x="2169" y="34"/>
                  </a:cubicBezTo>
                  <a:cubicBezTo>
                    <a:pt x="2136" y="1"/>
                    <a:pt x="2102" y="1"/>
                    <a:pt x="2069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68" name="Google Shape;2368;p61"/>
            <p:cNvSpPr/>
            <p:nvPr/>
          </p:nvSpPr>
          <p:spPr>
            <a:xfrm>
              <a:off x="7283468" y="2491670"/>
              <a:ext cx="96488" cy="76202"/>
            </a:xfrm>
            <a:custGeom>
              <a:rect b="b" l="l" r="r" t="t"/>
              <a:pathLst>
                <a:path extrusionOk="0" h="3794" w="4804">
                  <a:moveTo>
                    <a:pt x="1868" y="449"/>
                  </a:moveTo>
                  <a:lnTo>
                    <a:pt x="1868" y="449"/>
                  </a:lnTo>
                  <a:cubicBezTo>
                    <a:pt x="1787" y="639"/>
                    <a:pt x="1926" y="895"/>
                    <a:pt x="2123" y="895"/>
                  </a:cubicBezTo>
                  <a:cubicBezTo>
                    <a:pt x="2169" y="895"/>
                    <a:pt x="2218" y="881"/>
                    <a:pt x="2268" y="850"/>
                  </a:cubicBezTo>
                  <a:cubicBezTo>
                    <a:pt x="2368" y="787"/>
                    <a:pt x="2472" y="762"/>
                    <a:pt x="2576" y="762"/>
                  </a:cubicBezTo>
                  <a:cubicBezTo>
                    <a:pt x="2750" y="762"/>
                    <a:pt x="2923" y="833"/>
                    <a:pt x="3069" y="916"/>
                  </a:cubicBezTo>
                  <a:cubicBezTo>
                    <a:pt x="3336" y="1083"/>
                    <a:pt x="3603" y="1350"/>
                    <a:pt x="3803" y="1617"/>
                  </a:cubicBezTo>
                  <a:cubicBezTo>
                    <a:pt x="4203" y="2117"/>
                    <a:pt x="3703" y="2718"/>
                    <a:pt x="3269" y="2985"/>
                  </a:cubicBezTo>
                  <a:lnTo>
                    <a:pt x="3236" y="2985"/>
                  </a:lnTo>
                  <a:cubicBezTo>
                    <a:pt x="2951" y="3138"/>
                    <a:pt x="2608" y="3219"/>
                    <a:pt x="2275" y="3219"/>
                  </a:cubicBezTo>
                  <a:cubicBezTo>
                    <a:pt x="2100" y="3219"/>
                    <a:pt x="1928" y="3197"/>
                    <a:pt x="1768" y="3151"/>
                  </a:cubicBezTo>
                  <a:cubicBezTo>
                    <a:pt x="1234" y="3018"/>
                    <a:pt x="634" y="2584"/>
                    <a:pt x="600" y="1984"/>
                  </a:cubicBezTo>
                  <a:cubicBezTo>
                    <a:pt x="600" y="1217"/>
                    <a:pt x="1234" y="716"/>
                    <a:pt x="1868" y="449"/>
                  </a:cubicBezTo>
                  <a:close/>
                  <a:moveTo>
                    <a:pt x="1919" y="1"/>
                  </a:moveTo>
                  <a:cubicBezTo>
                    <a:pt x="1894" y="1"/>
                    <a:pt x="1866" y="5"/>
                    <a:pt x="1835" y="16"/>
                  </a:cubicBezTo>
                  <a:cubicBezTo>
                    <a:pt x="1067" y="316"/>
                    <a:pt x="267" y="850"/>
                    <a:pt x="133" y="1750"/>
                  </a:cubicBezTo>
                  <a:cubicBezTo>
                    <a:pt x="0" y="2618"/>
                    <a:pt x="634" y="3285"/>
                    <a:pt x="1368" y="3618"/>
                  </a:cubicBezTo>
                  <a:cubicBezTo>
                    <a:pt x="1657" y="3734"/>
                    <a:pt x="1978" y="3793"/>
                    <a:pt x="2301" y="3793"/>
                  </a:cubicBezTo>
                  <a:cubicBezTo>
                    <a:pt x="2721" y="3793"/>
                    <a:pt x="3144" y="3693"/>
                    <a:pt x="3503" y="3485"/>
                  </a:cubicBezTo>
                  <a:cubicBezTo>
                    <a:pt x="4203" y="3118"/>
                    <a:pt x="4803" y="2251"/>
                    <a:pt x="4403" y="1450"/>
                  </a:cubicBezTo>
                  <a:cubicBezTo>
                    <a:pt x="4270" y="1217"/>
                    <a:pt x="4103" y="1050"/>
                    <a:pt x="3903" y="850"/>
                  </a:cubicBezTo>
                  <a:cubicBezTo>
                    <a:pt x="3736" y="683"/>
                    <a:pt x="3569" y="550"/>
                    <a:pt x="3369" y="416"/>
                  </a:cubicBezTo>
                  <a:cubicBezTo>
                    <a:pt x="3135" y="246"/>
                    <a:pt x="2847" y="144"/>
                    <a:pt x="2557" y="144"/>
                  </a:cubicBezTo>
                  <a:cubicBezTo>
                    <a:pt x="2391" y="144"/>
                    <a:pt x="2225" y="177"/>
                    <a:pt x="2068" y="249"/>
                  </a:cubicBezTo>
                  <a:cubicBezTo>
                    <a:pt x="2096" y="137"/>
                    <a:pt x="2053" y="1"/>
                    <a:pt x="1919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69" name="Google Shape;2369;p61"/>
            <p:cNvSpPr/>
            <p:nvPr/>
          </p:nvSpPr>
          <p:spPr>
            <a:xfrm>
              <a:off x="6884158" y="2491309"/>
              <a:ext cx="99180" cy="76966"/>
            </a:xfrm>
            <a:custGeom>
              <a:rect b="b" l="l" r="r" t="t"/>
              <a:pathLst>
                <a:path extrusionOk="0" h="3832" w="4938">
                  <a:moveTo>
                    <a:pt x="1535" y="768"/>
                  </a:moveTo>
                  <a:cubicBezTo>
                    <a:pt x="1568" y="834"/>
                    <a:pt x="1635" y="901"/>
                    <a:pt x="1768" y="901"/>
                  </a:cubicBezTo>
                  <a:cubicBezTo>
                    <a:pt x="2015" y="901"/>
                    <a:pt x="2285" y="878"/>
                    <a:pt x="2553" y="878"/>
                  </a:cubicBezTo>
                  <a:cubicBezTo>
                    <a:pt x="3007" y="878"/>
                    <a:pt x="3455" y="944"/>
                    <a:pt x="3770" y="1301"/>
                  </a:cubicBezTo>
                  <a:cubicBezTo>
                    <a:pt x="4237" y="1768"/>
                    <a:pt x="3870" y="2436"/>
                    <a:pt x="3403" y="2769"/>
                  </a:cubicBezTo>
                  <a:cubicBezTo>
                    <a:pt x="3048" y="3052"/>
                    <a:pt x="2561" y="3235"/>
                    <a:pt x="2081" y="3235"/>
                  </a:cubicBezTo>
                  <a:cubicBezTo>
                    <a:pt x="1883" y="3235"/>
                    <a:pt x="1686" y="3204"/>
                    <a:pt x="1501" y="3136"/>
                  </a:cubicBezTo>
                  <a:cubicBezTo>
                    <a:pt x="968" y="2903"/>
                    <a:pt x="601" y="2269"/>
                    <a:pt x="801" y="1702"/>
                  </a:cubicBezTo>
                  <a:cubicBezTo>
                    <a:pt x="934" y="1335"/>
                    <a:pt x="1201" y="1001"/>
                    <a:pt x="1535" y="768"/>
                  </a:cubicBezTo>
                  <a:close/>
                  <a:moveTo>
                    <a:pt x="2502" y="0"/>
                  </a:moveTo>
                  <a:cubicBezTo>
                    <a:pt x="1635" y="101"/>
                    <a:pt x="801" y="568"/>
                    <a:pt x="400" y="1335"/>
                  </a:cubicBezTo>
                  <a:cubicBezTo>
                    <a:pt x="0" y="2102"/>
                    <a:pt x="334" y="3003"/>
                    <a:pt x="1001" y="3470"/>
                  </a:cubicBezTo>
                  <a:cubicBezTo>
                    <a:pt x="1332" y="3725"/>
                    <a:pt x="1731" y="3832"/>
                    <a:pt x="2136" y="3832"/>
                  </a:cubicBezTo>
                  <a:cubicBezTo>
                    <a:pt x="2630" y="3832"/>
                    <a:pt x="3133" y="3674"/>
                    <a:pt x="3536" y="3436"/>
                  </a:cubicBezTo>
                  <a:cubicBezTo>
                    <a:pt x="4303" y="3003"/>
                    <a:pt x="4937" y="2069"/>
                    <a:pt x="4503" y="1201"/>
                  </a:cubicBezTo>
                  <a:cubicBezTo>
                    <a:pt x="4188" y="508"/>
                    <a:pt x="3485" y="231"/>
                    <a:pt x="2761" y="231"/>
                  </a:cubicBezTo>
                  <a:cubicBezTo>
                    <a:pt x="2719" y="231"/>
                    <a:pt x="2677" y="232"/>
                    <a:pt x="2635" y="234"/>
                  </a:cubicBezTo>
                  <a:cubicBezTo>
                    <a:pt x="2669" y="134"/>
                    <a:pt x="2602" y="0"/>
                    <a:pt x="2502" y="0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70" name="Google Shape;2370;p61"/>
            <p:cNvSpPr/>
            <p:nvPr/>
          </p:nvSpPr>
          <p:spPr>
            <a:xfrm>
              <a:off x="6502925" y="2493418"/>
              <a:ext cx="90483" cy="72828"/>
            </a:xfrm>
            <a:custGeom>
              <a:rect b="b" l="l" r="r" t="t"/>
              <a:pathLst>
                <a:path extrusionOk="0" h="3626" w="4505">
                  <a:moveTo>
                    <a:pt x="2426" y="683"/>
                  </a:moveTo>
                  <a:cubicBezTo>
                    <a:pt x="2746" y="683"/>
                    <a:pt x="3064" y="774"/>
                    <a:pt x="3303" y="996"/>
                  </a:cubicBezTo>
                  <a:cubicBezTo>
                    <a:pt x="3704" y="1363"/>
                    <a:pt x="3837" y="1997"/>
                    <a:pt x="3503" y="2431"/>
                  </a:cubicBezTo>
                  <a:cubicBezTo>
                    <a:pt x="3185" y="2802"/>
                    <a:pt x="2655" y="3005"/>
                    <a:pt x="2166" y="3005"/>
                  </a:cubicBezTo>
                  <a:cubicBezTo>
                    <a:pt x="2041" y="3005"/>
                    <a:pt x="1918" y="2992"/>
                    <a:pt x="1802" y="2964"/>
                  </a:cubicBezTo>
                  <a:cubicBezTo>
                    <a:pt x="1202" y="2798"/>
                    <a:pt x="668" y="2297"/>
                    <a:pt x="735" y="1663"/>
                  </a:cubicBezTo>
                  <a:cubicBezTo>
                    <a:pt x="768" y="1330"/>
                    <a:pt x="968" y="1063"/>
                    <a:pt x="1202" y="863"/>
                  </a:cubicBezTo>
                  <a:cubicBezTo>
                    <a:pt x="1260" y="921"/>
                    <a:pt x="1329" y="957"/>
                    <a:pt x="1404" y="957"/>
                  </a:cubicBezTo>
                  <a:cubicBezTo>
                    <a:pt x="1457" y="957"/>
                    <a:pt x="1513" y="938"/>
                    <a:pt x="1569" y="896"/>
                  </a:cubicBezTo>
                  <a:cubicBezTo>
                    <a:pt x="1813" y="766"/>
                    <a:pt x="2121" y="683"/>
                    <a:pt x="2426" y="683"/>
                  </a:cubicBezTo>
                  <a:close/>
                  <a:moveTo>
                    <a:pt x="2449" y="1"/>
                  </a:moveTo>
                  <a:cubicBezTo>
                    <a:pt x="2030" y="1"/>
                    <a:pt x="1603" y="117"/>
                    <a:pt x="1235" y="329"/>
                  </a:cubicBezTo>
                  <a:cubicBezTo>
                    <a:pt x="1202" y="362"/>
                    <a:pt x="1168" y="362"/>
                    <a:pt x="1168" y="396"/>
                  </a:cubicBezTo>
                  <a:cubicBezTo>
                    <a:pt x="735" y="596"/>
                    <a:pt x="401" y="896"/>
                    <a:pt x="268" y="1397"/>
                  </a:cubicBezTo>
                  <a:cubicBezTo>
                    <a:pt x="1" y="2264"/>
                    <a:pt x="568" y="3164"/>
                    <a:pt x="1369" y="3465"/>
                  </a:cubicBezTo>
                  <a:cubicBezTo>
                    <a:pt x="1629" y="3573"/>
                    <a:pt x="1915" y="3625"/>
                    <a:pt x="2203" y="3625"/>
                  </a:cubicBezTo>
                  <a:cubicBezTo>
                    <a:pt x="2800" y="3625"/>
                    <a:pt x="3410" y="3402"/>
                    <a:pt x="3837" y="2998"/>
                  </a:cubicBezTo>
                  <a:cubicBezTo>
                    <a:pt x="4504" y="2397"/>
                    <a:pt x="4471" y="1397"/>
                    <a:pt x="3937" y="696"/>
                  </a:cubicBezTo>
                  <a:cubicBezTo>
                    <a:pt x="3572" y="216"/>
                    <a:pt x="3019" y="1"/>
                    <a:pt x="2449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71" name="Google Shape;2371;p61"/>
            <p:cNvSpPr/>
            <p:nvPr/>
          </p:nvSpPr>
          <p:spPr>
            <a:xfrm>
              <a:off x="6113677" y="2489039"/>
              <a:ext cx="102534" cy="81425"/>
            </a:xfrm>
            <a:custGeom>
              <a:rect b="b" l="l" r="r" t="t"/>
              <a:pathLst>
                <a:path extrusionOk="0" h="4054" w="5105">
                  <a:moveTo>
                    <a:pt x="2135" y="714"/>
                  </a:moveTo>
                  <a:cubicBezTo>
                    <a:pt x="2669" y="814"/>
                    <a:pt x="3236" y="814"/>
                    <a:pt x="3670" y="1114"/>
                  </a:cubicBezTo>
                  <a:cubicBezTo>
                    <a:pt x="4170" y="1414"/>
                    <a:pt x="4270" y="2048"/>
                    <a:pt x="4037" y="2549"/>
                  </a:cubicBezTo>
                  <a:lnTo>
                    <a:pt x="4003" y="2549"/>
                  </a:lnTo>
                  <a:cubicBezTo>
                    <a:pt x="3744" y="3067"/>
                    <a:pt x="3237" y="3336"/>
                    <a:pt x="2696" y="3336"/>
                  </a:cubicBezTo>
                  <a:cubicBezTo>
                    <a:pt x="2609" y="3336"/>
                    <a:pt x="2522" y="3329"/>
                    <a:pt x="2436" y="3316"/>
                  </a:cubicBezTo>
                  <a:cubicBezTo>
                    <a:pt x="1868" y="3216"/>
                    <a:pt x="868" y="2782"/>
                    <a:pt x="1001" y="2048"/>
                  </a:cubicBezTo>
                  <a:cubicBezTo>
                    <a:pt x="1035" y="1681"/>
                    <a:pt x="1335" y="1314"/>
                    <a:pt x="1635" y="1047"/>
                  </a:cubicBezTo>
                  <a:cubicBezTo>
                    <a:pt x="1802" y="914"/>
                    <a:pt x="1969" y="814"/>
                    <a:pt x="2135" y="714"/>
                  </a:cubicBezTo>
                  <a:close/>
                  <a:moveTo>
                    <a:pt x="2543" y="1"/>
                  </a:moveTo>
                  <a:cubicBezTo>
                    <a:pt x="2299" y="1"/>
                    <a:pt x="2056" y="35"/>
                    <a:pt x="1835" y="113"/>
                  </a:cubicBezTo>
                  <a:cubicBezTo>
                    <a:pt x="1768" y="180"/>
                    <a:pt x="1702" y="247"/>
                    <a:pt x="1668" y="314"/>
                  </a:cubicBezTo>
                  <a:cubicBezTo>
                    <a:pt x="1101" y="580"/>
                    <a:pt x="668" y="1047"/>
                    <a:pt x="434" y="1615"/>
                  </a:cubicBezTo>
                  <a:cubicBezTo>
                    <a:pt x="0" y="2682"/>
                    <a:pt x="868" y="3516"/>
                    <a:pt x="1768" y="3883"/>
                  </a:cubicBezTo>
                  <a:cubicBezTo>
                    <a:pt x="2069" y="3994"/>
                    <a:pt x="2391" y="4053"/>
                    <a:pt x="2711" y="4053"/>
                  </a:cubicBezTo>
                  <a:cubicBezTo>
                    <a:pt x="3351" y="4053"/>
                    <a:pt x="3981" y="3816"/>
                    <a:pt x="4404" y="3282"/>
                  </a:cubicBezTo>
                  <a:cubicBezTo>
                    <a:pt x="4971" y="2582"/>
                    <a:pt x="5104" y="1581"/>
                    <a:pt x="4504" y="847"/>
                  </a:cubicBezTo>
                  <a:cubicBezTo>
                    <a:pt x="4237" y="480"/>
                    <a:pt x="3803" y="214"/>
                    <a:pt x="3336" y="113"/>
                  </a:cubicBezTo>
                  <a:cubicBezTo>
                    <a:pt x="3090" y="43"/>
                    <a:pt x="2816" y="1"/>
                    <a:pt x="2543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72" name="Google Shape;2372;p61"/>
            <p:cNvSpPr/>
            <p:nvPr/>
          </p:nvSpPr>
          <p:spPr>
            <a:xfrm>
              <a:off x="5741844" y="2494603"/>
              <a:ext cx="82429" cy="70679"/>
            </a:xfrm>
            <a:custGeom>
              <a:rect b="b" l="l" r="r" t="t"/>
              <a:pathLst>
                <a:path extrusionOk="0" h="3519" w="4104">
                  <a:moveTo>
                    <a:pt x="2629" y="589"/>
                  </a:moveTo>
                  <a:cubicBezTo>
                    <a:pt x="2813" y="589"/>
                    <a:pt x="2980" y="648"/>
                    <a:pt x="3102" y="804"/>
                  </a:cubicBezTo>
                  <a:cubicBezTo>
                    <a:pt x="3436" y="1237"/>
                    <a:pt x="3269" y="1871"/>
                    <a:pt x="2969" y="2238"/>
                  </a:cubicBezTo>
                  <a:cubicBezTo>
                    <a:pt x="2635" y="2672"/>
                    <a:pt x="2035" y="2939"/>
                    <a:pt x="1501" y="2939"/>
                  </a:cubicBezTo>
                  <a:cubicBezTo>
                    <a:pt x="1234" y="2939"/>
                    <a:pt x="968" y="2872"/>
                    <a:pt x="801" y="2672"/>
                  </a:cubicBezTo>
                  <a:cubicBezTo>
                    <a:pt x="601" y="2472"/>
                    <a:pt x="567" y="2138"/>
                    <a:pt x="634" y="1871"/>
                  </a:cubicBezTo>
                  <a:cubicBezTo>
                    <a:pt x="701" y="1504"/>
                    <a:pt x="934" y="1171"/>
                    <a:pt x="1234" y="904"/>
                  </a:cubicBezTo>
                  <a:cubicBezTo>
                    <a:pt x="1283" y="976"/>
                    <a:pt x="1365" y="1031"/>
                    <a:pt x="1445" y="1031"/>
                  </a:cubicBezTo>
                  <a:cubicBezTo>
                    <a:pt x="1476" y="1031"/>
                    <a:pt x="1507" y="1023"/>
                    <a:pt x="1535" y="1004"/>
                  </a:cubicBezTo>
                  <a:cubicBezTo>
                    <a:pt x="1824" y="826"/>
                    <a:pt x="2261" y="589"/>
                    <a:pt x="2629" y="589"/>
                  </a:cubicBezTo>
                  <a:close/>
                  <a:moveTo>
                    <a:pt x="2651" y="0"/>
                  </a:moveTo>
                  <a:cubicBezTo>
                    <a:pt x="2624" y="0"/>
                    <a:pt x="2596" y="1"/>
                    <a:pt x="2569" y="3"/>
                  </a:cubicBezTo>
                  <a:cubicBezTo>
                    <a:pt x="2235" y="3"/>
                    <a:pt x="1935" y="137"/>
                    <a:pt x="1701" y="303"/>
                  </a:cubicBezTo>
                  <a:cubicBezTo>
                    <a:pt x="1034" y="404"/>
                    <a:pt x="467" y="837"/>
                    <a:pt x="200" y="1504"/>
                  </a:cubicBezTo>
                  <a:cubicBezTo>
                    <a:pt x="34" y="1905"/>
                    <a:pt x="0" y="2405"/>
                    <a:pt x="200" y="2805"/>
                  </a:cubicBezTo>
                  <a:cubicBezTo>
                    <a:pt x="401" y="3139"/>
                    <a:pt x="734" y="3372"/>
                    <a:pt x="1101" y="3472"/>
                  </a:cubicBezTo>
                  <a:cubicBezTo>
                    <a:pt x="1244" y="3503"/>
                    <a:pt x="1390" y="3518"/>
                    <a:pt x="1537" y="3518"/>
                  </a:cubicBezTo>
                  <a:cubicBezTo>
                    <a:pt x="2179" y="3518"/>
                    <a:pt x="2835" y="3233"/>
                    <a:pt x="3269" y="2772"/>
                  </a:cubicBezTo>
                  <a:cubicBezTo>
                    <a:pt x="3836" y="2238"/>
                    <a:pt x="4103" y="1304"/>
                    <a:pt x="3703" y="604"/>
                  </a:cubicBezTo>
                  <a:cubicBezTo>
                    <a:pt x="3484" y="229"/>
                    <a:pt x="3061" y="0"/>
                    <a:pt x="2651" y="0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73" name="Google Shape;2373;p61"/>
            <p:cNvSpPr/>
            <p:nvPr/>
          </p:nvSpPr>
          <p:spPr>
            <a:xfrm>
              <a:off x="7676732" y="2497334"/>
              <a:ext cx="66361" cy="64955"/>
            </a:xfrm>
            <a:custGeom>
              <a:rect b="b" l="l" r="r" t="t"/>
              <a:pathLst>
                <a:path extrusionOk="0" h="3234" w="3304">
                  <a:moveTo>
                    <a:pt x="1302" y="434"/>
                  </a:moveTo>
                  <a:cubicBezTo>
                    <a:pt x="1335" y="468"/>
                    <a:pt x="1368" y="501"/>
                    <a:pt x="1435" y="501"/>
                  </a:cubicBezTo>
                  <a:cubicBezTo>
                    <a:pt x="1568" y="534"/>
                    <a:pt x="1735" y="568"/>
                    <a:pt x="1902" y="601"/>
                  </a:cubicBezTo>
                  <a:cubicBezTo>
                    <a:pt x="2035" y="601"/>
                    <a:pt x="2169" y="601"/>
                    <a:pt x="2302" y="668"/>
                  </a:cubicBezTo>
                  <a:cubicBezTo>
                    <a:pt x="2536" y="735"/>
                    <a:pt x="2769" y="868"/>
                    <a:pt x="2836" y="1101"/>
                  </a:cubicBezTo>
                  <a:cubicBezTo>
                    <a:pt x="3003" y="1602"/>
                    <a:pt x="2703" y="2202"/>
                    <a:pt x="2336" y="2536"/>
                  </a:cubicBezTo>
                  <a:cubicBezTo>
                    <a:pt x="2092" y="2739"/>
                    <a:pt x="1737" y="2855"/>
                    <a:pt x="1399" y="2855"/>
                  </a:cubicBezTo>
                  <a:cubicBezTo>
                    <a:pt x="1182" y="2855"/>
                    <a:pt x="971" y="2807"/>
                    <a:pt x="801" y="2703"/>
                  </a:cubicBezTo>
                  <a:cubicBezTo>
                    <a:pt x="568" y="2536"/>
                    <a:pt x="501" y="2236"/>
                    <a:pt x="468" y="1969"/>
                  </a:cubicBezTo>
                  <a:cubicBezTo>
                    <a:pt x="434" y="1669"/>
                    <a:pt x="434" y="1368"/>
                    <a:pt x="568" y="1135"/>
                  </a:cubicBezTo>
                  <a:cubicBezTo>
                    <a:pt x="701" y="801"/>
                    <a:pt x="1001" y="568"/>
                    <a:pt x="1302" y="434"/>
                  </a:cubicBezTo>
                  <a:close/>
                  <a:moveTo>
                    <a:pt x="1802" y="1"/>
                  </a:moveTo>
                  <a:cubicBezTo>
                    <a:pt x="1735" y="1"/>
                    <a:pt x="1702" y="1"/>
                    <a:pt x="1635" y="34"/>
                  </a:cubicBezTo>
                  <a:lnTo>
                    <a:pt x="1502" y="34"/>
                  </a:lnTo>
                  <a:cubicBezTo>
                    <a:pt x="1468" y="67"/>
                    <a:pt x="1435" y="67"/>
                    <a:pt x="1402" y="67"/>
                  </a:cubicBezTo>
                  <a:cubicBezTo>
                    <a:pt x="935" y="167"/>
                    <a:pt x="534" y="434"/>
                    <a:pt x="268" y="835"/>
                  </a:cubicBezTo>
                  <a:cubicBezTo>
                    <a:pt x="67" y="1135"/>
                    <a:pt x="1" y="1502"/>
                    <a:pt x="34" y="1869"/>
                  </a:cubicBezTo>
                  <a:cubicBezTo>
                    <a:pt x="67" y="2236"/>
                    <a:pt x="134" y="2669"/>
                    <a:pt x="401" y="2903"/>
                  </a:cubicBezTo>
                  <a:cubicBezTo>
                    <a:pt x="652" y="3138"/>
                    <a:pt x="970" y="3233"/>
                    <a:pt x="1295" y="3233"/>
                  </a:cubicBezTo>
                  <a:cubicBezTo>
                    <a:pt x="1660" y="3233"/>
                    <a:pt x="2035" y="3113"/>
                    <a:pt x="2336" y="2936"/>
                  </a:cubicBezTo>
                  <a:cubicBezTo>
                    <a:pt x="2936" y="2603"/>
                    <a:pt x="3303" y="1935"/>
                    <a:pt x="3270" y="1235"/>
                  </a:cubicBezTo>
                  <a:cubicBezTo>
                    <a:pt x="3270" y="835"/>
                    <a:pt x="3070" y="468"/>
                    <a:pt x="2736" y="268"/>
                  </a:cubicBezTo>
                  <a:lnTo>
                    <a:pt x="2736" y="234"/>
                  </a:lnTo>
                  <a:cubicBezTo>
                    <a:pt x="2536" y="134"/>
                    <a:pt x="2336" y="67"/>
                    <a:pt x="2136" y="34"/>
                  </a:cubicBezTo>
                  <a:cubicBezTo>
                    <a:pt x="2002" y="1"/>
                    <a:pt x="1902" y="1"/>
                    <a:pt x="1802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74" name="Google Shape;2374;p61"/>
            <p:cNvSpPr/>
            <p:nvPr/>
          </p:nvSpPr>
          <p:spPr>
            <a:xfrm>
              <a:off x="7842895" y="3104865"/>
              <a:ext cx="330981" cy="306316"/>
            </a:xfrm>
            <a:custGeom>
              <a:rect b="b" l="l" r="r" t="t"/>
              <a:pathLst>
                <a:path extrusionOk="0" h="15251" w="16479">
                  <a:moveTo>
                    <a:pt x="2003" y="0"/>
                  </a:moveTo>
                  <a:cubicBezTo>
                    <a:pt x="1457" y="0"/>
                    <a:pt x="981" y="376"/>
                    <a:pt x="734" y="808"/>
                  </a:cubicBezTo>
                  <a:cubicBezTo>
                    <a:pt x="0" y="2109"/>
                    <a:pt x="1001" y="3610"/>
                    <a:pt x="1802" y="4611"/>
                  </a:cubicBezTo>
                  <a:cubicBezTo>
                    <a:pt x="2702" y="5745"/>
                    <a:pt x="3803" y="6712"/>
                    <a:pt x="4770" y="7813"/>
                  </a:cubicBezTo>
                  <a:cubicBezTo>
                    <a:pt x="5804" y="8947"/>
                    <a:pt x="6605" y="10282"/>
                    <a:pt x="7639" y="11416"/>
                  </a:cubicBezTo>
                  <a:cubicBezTo>
                    <a:pt x="8540" y="12417"/>
                    <a:pt x="9607" y="13250"/>
                    <a:pt x="10808" y="13918"/>
                  </a:cubicBezTo>
                  <a:cubicBezTo>
                    <a:pt x="11563" y="14310"/>
                    <a:pt x="13222" y="15251"/>
                    <a:pt x="14247" y="15251"/>
                  </a:cubicBezTo>
                  <a:cubicBezTo>
                    <a:pt x="14353" y="15251"/>
                    <a:pt x="14453" y="15241"/>
                    <a:pt x="14544" y="15219"/>
                  </a:cubicBezTo>
                  <a:cubicBezTo>
                    <a:pt x="16479" y="14718"/>
                    <a:pt x="15044" y="11516"/>
                    <a:pt x="14444" y="10448"/>
                  </a:cubicBezTo>
                  <a:cubicBezTo>
                    <a:pt x="13710" y="9181"/>
                    <a:pt x="12709" y="8080"/>
                    <a:pt x="11642" y="7079"/>
                  </a:cubicBezTo>
                  <a:cubicBezTo>
                    <a:pt x="10508" y="6079"/>
                    <a:pt x="9307" y="5145"/>
                    <a:pt x="8106" y="4244"/>
                  </a:cubicBezTo>
                  <a:cubicBezTo>
                    <a:pt x="6738" y="3210"/>
                    <a:pt x="5404" y="2176"/>
                    <a:pt x="4036" y="1142"/>
                  </a:cubicBezTo>
                  <a:cubicBezTo>
                    <a:pt x="3703" y="908"/>
                    <a:pt x="3403" y="641"/>
                    <a:pt x="3069" y="408"/>
                  </a:cubicBezTo>
                  <a:cubicBezTo>
                    <a:pt x="2769" y="208"/>
                    <a:pt x="2469" y="41"/>
                    <a:pt x="2135" y="8"/>
                  </a:cubicBezTo>
                  <a:cubicBezTo>
                    <a:pt x="2091" y="3"/>
                    <a:pt x="2047" y="0"/>
                    <a:pt x="20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75" name="Google Shape;2375;p61"/>
            <p:cNvSpPr/>
            <p:nvPr/>
          </p:nvSpPr>
          <p:spPr>
            <a:xfrm>
              <a:off x="8065317" y="2891743"/>
              <a:ext cx="215090" cy="532132"/>
            </a:xfrm>
            <a:custGeom>
              <a:rect b="b" l="l" r="r" t="t"/>
              <a:pathLst>
                <a:path extrusionOk="0" h="26494" w="10709">
                  <a:moveTo>
                    <a:pt x="3734" y="1"/>
                  </a:moveTo>
                  <a:cubicBezTo>
                    <a:pt x="2836" y="1"/>
                    <a:pt x="1965" y="601"/>
                    <a:pt x="1469" y="1345"/>
                  </a:cubicBezTo>
                  <a:cubicBezTo>
                    <a:pt x="901" y="2179"/>
                    <a:pt x="701" y="3147"/>
                    <a:pt x="535" y="4147"/>
                  </a:cubicBezTo>
                  <a:cubicBezTo>
                    <a:pt x="1" y="7983"/>
                    <a:pt x="768" y="12020"/>
                    <a:pt x="2669" y="15389"/>
                  </a:cubicBezTo>
                  <a:cubicBezTo>
                    <a:pt x="3270" y="16456"/>
                    <a:pt x="3970" y="17457"/>
                    <a:pt x="4471" y="18558"/>
                  </a:cubicBezTo>
                  <a:cubicBezTo>
                    <a:pt x="5171" y="19992"/>
                    <a:pt x="5505" y="21593"/>
                    <a:pt x="5605" y="23194"/>
                  </a:cubicBezTo>
                  <a:cubicBezTo>
                    <a:pt x="5638" y="23895"/>
                    <a:pt x="5605" y="24629"/>
                    <a:pt x="5905" y="25262"/>
                  </a:cubicBezTo>
                  <a:cubicBezTo>
                    <a:pt x="6155" y="25762"/>
                    <a:pt x="6937" y="26493"/>
                    <a:pt x="7615" y="26493"/>
                  </a:cubicBezTo>
                  <a:cubicBezTo>
                    <a:pt x="7751" y="26493"/>
                    <a:pt x="7884" y="26464"/>
                    <a:pt x="8007" y="26397"/>
                  </a:cubicBezTo>
                  <a:cubicBezTo>
                    <a:pt x="8674" y="26063"/>
                    <a:pt x="9107" y="23995"/>
                    <a:pt x="9341" y="23328"/>
                  </a:cubicBezTo>
                  <a:cubicBezTo>
                    <a:pt x="10175" y="20959"/>
                    <a:pt x="10708" y="18391"/>
                    <a:pt x="10241" y="15889"/>
                  </a:cubicBezTo>
                  <a:cubicBezTo>
                    <a:pt x="9975" y="14421"/>
                    <a:pt x="9374" y="13020"/>
                    <a:pt x="9041" y="11586"/>
                  </a:cubicBezTo>
                  <a:cubicBezTo>
                    <a:pt x="8574" y="9651"/>
                    <a:pt x="8574" y="7650"/>
                    <a:pt x="8207" y="5682"/>
                  </a:cubicBezTo>
                  <a:cubicBezTo>
                    <a:pt x="7873" y="3747"/>
                    <a:pt x="7073" y="1746"/>
                    <a:pt x="5438" y="611"/>
                  </a:cubicBezTo>
                  <a:cubicBezTo>
                    <a:pt x="5004" y="278"/>
                    <a:pt x="4504" y="44"/>
                    <a:pt x="3937" y="11"/>
                  </a:cubicBezTo>
                  <a:cubicBezTo>
                    <a:pt x="3869" y="4"/>
                    <a:pt x="3801" y="1"/>
                    <a:pt x="37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76" name="Google Shape;2376;p61"/>
            <p:cNvSpPr/>
            <p:nvPr/>
          </p:nvSpPr>
          <p:spPr>
            <a:xfrm>
              <a:off x="8252910" y="3113542"/>
              <a:ext cx="173554" cy="394068"/>
            </a:xfrm>
            <a:custGeom>
              <a:rect b="b" l="l" r="r" t="t"/>
              <a:pathLst>
                <a:path extrusionOk="0" h="19620" w="8641">
                  <a:moveTo>
                    <a:pt x="7034" y="1"/>
                  </a:moveTo>
                  <a:cubicBezTo>
                    <a:pt x="6553" y="1"/>
                    <a:pt x="6104" y="308"/>
                    <a:pt x="5738" y="643"/>
                  </a:cubicBezTo>
                  <a:cubicBezTo>
                    <a:pt x="3770" y="2344"/>
                    <a:pt x="3070" y="5013"/>
                    <a:pt x="2469" y="7515"/>
                  </a:cubicBezTo>
                  <a:cubicBezTo>
                    <a:pt x="1969" y="9683"/>
                    <a:pt x="1435" y="11818"/>
                    <a:pt x="935" y="13953"/>
                  </a:cubicBezTo>
                  <a:cubicBezTo>
                    <a:pt x="568" y="15554"/>
                    <a:pt x="1" y="17655"/>
                    <a:pt x="868" y="19156"/>
                  </a:cubicBezTo>
                  <a:cubicBezTo>
                    <a:pt x="935" y="19323"/>
                    <a:pt x="1068" y="19457"/>
                    <a:pt x="1202" y="19557"/>
                  </a:cubicBezTo>
                  <a:cubicBezTo>
                    <a:pt x="1288" y="19600"/>
                    <a:pt x="1375" y="19619"/>
                    <a:pt x="1461" y="19619"/>
                  </a:cubicBezTo>
                  <a:cubicBezTo>
                    <a:pt x="1836" y="19619"/>
                    <a:pt x="2191" y="19249"/>
                    <a:pt x="2436" y="18923"/>
                  </a:cubicBezTo>
                  <a:cubicBezTo>
                    <a:pt x="5138" y="15053"/>
                    <a:pt x="7673" y="9883"/>
                    <a:pt x="8407" y="4980"/>
                  </a:cubicBezTo>
                  <a:cubicBezTo>
                    <a:pt x="8507" y="4179"/>
                    <a:pt x="8574" y="3378"/>
                    <a:pt x="8607" y="2611"/>
                  </a:cubicBezTo>
                  <a:cubicBezTo>
                    <a:pt x="8640" y="1510"/>
                    <a:pt x="8273" y="109"/>
                    <a:pt x="7173" y="9"/>
                  </a:cubicBezTo>
                  <a:cubicBezTo>
                    <a:pt x="7126" y="4"/>
                    <a:pt x="7080" y="1"/>
                    <a:pt x="70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77" name="Google Shape;2377;p61"/>
            <p:cNvSpPr/>
            <p:nvPr/>
          </p:nvSpPr>
          <p:spPr>
            <a:xfrm>
              <a:off x="8244214" y="3261789"/>
              <a:ext cx="117939" cy="373702"/>
            </a:xfrm>
            <a:custGeom>
              <a:rect b="b" l="l" r="r" t="t"/>
              <a:pathLst>
                <a:path extrusionOk="0" h="18606" w="5872">
                  <a:moveTo>
                    <a:pt x="5738" y="0"/>
                  </a:moveTo>
                  <a:cubicBezTo>
                    <a:pt x="5471" y="234"/>
                    <a:pt x="5437" y="601"/>
                    <a:pt x="5371" y="934"/>
                  </a:cubicBezTo>
                  <a:cubicBezTo>
                    <a:pt x="5271" y="1301"/>
                    <a:pt x="5171" y="1701"/>
                    <a:pt x="5070" y="2068"/>
                  </a:cubicBezTo>
                  <a:cubicBezTo>
                    <a:pt x="4837" y="2869"/>
                    <a:pt x="4603" y="3703"/>
                    <a:pt x="4337" y="4503"/>
                  </a:cubicBezTo>
                  <a:cubicBezTo>
                    <a:pt x="3770" y="6138"/>
                    <a:pt x="3102" y="7739"/>
                    <a:pt x="2435" y="9340"/>
                  </a:cubicBezTo>
                  <a:cubicBezTo>
                    <a:pt x="1201" y="12209"/>
                    <a:pt x="0" y="15211"/>
                    <a:pt x="200" y="18380"/>
                  </a:cubicBezTo>
                  <a:cubicBezTo>
                    <a:pt x="200" y="18530"/>
                    <a:pt x="309" y="18605"/>
                    <a:pt x="417" y="18605"/>
                  </a:cubicBezTo>
                  <a:cubicBezTo>
                    <a:pt x="526" y="18605"/>
                    <a:pt x="634" y="18530"/>
                    <a:pt x="634" y="18380"/>
                  </a:cubicBezTo>
                  <a:cubicBezTo>
                    <a:pt x="400" y="15044"/>
                    <a:pt x="1768" y="11942"/>
                    <a:pt x="3036" y="8940"/>
                  </a:cubicBezTo>
                  <a:cubicBezTo>
                    <a:pt x="3669" y="7472"/>
                    <a:pt x="4270" y="5971"/>
                    <a:pt x="4770" y="4437"/>
                  </a:cubicBezTo>
                  <a:cubicBezTo>
                    <a:pt x="5037" y="3603"/>
                    <a:pt x="5271" y="2802"/>
                    <a:pt x="5504" y="1968"/>
                  </a:cubicBezTo>
                  <a:cubicBezTo>
                    <a:pt x="5571" y="1601"/>
                    <a:pt x="5671" y="1201"/>
                    <a:pt x="5738" y="834"/>
                  </a:cubicBezTo>
                  <a:cubicBezTo>
                    <a:pt x="5804" y="534"/>
                    <a:pt x="5871" y="267"/>
                    <a:pt x="5771" y="0"/>
                  </a:cubicBezTo>
                  <a:close/>
                </a:path>
              </a:pathLst>
            </a:custGeom>
            <a:solidFill>
              <a:srgbClr val="222221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78" name="Google Shape;2378;p61"/>
            <p:cNvSpPr/>
            <p:nvPr/>
          </p:nvSpPr>
          <p:spPr>
            <a:xfrm>
              <a:off x="8022596" y="3119969"/>
              <a:ext cx="206213" cy="499775"/>
            </a:xfrm>
            <a:custGeom>
              <a:rect b="b" l="l" r="r" t="t"/>
              <a:pathLst>
                <a:path extrusionOk="0" h="24883" w="10267">
                  <a:moveTo>
                    <a:pt x="7942" y="0"/>
                  </a:moveTo>
                  <a:cubicBezTo>
                    <a:pt x="7817" y="0"/>
                    <a:pt x="7696" y="129"/>
                    <a:pt x="7765" y="290"/>
                  </a:cubicBezTo>
                  <a:cubicBezTo>
                    <a:pt x="9667" y="3926"/>
                    <a:pt x="9767" y="8029"/>
                    <a:pt x="9533" y="11998"/>
                  </a:cubicBezTo>
                  <a:cubicBezTo>
                    <a:pt x="9400" y="14100"/>
                    <a:pt x="9233" y="16168"/>
                    <a:pt x="9166" y="18269"/>
                  </a:cubicBezTo>
                  <a:cubicBezTo>
                    <a:pt x="9166" y="18870"/>
                    <a:pt x="9166" y="19470"/>
                    <a:pt x="9166" y="20104"/>
                  </a:cubicBezTo>
                  <a:cubicBezTo>
                    <a:pt x="9066" y="19870"/>
                    <a:pt x="8999" y="19637"/>
                    <a:pt x="8899" y="19403"/>
                  </a:cubicBezTo>
                  <a:cubicBezTo>
                    <a:pt x="8266" y="17902"/>
                    <a:pt x="7532" y="16468"/>
                    <a:pt x="6664" y="15100"/>
                  </a:cubicBezTo>
                  <a:cubicBezTo>
                    <a:pt x="4896" y="12198"/>
                    <a:pt x="2695" y="9630"/>
                    <a:pt x="360" y="7195"/>
                  </a:cubicBezTo>
                  <a:cubicBezTo>
                    <a:pt x="328" y="7154"/>
                    <a:pt x="287" y="7137"/>
                    <a:pt x="247" y="7137"/>
                  </a:cubicBezTo>
                  <a:cubicBezTo>
                    <a:pt x="123" y="7137"/>
                    <a:pt x="0" y="7302"/>
                    <a:pt x="126" y="7428"/>
                  </a:cubicBezTo>
                  <a:cubicBezTo>
                    <a:pt x="2328" y="9897"/>
                    <a:pt x="4429" y="12465"/>
                    <a:pt x="6164" y="15300"/>
                  </a:cubicBezTo>
                  <a:cubicBezTo>
                    <a:pt x="6998" y="16668"/>
                    <a:pt x="7765" y="18136"/>
                    <a:pt x="8399" y="19637"/>
                  </a:cubicBezTo>
                  <a:cubicBezTo>
                    <a:pt x="8733" y="20471"/>
                    <a:pt x="8999" y="21305"/>
                    <a:pt x="9233" y="22139"/>
                  </a:cubicBezTo>
                  <a:cubicBezTo>
                    <a:pt x="9266" y="23006"/>
                    <a:pt x="9300" y="23840"/>
                    <a:pt x="9366" y="24707"/>
                  </a:cubicBezTo>
                  <a:cubicBezTo>
                    <a:pt x="9383" y="24824"/>
                    <a:pt x="9491" y="24882"/>
                    <a:pt x="9592" y="24882"/>
                  </a:cubicBezTo>
                  <a:cubicBezTo>
                    <a:pt x="9692" y="24882"/>
                    <a:pt x="9783" y="24824"/>
                    <a:pt x="9767" y="24707"/>
                  </a:cubicBezTo>
                  <a:cubicBezTo>
                    <a:pt x="9767" y="24474"/>
                    <a:pt x="9733" y="24240"/>
                    <a:pt x="9733" y="24040"/>
                  </a:cubicBezTo>
                  <a:lnTo>
                    <a:pt x="9733" y="24040"/>
                  </a:lnTo>
                  <a:cubicBezTo>
                    <a:pt x="9767" y="24107"/>
                    <a:pt x="9767" y="24207"/>
                    <a:pt x="9800" y="24307"/>
                  </a:cubicBezTo>
                  <a:cubicBezTo>
                    <a:pt x="9830" y="24412"/>
                    <a:pt x="9928" y="24463"/>
                    <a:pt x="10026" y="24463"/>
                  </a:cubicBezTo>
                  <a:cubicBezTo>
                    <a:pt x="10146" y="24463"/>
                    <a:pt x="10267" y="24387"/>
                    <a:pt x="10267" y="24240"/>
                  </a:cubicBezTo>
                  <a:cubicBezTo>
                    <a:pt x="10167" y="23239"/>
                    <a:pt x="9900" y="22239"/>
                    <a:pt x="9600" y="21271"/>
                  </a:cubicBezTo>
                  <a:lnTo>
                    <a:pt x="9600" y="21305"/>
                  </a:lnTo>
                  <a:cubicBezTo>
                    <a:pt x="9533" y="19036"/>
                    <a:pt x="9600" y="16802"/>
                    <a:pt x="9767" y="14533"/>
                  </a:cubicBezTo>
                  <a:cubicBezTo>
                    <a:pt x="10000" y="11331"/>
                    <a:pt x="10267" y="8095"/>
                    <a:pt x="9733" y="4893"/>
                  </a:cubicBezTo>
                  <a:cubicBezTo>
                    <a:pt x="9433" y="3225"/>
                    <a:pt x="8933" y="1591"/>
                    <a:pt x="8099" y="90"/>
                  </a:cubicBezTo>
                  <a:cubicBezTo>
                    <a:pt x="8057" y="27"/>
                    <a:pt x="7999" y="0"/>
                    <a:pt x="7942" y="0"/>
                  </a:cubicBezTo>
                  <a:close/>
                </a:path>
              </a:pathLst>
            </a:custGeom>
            <a:solidFill>
              <a:srgbClr val="222221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79" name="Google Shape;2379;p61"/>
            <p:cNvSpPr/>
            <p:nvPr/>
          </p:nvSpPr>
          <p:spPr>
            <a:xfrm>
              <a:off x="8104181" y="3533801"/>
              <a:ext cx="217099" cy="203963"/>
            </a:xfrm>
            <a:custGeom>
              <a:rect b="b" l="l" r="r" t="t"/>
              <a:pathLst>
                <a:path extrusionOk="0" h="10155" w="10809">
                  <a:moveTo>
                    <a:pt x="34" y="0"/>
                  </a:moveTo>
                  <a:lnTo>
                    <a:pt x="1" y="634"/>
                  </a:lnTo>
                  <a:cubicBezTo>
                    <a:pt x="201" y="1101"/>
                    <a:pt x="501" y="2669"/>
                    <a:pt x="668" y="3136"/>
                  </a:cubicBezTo>
                  <a:cubicBezTo>
                    <a:pt x="1268" y="5137"/>
                    <a:pt x="1402" y="7205"/>
                    <a:pt x="1301" y="9274"/>
                  </a:cubicBezTo>
                  <a:cubicBezTo>
                    <a:pt x="1301" y="9574"/>
                    <a:pt x="1268" y="9841"/>
                    <a:pt x="1235" y="10141"/>
                  </a:cubicBezTo>
                  <a:cubicBezTo>
                    <a:pt x="1792" y="10151"/>
                    <a:pt x="2686" y="10155"/>
                    <a:pt x="3702" y="10155"/>
                  </a:cubicBezTo>
                  <a:cubicBezTo>
                    <a:pt x="6155" y="10155"/>
                    <a:pt x="9316" y="10131"/>
                    <a:pt x="10141" y="10108"/>
                  </a:cubicBezTo>
                  <a:cubicBezTo>
                    <a:pt x="9607" y="6805"/>
                    <a:pt x="10108" y="3336"/>
                    <a:pt x="10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80" name="Google Shape;2380;p61"/>
            <p:cNvSpPr/>
            <p:nvPr/>
          </p:nvSpPr>
          <p:spPr>
            <a:xfrm>
              <a:off x="6793896" y="3731437"/>
              <a:ext cx="1627206" cy="777189"/>
            </a:xfrm>
            <a:custGeom>
              <a:rect b="b" l="l" r="r" t="t"/>
              <a:pathLst>
                <a:path extrusionOk="0" h="38695" w="81016">
                  <a:moveTo>
                    <a:pt x="18604" y="1"/>
                  </a:moveTo>
                  <a:cubicBezTo>
                    <a:pt x="15736" y="1"/>
                    <a:pt x="12833" y="34"/>
                    <a:pt x="9931" y="34"/>
                  </a:cubicBezTo>
                  <a:cubicBezTo>
                    <a:pt x="9198" y="34"/>
                    <a:pt x="8472" y="26"/>
                    <a:pt x="7747" y="26"/>
                  </a:cubicBezTo>
                  <a:cubicBezTo>
                    <a:pt x="7021" y="26"/>
                    <a:pt x="6295" y="34"/>
                    <a:pt x="5562" y="67"/>
                  </a:cubicBezTo>
                  <a:cubicBezTo>
                    <a:pt x="4628" y="134"/>
                    <a:pt x="3694" y="201"/>
                    <a:pt x="2726" y="301"/>
                  </a:cubicBezTo>
                  <a:cubicBezTo>
                    <a:pt x="2126" y="301"/>
                    <a:pt x="1525" y="301"/>
                    <a:pt x="892" y="268"/>
                  </a:cubicBezTo>
                  <a:cubicBezTo>
                    <a:pt x="882" y="267"/>
                    <a:pt x="872" y="267"/>
                    <a:pt x="862" y="267"/>
                  </a:cubicBezTo>
                  <a:cubicBezTo>
                    <a:pt x="1" y="267"/>
                    <a:pt x="1" y="1702"/>
                    <a:pt x="862" y="1702"/>
                  </a:cubicBezTo>
                  <a:cubicBezTo>
                    <a:pt x="872" y="1702"/>
                    <a:pt x="882" y="1702"/>
                    <a:pt x="892" y="1702"/>
                  </a:cubicBezTo>
                  <a:cubicBezTo>
                    <a:pt x="1525" y="1702"/>
                    <a:pt x="2126" y="1702"/>
                    <a:pt x="2760" y="1669"/>
                  </a:cubicBezTo>
                  <a:cubicBezTo>
                    <a:pt x="3560" y="1769"/>
                    <a:pt x="4361" y="1835"/>
                    <a:pt x="5161" y="1902"/>
                  </a:cubicBezTo>
                  <a:cubicBezTo>
                    <a:pt x="5795" y="1935"/>
                    <a:pt x="6429" y="1944"/>
                    <a:pt x="7067" y="1944"/>
                  </a:cubicBezTo>
                  <a:cubicBezTo>
                    <a:pt x="7705" y="1944"/>
                    <a:pt x="8347" y="1935"/>
                    <a:pt x="8997" y="1935"/>
                  </a:cubicBezTo>
                  <a:lnTo>
                    <a:pt x="12934" y="1935"/>
                  </a:lnTo>
                  <a:cubicBezTo>
                    <a:pt x="12900" y="2102"/>
                    <a:pt x="12867" y="2302"/>
                    <a:pt x="12800" y="2436"/>
                  </a:cubicBezTo>
                  <a:cubicBezTo>
                    <a:pt x="12633" y="3170"/>
                    <a:pt x="12467" y="3937"/>
                    <a:pt x="12300" y="4671"/>
                  </a:cubicBezTo>
                  <a:cubicBezTo>
                    <a:pt x="11699" y="7506"/>
                    <a:pt x="11099" y="10341"/>
                    <a:pt x="10498" y="13177"/>
                  </a:cubicBezTo>
                  <a:cubicBezTo>
                    <a:pt x="9298" y="18914"/>
                    <a:pt x="8163" y="24685"/>
                    <a:pt x="6996" y="30422"/>
                  </a:cubicBezTo>
                  <a:cubicBezTo>
                    <a:pt x="6662" y="32057"/>
                    <a:pt x="6329" y="33658"/>
                    <a:pt x="6029" y="35293"/>
                  </a:cubicBezTo>
                  <a:cubicBezTo>
                    <a:pt x="5862" y="36093"/>
                    <a:pt x="5695" y="36927"/>
                    <a:pt x="5528" y="37728"/>
                  </a:cubicBezTo>
                  <a:cubicBezTo>
                    <a:pt x="5462" y="38061"/>
                    <a:pt x="5395" y="38361"/>
                    <a:pt x="5295" y="38695"/>
                  </a:cubicBezTo>
                  <a:lnTo>
                    <a:pt x="7530" y="38695"/>
                  </a:lnTo>
                  <a:cubicBezTo>
                    <a:pt x="7663" y="38095"/>
                    <a:pt x="7763" y="37461"/>
                    <a:pt x="7863" y="36894"/>
                  </a:cubicBezTo>
                  <a:cubicBezTo>
                    <a:pt x="8130" y="35593"/>
                    <a:pt x="8397" y="34292"/>
                    <a:pt x="8630" y="33024"/>
                  </a:cubicBezTo>
                  <a:cubicBezTo>
                    <a:pt x="9164" y="30456"/>
                    <a:pt x="9698" y="27887"/>
                    <a:pt x="10198" y="25319"/>
                  </a:cubicBezTo>
                  <a:cubicBezTo>
                    <a:pt x="11232" y="20215"/>
                    <a:pt x="12266" y="15145"/>
                    <a:pt x="13234" y="10075"/>
                  </a:cubicBezTo>
                  <a:cubicBezTo>
                    <a:pt x="13501" y="8640"/>
                    <a:pt x="13767" y="7206"/>
                    <a:pt x="14068" y="5805"/>
                  </a:cubicBezTo>
                  <a:cubicBezTo>
                    <a:pt x="14201" y="5038"/>
                    <a:pt x="14335" y="4304"/>
                    <a:pt x="14468" y="3537"/>
                  </a:cubicBezTo>
                  <a:cubicBezTo>
                    <a:pt x="14535" y="3203"/>
                    <a:pt x="14568" y="2869"/>
                    <a:pt x="14635" y="2536"/>
                  </a:cubicBezTo>
                  <a:cubicBezTo>
                    <a:pt x="14668" y="2369"/>
                    <a:pt x="14701" y="2236"/>
                    <a:pt x="14701" y="2102"/>
                  </a:cubicBezTo>
                  <a:cubicBezTo>
                    <a:pt x="14768" y="2069"/>
                    <a:pt x="14802" y="2002"/>
                    <a:pt x="14868" y="1969"/>
                  </a:cubicBezTo>
                  <a:lnTo>
                    <a:pt x="32081" y="1969"/>
                  </a:lnTo>
                  <a:cubicBezTo>
                    <a:pt x="42288" y="1935"/>
                    <a:pt x="52495" y="1935"/>
                    <a:pt x="62702" y="1902"/>
                  </a:cubicBezTo>
                  <a:lnTo>
                    <a:pt x="68907" y="1902"/>
                  </a:lnTo>
                  <a:cubicBezTo>
                    <a:pt x="69107" y="3270"/>
                    <a:pt x="69541" y="4637"/>
                    <a:pt x="69874" y="5972"/>
                  </a:cubicBezTo>
                  <a:cubicBezTo>
                    <a:pt x="70241" y="7439"/>
                    <a:pt x="70641" y="8907"/>
                    <a:pt x="71042" y="10341"/>
                  </a:cubicBezTo>
                  <a:cubicBezTo>
                    <a:pt x="71842" y="13277"/>
                    <a:pt x="72643" y="16212"/>
                    <a:pt x="73477" y="19114"/>
                  </a:cubicBezTo>
                  <a:cubicBezTo>
                    <a:pt x="75111" y="25052"/>
                    <a:pt x="76779" y="30956"/>
                    <a:pt x="78414" y="36860"/>
                  </a:cubicBezTo>
                  <a:cubicBezTo>
                    <a:pt x="78580" y="37461"/>
                    <a:pt x="78781" y="38095"/>
                    <a:pt x="78947" y="38695"/>
                  </a:cubicBezTo>
                  <a:lnTo>
                    <a:pt x="81015" y="38695"/>
                  </a:lnTo>
                  <a:cubicBezTo>
                    <a:pt x="80949" y="38462"/>
                    <a:pt x="80882" y="38261"/>
                    <a:pt x="80815" y="38028"/>
                  </a:cubicBezTo>
                  <a:lnTo>
                    <a:pt x="80282" y="36127"/>
                  </a:lnTo>
                  <a:lnTo>
                    <a:pt x="79181" y="32257"/>
                  </a:lnTo>
                  <a:cubicBezTo>
                    <a:pt x="78480" y="29722"/>
                    <a:pt x="77746" y="27220"/>
                    <a:pt x="77046" y="24685"/>
                  </a:cubicBezTo>
                  <a:cubicBezTo>
                    <a:pt x="75612" y="19615"/>
                    <a:pt x="74177" y="14544"/>
                    <a:pt x="72710" y="9474"/>
                  </a:cubicBezTo>
                  <a:cubicBezTo>
                    <a:pt x="72309" y="8073"/>
                    <a:pt x="71909" y="6705"/>
                    <a:pt x="71475" y="5304"/>
                  </a:cubicBezTo>
                  <a:cubicBezTo>
                    <a:pt x="71108" y="4170"/>
                    <a:pt x="70808" y="3003"/>
                    <a:pt x="70375" y="1902"/>
                  </a:cubicBezTo>
                  <a:cubicBezTo>
                    <a:pt x="73610" y="1902"/>
                    <a:pt x="76879" y="1902"/>
                    <a:pt x="80115" y="1869"/>
                  </a:cubicBezTo>
                  <a:cubicBezTo>
                    <a:pt x="80649" y="1869"/>
                    <a:pt x="80949" y="1435"/>
                    <a:pt x="80915" y="1001"/>
                  </a:cubicBezTo>
                  <a:cubicBezTo>
                    <a:pt x="80949" y="568"/>
                    <a:pt x="80649" y="134"/>
                    <a:pt x="80115" y="134"/>
                  </a:cubicBezTo>
                  <a:cubicBezTo>
                    <a:pt x="73266" y="45"/>
                    <a:pt x="66401" y="45"/>
                    <a:pt x="59542" y="45"/>
                  </a:cubicBezTo>
                  <a:cubicBezTo>
                    <a:pt x="56113" y="45"/>
                    <a:pt x="52684" y="45"/>
                    <a:pt x="49259" y="34"/>
                  </a:cubicBezTo>
                  <a:cubicBezTo>
                    <a:pt x="39052" y="34"/>
                    <a:pt x="28845" y="34"/>
                    <a:pt x="186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81" name="Google Shape;2381;p61"/>
            <p:cNvSpPr/>
            <p:nvPr/>
          </p:nvSpPr>
          <p:spPr>
            <a:xfrm>
              <a:off x="5729773" y="1596221"/>
              <a:ext cx="426123" cy="434157"/>
            </a:xfrm>
            <a:custGeom>
              <a:rect b="b" l="l" r="r" t="t"/>
              <a:pathLst>
                <a:path extrusionOk="0" h="21616" w="21216">
                  <a:moveTo>
                    <a:pt x="10620" y="3500"/>
                  </a:moveTo>
                  <a:cubicBezTo>
                    <a:pt x="14228" y="3500"/>
                    <a:pt x="17338" y="6316"/>
                    <a:pt x="17713" y="10074"/>
                  </a:cubicBezTo>
                  <a:cubicBezTo>
                    <a:pt x="18114" y="14077"/>
                    <a:pt x="15245" y="17646"/>
                    <a:pt x="11342" y="18046"/>
                  </a:cubicBezTo>
                  <a:cubicBezTo>
                    <a:pt x="11099" y="18071"/>
                    <a:pt x="10857" y="18083"/>
                    <a:pt x="10617" y="18083"/>
                  </a:cubicBezTo>
                  <a:cubicBezTo>
                    <a:pt x="6984" y="18083"/>
                    <a:pt x="3879" y="15297"/>
                    <a:pt x="3503" y="11542"/>
                  </a:cubicBezTo>
                  <a:cubicBezTo>
                    <a:pt x="3103" y="7539"/>
                    <a:pt x="5972" y="3936"/>
                    <a:pt x="9908" y="3536"/>
                  </a:cubicBezTo>
                  <a:cubicBezTo>
                    <a:pt x="10147" y="3512"/>
                    <a:pt x="10385" y="3500"/>
                    <a:pt x="10620" y="3500"/>
                  </a:cubicBezTo>
                  <a:close/>
                  <a:moveTo>
                    <a:pt x="11342" y="0"/>
                  </a:moveTo>
                  <a:cubicBezTo>
                    <a:pt x="11376" y="67"/>
                    <a:pt x="11409" y="134"/>
                    <a:pt x="11409" y="200"/>
                  </a:cubicBezTo>
                  <a:cubicBezTo>
                    <a:pt x="11509" y="1201"/>
                    <a:pt x="10809" y="2068"/>
                    <a:pt x="9841" y="2168"/>
                  </a:cubicBezTo>
                  <a:cubicBezTo>
                    <a:pt x="9779" y="2175"/>
                    <a:pt x="9718" y="2178"/>
                    <a:pt x="9657" y="2178"/>
                  </a:cubicBezTo>
                  <a:cubicBezTo>
                    <a:pt x="8766" y="2178"/>
                    <a:pt x="8000" y="1504"/>
                    <a:pt x="7906" y="567"/>
                  </a:cubicBezTo>
                  <a:cubicBezTo>
                    <a:pt x="7906" y="501"/>
                    <a:pt x="7906" y="400"/>
                    <a:pt x="7906" y="334"/>
                  </a:cubicBezTo>
                  <a:cubicBezTo>
                    <a:pt x="7239" y="501"/>
                    <a:pt x="6572" y="767"/>
                    <a:pt x="5938" y="1068"/>
                  </a:cubicBezTo>
                  <a:cubicBezTo>
                    <a:pt x="6005" y="1134"/>
                    <a:pt x="6072" y="1168"/>
                    <a:pt x="6105" y="1268"/>
                  </a:cubicBezTo>
                  <a:cubicBezTo>
                    <a:pt x="6672" y="2068"/>
                    <a:pt x="6505" y="3169"/>
                    <a:pt x="5705" y="3736"/>
                  </a:cubicBezTo>
                  <a:cubicBezTo>
                    <a:pt x="5402" y="3973"/>
                    <a:pt x="5048" y="4085"/>
                    <a:pt x="4695" y="4085"/>
                  </a:cubicBezTo>
                  <a:cubicBezTo>
                    <a:pt x="4152" y="4085"/>
                    <a:pt x="3613" y="3821"/>
                    <a:pt x="3270" y="3336"/>
                  </a:cubicBezTo>
                  <a:cubicBezTo>
                    <a:pt x="3203" y="3269"/>
                    <a:pt x="3170" y="3202"/>
                    <a:pt x="3136" y="3102"/>
                  </a:cubicBezTo>
                  <a:cubicBezTo>
                    <a:pt x="2636" y="3603"/>
                    <a:pt x="2202" y="4170"/>
                    <a:pt x="1802" y="4770"/>
                  </a:cubicBezTo>
                  <a:cubicBezTo>
                    <a:pt x="1869" y="4804"/>
                    <a:pt x="1969" y="4804"/>
                    <a:pt x="2036" y="4870"/>
                  </a:cubicBezTo>
                  <a:cubicBezTo>
                    <a:pt x="2936" y="5271"/>
                    <a:pt x="3337" y="6305"/>
                    <a:pt x="2936" y="7205"/>
                  </a:cubicBezTo>
                  <a:cubicBezTo>
                    <a:pt x="2641" y="7869"/>
                    <a:pt x="2002" y="8261"/>
                    <a:pt x="1325" y="8261"/>
                  </a:cubicBezTo>
                  <a:cubicBezTo>
                    <a:pt x="1084" y="8261"/>
                    <a:pt x="838" y="8211"/>
                    <a:pt x="601" y="8106"/>
                  </a:cubicBezTo>
                  <a:cubicBezTo>
                    <a:pt x="535" y="8073"/>
                    <a:pt x="434" y="8039"/>
                    <a:pt x="368" y="7973"/>
                  </a:cubicBezTo>
                  <a:cubicBezTo>
                    <a:pt x="168" y="8673"/>
                    <a:pt x="68" y="9374"/>
                    <a:pt x="1" y="10107"/>
                  </a:cubicBezTo>
                  <a:cubicBezTo>
                    <a:pt x="101" y="10074"/>
                    <a:pt x="201" y="10041"/>
                    <a:pt x="301" y="10041"/>
                  </a:cubicBezTo>
                  <a:cubicBezTo>
                    <a:pt x="358" y="10035"/>
                    <a:pt x="415" y="10032"/>
                    <a:pt x="472" y="10032"/>
                  </a:cubicBezTo>
                  <a:cubicBezTo>
                    <a:pt x="1339" y="10032"/>
                    <a:pt x="2108" y="10734"/>
                    <a:pt x="2202" y="11642"/>
                  </a:cubicBezTo>
                  <a:cubicBezTo>
                    <a:pt x="2302" y="12643"/>
                    <a:pt x="1602" y="13510"/>
                    <a:pt x="635" y="13610"/>
                  </a:cubicBezTo>
                  <a:lnTo>
                    <a:pt x="334" y="13610"/>
                  </a:lnTo>
                  <a:cubicBezTo>
                    <a:pt x="535" y="14310"/>
                    <a:pt x="801" y="14978"/>
                    <a:pt x="1102" y="15611"/>
                  </a:cubicBezTo>
                  <a:cubicBezTo>
                    <a:pt x="1168" y="15545"/>
                    <a:pt x="1235" y="15511"/>
                    <a:pt x="1302" y="15445"/>
                  </a:cubicBezTo>
                  <a:cubicBezTo>
                    <a:pt x="1618" y="15208"/>
                    <a:pt x="1975" y="15095"/>
                    <a:pt x="2327" y="15095"/>
                  </a:cubicBezTo>
                  <a:cubicBezTo>
                    <a:pt x="2867" y="15095"/>
                    <a:pt x="3393" y="15360"/>
                    <a:pt x="3737" y="15845"/>
                  </a:cubicBezTo>
                  <a:cubicBezTo>
                    <a:pt x="4304" y="16645"/>
                    <a:pt x="4137" y="17746"/>
                    <a:pt x="3370" y="18347"/>
                  </a:cubicBezTo>
                  <a:cubicBezTo>
                    <a:pt x="3270" y="18413"/>
                    <a:pt x="3203" y="18447"/>
                    <a:pt x="3103" y="18480"/>
                  </a:cubicBezTo>
                  <a:cubicBezTo>
                    <a:pt x="3603" y="18980"/>
                    <a:pt x="4170" y="19447"/>
                    <a:pt x="4738" y="19848"/>
                  </a:cubicBezTo>
                  <a:cubicBezTo>
                    <a:pt x="4771" y="19748"/>
                    <a:pt x="4804" y="19681"/>
                    <a:pt x="4838" y="19581"/>
                  </a:cubicBezTo>
                  <a:cubicBezTo>
                    <a:pt x="5133" y="18917"/>
                    <a:pt x="5772" y="18525"/>
                    <a:pt x="6435" y="18525"/>
                  </a:cubicBezTo>
                  <a:cubicBezTo>
                    <a:pt x="6672" y="18525"/>
                    <a:pt x="6911" y="18575"/>
                    <a:pt x="7139" y="18680"/>
                  </a:cubicBezTo>
                  <a:cubicBezTo>
                    <a:pt x="8040" y="19114"/>
                    <a:pt x="8440" y="20148"/>
                    <a:pt x="8040" y="21049"/>
                  </a:cubicBezTo>
                  <a:cubicBezTo>
                    <a:pt x="8007" y="21149"/>
                    <a:pt x="7940" y="21215"/>
                    <a:pt x="7906" y="21282"/>
                  </a:cubicBezTo>
                  <a:cubicBezTo>
                    <a:pt x="8574" y="21482"/>
                    <a:pt x="9274" y="21582"/>
                    <a:pt x="9975" y="21616"/>
                  </a:cubicBezTo>
                  <a:cubicBezTo>
                    <a:pt x="9941" y="21549"/>
                    <a:pt x="9941" y="21482"/>
                    <a:pt x="9908" y="21382"/>
                  </a:cubicBezTo>
                  <a:cubicBezTo>
                    <a:pt x="9841" y="20415"/>
                    <a:pt x="10542" y="19514"/>
                    <a:pt x="11476" y="19414"/>
                  </a:cubicBezTo>
                  <a:cubicBezTo>
                    <a:pt x="11535" y="19408"/>
                    <a:pt x="11594" y="19405"/>
                    <a:pt x="11652" y="19405"/>
                  </a:cubicBezTo>
                  <a:cubicBezTo>
                    <a:pt x="12547" y="19405"/>
                    <a:pt x="13316" y="20107"/>
                    <a:pt x="13410" y="21015"/>
                  </a:cubicBezTo>
                  <a:cubicBezTo>
                    <a:pt x="13410" y="21115"/>
                    <a:pt x="13410" y="21182"/>
                    <a:pt x="13410" y="21282"/>
                  </a:cubicBezTo>
                  <a:cubicBezTo>
                    <a:pt x="14078" y="21082"/>
                    <a:pt x="14745" y="20815"/>
                    <a:pt x="15345" y="20515"/>
                  </a:cubicBezTo>
                  <a:cubicBezTo>
                    <a:pt x="15312" y="20448"/>
                    <a:pt x="15245" y="20415"/>
                    <a:pt x="15212" y="20348"/>
                  </a:cubicBezTo>
                  <a:cubicBezTo>
                    <a:pt x="14645" y="19548"/>
                    <a:pt x="14811" y="18447"/>
                    <a:pt x="15612" y="17846"/>
                  </a:cubicBezTo>
                  <a:cubicBezTo>
                    <a:pt x="15917" y="17621"/>
                    <a:pt x="16274" y="17512"/>
                    <a:pt x="16629" y="17512"/>
                  </a:cubicBezTo>
                  <a:cubicBezTo>
                    <a:pt x="17169" y="17512"/>
                    <a:pt x="17705" y="17764"/>
                    <a:pt x="18047" y="18247"/>
                  </a:cubicBezTo>
                  <a:cubicBezTo>
                    <a:pt x="18080" y="18313"/>
                    <a:pt x="18114" y="18380"/>
                    <a:pt x="18147" y="18447"/>
                  </a:cubicBezTo>
                  <a:cubicBezTo>
                    <a:pt x="18647" y="17946"/>
                    <a:pt x="19081" y="17413"/>
                    <a:pt x="19448" y="16812"/>
                  </a:cubicBezTo>
                  <a:cubicBezTo>
                    <a:pt x="19415" y="16779"/>
                    <a:pt x="19348" y="16779"/>
                    <a:pt x="19281" y="16746"/>
                  </a:cubicBezTo>
                  <a:cubicBezTo>
                    <a:pt x="18381" y="16345"/>
                    <a:pt x="18014" y="15278"/>
                    <a:pt x="18414" y="14377"/>
                  </a:cubicBezTo>
                  <a:cubicBezTo>
                    <a:pt x="18684" y="13713"/>
                    <a:pt x="19335" y="13321"/>
                    <a:pt x="20006" y="13321"/>
                  </a:cubicBezTo>
                  <a:cubicBezTo>
                    <a:pt x="20246" y="13321"/>
                    <a:pt x="20488" y="13371"/>
                    <a:pt x="20716" y="13477"/>
                  </a:cubicBezTo>
                  <a:cubicBezTo>
                    <a:pt x="20782" y="13510"/>
                    <a:pt x="20816" y="13543"/>
                    <a:pt x="20882" y="13577"/>
                  </a:cubicBezTo>
                  <a:cubicBezTo>
                    <a:pt x="21049" y="12909"/>
                    <a:pt x="21183" y="12242"/>
                    <a:pt x="21216" y="11542"/>
                  </a:cubicBezTo>
                  <a:cubicBezTo>
                    <a:pt x="21149" y="11542"/>
                    <a:pt x="21116" y="11542"/>
                    <a:pt x="21049" y="11575"/>
                  </a:cubicBezTo>
                  <a:cubicBezTo>
                    <a:pt x="20990" y="11581"/>
                    <a:pt x="20931" y="11584"/>
                    <a:pt x="20872" y="11584"/>
                  </a:cubicBezTo>
                  <a:cubicBezTo>
                    <a:pt x="19978" y="11584"/>
                    <a:pt x="19208" y="10882"/>
                    <a:pt x="19114" y="9974"/>
                  </a:cubicBezTo>
                  <a:cubicBezTo>
                    <a:pt x="19014" y="8973"/>
                    <a:pt x="19715" y="8106"/>
                    <a:pt x="20682" y="8006"/>
                  </a:cubicBezTo>
                  <a:lnTo>
                    <a:pt x="20882" y="8006"/>
                  </a:lnTo>
                  <a:cubicBezTo>
                    <a:pt x="20682" y="7305"/>
                    <a:pt x="20449" y="6672"/>
                    <a:pt x="20149" y="6038"/>
                  </a:cubicBezTo>
                  <a:cubicBezTo>
                    <a:pt x="20115" y="6071"/>
                    <a:pt x="20082" y="6138"/>
                    <a:pt x="20015" y="6171"/>
                  </a:cubicBezTo>
                  <a:cubicBezTo>
                    <a:pt x="19710" y="6396"/>
                    <a:pt x="19353" y="6506"/>
                    <a:pt x="18998" y="6506"/>
                  </a:cubicBezTo>
                  <a:cubicBezTo>
                    <a:pt x="18458" y="6506"/>
                    <a:pt x="17922" y="6254"/>
                    <a:pt x="17580" y="5771"/>
                  </a:cubicBezTo>
                  <a:cubicBezTo>
                    <a:pt x="17013" y="4970"/>
                    <a:pt x="17180" y="3836"/>
                    <a:pt x="17980" y="3269"/>
                  </a:cubicBezTo>
                  <a:cubicBezTo>
                    <a:pt x="18014" y="3236"/>
                    <a:pt x="18080" y="3202"/>
                    <a:pt x="18147" y="3169"/>
                  </a:cubicBezTo>
                  <a:cubicBezTo>
                    <a:pt x="17647" y="2669"/>
                    <a:pt x="17113" y="2202"/>
                    <a:pt x="16546" y="1835"/>
                  </a:cubicBezTo>
                  <a:cubicBezTo>
                    <a:pt x="16546" y="1868"/>
                    <a:pt x="16513" y="1935"/>
                    <a:pt x="16479" y="2002"/>
                  </a:cubicBezTo>
                  <a:cubicBezTo>
                    <a:pt x="16184" y="2665"/>
                    <a:pt x="15545" y="3057"/>
                    <a:pt x="14882" y="3057"/>
                  </a:cubicBezTo>
                  <a:cubicBezTo>
                    <a:pt x="14645" y="3057"/>
                    <a:pt x="14406" y="3008"/>
                    <a:pt x="14178" y="2902"/>
                  </a:cubicBezTo>
                  <a:cubicBezTo>
                    <a:pt x="13277" y="2502"/>
                    <a:pt x="12910" y="1435"/>
                    <a:pt x="13277" y="534"/>
                  </a:cubicBezTo>
                  <a:cubicBezTo>
                    <a:pt x="13310" y="467"/>
                    <a:pt x="13377" y="400"/>
                    <a:pt x="13410" y="334"/>
                  </a:cubicBezTo>
                  <a:cubicBezTo>
                    <a:pt x="12743" y="167"/>
                    <a:pt x="12043" y="34"/>
                    <a:pt x="11342" y="0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82" name="Google Shape;2382;p61"/>
            <p:cNvSpPr/>
            <p:nvPr/>
          </p:nvSpPr>
          <p:spPr>
            <a:xfrm>
              <a:off x="5769300" y="1647016"/>
              <a:ext cx="347069" cy="332567"/>
            </a:xfrm>
            <a:custGeom>
              <a:rect b="b" l="l" r="r" t="t"/>
              <a:pathLst>
                <a:path extrusionOk="0" h="16558" w="17280">
                  <a:moveTo>
                    <a:pt x="8616" y="2720"/>
                  </a:moveTo>
                  <a:cubicBezTo>
                    <a:pt x="8866" y="2720"/>
                    <a:pt x="9120" y="2738"/>
                    <a:pt x="9374" y="2775"/>
                  </a:cubicBezTo>
                  <a:cubicBezTo>
                    <a:pt x="12343" y="3175"/>
                    <a:pt x="14445" y="5977"/>
                    <a:pt x="14044" y="9013"/>
                  </a:cubicBezTo>
                  <a:cubicBezTo>
                    <a:pt x="13678" y="11788"/>
                    <a:pt x="11361" y="13838"/>
                    <a:pt x="8672" y="13838"/>
                  </a:cubicBezTo>
                  <a:cubicBezTo>
                    <a:pt x="8420" y="13838"/>
                    <a:pt x="8164" y="13820"/>
                    <a:pt x="7907" y="13783"/>
                  </a:cubicBezTo>
                  <a:cubicBezTo>
                    <a:pt x="4938" y="13383"/>
                    <a:pt x="2836" y="10581"/>
                    <a:pt x="3237" y="7545"/>
                  </a:cubicBezTo>
                  <a:cubicBezTo>
                    <a:pt x="3602" y="4770"/>
                    <a:pt x="5948" y="2720"/>
                    <a:pt x="8616" y="2720"/>
                  </a:cubicBezTo>
                  <a:close/>
                  <a:moveTo>
                    <a:pt x="8661" y="0"/>
                  </a:moveTo>
                  <a:cubicBezTo>
                    <a:pt x="4657" y="0"/>
                    <a:pt x="1153" y="3013"/>
                    <a:pt x="601" y="7178"/>
                  </a:cubicBezTo>
                  <a:cubicBezTo>
                    <a:pt x="1" y="11715"/>
                    <a:pt x="3136" y="15884"/>
                    <a:pt x="7573" y="16485"/>
                  </a:cubicBezTo>
                  <a:cubicBezTo>
                    <a:pt x="7936" y="16534"/>
                    <a:pt x="8296" y="16558"/>
                    <a:pt x="8653" y="16558"/>
                  </a:cubicBezTo>
                  <a:cubicBezTo>
                    <a:pt x="12657" y="16558"/>
                    <a:pt x="16159" y="13545"/>
                    <a:pt x="16679" y="9380"/>
                  </a:cubicBezTo>
                  <a:cubicBezTo>
                    <a:pt x="17280" y="4843"/>
                    <a:pt x="14178" y="673"/>
                    <a:pt x="9741" y="73"/>
                  </a:cubicBezTo>
                  <a:cubicBezTo>
                    <a:pt x="9378" y="24"/>
                    <a:pt x="9018" y="0"/>
                    <a:pt x="86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83" name="Google Shape;2383;p61"/>
            <p:cNvSpPr/>
            <p:nvPr/>
          </p:nvSpPr>
          <p:spPr>
            <a:xfrm>
              <a:off x="6151196" y="1621006"/>
              <a:ext cx="391296" cy="398647"/>
            </a:xfrm>
            <a:custGeom>
              <a:rect b="b" l="l" r="r" t="t"/>
              <a:pathLst>
                <a:path extrusionOk="0" h="19848" w="19482">
                  <a:moveTo>
                    <a:pt x="19139" y="7339"/>
                  </a:moveTo>
                  <a:lnTo>
                    <a:pt x="19139" y="7339"/>
                  </a:lnTo>
                  <a:cubicBezTo>
                    <a:pt x="19142" y="7350"/>
                    <a:pt x="19145" y="7361"/>
                    <a:pt x="19147" y="7372"/>
                  </a:cubicBezTo>
                  <a:lnTo>
                    <a:pt x="19147" y="7339"/>
                  </a:lnTo>
                  <a:close/>
                  <a:moveTo>
                    <a:pt x="9735" y="3236"/>
                  </a:moveTo>
                  <a:cubicBezTo>
                    <a:pt x="13061" y="3236"/>
                    <a:pt x="15901" y="5798"/>
                    <a:pt x="16245" y="9240"/>
                  </a:cubicBezTo>
                  <a:cubicBezTo>
                    <a:pt x="16612" y="12943"/>
                    <a:pt x="14010" y="16212"/>
                    <a:pt x="10408" y="16579"/>
                  </a:cubicBezTo>
                  <a:cubicBezTo>
                    <a:pt x="10186" y="16602"/>
                    <a:pt x="9965" y="16613"/>
                    <a:pt x="9746" y="16613"/>
                  </a:cubicBezTo>
                  <a:cubicBezTo>
                    <a:pt x="6417" y="16613"/>
                    <a:pt x="3547" y="14051"/>
                    <a:pt x="3203" y="10608"/>
                  </a:cubicBezTo>
                  <a:cubicBezTo>
                    <a:pt x="2836" y="6939"/>
                    <a:pt x="5471" y="3636"/>
                    <a:pt x="9074" y="3269"/>
                  </a:cubicBezTo>
                  <a:cubicBezTo>
                    <a:pt x="9296" y="3247"/>
                    <a:pt x="9517" y="3236"/>
                    <a:pt x="9735" y="3236"/>
                  </a:cubicBezTo>
                  <a:close/>
                  <a:moveTo>
                    <a:pt x="10408" y="0"/>
                  </a:moveTo>
                  <a:cubicBezTo>
                    <a:pt x="10441" y="67"/>
                    <a:pt x="10441" y="134"/>
                    <a:pt x="10475" y="201"/>
                  </a:cubicBezTo>
                  <a:cubicBezTo>
                    <a:pt x="10541" y="1101"/>
                    <a:pt x="9908" y="1902"/>
                    <a:pt x="9040" y="2002"/>
                  </a:cubicBezTo>
                  <a:cubicBezTo>
                    <a:pt x="8980" y="2009"/>
                    <a:pt x="8920" y="2012"/>
                    <a:pt x="8861" y="2012"/>
                  </a:cubicBezTo>
                  <a:cubicBezTo>
                    <a:pt x="8036" y="2012"/>
                    <a:pt x="7335" y="1375"/>
                    <a:pt x="7272" y="534"/>
                  </a:cubicBezTo>
                  <a:cubicBezTo>
                    <a:pt x="7239" y="467"/>
                    <a:pt x="7272" y="367"/>
                    <a:pt x="7272" y="301"/>
                  </a:cubicBezTo>
                  <a:lnTo>
                    <a:pt x="7272" y="301"/>
                  </a:lnTo>
                  <a:cubicBezTo>
                    <a:pt x="6639" y="467"/>
                    <a:pt x="6038" y="701"/>
                    <a:pt x="5471" y="968"/>
                  </a:cubicBezTo>
                  <a:cubicBezTo>
                    <a:pt x="5504" y="1034"/>
                    <a:pt x="5571" y="1101"/>
                    <a:pt x="5604" y="1168"/>
                  </a:cubicBezTo>
                  <a:cubicBezTo>
                    <a:pt x="6138" y="1902"/>
                    <a:pt x="5971" y="2902"/>
                    <a:pt x="5238" y="3436"/>
                  </a:cubicBezTo>
                  <a:cubicBezTo>
                    <a:pt x="4960" y="3648"/>
                    <a:pt x="4636" y="3749"/>
                    <a:pt x="4312" y="3749"/>
                  </a:cubicBezTo>
                  <a:cubicBezTo>
                    <a:pt x="3818" y="3749"/>
                    <a:pt x="3325" y="3513"/>
                    <a:pt x="3003" y="3069"/>
                  </a:cubicBezTo>
                  <a:cubicBezTo>
                    <a:pt x="2936" y="3003"/>
                    <a:pt x="2903" y="2936"/>
                    <a:pt x="2869" y="2869"/>
                  </a:cubicBezTo>
                  <a:cubicBezTo>
                    <a:pt x="2402" y="3336"/>
                    <a:pt x="2002" y="3837"/>
                    <a:pt x="1635" y="4370"/>
                  </a:cubicBezTo>
                  <a:cubicBezTo>
                    <a:pt x="1735" y="4404"/>
                    <a:pt x="1802" y="4437"/>
                    <a:pt x="1868" y="4470"/>
                  </a:cubicBezTo>
                  <a:cubicBezTo>
                    <a:pt x="2669" y="4837"/>
                    <a:pt x="3036" y="5805"/>
                    <a:pt x="2669" y="6639"/>
                  </a:cubicBezTo>
                  <a:cubicBezTo>
                    <a:pt x="2423" y="7254"/>
                    <a:pt x="1832" y="7615"/>
                    <a:pt x="1218" y="7615"/>
                  </a:cubicBezTo>
                  <a:cubicBezTo>
                    <a:pt x="999" y="7615"/>
                    <a:pt x="778" y="7569"/>
                    <a:pt x="568" y="7472"/>
                  </a:cubicBezTo>
                  <a:cubicBezTo>
                    <a:pt x="467" y="7406"/>
                    <a:pt x="401" y="7372"/>
                    <a:pt x="334" y="7339"/>
                  </a:cubicBezTo>
                  <a:cubicBezTo>
                    <a:pt x="167" y="7973"/>
                    <a:pt x="67" y="8607"/>
                    <a:pt x="0" y="9274"/>
                  </a:cubicBezTo>
                  <a:cubicBezTo>
                    <a:pt x="101" y="9274"/>
                    <a:pt x="167" y="9240"/>
                    <a:pt x="267" y="9240"/>
                  </a:cubicBezTo>
                  <a:cubicBezTo>
                    <a:pt x="325" y="9234"/>
                    <a:pt x="383" y="9230"/>
                    <a:pt x="440" y="9230"/>
                  </a:cubicBezTo>
                  <a:cubicBezTo>
                    <a:pt x="1238" y="9230"/>
                    <a:pt x="1942" y="9868"/>
                    <a:pt x="2035" y="10708"/>
                  </a:cubicBezTo>
                  <a:cubicBezTo>
                    <a:pt x="2102" y="11609"/>
                    <a:pt x="1468" y="12409"/>
                    <a:pt x="601" y="12509"/>
                  </a:cubicBezTo>
                  <a:lnTo>
                    <a:pt x="334" y="12509"/>
                  </a:lnTo>
                  <a:cubicBezTo>
                    <a:pt x="501" y="13143"/>
                    <a:pt x="734" y="13777"/>
                    <a:pt x="1001" y="14344"/>
                  </a:cubicBezTo>
                  <a:cubicBezTo>
                    <a:pt x="1068" y="14277"/>
                    <a:pt x="1135" y="14244"/>
                    <a:pt x="1201" y="14177"/>
                  </a:cubicBezTo>
                  <a:cubicBezTo>
                    <a:pt x="1479" y="13966"/>
                    <a:pt x="1808" y="13864"/>
                    <a:pt x="2136" y="13864"/>
                  </a:cubicBezTo>
                  <a:cubicBezTo>
                    <a:pt x="2637" y="13864"/>
                    <a:pt x="3134" y="14101"/>
                    <a:pt x="3436" y="14544"/>
                  </a:cubicBezTo>
                  <a:cubicBezTo>
                    <a:pt x="3970" y="15278"/>
                    <a:pt x="3803" y="16312"/>
                    <a:pt x="3069" y="16846"/>
                  </a:cubicBezTo>
                  <a:cubicBezTo>
                    <a:pt x="3003" y="16879"/>
                    <a:pt x="2936" y="16946"/>
                    <a:pt x="2869" y="16979"/>
                  </a:cubicBezTo>
                  <a:cubicBezTo>
                    <a:pt x="3303" y="17446"/>
                    <a:pt x="3803" y="17847"/>
                    <a:pt x="4370" y="18213"/>
                  </a:cubicBezTo>
                  <a:cubicBezTo>
                    <a:pt x="4370" y="18147"/>
                    <a:pt x="4404" y="18080"/>
                    <a:pt x="4437" y="17980"/>
                  </a:cubicBezTo>
                  <a:cubicBezTo>
                    <a:pt x="4707" y="17391"/>
                    <a:pt x="5284" y="17037"/>
                    <a:pt x="5902" y="17037"/>
                  </a:cubicBezTo>
                  <a:cubicBezTo>
                    <a:pt x="6124" y="17037"/>
                    <a:pt x="6351" y="17082"/>
                    <a:pt x="6572" y="17179"/>
                  </a:cubicBezTo>
                  <a:cubicBezTo>
                    <a:pt x="7372" y="17546"/>
                    <a:pt x="7739" y="18514"/>
                    <a:pt x="7372" y="19348"/>
                  </a:cubicBezTo>
                  <a:cubicBezTo>
                    <a:pt x="7339" y="19414"/>
                    <a:pt x="7306" y="19481"/>
                    <a:pt x="7239" y="19548"/>
                  </a:cubicBezTo>
                  <a:cubicBezTo>
                    <a:pt x="7873" y="19715"/>
                    <a:pt x="8507" y="19815"/>
                    <a:pt x="9140" y="19848"/>
                  </a:cubicBezTo>
                  <a:cubicBezTo>
                    <a:pt x="9140" y="19781"/>
                    <a:pt x="9107" y="19715"/>
                    <a:pt x="9107" y="19648"/>
                  </a:cubicBezTo>
                  <a:cubicBezTo>
                    <a:pt x="9007" y="18747"/>
                    <a:pt x="9674" y="17947"/>
                    <a:pt x="10541" y="17847"/>
                  </a:cubicBezTo>
                  <a:cubicBezTo>
                    <a:pt x="10601" y="17840"/>
                    <a:pt x="10661" y="17837"/>
                    <a:pt x="10720" y="17837"/>
                  </a:cubicBezTo>
                  <a:cubicBezTo>
                    <a:pt x="11541" y="17837"/>
                    <a:pt x="12216" y="18474"/>
                    <a:pt x="12309" y="19314"/>
                  </a:cubicBezTo>
                  <a:cubicBezTo>
                    <a:pt x="12309" y="19381"/>
                    <a:pt x="12309" y="19448"/>
                    <a:pt x="12309" y="19548"/>
                  </a:cubicBezTo>
                  <a:cubicBezTo>
                    <a:pt x="12943" y="19348"/>
                    <a:pt x="13543" y="19114"/>
                    <a:pt x="14077" y="18847"/>
                  </a:cubicBezTo>
                  <a:cubicBezTo>
                    <a:pt x="14044" y="18781"/>
                    <a:pt x="14010" y="18747"/>
                    <a:pt x="13977" y="18680"/>
                  </a:cubicBezTo>
                  <a:cubicBezTo>
                    <a:pt x="13443" y="17947"/>
                    <a:pt x="13610" y="16913"/>
                    <a:pt x="14311" y="16412"/>
                  </a:cubicBezTo>
                  <a:cubicBezTo>
                    <a:pt x="14601" y="16201"/>
                    <a:pt x="14934" y="16099"/>
                    <a:pt x="15262" y="16099"/>
                  </a:cubicBezTo>
                  <a:cubicBezTo>
                    <a:pt x="15764" y="16099"/>
                    <a:pt x="16257" y="16336"/>
                    <a:pt x="16579" y="16779"/>
                  </a:cubicBezTo>
                  <a:cubicBezTo>
                    <a:pt x="16612" y="16812"/>
                    <a:pt x="16646" y="16879"/>
                    <a:pt x="16679" y="16946"/>
                  </a:cubicBezTo>
                  <a:cubicBezTo>
                    <a:pt x="17113" y="16479"/>
                    <a:pt x="17513" y="15979"/>
                    <a:pt x="17880" y="15445"/>
                  </a:cubicBezTo>
                  <a:cubicBezTo>
                    <a:pt x="17813" y="15445"/>
                    <a:pt x="17746" y="15411"/>
                    <a:pt x="17713" y="15378"/>
                  </a:cubicBezTo>
                  <a:cubicBezTo>
                    <a:pt x="16879" y="15011"/>
                    <a:pt x="16512" y="14044"/>
                    <a:pt x="16879" y="13210"/>
                  </a:cubicBezTo>
                  <a:cubicBezTo>
                    <a:pt x="17150" y="12595"/>
                    <a:pt x="17747" y="12234"/>
                    <a:pt x="18363" y="12234"/>
                  </a:cubicBezTo>
                  <a:cubicBezTo>
                    <a:pt x="18582" y="12234"/>
                    <a:pt x="18804" y="12280"/>
                    <a:pt x="19014" y="12376"/>
                  </a:cubicBezTo>
                  <a:cubicBezTo>
                    <a:pt x="19081" y="12409"/>
                    <a:pt x="19114" y="12443"/>
                    <a:pt x="19181" y="12476"/>
                  </a:cubicBezTo>
                  <a:cubicBezTo>
                    <a:pt x="19314" y="11876"/>
                    <a:pt x="19448" y="11242"/>
                    <a:pt x="19481" y="10575"/>
                  </a:cubicBezTo>
                  <a:lnTo>
                    <a:pt x="19481" y="10575"/>
                  </a:lnTo>
                  <a:cubicBezTo>
                    <a:pt x="19414" y="10608"/>
                    <a:pt x="19381" y="10608"/>
                    <a:pt x="19314" y="10608"/>
                  </a:cubicBezTo>
                  <a:cubicBezTo>
                    <a:pt x="19254" y="10615"/>
                    <a:pt x="19195" y="10618"/>
                    <a:pt x="19136" y="10618"/>
                  </a:cubicBezTo>
                  <a:cubicBezTo>
                    <a:pt x="18314" y="10618"/>
                    <a:pt x="17640" y="9981"/>
                    <a:pt x="17546" y="9140"/>
                  </a:cubicBezTo>
                  <a:cubicBezTo>
                    <a:pt x="17446" y="8240"/>
                    <a:pt x="18113" y="7439"/>
                    <a:pt x="18981" y="7339"/>
                  </a:cubicBezTo>
                  <a:lnTo>
                    <a:pt x="19139" y="7339"/>
                  </a:lnTo>
                  <a:cubicBezTo>
                    <a:pt x="18974" y="6718"/>
                    <a:pt x="18776" y="6128"/>
                    <a:pt x="18514" y="5571"/>
                  </a:cubicBezTo>
                  <a:cubicBezTo>
                    <a:pt x="18447" y="5604"/>
                    <a:pt x="18414" y="5638"/>
                    <a:pt x="18380" y="5671"/>
                  </a:cubicBezTo>
                  <a:cubicBezTo>
                    <a:pt x="18090" y="5882"/>
                    <a:pt x="17757" y="5984"/>
                    <a:pt x="17429" y="5984"/>
                  </a:cubicBezTo>
                  <a:cubicBezTo>
                    <a:pt x="16927" y="5984"/>
                    <a:pt x="16434" y="5748"/>
                    <a:pt x="16112" y="5304"/>
                  </a:cubicBezTo>
                  <a:cubicBezTo>
                    <a:pt x="15612" y="4570"/>
                    <a:pt x="15778" y="3536"/>
                    <a:pt x="16479" y="3003"/>
                  </a:cubicBezTo>
                  <a:cubicBezTo>
                    <a:pt x="16546" y="2969"/>
                    <a:pt x="16579" y="2936"/>
                    <a:pt x="16646" y="2902"/>
                  </a:cubicBezTo>
                  <a:cubicBezTo>
                    <a:pt x="16212" y="2469"/>
                    <a:pt x="15712" y="2035"/>
                    <a:pt x="15178" y="1668"/>
                  </a:cubicBezTo>
                  <a:cubicBezTo>
                    <a:pt x="15178" y="1735"/>
                    <a:pt x="15145" y="1802"/>
                    <a:pt x="15145" y="1868"/>
                  </a:cubicBezTo>
                  <a:cubicBezTo>
                    <a:pt x="14876" y="2454"/>
                    <a:pt x="14286" y="2826"/>
                    <a:pt x="13674" y="2826"/>
                  </a:cubicBezTo>
                  <a:cubicBezTo>
                    <a:pt x="13451" y="2826"/>
                    <a:pt x="13224" y="2776"/>
                    <a:pt x="13010" y="2669"/>
                  </a:cubicBezTo>
                  <a:cubicBezTo>
                    <a:pt x="12209" y="2302"/>
                    <a:pt x="11842" y="1335"/>
                    <a:pt x="12209" y="501"/>
                  </a:cubicBezTo>
                  <a:cubicBezTo>
                    <a:pt x="12243" y="434"/>
                    <a:pt x="12276" y="401"/>
                    <a:pt x="12309" y="334"/>
                  </a:cubicBezTo>
                  <a:cubicBezTo>
                    <a:pt x="11709" y="167"/>
                    <a:pt x="11075" y="67"/>
                    <a:pt x="10408" y="0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84" name="Google Shape;2384;p61"/>
            <p:cNvSpPr/>
            <p:nvPr/>
          </p:nvSpPr>
          <p:spPr>
            <a:xfrm>
              <a:off x="6187369" y="1667844"/>
              <a:ext cx="318930" cy="305513"/>
            </a:xfrm>
            <a:custGeom>
              <a:rect b="b" l="l" r="r" t="t"/>
              <a:pathLst>
                <a:path extrusionOk="0" h="15211" w="15879">
                  <a:moveTo>
                    <a:pt x="7950" y="2495"/>
                  </a:moveTo>
                  <a:cubicBezTo>
                    <a:pt x="8167" y="2495"/>
                    <a:pt x="8386" y="2509"/>
                    <a:pt x="8607" y="2539"/>
                  </a:cubicBezTo>
                  <a:cubicBezTo>
                    <a:pt x="11342" y="2906"/>
                    <a:pt x="13277" y="5507"/>
                    <a:pt x="12910" y="8276"/>
                  </a:cubicBezTo>
                  <a:cubicBezTo>
                    <a:pt x="12573" y="10852"/>
                    <a:pt x="10403" y="12723"/>
                    <a:pt x="7930" y="12723"/>
                  </a:cubicBezTo>
                  <a:cubicBezTo>
                    <a:pt x="7713" y="12723"/>
                    <a:pt x="7493" y="12709"/>
                    <a:pt x="7273" y="12679"/>
                  </a:cubicBezTo>
                  <a:cubicBezTo>
                    <a:pt x="4537" y="12279"/>
                    <a:pt x="2603" y="9710"/>
                    <a:pt x="2970" y="6942"/>
                  </a:cubicBezTo>
                  <a:cubicBezTo>
                    <a:pt x="3307" y="4366"/>
                    <a:pt x="5477" y="2495"/>
                    <a:pt x="7950" y="2495"/>
                  </a:cubicBezTo>
                  <a:close/>
                  <a:moveTo>
                    <a:pt x="7932" y="0"/>
                  </a:moveTo>
                  <a:cubicBezTo>
                    <a:pt x="4266" y="0"/>
                    <a:pt x="1057" y="2783"/>
                    <a:pt x="568" y="6575"/>
                  </a:cubicBezTo>
                  <a:cubicBezTo>
                    <a:pt x="1" y="10744"/>
                    <a:pt x="2869" y="14581"/>
                    <a:pt x="6939" y="15148"/>
                  </a:cubicBezTo>
                  <a:cubicBezTo>
                    <a:pt x="7263" y="15190"/>
                    <a:pt x="7586" y="15211"/>
                    <a:pt x="7905" y="15211"/>
                  </a:cubicBezTo>
                  <a:cubicBezTo>
                    <a:pt x="11589" y="15211"/>
                    <a:pt x="14820" y="12447"/>
                    <a:pt x="15312" y="8610"/>
                  </a:cubicBezTo>
                  <a:cubicBezTo>
                    <a:pt x="15879" y="4473"/>
                    <a:pt x="13010" y="637"/>
                    <a:pt x="8940" y="70"/>
                  </a:cubicBezTo>
                  <a:cubicBezTo>
                    <a:pt x="8602" y="23"/>
                    <a:pt x="8265" y="0"/>
                    <a:pt x="79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85" name="Google Shape;2385;p61"/>
            <p:cNvSpPr/>
            <p:nvPr/>
          </p:nvSpPr>
          <p:spPr>
            <a:xfrm>
              <a:off x="6667079" y="1796549"/>
              <a:ext cx="749050" cy="736979"/>
            </a:xfrm>
            <a:custGeom>
              <a:rect b="b" l="l" r="r" t="t"/>
              <a:pathLst>
                <a:path extrusionOk="0" h="36693" w="37294">
                  <a:moveTo>
                    <a:pt x="27887" y="0"/>
                  </a:moveTo>
                  <a:cubicBezTo>
                    <a:pt x="26686" y="0"/>
                    <a:pt x="25485" y="17"/>
                    <a:pt x="24284" y="33"/>
                  </a:cubicBezTo>
                  <a:lnTo>
                    <a:pt x="16913" y="133"/>
                  </a:lnTo>
                  <a:lnTo>
                    <a:pt x="9607" y="234"/>
                  </a:lnTo>
                  <a:cubicBezTo>
                    <a:pt x="8406" y="267"/>
                    <a:pt x="7172" y="267"/>
                    <a:pt x="5971" y="300"/>
                  </a:cubicBezTo>
                  <a:cubicBezTo>
                    <a:pt x="5004" y="300"/>
                    <a:pt x="4003" y="300"/>
                    <a:pt x="3069" y="467"/>
                  </a:cubicBezTo>
                  <a:cubicBezTo>
                    <a:pt x="2235" y="634"/>
                    <a:pt x="1435" y="967"/>
                    <a:pt x="834" y="1568"/>
                  </a:cubicBezTo>
                  <a:cubicBezTo>
                    <a:pt x="768" y="1568"/>
                    <a:pt x="734" y="1601"/>
                    <a:pt x="734" y="1668"/>
                  </a:cubicBezTo>
                  <a:cubicBezTo>
                    <a:pt x="1068" y="6505"/>
                    <a:pt x="1001" y="11341"/>
                    <a:pt x="801" y="16178"/>
                  </a:cubicBezTo>
                  <a:cubicBezTo>
                    <a:pt x="568" y="21015"/>
                    <a:pt x="234" y="25852"/>
                    <a:pt x="134" y="30722"/>
                  </a:cubicBezTo>
                  <a:cubicBezTo>
                    <a:pt x="101" y="31856"/>
                    <a:pt x="0" y="33024"/>
                    <a:pt x="67" y="34158"/>
                  </a:cubicBezTo>
                  <a:cubicBezTo>
                    <a:pt x="134" y="34892"/>
                    <a:pt x="334" y="35726"/>
                    <a:pt x="1068" y="36026"/>
                  </a:cubicBezTo>
                  <a:cubicBezTo>
                    <a:pt x="1443" y="36176"/>
                    <a:pt x="1875" y="36195"/>
                    <a:pt x="2292" y="36195"/>
                  </a:cubicBezTo>
                  <a:cubicBezTo>
                    <a:pt x="2431" y="36195"/>
                    <a:pt x="2569" y="36193"/>
                    <a:pt x="2702" y="36193"/>
                  </a:cubicBezTo>
                  <a:cubicBezTo>
                    <a:pt x="3303" y="36226"/>
                    <a:pt x="3903" y="36259"/>
                    <a:pt x="4504" y="36259"/>
                  </a:cubicBezTo>
                  <a:cubicBezTo>
                    <a:pt x="5705" y="36326"/>
                    <a:pt x="6939" y="36359"/>
                    <a:pt x="8173" y="36393"/>
                  </a:cubicBezTo>
                  <a:cubicBezTo>
                    <a:pt x="13076" y="36560"/>
                    <a:pt x="17947" y="36660"/>
                    <a:pt x="22850" y="36693"/>
                  </a:cubicBezTo>
                  <a:lnTo>
                    <a:pt x="30155" y="36693"/>
                  </a:lnTo>
                  <a:cubicBezTo>
                    <a:pt x="31390" y="36693"/>
                    <a:pt x="32624" y="36660"/>
                    <a:pt x="33858" y="36660"/>
                  </a:cubicBezTo>
                  <a:cubicBezTo>
                    <a:pt x="34692" y="36626"/>
                    <a:pt x="35626" y="36660"/>
                    <a:pt x="36360" y="36159"/>
                  </a:cubicBezTo>
                  <a:cubicBezTo>
                    <a:pt x="37127" y="35626"/>
                    <a:pt x="37160" y="34658"/>
                    <a:pt x="37127" y="33791"/>
                  </a:cubicBezTo>
                  <a:cubicBezTo>
                    <a:pt x="37094" y="32590"/>
                    <a:pt x="37060" y="31356"/>
                    <a:pt x="37027" y="30155"/>
                  </a:cubicBezTo>
                  <a:cubicBezTo>
                    <a:pt x="36960" y="27720"/>
                    <a:pt x="36927" y="25251"/>
                    <a:pt x="36893" y="22816"/>
                  </a:cubicBezTo>
                  <a:cubicBezTo>
                    <a:pt x="36860" y="17946"/>
                    <a:pt x="36927" y="13076"/>
                    <a:pt x="37060" y="8206"/>
                  </a:cubicBezTo>
                  <a:cubicBezTo>
                    <a:pt x="37094" y="7005"/>
                    <a:pt x="37127" y="5771"/>
                    <a:pt x="37194" y="4537"/>
                  </a:cubicBezTo>
                  <a:cubicBezTo>
                    <a:pt x="37227" y="3936"/>
                    <a:pt x="37260" y="3336"/>
                    <a:pt x="37260" y="2735"/>
                  </a:cubicBezTo>
                  <a:cubicBezTo>
                    <a:pt x="37294" y="2268"/>
                    <a:pt x="37260" y="1768"/>
                    <a:pt x="36994" y="1368"/>
                  </a:cubicBezTo>
                  <a:lnTo>
                    <a:pt x="36960" y="1368"/>
                  </a:lnTo>
                  <a:cubicBezTo>
                    <a:pt x="36527" y="701"/>
                    <a:pt x="35659" y="467"/>
                    <a:pt x="34892" y="367"/>
                  </a:cubicBezTo>
                  <a:cubicBezTo>
                    <a:pt x="33758" y="200"/>
                    <a:pt x="32624" y="133"/>
                    <a:pt x="31490" y="67"/>
                  </a:cubicBezTo>
                  <a:cubicBezTo>
                    <a:pt x="30289" y="17"/>
                    <a:pt x="29088" y="0"/>
                    <a:pt x="278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86" name="Google Shape;2386;p61"/>
            <p:cNvSpPr/>
            <p:nvPr/>
          </p:nvSpPr>
          <p:spPr>
            <a:xfrm>
              <a:off x="6667079" y="1796549"/>
              <a:ext cx="749050" cy="736979"/>
            </a:xfrm>
            <a:custGeom>
              <a:rect b="b" l="l" r="r" t="t"/>
              <a:pathLst>
                <a:path extrusionOk="0" h="36693" w="37294">
                  <a:moveTo>
                    <a:pt x="27787" y="300"/>
                  </a:moveTo>
                  <a:cubicBezTo>
                    <a:pt x="30089" y="300"/>
                    <a:pt x="32424" y="334"/>
                    <a:pt x="34725" y="634"/>
                  </a:cubicBezTo>
                  <a:cubicBezTo>
                    <a:pt x="35492" y="734"/>
                    <a:pt x="36527" y="934"/>
                    <a:pt x="36860" y="1768"/>
                  </a:cubicBezTo>
                  <a:cubicBezTo>
                    <a:pt x="37060" y="2268"/>
                    <a:pt x="36960" y="2902"/>
                    <a:pt x="36927" y="3436"/>
                  </a:cubicBezTo>
                  <a:cubicBezTo>
                    <a:pt x="36927" y="4036"/>
                    <a:pt x="36893" y="4637"/>
                    <a:pt x="36860" y="5237"/>
                  </a:cubicBezTo>
                  <a:cubicBezTo>
                    <a:pt x="36693" y="9940"/>
                    <a:pt x="36593" y="14677"/>
                    <a:pt x="36593" y="19447"/>
                  </a:cubicBezTo>
                  <a:cubicBezTo>
                    <a:pt x="36593" y="24184"/>
                    <a:pt x="36660" y="28921"/>
                    <a:pt x="36827" y="33657"/>
                  </a:cubicBezTo>
                  <a:cubicBezTo>
                    <a:pt x="36860" y="34158"/>
                    <a:pt x="36893" y="34658"/>
                    <a:pt x="36760" y="35159"/>
                  </a:cubicBezTo>
                  <a:cubicBezTo>
                    <a:pt x="36593" y="35626"/>
                    <a:pt x="36260" y="35959"/>
                    <a:pt x="35826" y="36126"/>
                  </a:cubicBezTo>
                  <a:cubicBezTo>
                    <a:pt x="35265" y="36363"/>
                    <a:pt x="34620" y="36405"/>
                    <a:pt x="33981" y="36405"/>
                  </a:cubicBezTo>
                  <a:cubicBezTo>
                    <a:pt x="33633" y="36405"/>
                    <a:pt x="33287" y="36393"/>
                    <a:pt x="32957" y="36393"/>
                  </a:cubicBezTo>
                  <a:cubicBezTo>
                    <a:pt x="30589" y="36426"/>
                    <a:pt x="28221" y="36426"/>
                    <a:pt x="25852" y="36426"/>
                  </a:cubicBezTo>
                  <a:cubicBezTo>
                    <a:pt x="21082" y="36426"/>
                    <a:pt x="16345" y="36359"/>
                    <a:pt x="11609" y="36226"/>
                  </a:cubicBezTo>
                  <a:cubicBezTo>
                    <a:pt x="9240" y="36193"/>
                    <a:pt x="6839" y="36093"/>
                    <a:pt x="4470" y="36026"/>
                  </a:cubicBezTo>
                  <a:cubicBezTo>
                    <a:pt x="3870" y="35992"/>
                    <a:pt x="3303" y="35959"/>
                    <a:pt x="2702" y="35926"/>
                  </a:cubicBezTo>
                  <a:cubicBezTo>
                    <a:pt x="2538" y="35926"/>
                    <a:pt x="2358" y="35932"/>
                    <a:pt x="2174" y="35932"/>
                  </a:cubicBezTo>
                  <a:cubicBezTo>
                    <a:pt x="1760" y="35932"/>
                    <a:pt x="1324" y="35900"/>
                    <a:pt x="1001" y="35692"/>
                  </a:cubicBezTo>
                  <a:cubicBezTo>
                    <a:pt x="234" y="35259"/>
                    <a:pt x="301" y="34058"/>
                    <a:pt x="301" y="33291"/>
                  </a:cubicBezTo>
                  <a:cubicBezTo>
                    <a:pt x="367" y="28587"/>
                    <a:pt x="634" y="23884"/>
                    <a:pt x="901" y="19180"/>
                  </a:cubicBezTo>
                  <a:cubicBezTo>
                    <a:pt x="1135" y="14510"/>
                    <a:pt x="1301" y="9807"/>
                    <a:pt x="1135" y="5104"/>
                  </a:cubicBezTo>
                  <a:cubicBezTo>
                    <a:pt x="1068" y="4036"/>
                    <a:pt x="1001" y="2935"/>
                    <a:pt x="934" y="1868"/>
                  </a:cubicBezTo>
                  <a:cubicBezTo>
                    <a:pt x="968" y="1868"/>
                    <a:pt x="1001" y="1868"/>
                    <a:pt x="1035" y="1835"/>
                  </a:cubicBezTo>
                  <a:cubicBezTo>
                    <a:pt x="2128" y="659"/>
                    <a:pt x="3873" y="604"/>
                    <a:pt x="5440" y="604"/>
                  </a:cubicBezTo>
                  <a:cubicBezTo>
                    <a:pt x="5601" y="604"/>
                    <a:pt x="5761" y="604"/>
                    <a:pt x="5917" y="604"/>
                  </a:cubicBezTo>
                  <a:cubicBezTo>
                    <a:pt x="6095" y="604"/>
                    <a:pt x="6269" y="604"/>
                    <a:pt x="6438" y="600"/>
                  </a:cubicBezTo>
                  <a:cubicBezTo>
                    <a:pt x="8807" y="567"/>
                    <a:pt x="11208" y="534"/>
                    <a:pt x="13577" y="500"/>
                  </a:cubicBezTo>
                  <a:cubicBezTo>
                    <a:pt x="18314" y="434"/>
                    <a:pt x="23050" y="334"/>
                    <a:pt x="27787" y="300"/>
                  </a:cubicBezTo>
                  <a:close/>
                  <a:moveTo>
                    <a:pt x="27887" y="0"/>
                  </a:moveTo>
                  <a:cubicBezTo>
                    <a:pt x="26686" y="0"/>
                    <a:pt x="25485" y="17"/>
                    <a:pt x="24284" y="33"/>
                  </a:cubicBezTo>
                  <a:lnTo>
                    <a:pt x="16913" y="133"/>
                  </a:lnTo>
                  <a:lnTo>
                    <a:pt x="9607" y="234"/>
                  </a:lnTo>
                  <a:cubicBezTo>
                    <a:pt x="8406" y="267"/>
                    <a:pt x="7172" y="267"/>
                    <a:pt x="5971" y="300"/>
                  </a:cubicBezTo>
                  <a:cubicBezTo>
                    <a:pt x="5004" y="300"/>
                    <a:pt x="4003" y="300"/>
                    <a:pt x="3069" y="467"/>
                  </a:cubicBezTo>
                  <a:cubicBezTo>
                    <a:pt x="2235" y="634"/>
                    <a:pt x="1435" y="967"/>
                    <a:pt x="834" y="1568"/>
                  </a:cubicBezTo>
                  <a:cubicBezTo>
                    <a:pt x="768" y="1568"/>
                    <a:pt x="734" y="1601"/>
                    <a:pt x="734" y="1668"/>
                  </a:cubicBezTo>
                  <a:cubicBezTo>
                    <a:pt x="1068" y="6505"/>
                    <a:pt x="1001" y="11341"/>
                    <a:pt x="801" y="16178"/>
                  </a:cubicBezTo>
                  <a:cubicBezTo>
                    <a:pt x="568" y="21015"/>
                    <a:pt x="234" y="25852"/>
                    <a:pt x="134" y="30722"/>
                  </a:cubicBezTo>
                  <a:cubicBezTo>
                    <a:pt x="101" y="31856"/>
                    <a:pt x="0" y="33024"/>
                    <a:pt x="67" y="34158"/>
                  </a:cubicBezTo>
                  <a:cubicBezTo>
                    <a:pt x="134" y="34892"/>
                    <a:pt x="334" y="35726"/>
                    <a:pt x="1068" y="36026"/>
                  </a:cubicBezTo>
                  <a:cubicBezTo>
                    <a:pt x="1443" y="36176"/>
                    <a:pt x="1875" y="36195"/>
                    <a:pt x="2292" y="36195"/>
                  </a:cubicBezTo>
                  <a:cubicBezTo>
                    <a:pt x="2431" y="36195"/>
                    <a:pt x="2569" y="36193"/>
                    <a:pt x="2702" y="36193"/>
                  </a:cubicBezTo>
                  <a:cubicBezTo>
                    <a:pt x="3303" y="36226"/>
                    <a:pt x="3903" y="36259"/>
                    <a:pt x="4504" y="36259"/>
                  </a:cubicBezTo>
                  <a:cubicBezTo>
                    <a:pt x="5705" y="36326"/>
                    <a:pt x="6939" y="36359"/>
                    <a:pt x="8173" y="36393"/>
                  </a:cubicBezTo>
                  <a:cubicBezTo>
                    <a:pt x="13076" y="36560"/>
                    <a:pt x="17947" y="36660"/>
                    <a:pt x="22850" y="36693"/>
                  </a:cubicBezTo>
                  <a:lnTo>
                    <a:pt x="30155" y="36693"/>
                  </a:lnTo>
                  <a:cubicBezTo>
                    <a:pt x="31390" y="36693"/>
                    <a:pt x="32624" y="36660"/>
                    <a:pt x="33858" y="36660"/>
                  </a:cubicBezTo>
                  <a:cubicBezTo>
                    <a:pt x="34692" y="36626"/>
                    <a:pt x="35626" y="36660"/>
                    <a:pt x="36360" y="36159"/>
                  </a:cubicBezTo>
                  <a:cubicBezTo>
                    <a:pt x="37127" y="35626"/>
                    <a:pt x="37160" y="34658"/>
                    <a:pt x="37127" y="33791"/>
                  </a:cubicBezTo>
                  <a:cubicBezTo>
                    <a:pt x="37094" y="32590"/>
                    <a:pt x="37060" y="31356"/>
                    <a:pt x="37027" y="30155"/>
                  </a:cubicBezTo>
                  <a:cubicBezTo>
                    <a:pt x="36960" y="27720"/>
                    <a:pt x="36927" y="25251"/>
                    <a:pt x="36893" y="22816"/>
                  </a:cubicBezTo>
                  <a:cubicBezTo>
                    <a:pt x="36860" y="17946"/>
                    <a:pt x="36927" y="13076"/>
                    <a:pt x="37060" y="8206"/>
                  </a:cubicBezTo>
                  <a:cubicBezTo>
                    <a:pt x="37094" y="7005"/>
                    <a:pt x="37127" y="5771"/>
                    <a:pt x="37194" y="4537"/>
                  </a:cubicBezTo>
                  <a:cubicBezTo>
                    <a:pt x="37227" y="3936"/>
                    <a:pt x="37260" y="3336"/>
                    <a:pt x="37260" y="2735"/>
                  </a:cubicBezTo>
                  <a:cubicBezTo>
                    <a:pt x="37294" y="2268"/>
                    <a:pt x="37260" y="1768"/>
                    <a:pt x="36994" y="1368"/>
                  </a:cubicBezTo>
                  <a:lnTo>
                    <a:pt x="36960" y="1368"/>
                  </a:lnTo>
                  <a:cubicBezTo>
                    <a:pt x="36527" y="701"/>
                    <a:pt x="35659" y="467"/>
                    <a:pt x="34892" y="367"/>
                  </a:cubicBezTo>
                  <a:cubicBezTo>
                    <a:pt x="33758" y="200"/>
                    <a:pt x="32624" y="133"/>
                    <a:pt x="31490" y="67"/>
                  </a:cubicBezTo>
                  <a:cubicBezTo>
                    <a:pt x="30289" y="17"/>
                    <a:pt x="29088" y="0"/>
                    <a:pt x="2788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87" name="Google Shape;2387;p61"/>
            <p:cNvSpPr/>
            <p:nvPr/>
          </p:nvSpPr>
          <p:spPr>
            <a:xfrm>
              <a:off x="6671759" y="1800967"/>
              <a:ext cx="739690" cy="728543"/>
            </a:xfrm>
            <a:custGeom>
              <a:rect b="b" l="l" r="r" t="t"/>
              <a:pathLst>
                <a:path extrusionOk="0" h="36273" w="36828">
                  <a:moveTo>
                    <a:pt x="28758" y="303"/>
                  </a:moveTo>
                  <a:cubicBezTo>
                    <a:pt x="30613" y="303"/>
                    <a:pt x="32463" y="372"/>
                    <a:pt x="34292" y="614"/>
                  </a:cubicBezTo>
                  <a:cubicBezTo>
                    <a:pt x="35059" y="714"/>
                    <a:pt x="36093" y="914"/>
                    <a:pt x="36394" y="1748"/>
                  </a:cubicBezTo>
                  <a:cubicBezTo>
                    <a:pt x="36594" y="2248"/>
                    <a:pt x="36494" y="2849"/>
                    <a:pt x="36494" y="3383"/>
                  </a:cubicBezTo>
                  <a:cubicBezTo>
                    <a:pt x="36460" y="3983"/>
                    <a:pt x="36460" y="4550"/>
                    <a:pt x="36427" y="5151"/>
                  </a:cubicBezTo>
                  <a:cubicBezTo>
                    <a:pt x="36227" y="9821"/>
                    <a:pt x="36160" y="14524"/>
                    <a:pt x="36160" y="19194"/>
                  </a:cubicBezTo>
                  <a:cubicBezTo>
                    <a:pt x="36160" y="23897"/>
                    <a:pt x="36227" y="28567"/>
                    <a:pt x="36394" y="33237"/>
                  </a:cubicBezTo>
                  <a:cubicBezTo>
                    <a:pt x="36427" y="33738"/>
                    <a:pt x="36460" y="34271"/>
                    <a:pt x="36294" y="34738"/>
                  </a:cubicBezTo>
                  <a:cubicBezTo>
                    <a:pt x="36160" y="35205"/>
                    <a:pt x="35827" y="35539"/>
                    <a:pt x="35393" y="35706"/>
                  </a:cubicBezTo>
                  <a:cubicBezTo>
                    <a:pt x="34839" y="35940"/>
                    <a:pt x="34204" y="35970"/>
                    <a:pt x="33583" y="35970"/>
                  </a:cubicBezTo>
                  <a:cubicBezTo>
                    <a:pt x="33366" y="35970"/>
                    <a:pt x="33150" y="35967"/>
                    <a:pt x="32940" y="35967"/>
                  </a:cubicBezTo>
                  <a:cubicBezTo>
                    <a:pt x="32810" y="35967"/>
                    <a:pt x="32682" y="35968"/>
                    <a:pt x="32558" y="35973"/>
                  </a:cubicBezTo>
                  <a:cubicBezTo>
                    <a:pt x="30223" y="36006"/>
                    <a:pt x="27854" y="36006"/>
                    <a:pt x="25519" y="36006"/>
                  </a:cubicBezTo>
                  <a:cubicBezTo>
                    <a:pt x="20816" y="36006"/>
                    <a:pt x="16146" y="35939"/>
                    <a:pt x="11442" y="35806"/>
                  </a:cubicBezTo>
                  <a:cubicBezTo>
                    <a:pt x="9107" y="35739"/>
                    <a:pt x="6739" y="35672"/>
                    <a:pt x="4404" y="35606"/>
                  </a:cubicBezTo>
                  <a:cubicBezTo>
                    <a:pt x="3804" y="35572"/>
                    <a:pt x="3237" y="35539"/>
                    <a:pt x="2636" y="35506"/>
                  </a:cubicBezTo>
                  <a:cubicBezTo>
                    <a:pt x="2458" y="35506"/>
                    <a:pt x="2266" y="35513"/>
                    <a:pt x="2070" y="35513"/>
                  </a:cubicBezTo>
                  <a:cubicBezTo>
                    <a:pt x="1680" y="35513"/>
                    <a:pt x="1280" y="35483"/>
                    <a:pt x="968" y="35305"/>
                  </a:cubicBezTo>
                  <a:cubicBezTo>
                    <a:pt x="201" y="34838"/>
                    <a:pt x="268" y="33671"/>
                    <a:pt x="301" y="32904"/>
                  </a:cubicBezTo>
                  <a:cubicBezTo>
                    <a:pt x="335" y="28267"/>
                    <a:pt x="635" y="23630"/>
                    <a:pt x="868" y="18960"/>
                  </a:cubicBezTo>
                  <a:cubicBezTo>
                    <a:pt x="1102" y="14324"/>
                    <a:pt x="1269" y="9687"/>
                    <a:pt x="1102" y="5050"/>
                  </a:cubicBezTo>
                  <a:cubicBezTo>
                    <a:pt x="1035" y="3983"/>
                    <a:pt x="968" y="2916"/>
                    <a:pt x="902" y="1848"/>
                  </a:cubicBezTo>
                  <a:cubicBezTo>
                    <a:pt x="935" y="1848"/>
                    <a:pt x="968" y="1848"/>
                    <a:pt x="1002" y="1815"/>
                  </a:cubicBezTo>
                  <a:cubicBezTo>
                    <a:pt x="2336" y="414"/>
                    <a:pt x="4604" y="614"/>
                    <a:pt x="6339" y="581"/>
                  </a:cubicBezTo>
                  <a:lnTo>
                    <a:pt x="13411" y="481"/>
                  </a:lnTo>
                  <a:cubicBezTo>
                    <a:pt x="18081" y="414"/>
                    <a:pt x="22751" y="347"/>
                    <a:pt x="27421" y="314"/>
                  </a:cubicBezTo>
                  <a:cubicBezTo>
                    <a:pt x="27866" y="307"/>
                    <a:pt x="28312" y="303"/>
                    <a:pt x="28758" y="303"/>
                  </a:cubicBezTo>
                  <a:close/>
                  <a:moveTo>
                    <a:pt x="27871" y="0"/>
                  </a:moveTo>
                  <a:cubicBezTo>
                    <a:pt x="26575" y="0"/>
                    <a:pt x="25280" y="29"/>
                    <a:pt x="23985" y="47"/>
                  </a:cubicBezTo>
                  <a:lnTo>
                    <a:pt x="16713" y="147"/>
                  </a:lnTo>
                  <a:lnTo>
                    <a:pt x="9474" y="247"/>
                  </a:lnTo>
                  <a:cubicBezTo>
                    <a:pt x="8274" y="247"/>
                    <a:pt x="7073" y="280"/>
                    <a:pt x="5872" y="280"/>
                  </a:cubicBezTo>
                  <a:cubicBezTo>
                    <a:pt x="4904" y="314"/>
                    <a:pt x="3937" y="280"/>
                    <a:pt x="3003" y="481"/>
                  </a:cubicBezTo>
                  <a:cubicBezTo>
                    <a:pt x="2169" y="647"/>
                    <a:pt x="1402" y="948"/>
                    <a:pt x="802" y="1548"/>
                  </a:cubicBezTo>
                  <a:cubicBezTo>
                    <a:pt x="768" y="1548"/>
                    <a:pt x="701" y="1581"/>
                    <a:pt x="701" y="1648"/>
                  </a:cubicBezTo>
                  <a:cubicBezTo>
                    <a:pt x="1035" y="6418"/>
                    <a:pt x="968" y="11222"/>
                    <a:pt x="768" y="15992"/>
                  </a:cubicBezTo>
                  <a:cubicBezTo>
                    <a:pt x="535" y="20762"/>
                    <a:pt x="234" y="25565"/>
                    <a:pt x="101" y="30369"/>
                  </a:cubicBezTo>
                  <a:cubicBezTo>
                    <a:pt x="68" y="31469"/>
                    <a:pt x="1" y="32637"/>
                    <a:pt x="68" y="33738"/>
                  </a:cubicBezTo>
                  <a:cubicBezTo>
                    <a:pt x="101" y="34472"/>
                    <a:pt x="301" y="35305"/>
                    <a:pt x="1035" y="35606"/>
                  </a:cubicBezTo>
                  <a:cubicBezTo>
                    <a:pt x="1535" y="35806"/>
                    <a:pt x="2136" y="35739"/>
                    <a:pt x="2636" y="35772"/>
                  </a:cubicBezTo>
                  <a:cubicBezTo>
                    <a:pt x="3237" y="35806"/>
                    <a:pt x="3837" y="35839"/>
                    <a:pt x="4404" y="35839"/>
                  </a:cubicBezTo>
                  <a:cubicBezTo>
                    <a:pt x="5638" y="35906"/>
                    <a:pt x="6839" y="35939"/>
                    <a:pt x="8040" y="35973"/>
                  </a:cubicBezTo>
                  <a:cubicBezTo>
                    <a:pt x="12877" y="36139"/>
                    <a:pt x="17714" y="36239"/>
                    <a:pt x="22550" y="36273"/>
                  </a:cubicBezTo>
                  <a:lnTo>
                    <a:pt x="29789" y="36273"/>
                  </a:lnTo>
                  <a:cubicBezTo>
                    <a:pt x="30990" y="36239"/>
                    <a:pt x="32224" y="36239"/>
                    <a:pt x="33425" y="36239"/>
                  </a:cubicBezTo>
                  <a:cubicBezTo>
                    <a:pt x="34259" y="36206"/>
                    <a:pt x="35193" y="36239"/>
                    <a:pt x="35893" y="35739"/>
                  </a:cubicBezTo>
                  <a:cubicBezTo>
                    <a:pt x="36694" y="35205"/>
                    <a:pt x="36694" y="34238"/>
                    <a:pt x="36694" y="33371"/>
                  </a:cubicBezTo>
                  <a:cubicBezTo>
                    <a:pt x="36627" y="32203"/>
                    <a:pt x="36594" y="31002"/>
                    <a:pt x="36560" y="29802"/>
                  </a:cubicBezTo>
                  <a:cubicBezTo>
                    <a:pt x="36527" y="27366"/>
                    <a:pt x="36460" y="24965"/>
                    <a:pt x="36460" y="22530"/>
                  </a:cubicBezTo>
                  <a:cubicBezTo>
                    <a:pt x="36427" y="17726"/>
                    <a:pt x="36460" y="12923"/>
                    <a:pt x="36594" y="8119"/>
                  </a:cubicBezTo>
                  <a:cubicBezTo>
                    <a:pt x="36627" y="6918"/>
                    <a:pt x="36694" y="5684"/>
                    <a:pt x="36727" y="4483"/>
                  </a:cubicBezTo>
                  <a:cubicBezTo>
                    <a:pt x="36761" y="3883"/>
                    <a:pt x="36794" y="3283"/>
                    <a:pt x="36794" y="2682"/>
                  </a:cubicBezTo>
                  <a:cubicBezTo>
                    <a:pt x="36827" y="2215"/>
                    <a:pt x="36794" y="1748"/>
                    <a:pt x="36527" y="1348"/>
                  </a:cubicBezTo>
                  <a:cubicBezTo>
                    <a:pt x="36060" y="681"/>
                    <a:pt x="35226" y="447"/>
                    <a:pt x="34459" y="347"/>
                  </a:cubicBezTo>
                  <a:cubicBezTo>
                    <a:pt x="33358" y="180"/>
                    <a:pt x="32224" y="114"/>
                    <a:pt x="31090" y="80"/>
                  </a:cubicBezTo>
                  <a:cubicBezTo>
                    <a:pt x="30017" y="20"/>
                    <a:pt x="28944" y="0"/>
                    <a:pt x="27871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56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88" name="Google Shape;2388;p61"/>
            <p:cNvSpPr/>
            <p:nvPr/>
          </p:nvSpPr>
          <p:spPr>
            <a:xfrm>
              <a:off x="6884158" y="1957911"/>
              <a:ext cx="455608" cy="18297"/>
            </a:xfrm>
            <a:custGeom>
              <a:rect b="b" l="l" r="r" t="t"/>
              <a:pathLst>
                <a:path extrusionOk="0" h="911" w="22684">
                  <a:moveTo>
                    <a:pt x="19494" y="1"/>
                  </a:moveTo>
                  <a:cubicBezTo>
                    <a:pt x="18423" y="1"/>
                    <a:pt x="17346" y="38"/>
                    <a:pt x="16278" y="38"/>
                  </a:cubicBezTo>
                  <a:cubicBezTo>
                    <a:pt x="14310" y="38"/>
                    <a:pt x="12342" y="72"/>
                    <a:pt x="10374" y="72"/>
                  </a:cubicBezTo>
                  <a:cubicBezTo>
                    <a:pt x="6905" y="72"/>
                    <a:pt x="3436" y="72"/>
                    <a:pt x="0" y="205"/>
                  </a:cubicBezTo>
                  <a:lnTo>
                    <a:pt x="0" y="706"/>
                  </a:lnTo>
                  <a:cubicBezTo>
                    <a:pt x="3436" y="839"/>
                    <a:pt x="6905" y="839"/>
                    <a:pt x="10374" y="839"/>
                  </a:cubicBezTo>
                  <a:lnTo>
                    <a:pt x="16278" y="872"/>
                  </a:lnTo>
                  <a:cubicBezTo>
                    <a:pt x="17346" y="872"/>
                    <a:pt x="18423" y="910"/>
                    <a:pt x="19494" y="910"/>
                  </a:cubicBezTo>
                  <a:cubicBezTo>
                    <a:pt x="20431" y="910"/>
                    <a:pt x="21364" y="881"/>
                    <a:pt x="22283" y="772"/>
                  </a:cubicBezTo>
                  <a:cubicBezTo>
                    <a:pt x="22683" y="706"/>
                    <a:pt x="22683" y="205"/>
                    <a:pt x="22283" y="139"/>
                  </a:cubicBezTo>
                  <a:cubicBezTo>
                    <a:pt x="21364" y="30"/>
                    <a:pt x="20431" y="1"/>
                    <a:pt x="194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89" name="Google Shape;2389;p61"/>
            <p:cNvSpPr/>
            <p:nvPr/>
          </p:nvSpPr>
          <p:spPr>
            <a:xfrm>
              <a:off x="6883475" y="2093284"/>
              <a:ext cx="438194" cy="19563"/>
            </a:xfrm>
            <a:custGeom>
              <a:rect b="b" l="l" r="r" t="t"/>
              <a:pathLst>
                <a:path extrusionOk="0" h="974" w="21817">
                  <a:moveTo>
                    <a:pt x="17204" y="1"/>
                  </a:moveTo>
                  <a:cubicBezTo>
                    <a:pt x="16651" y="1"/>
                    <a:pt x="16098" y="3"/>
                    <a:pt x="15545" y="3"/>
                  </a:cubicBezTo>
                  <a:lnTo>
                    <a:pt x="9641" y="3"/>
                  </a:lnTo>
                  <a:cubicBezTo>
                    <a:pt x="7706" y="3"/>
                    <a:pt x="5772" y="3"/>
                    <a:pt x="3837" y="37"/>
                  </a:cubicBezTo>
                  <a:cubicBezTo>
                    <a:pt x="2569" y="37"/>
                    <a:pt x="1302" y="37"/>
                    <a:pt x="1" y="137"/>
                  </a:cubicBezTo>
                  <a:lnTo>
                    <a:pt x="1" y="837"/>
                  </a:lnTo>
                  <a:cubicBezTo>
                    <a:pt x="1268" y="904"/>
                    <a:pt x="2503" y="937"/>
                    <a:pt x="3737" y="937"/>
                  </a:cubicBezTo>
                  <a:cubicBezTo>
                    <a:pt x="5705" y="971"/>
                    <a:pt x="7673" y="971"/>
                    <a:pt x="9641" y="971"/>
                  </a:cubicBezTo>
                  <a:lnTo>
                    <a:pt x="15445" y="971"/>
                  </a:lnTo>
                  <a:cubicBezTo>
                    <a:pt x="16007" y="971"/>
                    <a:pt x="16570" y="973"/>
                    <a:pt x="17132" y="973"/>
                  </a:cubicBezTo>
                  <a:cubicBezTo>
                    <a:pt x="18538" y="973"/>
                    <a:pt x="19944" y="956"/>
                    <a:pt x="21349" y="837"/>
                  </a:cubicBezTo>
                  <a:cubicBezTo>
                    <a:pt x="21816" y="804"/>
                    <a:pt x="21816" y="170"/>
                    <a:pt x="21349" y="137"/>
                  </a:cubicBezTo>
                  <a:cubicBezTo>
                    <a:pt x="19967" y="18"/>
                    <a:pt x="18586" y="1"/>
                    <a:pt x="172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90" name="Google Shape;2390;p61"/>
            <p:cNvSpPr/>
            <p:nvPr/>
          </p:nvSpPr>
          <p:spPr>
            <a:xfrm>
              <a:off x="6876104" y="2191500"/>
              <a:ext cx="434840" cy="17434"/>
            </a:xfrm>
            <a:custGeom>
              <a:rect b="b" l="l" r="r" t="t"/>
              <a:pathLst>
                <a:path extrusionOk="0" h="868" w="21650">
                  <a:moveTo>
                    <a:pt x="1640" y="0"/>
                  </a:moveTo>
                  <a:cubicBezTo>
                    <a:pt x="1210" y="0"/>
                    <a:pt x="785" y="17"/>
                    <a:pt x="368" y="83"/>
                  </a:cubicBezTo>
                  <a:cubicBezTo>
                    <a:pt x="1" y="117"/>
                    <a:pt x="1" y="751"/>
                    <a:pt x="368" y="784"/>
                  </a:cubicBezTo>
                  <a:cubicBezTo>
                    <a:pt x="785" y="851"/>
                    <a:pt x="1210" y="867"/>
                    <a:pt x="1640" y="867"/>
                  </a:cubicBezTo>
                  <a:cubicBezTo>
                    <a:pt x="2069" y="867"/>
                    <a:pt x="2503" y="851"/>
                    <a:pt x="2936" y="851"/>
                  </a:cubicBezTo>
                  <a:cubicBezTo>
                    <a:pt x="3804" y="851"/>
                    <a:pt x="4704" y="851"/>
                    <a:pt x="5605" y="817"/>
                  </a:cubicBezTo>
                  <a:cubicBezTo>
                    <a:pt x="7339" y="817"/>
                    <a:pt x="9074" y="751"/>
                    <a:pt x="10842" y="651"/>
                  </a:cubicBezTo>
                  <a:cubicBezTo>
                    <a:pt x="11420" y="628"/>
                    <a:pt x="11998" y="621"/>
                    <a:pt x="12578" y="621"/>
                  </a:cubicBezTo>
                  <a:cubicBezTo>
                    <a:pt x="13737" y="621"/>
                    <a:pt x="14900" y="651"/>
                    <a:pt x="16079" y="651"/>
                  </a:cubicBezTo>
                  <a:cubicBezTo>
                    <a:pt x="17847" y="617"/>
                    <a:pt x="19615" y="617"/>
                    <a:pt x="21416" y="617"/>
                  </a:cubicBezTo>
                  <a:cubicBezTo>
                    <a:pt x="21650" y="617"/>
                    <a:pt x="21650" y="250"/>
                    <a:pt x="21416" y="250"/>
                  </a:cubicBezTo>
                  <a:cubicBezTo>
                    <a:pt x="19615" y="217"/>
                    <a:pt x="17847" y="217"/>
                    <a:pt x="16079" y="217"/>
                  </a:cubicBezTo>
                  <a:cubicBezTo>
                    <a:pt x="15069" y="217"/>
                    <a:pt x="14069" y="239"/>
                    <a:pt x="13075" y="239"/>
                  </a:cubicBezTo>
                  <a:cubicBezTo>
                    <a:pt x="12329" y="239"/>
                    <a:pt x="11585" y="226"/>
                    <a:pt x="10842" y="184"/>
                  </a:cubicBezTo>
                  <a:cubicBezTo>
                    <a:pt x="9074" y="117"/>
                    <a:pt x="7339" y="50"/>
                    <a:pt x="5605" y="17"/>
                  </a:cubicBezTo>
                  <a:lnTo>
                    <a:pt x="2936" y="17"/>
                  </a:lnTo>
                  <a:cubicBezTo>
                    <a:pt x="2503" y="17"/>
                    <a:pt x="2069" y="0"/>
                    <a:pt x="16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91" name="Google Shape;2391;p61"/>
            <p:cNvSpPr/>
            <p:nvPr/>
          </p:nvSpPr>
          <p:spPr>
            <a:xfrm>
              <a:off x="6867407" y="2378572"/>
              <a:ext cx="431486" cy="19000"/>
            </a:xfrm>
            <a:custGeom>
              <a:rect b="b" l="l" r="r" t="t"/>
              <a:pathLst>
                <a:path extrusionOk="0" h="946" w="21483">
                  <a:moveTo>
                    <a:pt x="3579" y="1"/>
                  </a:moveTo>
                  <a:cubicBezTo>
                    <a:pt x="2475" y="1"/>
                    <a:pt x="1371" y="28"/>
                    <a:pt x="267" y="176"/>
                  </a:cubicBezTo>
                  <a:cubicBezTo>
                    <a:pt x="0" y="210"/>
                    <a:pt x="0" y="710"/>
                    <a:pt x="267" y="743"/>
                  </a:cubicBezTo>
                  <a:cubicBezTo>
                    <a:pt x="1616" y="925"/>
                    <a:pt x="2965" y="945"/>
                    <a:pt x="4314" y="945"/>
                  </a:cubicBezTo>
                  <a:cubicBezTo>
                    <a:pt x="4700" y="945"/>
                    <a:pt x="5085" y="943"/>
                    <a:pt x="5471" y="943"/>
                  </a:cubicBezTo>
                  <a:lnTo>
                    <a:pt x="10808" y="910"/>
                  </a:lnTo>
                  <a:lnTo>
                    <a:pt x="16145" y="910"/>
                  </a:lnTo>
                  <a:cubicBezTo>
                    <a:pt x="17046" y="910"/>
                    <a:pt x="17946" y="910"/>
                    <a:pt x="18814" y="877"/>
                  </a:cubicBezTo>
                  <a:cubicBezTo>
                    <a:pt x="19214" y="877"/>
                    <a:pt x="19648" y="877"/>
                    <a:pt x="20048" y="843"/>
                  </a:cubicBezTo>
                  <a:cubicBezTo>
                    <a:pt x="20515" y="810"/>
                    <a:pt x="20882" y="710"/>
                    <a:pt x="21315" y="610"/>
                  </a:cubicBezTo>
                  <a:cubicBezTo>
                    <a:pt x="21482" y="577"/>
                    <a:pt x="21482" y="343"/>
                    <a:pt x="21315" y="310"/>
                  </a:cubicBezTo>
                  <a:cubicBezTo>
                    <a:pt x="20882" y="210"/>
                    <a:pt x="20515" y="110"/>
                    <a:pt x="20048" y="76"/>
                  </a:cubicBezTo>
                  <a:cubicBezTo>
                    <a:pt x="19648" y="76"/>
                    <a:pt x="19214" y="43"/>
                    <a:pt x="18814" y="43"/>
                  </a:cubicBezTo>
                  <a:cubicBezTo>
                    <a:pt x="17946" y="9"/>
                    <a:pt x="17046" y="9"/>
                    <a:pt x="16145" y="9"/>
                  </a:cubicBezTo>
                  <a:lnTo>
                    <a:pt x="5471" y="9"/>
                  </a:lnTo>
                  <a:cubicBezTo>
                    <a:pt x="4840" y="9"/>
                    <a:pt x="4209" y="1"/>
                    <a:pt x="35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92" name="Google Shape;2392;p61"/>
            <p:cNvSpPr/>
            <p:nvPr/>
          </p:nvSpPr>
          <p:spPr>
            <a:xfrm>
              <a:off x="6726712" y="1924008"/>
              <a:ext cx="97171" cy="89037"/>
            </a:xfrm>
            <a:custGeom>
              <a:rect b="b" l="l" r="r" t="t"/>
              <a:pathLst>
                <a:path extrusionOk="0" h="4433" w="4838">
                  <a:moveTo>
                    <a:pt x="2593" y="510"/>
                  </a:moveTo>
                  <a:cubicBezTo>
                    <a:pt x="2663" y="510"/>
                    <a:pt x="2733" y="515"/>
                    <a:pt x="2802" y="526"/>
                  </a:cubicBezTo>
                  <a:cubicBezTo>
                    <a:pt x="2836" y="626"/>
                    <a:pt x="2902" y="759"/>
                    <a:pt x="3002" y="792"/>
                  </a:cubicBezTo>
                  <a:cubicBezTo>
                    <a:pt x="3569" y="1059"/>
                    <a:pt x="3903" y="1626"/>
                    <a:pt x="3870" y="2260"/>
                  </a:cubicBezTo>
                  <a:cubicBezTo>
                    <a:pt x="3870" y="2827"/>
                    <a:pt x="3436" y="3361"/>
                    <a:pt x="2902" y="3561"/>
                  </a:cubicBezTo>
                  <a:lnTo>
                    <a:pt x="2902" y="3528"/>
                  </a:lnTo>
                  <a:cubicBezTo>
                    <a:pt x="2712" y="3591"/>
                    <a:pt x="2522" y="3624"/>
                    <a:pt x="2337" y="3624"/>
                  </a:cubicBezTo>
                  <a:cubicBezTo>
                    <a:pt x="1938" y="3624"/>
                    <a:pt x="1564" y="3469"/>
                    <a:pt x="1268" y="3127"/>
                  </a:cubicBezTo>
                  <a:cubicBezTo>
                    <a:pt x="868" y="2627"/>
                    <a:pt x="767" y="1960"/>
                    <a:pt x="1068" y="1426"/>
                  </a:cubicBezTo>
                  <a:cubicBezTo>
                    <a:pt x="1337" y="888"/>
                    <a:pt x="1982" y="510"/>
                    <a:pt x="2593" y="510"/>
                  </a:cubicBezTo>
                  <a:close/>
                  <a:moveTo>
                    <a:pt x="3229" y="0"/>
                  </a:moveTo>
                  <a:cubicBezTo>
                    <a:pt x="3122" y="0"/>
                    <a:pt x="3016" y="45"/>
                    <a:pt x="2936" y="125"/>
                  </a:cubicBezTo>
                  <a:cubicBezTo>
                    <a:pt x="2706" y="42"/>
                    <a:pt x="2468" y="3"/>
                    <a:pt x="2233" y="3"/>
                  </a:cubicBezTo>
                  <a:cubicBezTo>
                    <a:pt x="1617" y="3"/>
                    <a:pt x="1021" y="276"/>
                    <a:pt x="634" y="759"/>
                  </a:cubicBezTo>
                  <a:cubicBezTo>
                    <a:pt x="0" y="1493"/>
                    <a:pt x="0" y="2527"/>
                    <a:pt x="467" y="3328"/>
                  </a:cubicBezTo>
                  <a:cubicBezTo>
                    <a:pt x="893" y="4037"/>
                    <a:pt x="1608" y="4432"/>
                    <a:pt x="2386" y="4432"/>
                  </a:cubicBezTo>
                  <a:cubicBezTo>
                    <a:pt x="2523" y="4432"/>
                    <a:pt x="2662" y="4420"/>
                    <a:pt x="2802" y="4395"/>
                  </a:cubicBezTo>
                  <a:cubicBezTo>
                    <a:pt x="3670" y="4228"/>
                    <a:pt x="4470" y="3528"/>
                    <a:pt x="4637" y="2660"/>
                  </a:cubicBezTo>
                  <a:cubicBezTo>
                    <a:pt x="4837" y="1660"/>
                    <a:pt x="4370" y="526"/>
                    <a:pt x="3436" y="59"/>
                  </a:cubicBezTo>
                  <a:cubicBezTo>
                    <a:pt x="3370" y="19"/>
                    <a:pt x="3299" y="0"/>
                    <a:pt x="32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93" name="Google Shape;2393;p61"/>
            <p:cNvSpPr/>
            <p:nvPr/>
          </p:nvSpPr>
          <p:spPr>
            <a:xfrm>
              <a:off x="6744125" y="2053918"/>
              <a:ext cx="93817" cy="88997"/>
            </a:xfrm>
            <a:custGeom>
              <a:rect b="b" l="l" r="r" t="t"/>
              <a:pathLst>
                <a:path extrusionOk="0" h="4431" w="4671">
                  <a:moveTo>
                    <a:pt x="2744" y="475"/>
                  </a:moveTo>
                  <a:cubicBezTo>
                    <a:pt x="2831" y="475"/>
                    <a:pt x="2918" y="481"/>
                    <a:pt x="3003" y="496"/>
                  </a:cubicBezTo>
                  <a:cubicBezTo>
                    <a:pt x="2836" y="629"/>
                    <a:pt x="2769" y="929"/>
                    <a:pt x="3036" y="1096"/>
                  </a:cubicBezTo>
                  <a:cubicBezTo>
                    <a:pt x="3536" y="1430"/>
                    <a:pt x="3837" y="2130"/>
                    <a:pt x="3636" y="2730"/>
                  </a:cubicBezTo>
                  <a:cubicBezTo>
                    <a:pt x="3476" y="3309"/>
                    <a:pt x="2881" y="3733"/>
                    <a:pt x="2301" y="3733"/>
                  </a:cubicBezTo>
                  <a:cubicBezTo>
                    <a:pt x="2279" y="3733"/>
                    <a:pt x="2257" y="3732"/>
                    <a:pt x="2235" y="3731"/>
                  </a:cubicBezTo>
                  <a:cubicBezTo>
                    <a:pt x="1635" y="3698"/>
                    <a:pt x="1135" y="3197"/>
                    <a:pt x="935" y="2697"/>
                  </a:cubicBezTo>
                  <a:cubicBezTo>
                    <a:pt x="701" y="2130"/>
                    <a:pt x="834" y="1530"/>
                    <a:pt x="1268" y="1096"/>
                  </a:cubicBezTo>
                  <a:cubicBezTo>
                    <a:pt x="1669" y="724"/>
                    <a:pt x="2217" y="475"/>
                    <a:pt x="2744" y="475"/>
                  </a:cubicBezTo>
                  <a:close/>
                  <a:moveTo>
                    <a:pt x="2410" y="1"/>
                  </a:moveTo>
                  <a:cubicBezTo>
                    <a:pt x="1922" y="1"/>
                    <a:pt x="1441" y="157"/>
                    <a:pt x="1035" y="462"/>
                  </a:cubicBezTo>
                  <a:cubicBezTo>
                    <a:pt x="334" y="996"/>
                    <a:pt x="1" y="1863"/>
                    <a:pt x="234" y="2730"/>
                  </a:cubicBezTo>
                  <a:cubicBezTo>
                    <a:pt x="434" y="3531"/>
                    <a:pt x="1101" y="4232"/>
                    <a:pt x="1935" y="4398"/>
                  </a:cubicBezTo>
                  <a:cubicBezTo>
                    <a:pt x="2055" y="4420"/>
                    <a:pt x="2176" y="4430"/>
                    <a:pt x="2296" y="4430"/>
                  </a:cubicBezTo>
                  <a:cubicBezTo>
                    <a:pt x="3109" y="4430"/>
                    <a:pt x="3888" y="3953"/>
                    <a:pt x="4237" y="3197"/>
                  </a:cubicBezTo>
                  <a:cubicBezTo>
                    <a:pt x="4671" y="2230"/>
                    <a:pt x="4304" y="1029"/>
                    <a:pt x="3403" y="462"/>
                  </a:cubicBezTo>
                  <a:lnTo>
                    <a:pt x="3370" y="462"/>
                  </a:lnTo>
                  <a:cubicBezTo>
                    <a:pt x="3436" y="395"/>
                    <a:pt x="3470" y="262"/>
                    <a:pt x="3336" y="195"/>
                  </a:cubicBezTo>
                  <a:cubicBezTo>
                    <a:pt x="3037" y="65"/>
                    <a:pt x="2722" y="1"/>
                    <a:pt x="24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94" name="Google Shape;2394;p61"/>
            <p:cNvSpPr/>
            <p:nvPr/>
          </p:nvSpPr>
          <p:spPr>
            <a:xfrm>
              <a:off x="6734083" y="2308857"/>
              <a:ext cx="108559" cy="99822"/>
            </a:xfrm>
            <a:custGeom>
              <a:rect b="b" l="l" r="r" t="t"/>
              <a:pathLst>
                <a:path extrusionOk="0" h="4970" w="5405">
                  <a:moveTo>
                    <a:pt x="3273" y="1"/>
                  </a:moveTo>
                  <a:cubicBezTo>
                    <a:pt x="2881" y="1"/>
                    <a:pt x="2767" y="559"/>
                    <a:pt x="3169" y="745"/>
                  </a:cubicBezTo>
                  <a:cubicBezTo>
                    <a:pt x="3803" y="979"/>
                    <a:pt x="4337" y="1512"/>
                    <a:pt x="4503" y="2179"/>
                  </a:cubicBezTo>
                  <a:cubicBezTo>
                    <a:pt x="4670" y="2813"/>
                    <a:pt x="4370" y="3480"/>
                    <a:pt x="3836" y="3881"/>
                  </a:cubicBezTo>
                  <a:cubicBezTo>
                    <a:pt x="3565" y="4080"/>
                    <a:pt x="3270" y="4158"/>
                    <a:pt x="2965" y="4158"/>
                  </a:cubicBezTo>
                  <a:cubicBezTo>
                    <a:pt x="2558" y="4158"/>
                    <a:pt x="2136" y="4019"/>
                    <a:pt x="1735" y="3847"/>
                  </a:cubicBezTo>
                  <a:cubicBezTo>
                    <a:pt x="1435" y="3681"/>
                    <a:pt x="1101" y="3514"/>
                    <a:pt x="934" y="3214"/>
                  </a:cubicBezTo>
                  <a:cubicBezTo>
                    <a:pt x="734" y="2880"/>
                    <a:pt x="767" y="2513"/>
                    <a:pt x="901" y="2179"/>
                  </a:cubicBezTo>
                  <a:cubicBezTo>
                    <a:pt x="1034" y="1779"/>
                    <a:pt x="1334" y="1412"/>
                    <a:pt x="1668" y="1145"/>
                  </a:cubicBezTo>
                  <a:cubicBezTo>
                    <a:pt x="1884" y="972"/>
                    <a:pt x="2185" y="799"/>
                    <a:pt x="2461" y="799"/>
                  </a:cubicBezTo>
                  <a:cubicBezTo>
                    <a:pt x="2610" y="799"/>
                    <a:pt x="2752" y="850"/>
                    <a:pt x="2869" y="979"/>
                  </a:cubicBezTo>
                  <a:cubicBezTo>
                    <a:pt x="2900" y="1010"/>
                    <a:pt x="2935" y="1023"/>
                    <a:pt x="2968" y="1023"/>
                  </a:cubicBezTo>
                  <a:cubicBezTo>
                    <a:pt x="3079" y="1023"/>
                    <a:pt x="3179" y="881"/>
                    <a:pt x="3102" y="778"/>
                  </a:cubicBezTo>
                  <a:cubicBezTo>
                    <a:pt x="2866" y="516"/>
                    <a:pt x="2465" y="336"/>
                    <a:pt x="2094" y="336"/>
                  </a:cubicBezTo>
                  <a:cubicBezTo>
                    <a:pt x="1993" y="336"/>
                    <a:pt x="1894" y="350"/>
                    <a:pt x="1801" y="378"/>
                  </a:cubicBezTo>
                  <a:cubicBezTo>
                    <a:pt x="1268" y="478"/>
                    <a:pt x="867" y="912"/>
                    <a:pt x="567" y="1346"/>
                  </a:cubicBezTo>
                  <a:cubicBezTo>
                    <a:pt x="234" y="1746"/>
                    <a:pt x="0" y="2280"/>
                    <a:pt x="34" y="2813"/>
                  </a:cubicBezTo>
                  <a:cubicBezTo>
                    <a:pt x="67" y="3347"/>
                    <a:pt x="334" y="3814"/>
                    <a:pt x="734" y="4148"/>
                  </a:cubicBezTo>
                  <a:cubicBezTo>
                    <a:pt x="1168" y="4481"/>
                    <a:pt x="1701" y="4715"/>
                    <a:pt x="2202" y="4848"/>
                  </a:cubicBezTo>
                  <a:cubicBezTo>
                    <a:pt x="2456" y="4928"/>
                    <a:pt x="2719" y="4969"/>
                    <a:pt x="2981" y="4969"/>
                  </a:cubicBezTo>
                  <a:cubicBezTo>
                    <a:pt x="3269" y="4969"/>
                    <a:pt x="3557" y="4919"/>
                    <a:pt x="3836" y="4815"/>
                  </a:cubicBezTo>
                  <a:cubicBezTo>
                    <a:pt x="4737" y="4414"/>
                    <a:pt x="5404" y="3447"/>
                    <a:pt x="5371" y="2480"/>
                  </a:cubicBezTo>
                  <a:cubicBezTo>
                    <a:pt x="5304" y="1346"/>
                    <a:pt x="4470" y="278"/>
                    <a:pt x="3369" y="11"/>
                  </a:cubicBezTo>
                  <a:cubicBezTo>
                    <a:pt x="3335" y="4"/>
                    <a:pt x="3303" y="1"/>
                    <a:pt x="3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95" name="Google Shape;2395;p61"/>
            <p:cNvSpPr/>
            <p:nvPr/>
          </p:nvSpPr>
          <p:spPr>
            <a:xfrm>
              <a:off x="7488475" y="1476836"/>
              <a:ext cx="868978" cy="549526"/>
            </a:xfrm>
            <a:custGeom>
              <a:rect b="b" l="l" r="r" t="t"/>
              <a:pathLst>
                <a:path extrusionOk="0" h="27360" w="43265">
                  <a:moveTo>
                    <a:pt x="19858" y="0"/>
                  </a:moveTo>
                  <a:cubicBezTo>
                    <a:pt x="19177" y="0"/>
                    <a:pt x="18495" y="2"/>
                    <a:pt x="17813" y="7"/>
                  </a:cubicBezTo>
                  <a:cubicBezTo>
                    <a:pt x="12443" y="40"/>
                    <a:pt x="7072" y="207"/>
                    <a:pt x="1702" y="474"/>
                  </a:cubicBezTo>
                  <a:cubicBezTo>
                    <a:pt x="1568" y="474"/>
                    <a:pt x="1468" y="540"/>
                    <a:pt x="1435" y="674"/>
                  </a:cubicBezTo>
                  <a:cubicBezTo>
                    <a:pt x="1301" y="1174"/>
                    <a:pt x="1168" y="1674"/>
                    <a:pt x="1034" y="2175"/>
                  </a:cubicBezTo>
                  <a:cubicBezTo>
                    <a:pt x="67" y="6311"/>
                    <a:pt x="0" y="10614"/>
                    <a:pt x="100" y="14884"/>
                  </a:cubicBezTo>
                  <a:lnTo>
                    <a:pt x="100" y="14851"/>
                  </a:lnTo>
                  <a:cubicBezTo>
                    <a:pt x="167" y="17052"/>
                    <a:pt x="234" y="19254"/>
                    <a:pt x="334" y="21455"/>
                  </a:cubicBezTo>
                  <a:cubicBezTo>
                    <a:pt x="367" y="22523"/>
                    <a:pt x="367" y="23590"/>
                    <a:pt x="467" y="24658"/>
                  </a:cubicBezTo>
                  <a:cubicBezTo>
                    <a:pt x="534" y="25391"/>
                    <a:pt x="768" y="26192"/>
                    <a:pt x="1501" y="26459"/>
                  </a:cubicBezTo>
                  <a:cubicBezTo>
                    <a:pt x="1968" y="26626"/>
                    <a:pt x="2502" y="26626"/>
                    <a:pt x="2969" y="26626"/>
                  </a:cubicBezTo>
                  <a:cubicBezTo>
                    <a:pt x="3536" y="26659"/>
                    <a:pt x="4103" y="26692"/>
                    <a:pt x="4637" y="26726"/>
                  </a:cubicBezTo>
                  <a:cubicBezTo>
                    <a:pt x="5771" y="26792"/>
                    <a:pt x="6905" y="26859"/>
                    <a:pt x="8039" y="26893"/>
                  </a:cubicBezTo>
                  <a:cubicBezTo>
                    <a:pt x="10274" y="26993"/>
                    <a:pt x="12509" y="27093"/>
                    <a:pt x="14778" y="27159"/>
                  </a:cubicBezTo>
                  <a:cubicBezTo>
                    <a:pt x="19281" y="27293"/>
                    <a:pt x="23784" y="27360"/>
                    <a:pt x="28287" y="27360"/>
                  </a:cubicBezTo>
                  <a:cubicBezTo>
                    <a:pt x="32524" y="27360"/>
                    <a:pt x="36827" y="27360"/>
                    <a:pt x="41063" y="27093"/>
                  </a:cubicBezTo>
                  <a:cubicBezTo>
                    <a:pt x="41110" y="27116"/>
                    <a:pt x="41157" y="27140"/>
                    <a:pt x="41205" y="27140"/>
                  </a:cubicBezTo>
                  <a:cubicBezTo>
                    <a:pt x="41224" y="27140"/>
                    <a:pt x="41244" y="27136"/>
                    <a:pt x="41263" y="27126"/>
                  </a:cubicBezTo>
                  <a:cubicBezTo>
                    <a:pt x="41330" y="27126"/>
                    <a:pt x="41363" y="27093"/>
                    <a:pt x="41430" y="27059"/>
                  </a:cubicBezTo>
                  <a:cubicBezTo>
                    <a:pt x="41530" y="27059"/>
                    <a:pt x="41663" y="27059"/>
                    <a:pt x="41763" y="27026"/>
                  </a:cubicBezTo>
                  <a:cubicBezTo>
                    <a:pt x="41897" y="27026"/>
                    <a:pt x="41897" y="26859"/>
                    <a:pt x="41763" y="26859"/>
                  </a:cubicBezTo>
                  <a:lnTo>
                    <a:pt x="41697" y="26859"/>
                  </a:lnTo>
                  <a:cubicBezTo>
                    <a:pt x="41997" y="26526"/>
                    <a:pt x="42097" y="26025"/>
                    <a:pt x="42130" y="25592"/>
                  </a:cubicBezTo>
                  <a:cubicBezTo>
                    <a:pt x="42197" y="24591"/>
                    <a:pt x="42264" y="23590"/>
                    <a:pt x="42331" y="22623"/>
                  </a:cubicBezTo>
                  <a:cubicBezTo>
                    <a:pt x="42531" y="19054"/>
                    <a:pt x="42597" y="15484"/>
                    <a:pt x="42564" y="11882"/>
                  </a:cubicBezTo>
                  <a:cubicBezTo>
                    <a:pt x="42564" y="10114"/>
                    <a:pt x="42497" y="8313"/>
                    <a:pt x="42431" y="6511"/>
                  </a:cubicBezTo>
                  <a:cubicBezTo>
                    <a:pt x="42331" y="4743"/>
                    <a:pt x="42264" y="2975"/>
                    <a:pt x="42064" y="1207"/>
                  </a:cubicBezTo>
                  <a:lnTo>
                    <a:pt x="42064" y="1207"/>
                  </a:lnTo>
                  <a:cubicBezTo>
                    <a:pt x="42364" y="1241"/>
                    <a:pt x="42631" y="1241"/>
                    <a:pt x="42931" y="1274"/>
                  </a:cubicBezTo>
                  <a:cubicBezTo>
                    <a:pt x="42941" y="1275"/>
                    <a:pt x="42950" y="1276"/>
                    <a:pt x="42959" y="1276"/>
                  </a:cubicBezTo>
                  <a:cubicBezTo>
                    <a:pt x="43264" y="1276"/>
                    <a:pt x="43255" y="740"/>
                    <a:pt x="42931" y="740"/>
                  </a:cubicBezTo>
                  <a:cubicBezTo>
                    <a:pt x="39895" y="540"/>
                    <a:pt x="36893" y="374"/>
                    <a:pt x="33891" y="273"/>
                  </a:cubicBezTo>
                  <a:cubicBezTo>
                    <a:pt x="29203" y="99"/>
                    <a:pt x="24540" y="0"/>
                    <a:pt x="198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96" name="Google Shape;2396;p61"/>
            <p:cNvSpPr/>
            <p:nvPr/>
          </p:nvSpPr>
          <p:spPr>
            <a:xfrm>
              <a:off x="7484458" y="1474144"/>
              <a:ext cx="877012" cy="554225"/>
            </a:xfrm>
            <a:custGeom>
              <a:rect b="b" l="l" r="r" t="t"/>
              <a:pathLst>
                <a:path extrusionOk="0" h="27594" w="43665">
                  <a:moveTo>
                    <a:pt x="20692" y="583"/>
                  </a:moveTo>
                  <a:cubicBezTo>
                    <a:pt x="22823" y="583"/>
                    <a:pt x="24955" y="602"/>
                    <a:pt x="27086" y="641"/>
                  </a:cubicBezTo>
                  <a:cubicBezTo>
                    <a:pt x="32123" y="741"/>
                    <a:pt x="37160" y="941"/>
                    <a:pt x="42197" y="1241"/>
                  </a:cubicBezTo>
                  <a:cubicBezTo>
                    <a:pt x="42264" y="3176"/>
                    <a:pt x="42397" y="5111"/>
                    <a:pt x="42464" y="7046"/>
                  </a:cubicBezTo>
                  <a:cubicBezTo>
                    <a:pt x="42564" y="10515"/>
                    <a:pt x="42597" y="13984"/>
                    <a:pt x="42497" y="17453"/>
                  </a:cubicBezTo>
                  <a:cubicBezTo>
                    <a:pt x="42464" y="19188"/>
                    <a:pt x="42364" y="20922"/>
                    <a:pt x="42264" y="22657"/>
                  </a:cubicBezTo>
                  <a:cubicBezTo>
                    <a:pt x="42230" y="23557"/>
                    <a:pt x="42164" y="24425"/>
                    <a:pt x="42097" y="25292"/>
                  </a:cubicBezTo>
                  <a:cubicBezTo>
                    <a:pt x="42064" y="25726"/>
                    <a:pt x="42097" y="26193"/>
                    <a:pt x="41863" y="26560"/>
                  </a:cubicBezTo>
                  <a:cubicBezTo>
                    <a:pt x="41595" y="27067"/>
                    <a:pt x="41166" y="27094"/>
                    <a:pt x="40672" y="27094"/>
                  </a:cubicBezTo>
                  <a:cubicBezTo>
                    <a:pt x="40614" y="27094"/>
                    <a:pt x="40555" y="27093"/>
                    <a:pt x="40496" y="27093"/>
                  </a:cubicBezTo>
                  <a:cubicBezTo>
                    <a:pt x="36059" y="27127"/>
                    <a:pt x="31623" y="27193"/>
                    <a:pt x="27186" y="27193"/>
                  </a:cubicBezTo>
                  <a:cubicBezTo>
                    <a:pt x="22750" y="27160"/>
                    <a:pt x="18280" y="27060"/>
                    <a:pt x="13843" y="26926"/>
                  </a:cubicBezTo>
                  <a:cubicBezTo>
                    <a:pt x="11608" y="26860"/>
                    <a:pt x="9407" y="26760"/>
                    <a:pt x="7172" y="26660"/>
                  </a:cubicBezTo>
                  <a:cubicBezTo>
                    <a:pt x="6071" y="26593"/>
                    <a:pt x="4970" y="26526"/>
                    <a:pt x="3870" y="26459"/>
                  </a:cubicBezTo>
                  <a:cubicBezTo>
                    <a:pt x="3336" y="26426"/>
                    <a:pt x="2769" y="26426"/>
                    <a:pt x="2202" y="26359"/>
                  </a:cubicBezTo>
                  <a:cubicBezTo>
                    <a:pt x="1768" y="26326"/>
                    <a:pt x="1401" y="26226"/>
                    <a:pt x="1201" y="25792"/>
                  </a:cubicBezTo>
                  <a:cubicBezTo>
                    <a:pt x="1001" y="25459"/>
                    <a:pt x="968" y="25058"/>
                    <a:pt x="968" y="24692"/>
                  </a:cubicBezTo>
                  <a:cubicBezTo>
                    <a:pt x="934" y="24158"/>
                    <a:pt x="934" y="23624"/>
                    <a:pt x="901" y="23124"/>
                  </a:cubicBezTo>
                  <a:cubicBezTo>
                    <a:pt x="867" y="21990"/>
                    <a:pt x="834" y="20889"/>
                    <a:pt x="801" y="19788"/>
                  </a:cubicBezTo>
                  <a:cubicBezTo>
                    <a:pt x="734" y="17653"/>
                    <a:pt x="667" y="15485"/>
                    <a:pt x="634" y="13317"/>
                  </a:cubicBezTo>
                  <a:cubicBezTo>
                    <a:pt x="601" y="9180"/>
                    <a:pt x="834" y="5011"/>
                    <a:pt x="1968" y="1008"/>
                  </a:cubicBezTo>
                  <a:lnTo>
                    <a:pt x="1968" y="1041"/>
                  </a:lnTo>
                  <a:cubicBezTo>
                    <a:pt x="4937" y="874"/>
                    <a:pt x="7906" y="774"/>
                    <a:pt x="10875" y="708"/>
                  </a:cubicBezTo>
                  <a:cubicBezTo>
                    <a:pt x="14147" y="627"/>
                    <a:pt x="17419" y="583"/>
                    <a:pt x="20692" y="583"/>
                  </a:cubicBezTo>
                  <a:close/>
                  <a:moveTo>
                    <a:pt x="20039" y="1"/>
                  </a:moveTo>
                  <a:cubicBezTo>
                    <a:pt x="19352" y="1"/>
                    <a:pt x="18666" y="3"/>
                    <a:pt x="17980" y="7"/>
                  </a:cubicBezTo>
                  <a:cubicBezTo>
                    <a:pt x="12576" y="41"/>
                    <a:pt x="7172" y="207"/>
                    <a:pt x="1735" y="474"/>
                  </a:cubicBezTo>
                  <a:cubicBezTo>
                    <a:pt x="1635" y="474"/>
                    <a:pt x="1501" y="574"/>
                    <a:pt x="1468" y="674"/>
                  </a:cubicBezTo>
                  <a:cubicBezTo>
                    <a:pt x="1334" y="1175"/>
                    <a:pt x="1201" y="1675"/>
                    <a:pt x="1068" y="2209"/>
                  </a:cubicBezTo>
                  <a:cubicBezTo>
                    <a:pt x="100" y="6378"/>
                    <a:pt x="0" y="10715"/>
                    <a:pt x="134" y="15018"/>
                  </a:cubicBezTo>
                  <a:cubicBezTo>
                    <a:pt x="167" y="17220"/>
                    <a:pt x="267" y="19454"/>
                    <a:pt x="334" y="21656"/>
                  </a:cubicBezTo>
                  <a:cubicBezTo>
                    <a:pt x="400" y="22723"/>
                    <a:pt x="367" y="23824"/>
                    <a:pt x="501" y="24892"/>
                  </a:cubicBezTo>
                  <a:cubicBezTo>
                    <a:pt x="567" y="25592"/>
                    <a:pt x="801" y="26426"/>
                    <a:pt x="1535" y="26693"/>
                  </a:cubicBezTo>
                  <a:cubicBezTo>
                    <a:pt x="1885" y="26843"/>
                    <a:pt x="2273" y="26862"/>
                    <a:pt x="2642" y="26862"/>
                  </a:cubicBezTo>
                  <a:cubicBezTo>
                    <a:pt x="2765" y="26862"/>
                    <a:pt x="2886" y="26860"/>
                    <a:pt x="3002" y="26860"/>
                  </a:cubicBezTo>
                  <a:cubicBezTo>
                    <a:pt x="3569" y="26893"/>
                    <a:pt x="4136" y="26926"/>
                    <a:pt x="4704" y="26960"/>
                  </a:cubicBezTo>
                  <a:cubicBezTo>
                    <a:pt x="5838" y="27027"/>
                    <a:pt x="6972" y="27093"/>
                    <a:pt x="8106" y="27127"/>
                  </a:cubicBezTo>
                  <a:cubicBezTo>
                    <a:pt x="10374" y="27227"/>
                    <a:pt x="12643" y="27327"/>
                    <a:pt x="14911" y="27393"/>
                  </a:cubicBezTo>
                  <a:cubicBezTo>
                    <a:pt x="19447" y="27527"/>
                    <a:pt x="23984" y="27594"/>
                    <a:pt x="28521" y="27594"/>
                  </a:cubicBezTo>
                  <a:cubicBezTo>
                    <a:pt x="30755" y="27594"/>
                    <a:pt x="32957" y="27594"/>
                    <a:pt x="35192" y="27560"/>
                  </a:cubicBezTo>
                  <a:cubicBezTo>
                    <a:pt x="36293" y="27527"/>
                    <a:pt x="37427" y="27494"/>
                    <a:pt x="38528" y="27460"/>
                  </a:cubicBezTo>
                  <a:cubicBezTo>
                    <a:pt x="38659" y="27456"/>
                    <a:pt x="38792" y="27454"/>
                    <a:pt x="38928" y="27454"/>
                  </a:cubicBezTo>
                  <a:cubicBezTo>
                    <a:pt x="39233" y="27454"/>
                    <a:pt x="39549" y="27462"/>
                    <a:pt x="39865" y="27462"/>
                  </a:cubicBezTo>
                  <a:cubicBezTo>
                    <a:pt x="40484" y="27462"/>
                    <a:pt x="41107" y="27433"/>
                    <a:pt x="41663" y="27260"/>
                  </a:cubicBezTo>
                  <a:cubicBezTo>
                    <a:pt x="41697" y="27227"/>
                    <a:pt x="41763" y="27227"/>
                    <a:pt x="41830" y="27193"/>
                  </a:cubicBezTo>
                  <a:cubicBezTo>
                    <a:pt x="42364" y="27027"/>
                    <a:pt x="42464" y="26326"/>
                    <a:pt x="42497" y="25792"/>
                  </a:cubicBezTo>
                  <a:cubicBezTo>
                    <a:pt x="42597" y="24825"/>
                    <a:pt x="42631" y="23824"/>
                    <a:pt x="42697" y="22824"/>
                  </a:cubicBezTo>
                  <a:cubicBezTo>
                    <a:pt x="42897" y="19221"/>
                    <a:pt x="42998" y="15618"/>
                    <a:pt x="42964" y="12016"/>
                  </a:cubicBezTo>
                  <a:cubicBezTo>
                    <a:pt x="42931" y="10181"/>
                    <a:pt x="42897" y="8380"/>
                    <a:pt x="42797" y="6579"/>
                  </a:cubicBezTo>
                  <a:cubicBezTo>
                    <a:pt x="42731" y="4811"/>
                    <a:pt x="42631" y="3009"/>
                    <a:pt x="42430" y="1241"/>
                  </a:cubicBezTo>
                  <a:cubicBezTo>
                    <a:pt x="42731" y="1241"/>
                    <a:pt x="43031" y="1275"/>
                    <a:pt x="43331" y="1275"/>
                  </a:cubicBezTo>
                  <a:cubicBezTo>
                    <a:pt x="43341" y="1276"/>
                    <a:pt x="43351" y="1276"/>
                    <a:pt x="43361" y="1276"/>
                  </a:cubicBezTo>
                  <a:cubicBezTo>
                    <a:pt x="43664" y="1276"/>
                    <a:pt x="43655" y="773"/>
                    <a:pt x="43331" y="741"/>
                  </a:cubicBezTo>
                  <a:cubicBezTo>
                    <a:pt x="40262" y="574"/>
                    <a:pt x="37227" y="407"/>
                    <a:pt x="34191" y="274"/>
                  </a:cubicBezTo>
                  <a:cubicBezTo>
                    <a:pt x="29474" y="99"/>
                    <a:pt x="24756" y="1"/>
                    <a:pt x="2003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97" name="Google Shape;2397;p61"/>
            <p:cNvSpPr/>
            <p:nvPr/>
          </p:nvSpPr>
          <p:spPr>
            <a:xfrm>
              <a:off x="7544071" y="1797372"/>
              <a:ext cx="425461" cy="16430"/>
            </a:xfrm>
            <a:custGeom>
              <a:rect b="b" l="l" r="r" t="t"/>
              <a:pathLst>
                <a:path extrusionOk="0" h="818" w="21183">
                  <a:moveTo>
                    <a:pt x="5522" y="1"/>
                  </a:moveTo>
                  <a:cubicBezTo>
                    <a:pt x="3804" y="1"/>
                    <a:pt x="2086" y="26"/>
                    <a:pt x="368" y="126"/>
                  </a:cubicBezTo>
                  <a:cubicBezTo>
                    <a:pt x="1" y="126"/>
                    <a:pt x="1" y="660"/>
                    <a:pt x="368" y="693"/>
                  </a:cubicBezTo>
                  <a:cubicBezTo>
                    <a:pt x="2086" y="793"/>
                    <a:pt x="3804" y="818"/>
                    <a:pt x="5522" y="818"/>
                  </a:cubicBezTo>
                  <a:cubicBezTo>
                    <a:pt x="7239" y="818"/>
                    <a:pt x="8957" y="793"/>
                    <a:pt x="10675" y="793"/>
                  </a:cubicBezTo>
                  <a:cubicBezTo>
                    <a:pt x="11150" y="788"/>
                    <a:pt x="11626" y="787"/>
                    <a:pt x="12101" y="787"/>
                  </a:cubicBezTo>
                  <a:cubicBezTo>
                    <a:pt x="12871" y="787"/>
                    <a:pt x="13642" y="791"/>
                    <a:pt x="14413" y="791"/>
                  </a:cubicBezTo>
                  <a:cubicBezTo>
                    <a:pt x="16613" y="791"/>
                    <a:pt x="18811" y="760"/>
                    <a:pt x="20983" y="526"/>
                  </a:cubicBezTo>
                  <a:cubicBezTo>
                    <a:pt x="21183" y="526"/>
                    <a:pt x="21183" y="293"/>
                    <a:pt x="20983" y="259"/>
                  </a:cubicBezTo>
                  <a:cubicBezTo>
                    <a:pt x="19013" y="47"/>
                    <a:pt x="17021" y="2"/>
                    <a:pt x="15025" y="2"/>
                  </a:cubicBezTo>
                  <a:cubicBezTo>
                    <a:pt x="13574" y="2"/>
                    <a:pt x="12122" y="26"/>
                    <a:pt x="10675" y="26"/>
                  </a:cubicBezTo>
                  <a:cubicBezTo>
                    <a:pt x="8957" y="26"/>
                    <a:pt x="7239" y="1"/>
                    <a:pt x="55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98" name="Google Shape;2398;p61"/>
            <p:cNvSpPr/>
            <p:nvPr/>
          </p:nvSpPr>
          <p:spPr>
            <a:xfrm>
              <a:off x="8161805" y="1892695"/>
              <a:ext cx="111894" cy="61982"/>
            </a:xfrm>
            <a:custGeom>
              <a:rect b="b" l="l" r="r" t="t"/>
              <a:pathLst>
                <a:path extrusionOk="0" h="3086" w="5571">
                  <a:moveTo>
                    <a:pt x="2802" y="884"/>
                  </a:moveTo>
                  <a:cubicBezTo>
                    <a:pt x="3203" y="884"/>
                    <a:pt x="3636" y="917"/>
                    <a:pt x="4036" y="917"/>
                  </a:cubicBezTo>
                  <a:cubicBezTo>
                    <a:pt x="4192" y="917"/>
                    <a:pt x="4363" y="932"/>
                    <a:pt x="4538" y="932"/>
                  </a:cubicBezTo>
                  <a:cubicBezTo>
                    <a:pt x="4626" y="932"/>
                    <a:pt x="4715" y="928"/>
                    <a:pt x="4804" y="917"/>
                  </a:cubicBezTo>
                  <a:lnTo>
                    <a:pt x="4804" y="917"/>
                  </a:lnTo>
                  <a:cubicBezTo>
                    <a:pt x="4770" y="1217"/>
                    <a:pt x="4770" y="1551"/>
                    <a:pt x="4770" y="1851"/>
                  </a:cubicBezTo>
                  <a:lnTo>
                    <a:pt x="4770" y="2151"/>
                  </a:lnTo>
                  <a:cubicBezTo>
                    <a:pt x="4770" y="2185"/>
                    <a:pt x="4770" y="2251"/>
                    <a:pt x="4737" y="2285"/>
                  </a:cubicBezTo>
                  <a:lnTo>
                    <a:pt x="4303" y="2285"/>
                  </a:lnTo>
                  <a:cubicBezTo>
                    <a:pt x="3469" y="2285"/>
                    <a:pt x="2602" y="2251"/>
                    <a:pt x="1768" y="2251"/>
                  </a:cubicBezTo>
                  <a:lnTo>
                    <a:pt x="968" y="2251"/>
                  </a:lnTo>
                  <a:lnTo>
                    <a:pt x="968" y="2218"/>
                  </a:lnTo>
                  <a:cubicBezTo>
                    <a:pt x="1001" y="2051"/>
                    <a:pt x="968" y="1818"/>
                    <a:pt x="968" y="1618"/>
                  </a:cubicBezTo>
                  <a:lnTo>
                    <a:pt x="968" y="1017"/>
                  </a:lnTo>
                  <a:cubicBezTo>
                    <a:pt x="968" y="1017"/>
                    <a:pt x="968" y="917"/>
                    <a:pt x="968" y="884"/>
                  </a:cubicBezTo>
                  <a:close/>
                  <a:moveTo>
                    <a:pt x="1198" y="0"/>
                  </a:moveTo>
                  <a:cubicBezTo>
                    <a:pt x="913" y="0"/>
                    <a:pt x="621" y="36"/>
                    <a:pt x="401" y="217"/>
                  </a:cubicBezTo>
                  <a:cubicBezTo>
                    <a:pt x="0" y="550"/>
                    <a:pt x="134" y="1184"/>
                    <a:pt x="134" y="1618"/>
                  </a:cubicBezTo>
                  <a:cubicBezTo>
                    <a:pt x="134" y="2085"/>
                    <a:pt x="67" y="2652"/>
                    <a:pt x="501" y="2952"/>
                  </a:cubicBezTo>
                  <a:cubicBezTo>
                    <a:pt x="701" y="3085"/>
                    <a:pt x="968" y="3085"/>
                    <a:pt x="1201" y="3085"/>
                  </a:cubicBezTo>
                  <a:lnTo>
                    <a:pt x="3469" y="3085"/>
                  </a:lnTo>
                  <a:cubicBezTo>
                    <a:pt x="3736" y="3085"/>
                    <a:pt x="4036" y="3085"/>
                    <a:pt x="4303" y="3052"/>
                  </a:cubicBezTo>
                  <a:cubicBezTo>
                    <a:pt x="4459" y="3052"/>
                    <a:pt x="4615" y="3067"/>
                    <a:pt x="4770" y="3067"/>
                  </a:cubicBezTo>
                  <a:cubicBezTo>
                    <a:pt x="4848" y="3067"/>
                    <a:pt x="4926" y="3063"/>
                    <a:pt x="5004" y="3052"/>
                  </a:cubicBezTo>
                  <a:cubicBezTo>
                    <a:pt x="5538" y="2919"/>
                    <a:pt x="5538" y="2418"/>
                    <a:pt x="5538" y="1985"/>
                  </a:cubicBezTo>
                  <a:cubicBezTo>
                    <a:pt x="5504" y="1551"/>
                    <a:pt x="5471" y="1151"/>
                    <a:pt x="5437" y="717"/>
                  </a:cubicBezTo>
                  <a:cubicBezTo>
                    <a:pt x="5571" y="550"/>
                    <a:pt x="5538" y="250"/>
                    <a:pt x="5337" y="150"/>
                  </a:cubicBezTo>
                  <a:cubicBezTo>
                    <a:pt x="5137" y="61"/>
                    <a:pt x="4937" y="46"/>
                    <a:pt x="4727" y="46"/>
                  </a:cubicBezTo>
                  <a:cubicBezTo>
                    <a:pt x="4622" y="46"/>
                    <a:pt x="4515" y="50"/>
                    <a:pt x="4403" y="50"/>
                  </a:cubicBezTo>
                  <a:lnTo>
                    <a:pt x="3469" y="50"/>
                  </a:lnTo>
                  <a:cubicBezTo>
                    <a:pt x="2902" y="50"/>
                    <a:pt x="2335" y="50"/>
                    <a:pt x="1735" y="16"/>
                  </a:cubicBezTo>
                  <a:cubicBezTo>
                    <a:pt x="1575" y="16"/>
                    <a:pt x="1388" y="0"/>
                    <a:pt x="11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99" name="Google Shape;2399;p61"/>
            <p:cNvSpPr/>
            <p:nvPr/>
          </p:nvSpPr>
          <p:spPr>
            <a:xfrm>
              <a:off x="7827490" y="1890225"/>
              <a:ext cx="157446" cy="64212"/>
            </a:xfrm>
            <a:custGeom>
              <a:rect b="b" l="l" r="r" t="t"/>
              <a:pathLst>
                <a:path extrusionOk="0" h="3197" w="7839">
                  <a:moveTo>
                    <a:pt x="2902" y="840"/>
                  </a:moveTo>
                  <a:cubicBezTo>
                    <a:pt x="3603" y="840"/>
                    <a:pt x="4303" y="840"/>
                    <a:pt x="4970" y="873"/>
                  </a:cubicBezTo>
                  <a:cubicBezTo>
                    <a:pt x="5304" y="873"/>
                    <a:pt x="5604" y="907"/>
                    <a:pt x="5938" y="907"/>
                  </a:cubicBezTo>
                  <a:cubicBezTo>
                    <a:pt x="6197" y="930"/>
                    <a:pt x="6457" y="954"/>
                    <a:pt x="6716" y="954"/>
                  </a:cubicBezTo>
                  <a:cubicBezTo>
                    <a:pt x="6823" y="954"/>
                    <a:pt x="6931" y="950"/>
                    <a:pt x="7038" y="940"/>
                  </a:cubicBezTo>
                  <a:cubicBezTo>
                    <a:pt x="7072" y="940"/>
                    <a:pt x="7105" y="907"/>
                    <a:pt x="7105" y="907"/>
                  </a:cubicBezTo>
                  <a:cubicBezTo>
                    <a:pt x="7105" y="1207"/>
                    <a:pt x="7105" y="1474"/>
                    <a:pt x="7138" y="1774"/>
                  </a:cubicBezTo>
                  <a:cubicBezTo>
                    <a:pt x="7138" y="1941"/>
                    <a:pt x="7138" y="2074"/>
                    <a:pt x="7138" y="2241"/>
                  </a:cubicBezTo>
                  <a:cubicBezTo>
                    <a:pt x="7138" y="2360"/>
                    <a:pt x="7173" y="2377"/>
                    <a:pt x="7119" y="2377"/>
                  </a:cubicBezTo>
                  <a:cubicBezTo>
                    <a:pt x="7098" y="2377"/>
                    <a:pt x="7062" y="2374"/>
                    <a:pt x="7005" y="2374"/>
                  </a:cubicBezTo>
                  <a:cubicBezTo>
                    <a:pt x="6338" y="2374"/>
                    <a:pt x="5671" y="2474"/>
                    <a:pt x="5004" y="2474"/>
                  </a:cubicBezTo>
                  <a:cubicBezTo>
                    <a:pt x="4403" y="2474"/>
                    <a:pt x="3769" y="2441"/>
                    <a:pt x="3169" y="2374"/>
                  </a:cubicBezTo>
                  <a:cubicBezTo>
                    <a:pt x="2802" y="2374"/>
                    <a:pt x="2468" y="2341"/>
                    <a:pt x="2102" y="2274"/>
                  </a:cubicBezTo>
                  <a:cubicBezTo>
                    <a:pt x="1968" y="2274"/>
                    <a:pt x="1835" y="2241"/>
                    <a:pt x="1668" y="2208"/>
                  </a:cubicBezTo>
                  <a:cubicBezTo>
                    <a:pt x="1604" y="2208"/>
                    <a:pt x="1261" y="2208"/>
                    <a:pt x="1206" y="2148"/>
                  </a:cubicBezTo>
                  <a:lnTo>
                    <a:pt x="1206" y="2148"/>
                  </a:lnTo>
                  <a:cubicBezTo>
                    <a:pt x="1206" y="2148"/>
                    <a:pt x="1207" y="2148"/>
                    <a:pt x="1207" y="2148"/>
                  </a:cubicBezTo>
                  <a:cubicBezTo>
                    <a:pt x="1224" y="2148"/>
                    <a:pt x="1168" y="1805"/>
                    <a:pt x="1168" y="1774"/>
                  </a:cubicBezTo>
                  <a:cubicBezTo>
                    <a:pt x="1134" y="1641"/>
                    <a:pt x="1101" y="1507"/>
                    <a:pt x="1101" y="1374"/>
                  </a:cubicBezTo>
                  <a:cubicBezTo>
                    <a:pt x="1067" y="1207"/>
                    <a:pt x="1001" y="1040"/>
                    <a:pt x="967" y="873"/>
                  </a:cubicBezTo>
                  <a:lnTo>
                    <a:pt x="1001" y="873"/>
                  </a:lnTo>
                  <a:cubicBezTo>
                    <a:pt x="1001" y="873"/>
                    <a:pt x="1001" y="840"/>
                    <a:pt x="967" y="840"/>
                  </a:cubicBezTo>
                  <a:lnTo>
                    <a:pt x="1001" y="840"/>
                  </a:lnTo>
                  <a:cubicBezTo>
                    <a:pt x="1101" y="862"/>
                    <a:pt x="1208" y="870"/>
                    <a:pt x="1318" y="870"/>
                  </a:cubicBezTo>
                  <a:cubicBezTo>
                    <a:pt x="1538" y="870"/>
                    <a:pt x="1768" y="840"/>
                    <a:pt x="1968" y="840"/>
                  </a:cubicBezTo>
                  <a:close/>
                  <a:moveTo>
                    <a:pt x="1122" y="1"/>
                  </a:moveTo>
                  <a:cubicBezTo>
                    <a:pt x="939" y="1"/>
                    <a:pt x="747" y="13"/>
                    <a:pt x="567" y="73"/>
                  </a:cubicBezTo>
                  <a:cubicBezTo>
                    <a:pt x="0" y="240"/>
                    <a:pt x="133" y="840"/>
                    <a:pt x="234" y="1307"/>
                  </a:cubicBezTo>
                  <a:cubicBezTo>
                    <a:pt x="334" y="1774"/>
                    <a:pt x="367" y="2608"/>
                    <a:pt x="867" y="2841"/>
                  </a:cubicBezTo>
                  <a:cubicBezTo>
                    <a:pt x="1134" y="2975"/>
                    <a:pt x="1434" y="2975"/>
                    <a:pt x="1701" y="3008"/>
                  </a:cubicBezTo>
                  <a:cubicBezTo>
                    <a:pt x="2035" y="3042"/>
                    <a:pt x="2368" y="3075"/>
                    <a:pt x="2702" y="3108"/>
                  </a:cubicBezTo>
                  <a:cubicBezTo>
                    <a:pt x="3398" y="3162"/>
                    <a:pt x="4094" y="3196"/>
                    <a:pt x="4791" y="3196"/>
                  </a:cubicBezTo>
                  <a:cubicBezTo>
                    <a:pt x="5395" y="3196"/>
                    <a:pt x="6000" y="3170"/>
                    <a:pt x="6605" y="3108"/>
                  </a:cubicBezTo>
                  <a:cubicBezTo>
                    <a:pt x="7105" y="3075"/>
                    <a:pt x="7772" y="3108"/>
                    <a:pt x="7806" y="2474"/>
                  </a:cubicBezTo>
                  <a:cubicBezTo>
                    <a:pt x="7839" y="2174"/>
                    <a:pt x="7772" y="1841"/>
                    <a:pt x="7739" y="1507"/>
                  </a:cubicBezTo>
                  <a:cubicBezTo>
                    <a:pt x="7706" y="1240"/>
                    <a:pt x="7672" y="940"/>
                    <a:pt x="7639" y="640"/>
                  </a:cubicBezTo>
                  <a:cubicBezTo>
                    <a:pt x="7605" y="506"/>
                    <a:pt x="7539" y="473"/>
                    <a:pt x="7405" y="473"/>
                  </a:cubicBezTo>
                  <a:cubicBezTo>
                    <a:pt x="7405" y="340"/>
                    <a:pt x="7305" y="206"/>
                    <a:pt x="7138" y="173"/>
                  </a:cubicBezTo>
                  <a:cubicBezTo>
                    <a:pt x="6738" y="73"/>
                    <a:pt x="6338" y="73"/>
                    <a:pt x="5938" y="73"/>
                  </a:cubicBezTo>
                  <a:cubicBezTo>
                    <a:pt x="5571" y="39"/>
                    <a:pt x="5204" y="39"/>
                    <a:pt x="4837" y="39"/>
                  </a:cubicBezTo>
                  <a:cubicBezTo>
                    <a:pt x="4070" y="6"/>
                    <a:pt x="3269" y="6"/>
                    <a:pt x="2502" y="6"/>
                  </a:cubicBezTo>
                  <a:lnTo>
                    <a:pt x="1468" y="6"/>
                  </a:lnTo>
                  <a:cubicBezTo>
                    <a:pt x="1361" y="6"/>
                    <a:pt x="1244" y="1"/>
                    <a:pt x="11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00" name="Google Shape;2400;p61"/>
            <p:cNvSpPr/>
            <p:nvPr/>
          </p:nvSpPr>
          <p:spPr>
            <a:xfrm>
              <a:off x="7555479" y="1893599"/>
              <a:ext cx="189622" cy="60697"/>
            </a:xfrm>
            <a:custGeom>
              <a:rect b="b" l="l" r="r" t="t"/>
              <a:pathLst>
                <a:path extrusionOk="0" h="3022" w="9441">
                  <a:moveTo>
                    <a:pt x="1060" y="830"/>
                  </a:moveTo>
                  <a:cubicBezTo>
                    <a:pt x="1291" y="830"/>
                    <a:pt x="1546" y="878"/>
                    <a:pt x="1735" y="905"/>
                  </a:cubicBezTo>
                  <a:cubicBezTo>
                    <a:pt x="2068" y="905"/>
                    <a:pt x="2402" y="905"/>
                    <a:pt x="2735" y="939"/>
                  </a:cubicBezTo>
                  <a:cubicBezTo>
                    <a:pt x="3402" y="972"/>
                    <a:pt x="4070" y="1006"/>
                    <a:pt x="4737" y="1039"/>
                  </a:cubicBezTo>
                  <a:cubicBezTo>
                    <a:pt x="6038" y="1072"/>
                    <a:pt x="7372" y="1139"/>
                    <a:pt x="8673" y="1206"/>
                  </a:cubicBezTo>
                  <a:cubicBezTo>
                    <a:pt x="8673" y="1339"/>
                    <a:pt x="8640" y="1473"/>
                    <a:pt x="8640" y="1606"/>
                  </a:cubicBezTo>
                  <a:cubicBezTo>
                    <a:pt x="8606" y="1739"/>
                    <a:pt x="8573" y="1906"/>
                    <a:pt x="8506" y="2040"/>
                  </a:cubicBezTo>
                  <a:cubicBezTo>
                    <a:pt x="8439" y="2340"/>
                    <a:pt x="8439" y="2340"/>
                    <a:pt x="8139" y="2373"/>
                  </a:cubicBezTo>
                  <a:cubicBezTo>
                    <a:pt x="7339" y="2373"/>
                    <a:pt x="6538" y="2306"/>
                    <a:pt x="5737" y="2306"/>
                  </a:cubicBezTo>
                  <a:lnTo>
                    <a:pt x="3302" y="2240"/>
                  </a:lnTo>
                  <a:cubicBezTo>
                    <a:pt x="2952" y="2240"/>
                    <a:pt x="2594" y="2248"/>
                    <a:pt x="2231" y="2248"/>
                  </a:cubicBezTo>
                  <a:cubicBezTo>
                    <a:pt x="1868" y="2248"/>
                    <a:pt x="1501" y="2240"/>
                    <a:pt x="1134" y="2206"/>
                  </a:cubicBezTo>
                  <a:cubicBezTo>
                    <a:pt x="1101" y="2006"/>
                    <a:pt x="1067" y="1839"/>
                    <a:pt x="1034" y="1639"/>
                  </a:cubicBezTo>
                  <a:cubicBezTo>
                    <a:pt x="1001" y="1506"/>
                    <a:pt x="901" y="1072"/>
                    <a:pt x="901" y="839"/>
                  </a:cubicBezTo>
                  <a:cubicBezTo>
                    <a:pt x="952" y="832"/>
                    <a:pt x="1005" y="830"/>
                    <a:pt x="1060" y="830"/>
                  </a:cubicBezTo>
                  <a:close/>
                  <a:moveTo>
                    <a:pt x="870" y="1"/>
                  </a:moveTo>
                  <a:cubicBezTo>
                    <a:pt x="598" y="1"/>
                    <a:pt x="317" y="38"/>
                    <a:pt x="167" y="338"/>
                  </a:cubicBezTo>
                  <a:cubicBezTo>
                    <a:pt x="0" y="672"/>
                    <a:pt x="100" y="1139"/>
                    <a:pt x="167" y="1473"/>
                  </a:cubicBezTo>
                  <a:cubicBezTo>
                    <a:pt x="234" y="1906"/>
                    <a:pt x="334" y="2340"/>
                    <a:pt x="500" y="2740"/>
                  </a:cubicBezTo>
                  <a:cubicBezTo>
                    <a:pt x="567" y="2840"/>
                    <a:pt x="701" y="2940"/>
                    <a:pt x="834" y="2940"/>
                  </a:cubicBezTo>
                  <a:cubicBezTo>
                    <a:pt x="1151" y="2909"/>
                    <a:pt x="1475" y="2897"/>
                    <a:pt x="1801" y="2897"/>
                  </a:cubicBezTo>
                  <a:cubicBezTo>
                    <a:pt x="2505" y="2897"/>
                    <a:pt x="3219" y="2951"/>
                    <a:pt x="3903" y="2974"/>
                  </a:cubicBezTo>
                  <a:cubicBezTo>
                    <a:pt x="4870" y="2974"/>
                    <a:pt x="5838" y="3007"/>
                    <a:pt x="6805" y="3007"/>
                  </a:cubicBezTo>
                  <a:cubicBezTo>
                    <a:pt x="7138" y="3007"/>
                    <a:pt x="7472" y="3022"/>
                    <a:pt x="7806" y="3022"/>
                  </a:cubicBezTo>
                  <a:cubicBezTo>
                    <a:pt x="7972" y="3022"/>
                    <a:pt x="8139" y="3018"/>
                    <a:pt x="8306" y="3007"/>
                  </a:cubicBezTo>
                  <a:cubicBezTo>
                    <a:pt x="8640" y="3007"/>
                    <a:pt x="8873" y="2907"/>
                    <a:pt x="9006" y="2573"/>
                  </a:cubicBezTo>
                  <a:cubicBezTo>
                    <a:pt x="9307" y="1940"/>
                    <a:pt x="9440" y="905"/>
                    <a:pt x="9073" y="238"/>
                  </a:cubicBezTo>
                  <a:cubicBezTo>
                    <a:pt x="9034" y="160"/>
                    <a:pt x="8974" y="127"/>
                    <a:pt x="8913" y="127"/>
                  </a:cubicBezTo>
                  <a:cubicBezTo>
                    <a:pt x="8820" y="127"/>
                    <a:pt x="8726" y="204"/>
                    <a:pt x="8706" y="305"/>
                  </a:cubicBezTo>
                  <a:cubicBezTo>
                    <a:pt x="6705" y="238"/>
                    <a:pt x="4737" y="138"/>
                    <a:pt x="2735" y="72"/>
                  </a:cubicBezTo>
                  <a:cubicBezTo>
                    <a:pt x="2202" y="38"/>
                    <a:pt x="1668" y="38"/>
                    <a:pt x="1134" y="5"/>
                  </a:cubicBezTo>
                  <a:cubicBezTo>
                    <a:pt x="1051" y="5"/>
                    <a:pt x="961" y="1"/>
                    <a:pt x="8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01" name="Google Shape;2401;p61"/>
            <p:cNvSpPr/>
            <p:nvPr/>
          </p:nvSpPr>
          <p:spPr>
            <a:xfrm>
              <a:off x="5303669" y="2385963"/>
              <a:ext cx="841521" cy="531469"/>
            </a:xfrm>
            <a:custGeom>
              <a:rect b="b" l="l" r="r" t="t"/>
              <a:pathLst>
                <a:path extrusionOk="0" h="26461" w="41898">
                  <a:moveTo>
                    <a:pt x="22101" y="0"/>
                  </a:moveTo>
                  <a:cubicBezTo>
                    <a:pt x="17769" y="0"/>
                    <a:pt x="13433" y="74"/>
                    <a:pt x="9074" y="242"/>
                  </a:cubicBezTo>
                  <a:cubicBezTo>
                    <a:pt x="6172" y="342"/>
                    <a:pt x="3270" y="509"/>
                    <a:pt x="334" y="676"/>
                  </a:cubicBezTo>
                  <a:cubicBezTo>
                    <a:pt x="11" y="708"/>
                    <a:pt x="1" y="1211"/>
                    <a:pt x="305" y="1211"/>
                  </a:cubicBezTo>
                  <a:cubicBezTo>
                    <a:pt x="314" y="1211"/>
                    <a:pt x="324" y="1210"/>
                    <a:pt x="334" y="1209"/>
                  </a:cubicBezTo>
                  <a:cubicBezTo>
                    <a:pt x="601" y="1209"/>
                    <a:pt x="901" y="1176"/>
                    <a:pt x="1168" y="1176"/>
                  </a:cubicBezTo>
                  <a:cubicBezTo>
                    <a:pt x="968" y="2877"/>
                    <a:pt x="901" y="4578"/>
                    <a:pt x="835" y="6313"/>
                  </a:cubicBezTo>
                  <a:cubicBezTo>
                    <a:pt x="735" y="8014"/>
                    <a:pt x="701" y="9749"/>
                    <a:pt x="668" y="11483"/>
                  </a:cubicBezTo>
                  <a:cubicBezTo>
                    <a:pt x="634" y="14952"/>
                    <a:pt x="735" y="18422"/>
                    <a:pt x="935" y="21857"/>
                  </a:cubicBezTo>
                  <a:cubicBezTo>
                    <a:pt x="968" y="22825"/>
                    <a:pt x="1035" y="23792"/>
                    <a:pt x="1101" y="24726"/>
                  </a:cubicBezTo>
                  <a:cubicBezTo>
                    <a:pt x="1135" y="25160"/>
                    <a:pt x="1235" y="25660"/>
                    <a:pt x="1535" y="25960"/>
                  </a:cubicBezTo>
                  <a:lnTo>
                    <a:pt x="1435" y="25960"/>
                  </a:lnTo>
                  <a:cubicBezTo>
                    <a:pt x="1335" y="25960"/>
                    <a:pt x="1335" y="26127"/>
                    <a:pt x="1435" y="26160"/>
                  </a:cubicBezTo>
                  <a:lnTo>
                    <a:pt x="1802" y="26160"/>
                  </a:lnTo>
                  <a:cubicBezTo>
                    <a:pt x="1835" y="26194"/>
                    <a:pt x="1869" y="26227"/>
                    <a:pt x="1935" y="26227"/>
                  </a:cubicBezTo>
                  <a:cubicBezTo>
                    <a:pt x="1965" y="26237"/>
                    <a:pt x="1988" y="26241"/>
                    <a:pt x="2009" y="26241"/>
                  </a:cubicBezTo>
                  <a:cubicBezTo>
                    <a:pt x="2058" y="26241"/>
                    <a:pt x="2088" y="26217"/>
                    <a:pt x="2136" y="26194"/>
                  </a:cubicBezTo>
                  <a:cubicBezTo>
                    <a:pt x="6238" y="26461"/>
                    <a:pt x="10375" y="26427"/>
                    <a:pt x="14511" y="26461"/>
                  </a:cubicBezTo>
                  <a:cubicBezTo>
                    <a:pt x="18881" y="26461"/>
                    <a:pt x="23217" y="26394"/>
                    <a:pt x="27587" y="26260"/>
                  </a:cubicBezTo>
                  <a:cubicBezTo>
                    <a:pt x="29755" y="26194"/>
                    <a:pt x="31923" y="26094"/>
                    <a:pt x="34092" y="25994"/>
                  </a:cubicBezTo>
                  <a:cubicBezTo>
                    <a:pt x="35192" y="25960"/>
                    <a:pt x="36293" y="25894"/>
                    <a:pt x="37361" y="25827"/>
                  </a:cubicBezTo>
                  <a:cubicBezTo>
                    <a:pt x="37894" y="25827"/>
                    <a:pt x="38461" y="25793"/>
                    <a:pt x="38995" y="25760"/>
                  </a:cubicBezTo>
                  <a:cubicBezTo>
                    <a:pt x="39462" y="25727"/>
                    <a:pt x="39963" y="25760"/>
                    <a:pt x="40396" y="25593"/>
                  </a:cubicBezTo>
                  <a:cubicBezTo>
                    <a:pt x="41130" y="25326"/>
                    <a:pt x="41330" y="24526"/>
                    <a:pt x="41397" y="23825"/>
                  </a:cubicBezTo>
                  <a:cubicBezTo>
                    <a:pt x="41530" y="22825"/>
                    <a:pt x="41530" y="21791"/>
                    <a:pt x="41564" y="20757"/>
                  </a:cubicBezTo>
                  <a:cubicBezTo>
                    <a:pt x="41630" y="18622"/>
                    <a:pt x="41730" y="16487"/>
                    <a:pt x="41764" y="14352"/>
                  </a:cubicBezTo>
                  <a:cubicBezTo>
                    <a:pt x="41897" y="10249"/>
                    <a:pt x="41797" y="6079"/>
                    <a:pt x="40863" y="2077"/>
                  </a:cubicBezTo>
                  <a:cubicBezTo>
                    <a:pt x="40730" y="1576"/>
                    <a:pt x="40630" y="1109"/>
                    <a:pt x="40463" y="642"/>
                  </a:cubicBezTo>
                  <a:cubicBezTo>
                    <a:pt x="40430" y="509"/>
                    <a:pt x="40329" y="442"/>
                    <a:pt x="40229" y="442"/>
                  </a:cubicBezTo>
                  <a:cubicBezTo>
                    <a:pt x="35026" y="175"/>
                    <a:pt x="29822" y="8"/>
                    <a:pt x="24618" y="8"/>
                  </a:cubicBezTo>
                  <a:cubicBezTo>
                    <a:pt x="23779" y="3"/>
                    <a:pt x="22940" y="0"/>
                    <a:pt x="221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02" name="Google Shape;2402;p61"/>
            <p:cNvSpPr/>
            <p:nvPr/>
          </p:nvSpPr>
          <p:spPr>
            <a:xfrm>
              <a:off x="5300335" y="2383312"/>
              <a:ext cx="848210" cy="536129"/>
            </a:xfrm>
            <a:custGeom>
              <a:rect b="b" l="l" r="r" t="t"/>
              <a:pathLst>
                <a:path extrusionOk="0" h="26693" w="42231">
                  <a:moveTo>
                    <a:pt x="22523" y="564"/>
                  </a:moveTo>
                  <a:cubicBezTo>
                    <a:pt x="25581" y="564"/>
                    <a:pt x="28641" y="596"/>
                    <a:pt x="31689" y="674"/>
                  </a:cubicBezTo>
                  <a:cubicBezTo>
                    <a:pt x="34591" y="741"/>
                    <a:pt x="37460" y="841"/>
                    <a:pt x="40329" y="974"/>
                  </a:cubicBezTo>
                  <a:cubicBezTo>
                    <a:pt x="41429" y="4844"/>
                    <a:pt x="41630" y="8880"/>
                    <a:pt x="41596" y="12883"/>
                  </a:cubicBezTo>
                  <a:cubicBezTo>
                    <a:pt x="41596" y="14984"/>
                    <a:pt x="41496" y="17052"/>
                    <a:pt x="41429" y="19154"/>
                  </a:cubicBezTo>
                  <a:cubicBezTo>
                    <a:pt x="41396" y="20221"/>
                    <a:pt x="41363" y="21289"/>
                    <a:pt x="41363" y="22356"/>
                  </a:cubicBezTo>
                  <a:cubicBezTo>
                    <a:pt x="41329" y="22857"/>
                    <a:pt x="41329" y="23390"/>
                    <a:pt x="41296" y="23891"/>
                  </a:cubicBezTo>
                  <a:cubicBezTo>
                    <a:pt x="41263" y="24258"/>
                    <a:pt x="41229" y="24625"/>
                    <a:pt x="41063" y="24958"/>
                  </a:cubicBezTo>
                  <a:cubicBezTo>
                    <a:pt x="40862" y="25358"/>
                    <a:pt x="40495" y="25492"/>
                    <a:pt x="40095" y="25525"/>
                  </a:cubicBezTo>
                  <a:cubicBezTo>
                    <a:pt x="39561" y="25559"/>
                    <a:pt x="38994" y="25592"/>
                    <a:pt x="38461" y="25625"/>
                  </a:cubicBezTo>
                  <a:cubicBezTo>
                    <a:pt x="37393" y="25692"/>
                    <a:pt x="36326" y="25725"/>
                    <a:pt x="35258" y="25792"/>
                  </a:cubicBezTo>
                  <a:cubicBezTo>
                    <a:pt x="33124" y="25892"/>
                    <a:pt x="30989" y="25959"/>
                    <a:pt x="28854" y="26059"/>
                  </a:cubicBezTo>
                  <a:cubicBezTo>
                    <a:pt x="24517" y="26192"/>
                    <a:pt x="20214" y="26292"/>
                    <a:pt x="15911" y="26292"/>
                  </a:cubicBezTo>
                  <a:cubicBezTo>
                    <a:pt x="15122" y="26299"/>
                    <a:pt x="14333" y="26301"/>
                    <a:pt x="13545" y="26301"/>
                  </a:cubicBezTo>
                  <a:cubicBezTo>
                    <a:pt x="10040" y="26301"/>
                    <a:pt x="6549" y="26247"/>
                    <a:pt x="3035" y="26192"/>
                  </a:cubicBezTo>
                  <a:cubicBezTo>
                    <a:pt x="2976" y="26192"/>
                    <a:pt x="2917" y="26193"/>
                    <a:pt x="2859" y="26193"/>
                  </a:cubicBezTo>
                  <a:cubicBezTo>
                    <a:pt x="2393" y="26193"/>
                    <a:pt x="1968" y="26166"/>
                    <a:pt x="1701" y="25692"/>
                  </a:cubicBezTo>
                  <a:cubicBezTo>
                    <a:pt x="1501" y="25325"/>
                    <a:pt x="1501" y="24858"/>
                    <a:pt x="1468" y="24458"/>
                  </a:cubicBezTo>
                  <a:cubicBezTo>
                    <a:pt x="1434" y="23624"/>
                    <a:pt x="1368" y="22757"/>
                    <a:pt x="1301" y="21923"/>
                  </a:cubicBezTo>
                  <a:cubicBezTo>
                    <a:pt x="1234" y="20255"/>
                    <a:pt x="1134" y="18587"/>
                    <a:pt x="1101" y="16886"/>
                  </a:cubicBezTo>
                  <a:cubicBezTo>
                    <a:pt x="1001" y="13550"/>
                    <a:pt x="1034" y="10181"/>
                    <a:pt x="1134" y="6812"/>
                  </a:cubicBezTo>
                  <a:cubicBezTo>
                    <a:pt x="1201" y="4944"/>
                    <a:pt x="1334" y="3076"/>
                    <a:pt x="1401" y="1174"/>
                  </a:cubicBezTo>
                  <a:cubicBezTo>
                    <a:pt x="6271" y="908"/>
                    <a:pt x="11141" y="707"/>
                    <a:pt x="16045" y="607"/>
                  </a:cubicBezTo>
                  <a:cubicBezTo>
                    <a:pt x="18200" y="580"/>
                    <a:pt x="20361" y="564"/>
                    <a:pt x="22523" y="564"/>
                  </a:cubicBezTo>
                  <a:close/>
                  <a:moveTo>
                    <a:pt x="22823" y="1"/>
                  </a:moveTo>
                  <a:cubicBezTo>
                    <a:pt x="18258" y="1"/>
                    <a:pt x="13712" y="99"/>
                    <a:pt x="9140" y="274"/>
                  </a:cubicBezTo>
                  <a:cubicBezTo>
                    <a:pt x="6204" y="374"/>
                    <a:pt x="3269" y="541"/>
                    <a:pt x="333" y="707"/>
                  </a:cubicBezTo>
                  <a:cubicBezTo>
                    <a:pt x="10" y="740"/>
                    <a:pt x="0" y="1243"/>
                    <a:pt x="304" y="1243"/>
                  </a:cubicBezTo>
                  <a:cubicBezTo>
                    <a:pt x="314" y="1243"/>
                    <a:pt x="323" y="1242"/>
                    <a:pt x="333" y="1241"/>
                  </a:cubicBezTo>
                  <a:cubicBezTo>
                    <a:pt x="600" y="1241"/>
                    <a:pt x="901" y="1208"/>
                    <a:pt x="1167" y="1208"/>
                  </a:cubicBezTo>
                  <a:cubicBezTo>
                    <a:pt x="967" y="2909"/>
                    <a:pt x="901" y="4644"/>
                    <a:pt x="834" y="6378"/>
                  </a:cubicBezTo>
                  <a:cubicBezTo>
                    <a:pt x="734" y="8113"/>
                    <a:pt x="700" y="9847"/>
                    <a:pt x="667" y="11615"/>
                  </a:cubicBezTo>
                  <a:cubicBezTo>
                    <a:pt x="634" y="15084"/>
                    <a:pt x="734" y="18587"/>
                    <a:pt x="934" y="22056"/>
                  </a:cubicBezTo>
                  <a:cubicBezTo>
                    <a:pt x="967" y="23023"/>
                    <a:pt x="1034" y="23991"/>
                    <a:pt x="1101" y="24958"/>
                  </a:cubicBezTo>
                  <a:cubicBezTo>
                    <a:pt x="1167" y="25425"/>
                    <a:pt x="1234" y="26126"/>
                    <a:pt x="1768" y="26292"/>
                  </a:cubicBezTo>
                  <a:cubicBezTo>
                    <a:pt x="1835" y="26326"/>
                    <a:pt x="1868" y="26326"/>
                    <a:pt x="1935" y="26359"/>
                  </a:cubicBezTo>
                  <a:cubicBezTo>
                    <a:pt x="2535" y="26537"/>
                    <a:pt x="3254" y="26552"/>
                    <a:pt x="3953" y="26552"/>
                  </a:cubicBezTo>
                  <a:cubicBezTo>
                    <a:pt x="4093" y="26552"/>
                    <a:pt x="4232" y="26551"/>
                    <a:pt x="4369" y="26551"/>
                  </a:cubicBezTo>
                  <a:cubicBezTo>
                    <a:pt x="4575" y="26551"/>
                    <a:pt x="4777" y="26553"/>
                    <a:pt x="4970" y="26559"/>
                  </a:cubicBezTo>
                  <a:cubicBezTo>
                    <a:pt x="6038" y="26593"/>
                    <a:pt x="7105" y="26626"/>
                    <a:pt x="8172" y="26626"/>
                  </a:cubicBezTo>
                  <a:cubicBezTo>
                    <a:pt x="10341" y="26659"/>
                    <a:pt x="12475" y="26659"/>
                    <a:pt x="14644" y="26693"/>
                  </a:cubicBezTo>
                  <a:cubicBezTo>
                    <a:pt x="19013" y="26693"/>
                    <a:pt x="23417" y="26626"/>
                    <a:pt x="27820" y="26493"/>
                  </a:cubicBezTo>
                  <a:cubicBezTo>
                    <a:pt x="29988" y="26426"/>
                    <a:pt x="32190" y="26326"/>
                    <a:pt x="34391" y="26226"/>
                  </a:cubicBezTo>
                  <a:cubicBezTo>
                    <a:pt x="35492" y="26192"/>
                    <a:pt x="36593" y="26126"/>
                    <a:pt x="37660" y="26059"/>
                  </a:cubicBezTo>
                  <a:cubicBezTo>
                    <a:pt x="38227" y="26059"/>
                    <a:pt x="38761" y="26026"/>
                    <a:pt x="39328" y="25992"/>
                  </a:cubicBezTo>
                  <a:cubicBezTo>
                    <a:pt x="39795" y="25959"/>
                    <a:pt x="40295" y="25992"/>
                    <a:pt x="40729" y="25825"/>
                  </a:cubicBezTo>
                  <a:cubicBezTo>
                    <a:pt x="41463" y="25559"/>
                    <a:pt x="41696" y="24758"/>
                    <a:pt x="41763" y="24057"/>
                  </a:cubicBezTo>
                  <a:cubicBezTo>
                    <a:pt x="41863" y="23023"/>
                    <a:pt x="41863" y="21989"/>
                    <a:pt x="41896" y="20955"/>
                  </a:cubicBezTo>
                  <a:cubicBezTo>
                    <a:pt x="41963" y="18787"/>
                    <a:pt x="42063" y="16652"/>
                    <a:pt x="42130" y="14517"/>
                  </a:cubicBezTo>
                  <a:cubicBezTo>
                    <a:pt x="42230" y="10381"/>
                    <a:pt x="42130" y="6178"/>
                    <a:pt x="41196" y="2108"/>
                  </a:cubicBezTo>
                  <a:cubicBezTo>
                    <a:pt x="41063" y="1608"/>
                    <a:pt x="40929" y="1141"/>
                    <a:pt x="40796" y="641"/>
                  </a:cubicBezTo>
                  <a:cubicBezTo>
                    <a:pt x="40762" y="541"/>
                    <a:pt x="40662" y="474"/>
                    <a:pt x="40529" y="441"/>
                  </a:cubicBezTo>
                  <a:cubicBezTo>
                    <a:pt x="35292" y="207"/>
                    <a:pt x="30055" y="40"/>
                    <a:pt x="24818" y="7"/>
                  </a:cubicBezTo>
                  <a:cubicBezTo>
                    <a:pt x="24152" y="3"/>
                    <a:pt x="23488" y="1"/>
                    <a:pt x="228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03" name="Google Shape;2403;p61"/>
            <p:cNvSpPr/>
            <p:nvPr/>
          </p:nvSpPr>
          <p:spPr>
            <a:xfrm>
              <a:off x="5922066" y="2481929"/>
              <a:ext cx="81746" cy="351749"/>
            </a:xfrm>
            <a:custGeom>
              <a:rect b="b" l="l" r="r" t="t"/>
              <a:pathLst>
                <a:path extrusionOk="0" h="17513" w="4070">
                  <a:moveTo>
                    <a:pt x="3870" y="0"/>
                  </a:moveTo>
                  <a:lnTo>
                    <a:pt x="0" y="34"/>
                  </a:lnTo>
                  <a:lnTo>
                    <a:pt x="200" y="17513"/>
                  </a:lnTo>
                  <a:lnTo>
                    <a:pt x="4070" y="17513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04" name="Google Shape;2404;p61"/>
            <p:cNvSpPr/>
            <p:nvPr/>
          </p:nvSpPr>
          <p:spPr>
            <a:xfrm>
              <a:off x="5765966" y="2552267"/>
              <a:ext cx="81083" cy="282757"/>
            </a:xfrm>
            <a:custGeom>
              <a:rect b="b" l="l" r="r" t="t"/>
              <a:pathLst>
                <a:path extrusionOk="0" h="14078" w="4037">
                  <a:moveTo>
                    <a:pt x="3870" y="1"/>
                  </a:moveTo>
                  <a:lnTo>
                    <a:pt x="0" y="34"/>
                  </a:lnTo>
                  <a:lnTo>
                    <a:pt x="167" y="14078"/>
                  </a:lnTo>
                  <a:lnTo>
                    <a:pt x="4036" y="14044"/>
                  </a:lnTo>
                  <a:lnTo>
                    <a:pt x="387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05" name="Google Shape;2405;p61"/>
            <p:cNvSpPr/>
            <p:nvPr/>
          </p:nvSpPr>
          <p:spPr>
            <a:xfrm>
              <a:off x="5609845" y="2613908"/>
              <a:ext cx="80420" cy="221799"/>
            </a:xfrm>
            <a:custGeom>
              <a:rect b="b" l="l" r="r" t="t"/>
              <a:pathLst>
                <a:path extrusionOk="0" h="11043" w="4004">
                  <a:moveTo>
                    <a:pt x="1" y="1"/>
                  </a:moveTo>
                  <a:lnTo>
                    <a:pt x="134" y="11042"/>
                  </a:lnTo>
                  <a:lnTo>
                    <a:pt x="4004" y="11009"/>
                  </a:lnTo>
                  <a:lnTo>
                    <a:pt x="387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06" name="Google Shape;2406;p61"/>
            <p:cNvSpPr/>
            <p:nvPr/>
          </p:nvSpPr>
          <p:spPr>
            <a:xfrm>
              <a:off x="5450390" y="2707042"/>
              <a:ext cx="79095" cy="129327"/>
            </a:xfrm>
            <a:custGeom>
              <a:rect b="b" l="l" r="r" t="t"/>
              <a:pathLst>
                <a:path extrusionOk="0" h="6439" w="3938">
                  <a:moveTo>
                    <a:pt x="1" y="0"/>
                  </a:moveTo>
                  <a:lnTo>
                    <a:pt x="68" y="6438"/>
                  </a:lnTo>
                  <a:lnTo>
                    <a:pt x="3937" y="6405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07" name="Google Shape;2407;p61"/>
            <p:cNvSpPr/>
            <p:nvPr/>
          </p:nvSpPr>
          <p:spPr>
            <a:xfrm>
              <a:off x="5369327" y="2829380"/>
              <a:ext cx="685421" cy="11609"/>
            </a:xfrm>
            <a:custGeom>
              <a:rect b="b" l="l" r="r" t="t"/>
              <a:pathLst>
                <a:path extrusionOk="0" h="578" w="34126">
                  <a:moveTo>
                    <a:pt x="30239" y="1"/>
                  </a:moveTo>
                  <a:cubicBezTo>
                    <a:pt x="29261" y="1"/>
                    <a:pt x="28284" y="14"/>
                    <a:pt x="27320" y="14"/>
                  </a:cubicBezTo>
                  <a:lnTo>
                    <a:pt x="334" y="14"/>
                  </a:lnTo>
                  <a:cubicBezTo>
                    <a:pt x="1" y="14"/>
                    <a:pt x="1" y="548"/>
                    <a:pt x="334" y="548"/>
                  </a:cubicBezTo>
                  <a:cubicBezTo>
                    <a:pt x="6161" y="548"/>
                    <a:pt x="11972" y="562"/>
                    <a:pt x="17789" y="562"/>
                  </a:cubicBezTo>
                  <a:cubicBezTo>
                    <a:pt x="20697" y="562"/>
                    <a:pt x="23606" y="559"/>
                    <a:pt x="26520" y="548"/>
                  </a:cubicBezTo>
                  <a:cubicBezTo>
                    <a:pt x="27848" y="548"/>
                    <a:pt x="29196" y="577"/>
                    <a:pt x="30542" y="577"/>
                  </a:cubicBezTo>
                  <a:cubicBezTo>
                    <a:pt x="31664" y="577"/>
                    <a:pt x="32785" y="557"/>
                    <a:pt x="33892" y="481"/>
                  </a:cubicBezTo>
                  <a:cubicBezTo>
                    <a:pt x="34125" y="447"/>
                    <a:pt x="34125" y="114"/>
                    <a:pt x="33892" y="114"/>
                  </a:cubicBezTo>
                  <a:cubicBezTo>
                    <a:pt x="32687" y="21"/>
                    <a:pt x="31462" y="1"/>
                    <a:pt x="3023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08" name="Google Shape;2408;p61"/>
            <p:cNvSpPr/>
            <p:nvPr/>
          </p:nvSpPr>
          <p:spPr>
            <a:xfrm>
              <a:off x="6239610" y="2142573"/>
              <a:ext cx="226378" cy="244475"/>
            </a:xfrm>
            <a:custGeom>
              <a:rect b="b" l="l" r="r" t="t"/>
              <a:pathLst>
                <a:path extrusionOk="0" h="12172" w="11271">
                  <a:moveTo>
                    <a:pt x="10583" y="1"/>
                  </a:moveTo>
                  <a:cubicBezTo>
                    <a:pt x="10467" y="1"/>
                    <a:pt x="10348" y="37"/>
                    <a:pt x="10242" y="118"/>
                  </a:cubicBezTo>
                  <a:lnTo>
                    <a:pt x="10276" y="118"/>
                  </a:lnTo>
                  <a:cubicBezTo>
                    <a:pt x="10042" y="318"/>
                    <a:pt x="9875" y="518"/>
                    <a:pt x="9709" y="752"/>
                  </a:cubicBezTo>
                  <a:cubicBezTo>
                    <a:pt x="9575" y="885"/>
                    <a:pt x="9575" y="1052"/>
                    <a:pt x="9642" y="1152"/>
                  </a:cubicBezTo>
                  <a:cubicBezTo>
                    <a:pt x="7774" y="4387"/>
                    <a:pt x="5939" y="7656"/>
                    <a:pt x="4105" y="10925"/>
                  </a:cubicBezTo>
                  <a:cubicBezTo>
                    <a:pt x="2837" y="9658"/>
                    <a:pt x="1669" y="8290"/>
                    <a:pt x="535" y="6889"/>
                  </a:cubicBezTo>
                  <a:cubicBezTo>
                    <a:pt x="487" y="6833"/>
                    <a:pt x="430" y="6810"/>
                    <a:pt x="372" y="6810"/>
                  </a:cubicBezTo>
                  <a:cubicBezTo>
                    <a:pt x="188" y="6810"/>
                    <a:pt x="0" y="7045"/>
                    <a:pt x="102" y="7223"/>
                  </a:cubicBezTo>
                  <a:cubicBezTo>
                    <a:pt x="1136" y="8991"/>
                    <a:pt x="2437" y="10592"/>
                    <a:pt x="3871" y="12026"/>
                  </a:cubicBezTo>
                  <a:cubicBezTo>
                    <a:pt x="3971" y="12127"/>
                    <a:pt x="4096" y="12172"/>
                    <a:pt x="4220" y="12172"/>
                  </a:cubicBezTo>
                  <a:cubicBezTo>
                    <a:pt x="4383" y="12172"/>
                    <a:pt x="4543" y="12093"/>
                    <a:pt x="4638" y="11960"/>
                  </a:cubicBezTo>
                  <a:cubicBezTo>
                    <a:pt x="6806" y="8224"/>
                    <a:pt x="8941" y="4488"/>
                    <a:pt x="11043" y="752"/>
                  </a:cubicBezTo>
                  <a:cubicBezTo>
                    <a:pt x="11270" y="348"/>
                    <a:pt x="10943" y="1"/>
                    <a:pt x="10583" y="1"/>
                  </a:cubicBezTo>
                  <a:close/>
                </a:path>
              </a:pathLst>
            </a:custGeom>
            <a:solidFill>
              <a:srgbClr val="2C6AA3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09" name="Google Shape;2409;p61"/>
            <p:cNvSpPr/>
            <p:nvPr/>
          </p:nvSpPr>
          <p:spPr>
            <a:xfrm>
              <a:off x="6582702" y="2447041"/>
              <a:ext cx="226217" cy="244515"/>
            </a:xfrm>
            <a:custGeom>
              <a:rect b="b" l="l" r="r" t="t"/>
              <a:pathLst>
                <a:path extrusionOk="0" h="12174" w="11263">
                  <a:moveTo>
                    <a:pt x="10601" y="0"/>
                  </a:moveTo>
                  <a:cubicBezTo>
                    <a:pt x="10479" y="0"/>
                    <a:pt x="10351" y="41"/>
                    <a:pt x="10239" y="136"/>
                  </a:cubicBezTo>
                  <a:lnTo>
                    <a:pt x="10272" y="136"/>
                  </a:lnTo>
                  <a:cubicBezTo>
                    <a:pt x="10039" y="303"/>
                    <a:pt x="9872" y="503"/>
                    <a:pt x="9705" y="737"/>
                  </a:cubicBezTo>
                  <a:cubicBezTo>
                    <a:pt x="9572" y="870"/>
                    <a:pt x="9572" y="1037"/>
                    <a:pt x="9639" y="1137"/>
                  </a:cubicBezTo>
                  <a:cubicBezTo>
                    <a:pt x="7771" y="4373"/>
                    <a:pt x="5936" y="7642"/>
                    <a:pt x="4101" y="10911"/>
                  </a:cubicBezTo>
                  <a:cubicBezTo>
                    <a:pt x="2834" y="9643"/>
                    <a:pt x="1666" y="8309"/>
                    <a:pt x="532" y="6908"/>
                  </a:cubicBezTo>
                  <a:cubicBezTo>
                    <a:pt x="480" y="6838"/>
                    <a:pt x="416" y="6809"/>
                    <a:pt x="352" y="6809"/>
                  </a:cubicBezTo>
                  <a:cubicBezTo>
                    <a:pt x="174" y="6809"/>
                    <a:pt x="0" y="7036"/>
                    <a:pt x="99" y="7208"/>
                  </a:cubicBezTo>
                  <a:cubicBezTo>
                    <a:pt x="1133" y="9009"/>
                    <a:pt x="2434" y="10577"/>
                    <a:pt x="3868" y="12045"/>
                  </a:cubicBezTo>
                  <a:cubicBezTo>
                    <a:pt x="3968" y="12131"/>
                    <a:pt x="4093" y="12173"/>
                    <a:pt x="4215" y="12173"/>
                  </a:cubicBezTo>
                  <a:cubicBezTo>
                    <a:pt x="4379" y="12173"/>
                    <a:pt x="4540" y="12097"/>
                    <a:pt x="4635" y="11945"/>
                  </a:cubicBezTo>
                  <a:cubicBezTo>
                    <a:pt x="6803" y="8209"/>
                    <a:pt x="8938" y="4506"/>
                    <a:pt x="11040" y="737"/>
                  </a:cubicBezTo>
                  <a:cubicBezTo>
                    <a:pt x="11262" y="341"/>
                    <a:pt x="10953" y="0"/>
                    <a:pt x="10601" y="0"/>
                  </a:cubicBezTo>
                  <a:close/>
                </a:path>
              </a:pathLst>
            </a:custGeom>
            <a:solidFill>
              <a:srgbClr val="2C6AA3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10" name="Google Shape;2410;p61"/>
            <p:cNvSpPr/>
            <p:nvPr/>
          </p:nvSpPr>
          <p:spPr>
            <a:xfrm>
              <a:off x="8421745" y="2219298"/>
              <a:ext cx="122639" cy="167509"/>
            </a:xfrm>
            <a:custGeom>
              <a:rect b="b" l="l" r="r" t="t"/>
              <a:pathLst>
                <a:path extrusionOk="0" fill="none" h="8340" w="6106">
                  <a:moveTo>
                    <a:pt x="6105" y="0"/>
                  </a:moveTo>
                  <a:lnTo>
                    <a:pt x="1" y="8340"/>
                  </a:lnTo>
                </a:path>
              </a:pathLst>
            </a:custGeom>
            <a:noFill/>
            <a:ln cap="flat" cmpd="sng" w="5600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11" name="Google Shape;2411;p61"/>
            <p:cNvSpPr/>
            <p:nvPr/>
          </p:nvSpPr>
          <p:spPr>
            <a:xfrm>
              <a:off x="8437170" y="2359330"/>
              <a:ext cx="46919" cy="64332"/>
            </a:xfrm>
            <a:custGeom>
              <a:rect b="b" l="l" r="r" t="t"/>
              <a:pathLst>
                <a:path extrusionOk="0" fill="none" h="3203" w="2336">
                  <a:moveTo>
                    <a:pt x="0" y="3202"/>
                  </a:moveTo>
                  <a:lnTo>
                    <a:pt x="2335" y="0"/>
                  </a:lnTo>
                </a:path>
              </a:pathLst>
            </a:custGeom>
            <a:noFill/>
            <a:ln cap="flat" cmpd="sng" w="5600">
              <a:solidFill>
                <a:srgbClr val="DEDEDE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12" name="Google Shape;2412;p61"/>
            <p:cNvSpPr/>
            <p:nvPr/>
          </p:nvSpPr>
          <p:spPr>
            <a:xfrm>
              <a:off x="5405500" y="2023670"/>
              <a:ext cx="121293" cy="203682"/>
            </a:xfrm>
            <a:custGeom>
              <a:rect b="b" l="l" r="r" t="t"/>
              <a:pathLst>
                <a:path extrusionOk="0" fill="none" h="10141" w="6039">
                  <a:moveTo>
                    <a:pt x="802" y="10141"/>
                  </a:moveTo>
                  <a:lnTo>
                    <a:pt x="1" y="7806"/>
                  </a:lnTo>
                  <a:lnTo>
                    <a:pt x="2336" y="7706"/>
                  </a:lnTo>
                  <a:lnTo>
                    <a:pt x="1736" y="5170"/>
                  </a:lnTo>
                  <a:lnTo>
                    <a:pt x="4204" y="5137"/>
                  </a:lnTo>
                  <a:lnTo>
                    <a:pt x="3537" y="2635"/>
                  </a:lnTo>
                  <a:lnTo>
                    <a:pt x="6039" y="2469"/>
                  </a:lnTo>
                  <a:lnTo>
                    <a:pt x="5438" y="0"/>
                  </a:lnTo>
                </a:path>
              </a:pathLst>
            </a:custGeom>
            <a:noFill/>
            <a:ln cap="flat" cmpd="sng" w="5600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13" name="Google Shape;2413;p61"/>
            <p:cNvSpPr/>
            <p:nvPr/>
          </p:nvSpPr>
          <p:spPr>
            <a:xfrm>
              <a:off x="6855336" y="3540489"/>
              <a:ext cx="44247" cy="87792"/>
            </a:xfrm>
            <a:custGeom>
              <a:rect b="b" l="l" r="r" t="t"/>
              <a:pathLst>
                <a:path extrusionOk="0" fill="none" h="4371" w="2203">
                  <a:moveTo>
                    <a:pt x="1" y="1"/>
                  </a:moveTo>
                  <a:cubicBezTo>
                    <a:pt x="1235" y="1"/>
                    <a:pt x="2202" y="968"/>
                    <a:pt x="2202" y="2202"/>
                  </a:cubicBezTo>
                  <a:cubicBezTo>
                    <a:pt x="2202" y="3403"/>
                    <a:pt x="1235" y="4371"/>
                    <a:pt x="1" y="4371"/>
                  </a:cubicBezTo>
                </a:path>
              </a:pathLst>
            </a:custGeom>
            <a:noFill/>
            <a:ln cap="flat" cmpd="sng" w="5600">
              <a:solidFill>
                <a:srgbClr val="DEDEDE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14" name="Google Shape;2414;p61"/>
            <p:cNvSpPr/>
            <p:nvPr/>
          </p:nvSpPr>
          <p:spPr>
            <a:xfrm>
              <a:off x="8519559" y="3414536"/>
              <a:ext cx="99863" cy="160821"/>
            </a:xfrm>
            <a:custGeom>
              <a:rect b="b" l="l" r="r" t="t"/>
              <a:pathLst>
                <a:path extrusionOk="0" fill="none" h="8007" w="4972">
                  <a:moveTo>
                    <a:pt x="868" y="8006"/>
                  </a:moveTo>
                  <a:lnTo>
                    <a:pt x="1" y="5371"/>
                  </a:lnTo>
                  <a:lnTo>
                    <a:pt x="2736" y="5538"/>
                  </a:lnTo>
                  <a:lnTo>
                    <a:pt x="2036" y="2669"/>
                  </a:lnTo>
                  <a:lnTo>
                    <a:pt x="4971" y="2536"/>
                  </a:lnTo>
                  <a:lnTo>
                    <a:pt x="4037" y="1"/>
                  </a:lnTo>
                </a:path>
              </a:pathLst>
            </a:custGeom>
            <a:noFill/>
            <a:ln cap="flat" cmpd="sng" w="5600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15" name="Google Shape;2415;p61"/>
            <p:cNvSpPr/>
            <p:nvPr/>
          </p:nvSpPr>
          <p:spPr>
            <a:xfrm>
              <a:off x="6263172" y="3708439"/>
              <a:ext cx="330318" cy="164838"/>
            </a:xfrm>
            <a:custGeom>
              <a:rect b="b" l="l" r="r" t="t"/>
              <a:pathLst>
                <a:path extrusionOk="0" fill="none" h="8207" w="16446">
                  <a:moveTo>
                    <a:pt x="4504" y="268"/>
                  </a:moveTo>
                  <a:cubicBezTo>
                    <a:pt x="4737" y="301"/>
                    <a:pt x="4971" y="334"/>
                    <a:pt x="5238" y="401"/>
                  </a:cubicBezTo>
                  <a:cubicBezTo>
                    <a:pt x="6439" y="668"/>
                    <a:pt x="7606" y="1168"/>
                    <a:pt x="8840" y="1335"/>
                  </a:cubicBezTo>
                  <a:cubicBezTo>
                    <a:pt x="9874" y="1435"/>
                    <a:pt x="10942" y="1302"/>
                    <a:pt x="11909" y="935"/>
                  </a:cubicBezTo>
                  <a:cubicBezTo>
                    <a:pt x="12843" y="601"/>
                    <a:pt x="13811" y="1"/>
                    <a:pt x="14778" y="301"/>
                  </a:cubicBezTo>
                  <a:cubicBezTo>
                    <a:pt x="15478" y="501"/>
                    <a:pt x="15979" y="1168"/>
                    <a:pt x="16112" y="1869"/>
                  </a:cubicBezTo>
                  <a:cubicBezTo>
                    <a:pt x="16446" y="3803"/>
                    <a:pt x="14211" y="5338"/>
                    <a:pt x="12543" y="5705"/>
                  </a:cubicBezTo>
                  <a:cubicBezTo>
                    <a:pt x="11676" y="5905"/>
                    <a:pt x="10742" y="5838"/>
                    <a:pt x="9841" y="5938"/>
                  </a:cubicBezTo>
                  <a:cubicBezTo>
                    <a:pt x="7039" y="6305"/>
                    <a:pt x="3503" y="8207"/>
                    <a:pt x="1168" y="5538"/>
                  </a:cubicBezTo>
                  <a:cubicBezTo>
                    <a:pt x="134" y="4404"/>
                    <a:pt x="1" y="2903"/>
                    <a:pt x="901" y="1635"/>
                  </a:cubicBezTo>
                  <a:cubicBezTo>
                    <a:pt x="1802" y="368"/>
                    <a:pt x="3070" y="67"/>
                    <a:pt x="4504" y="268"/>
                  </a:cubicBezTo>
                  <a:close/>
                </a:path>
              </a:pathLst>
            </a:custGeom>
            <a:noFill/>
            <a:ln cap="flat" cmpd="sng" w="5600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16" name="Google Shape;2416;p61"/>
            <p:cNvSpPr/>
            <p:nvPr/>
          </p:nvSpPr>
          <p:spPr>
            <a:xfrm>
              <a:off x="8457255" y="3808483"/>
              <a:ext cx="264660" cy="251263"/>
            </a:xfrm>
            <a:custGeom>
              <a:rect b="b" l="l" r="r" t="t"/>
              <a:pathLst>
                <a:path extrusionOk="0" fill="none" h="12510" w="13177">
                  <a:moveTo>
                    <a:pt x="1569" y="7473"/>
                  </a:moveTo>
                  <a:cubicBezTo>
                    <a:pt x="2769" y="6138"/>
                    <a:pt x="4737" y="5705"/>
                    <a:pt x="6072" y="4471"/>
                  </a:cubicBezTo>
                  <a:cubicBezTo>
                    <a:pt x="6806" y="3803"/>
                    <a:pt x="7306" y="2936"/>
                    <a:pt x="7873" y="2169"/>
                  </a:cubicBezTo>
                  <a:cubicBezTo>
                    <a:pt x="8473" y="1368"/>
                    <a:pt x="9174" y="635"/>
                    <a:pt x="10075" y="301"/>
                  </a:cubicBezTo>
                  <a:cubicBezTo>
                    <a:pt x="11009" y="1"/>
                    <a:pt x="12176" y="234"/>
                    <a:pt x="12643" y="1102"/>
                  </a:cubicBezTo>
                  <a:cubicBezTo>
                    <a:pt x="13177" y="2002"/>
                    <a:pt x="12710" y="3170"/>
                    <a:pt x="12109" y="4004"/>
                  </a:cubicBezTo>
                  <a:cubicBezTo>
                    <a:pt x="11409" y="4938"/>
                    <a:pt x="10575" y="5772"/>
                    <a:pt x="9574" y="6405"/>
                  </a:cubicBezTo>
                  <a:cubicBezTo>
                    <a:pt x="8340" y="7206"/>
                    <a:pt x="6906" y="7740"/>
                    <a:pt x="5872" y="8807"/>
                  </a:cubicBezTo>
                  <a:cubicBezTo>
                    <a:pt x="5171" y="9574"/>
                    <a:pt x="4704" y="10608"/>
                    <a:pt x="3937" y="11342"/>
                  </a:cubicBezTo>
                  <a:cubicBezTo>
                    <a:pt x="3036" y="12143"/>
                    <a:pt x="1202" y="12510"/>
                    <a:pt x="568" y="11242"/>
                  </a:cubicBezTo>
                  <a:cubicBezTo>
                    <a:pt x="1" y="10108"/>
                    <a:pt x="801" y="8340"/>
                    <a:pt x="1569" y="7506"/>
                  </a:cubicBezTo>
                  <a:close/>
                </a:path>
              </a:pathLst>
            </a:custGeom>
            <a:noFill/>
            <a:ln cap="flat" cmpd="sng" w="5600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17" name="Google Shape;2417;p61"/>
            <p:cNvSpPr/>
            <p:nvPr/>
          </p:nvSpPr>
          <p:spPr>
            <a:xfrm>
              <a:off x="5408192" y="3433295"/>
              <a:ext cx="102534" cy="144733"/>
            </a:xfrm>
            <a:custGeom>
              <a:rect b="b" l="l" r="r" t="t"/>
              <a:pathLst>
                <a:path extrusionOk="0" fill="none" h="7206" w="5105">
                  <a:moveTo>
                    <a:pt x="5104" y="1"/>
                  </a:moveTo>
                  <a:cubicBezTo>
                    <a:pt x="3403" y="2402"/>
                    <a:pt x="1702" y="4804"/>
                    <a:pt x="0" y="7206"/>
                  </a:cubicBezTo>
                </a:path>
              </a:pathLst>
            </a:custGeom>
            <a:noFill/>
            <a:ln cap="flat" cmpd="sng" w="5600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18" name="Google Shape;2418;p61"/>
            <p:cNvSpPr/>
            <p:nvPr/>
          </p:nvSpPr>
          <p:spPr>
            <a:xfrm>
              <a:off x="5456436" y="3473505"/>
              <a:ext cx="61641" cy="87109"/>
            </a:xfrm>
            <a:custGeom>
              <a:rect b="b" l="l" r="r" t="t"/>
              <a:pathLst>
                <a:path extrusionOk="0" fill="none" h="4337" w="3069">
                  <a:moveTo>
                    <a:pt x="0" y="4337"/>
                  </a:moveTo>
                  <a:cubicBezTo>
                    <a:pt x="1068" y="2936"/>
                    <a:pt x="2102" y="1468"/>
                    <a:pt x="3069" y="0"/>
                  </a:cubicBezTo>
                </a:path>
              </a:pathLst>
            </a:custGeom>
            <a:noFill/>
            <a:ln cap="flat" cmpd="sng" w="5600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19" name="Google Shape;2419;p61"/>
            <p:cNvSpPr/>
            <p:nvPr/>
          </p:nvSpPr>
          <p:spPr>
            <a:xfrm>
              <a:off x="6100943" y="2967946"/>
              <a:ext cx="548742" cy="690723"/>
            </a:xfrm>
            <a:custGeom>
              <a:rect b="b" l="l" r="r" t="t"/>
              <a:pathLst>
                <a:path extrusionOk="0" h="34390" w="27321">
                  <a:moveTo>
                    <a:pt x="21620" y="1"/>
                  </a:moveTo>
                  <a:cubicBezTo>
                    <a:pt x="21507" y="1"/>
                    <a:pt x="21394" y="7"/>
                    <a:pt x="21283" y="20"/>
                  </a:cubicBezTo>
                  <a:cubicBezTo>
                    <a:pt x="19448" y="220"/>
                    <a:pt x="18047" y="1888"/>
                    <a:pt x="17513" y="3689"/>
                  </a:cubicBezTo>
                  <a:cubicBezTo>
                    <a:pt x="17013" y="5457"/>
                    <a:pt x="17246" y="7358"/>
                    <a:pt x="17446" y="9226"/>
                  </a:cubicBezTo>
                  <a:cubicBezTo>
                    <a:pt x="17613" y="10561"/>
                    <a:pt x="17780" y="11895"/>
                    <a:pt x="17913" y="13263"/>
                  </a:cubicBezTo>
                  <a:cubicBezTo>
                    <a:pt x="18247" y="15898"/>
                    <a:pt x="17880" y="18633"/>
                    <a:pt x="17880" y="21268"/>
                  </a:cubicBezTo>
                  <a:cubicBezTo>
                    <a:pt x="17880" y="21602"/>
                    <a:pt x="17880" y="21935"/>
                    <a:pt x="17713" y="22236"/>
                  </a:cubicBezTo>
                  <a:cubicBezTo>
                    <a:pt x="17413" y="22736"/>
                    <a:pt x="16746" y="22903"/>
                    <a:pt x="16146" y="23003"/>
                  </a:cubicBezTo>
                  <a:cubicBezTo>
                    <a:pt x="13567" y="23423"/>
                    <a:pt x="10907" y="23923"/>
                    <a:pt x="8264" y="23923"/>
                  </a:cubicBezTo>
                  <a:cubicBezTo>
                    <a:pt x="7966" y="23923"/>
                    <a:pt x="7669" y="23917"/>
                    <a:pt x="7373" y="23904"/>
                  </a:cubicBezTo>
                  <a:cubicBezTo>
                    <a:pt x="6447" y="23879"/>
                    <a:pt x="5464" y="23753"/>
                    <a:pt x="4530" y="23753"/>
                  </a:cubicBezTo>
                  <a:cubicBezTo>
                    <a:pt x="2905" y="23753"/>
                    <a:pt x="1430" y="24135"/>
                    <a:pt x="668" y="26105"/>
                  </a:cubicBezTo>
                  <a:cubicBezTo>
                    <a:pt x="1" y="27840"/>
                    <a:pt x="568" y="29874"/>
                    <a:pt x="1769" y="31275"/>
                  </a:cubicBezTo>
                  <a:cubicBezTo>
                    <a:pt x="3003" y="32676"/>
                    <a:pt x="4771" y="33510"/>
                    <a:pt x="6605" y="33844"/>
                  </a:cubicBezTo>
                  <a:cubicBezTo>
                    <a:pt x="8200" y="34169"/>
                    <a:pt x="7494" y="34389"/>
                    <a:pt x="8584" y="34389"/>
                  </a:cubicBezTo>
                  <a:cubicBezTo>
                    <a:pt x="8725" y="34389"/>
                    <a:pt x="8897" y="34385"/>
                    <a:pt x="9107" y="34378"/>
                  </a:cubicBezTo>
                  <a:cubicBezTo>
                    <a:pt x="11809" y="34278"/>
                    <a:pt x="17580" y="33811"/>
                    <a:pt x="20148" y="33043"/>
                  </a:cubicBezTo>
                  <a:cubicBezTo>
                    <a:pt x="22016" y="32510"/>
                    <a:pt x="23818" y="31576"/>
                    <a:pt x="25252" y="30275"/>
                  </a:cubicBezTo>
                  <a:cubicBezTo>
                    <a:pt x="26553" y="29041"/>
                    <a:pt x="26887" y="27506"/>
                    <a:pt x="27020" y="25738"/>
                  </a:cubicBezTo>
                  <a:cubicBezTo>
                    <a:pt x="27320" y="22036"/>
                    <a:pt x="26153" y="18300"/>
                    <a:pt x="25152" y="14764"/>
                  </a:cubicBezTo>
                  <a:cubicBezTo>
                    <a:pt x="24218" y="11461"/>
                    <a:pt x="22383" y="8426"/>
                    <a:pt x="21516" y="5157"/>
                  </a:cubicBezTo>
                  <a:cubicBezTo>
                    <a:pt x="21516" y="5123"/>
                    <a:pt x="21516" y="5057"/>
                    <a:pt x="21483" y="5023"/>
                  </a:cubicBezTo>
                  <a:cubicBezTo>
                    <a:pt x="22350" y="4790"/>
                    <a:pt x="23050" y="3822"/>
                    <a:pt x="23384" y="3022"/>
                  </a:cubicBezTo>
                  <a:cubicBezTo>
                    <a:pt x="23751" y="2155"/>
                    <a:pt x="23684" y="1054"/>
                    <a:pt x="22984" y="453"/>
                  </a:cubicBezTo>
                  <a:cubicBezTo>
                    <a:pt x="22604" y="128"/>
                    <a:pt x="22113" y="1"/>
                    <a:pt x="21620" y="1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20" name="Google Shape;2420;p61"/>
            <p:cNvSpPr/>
            <p:nvPr/>
          </p:nvSpPr>
          <p:spPr>
            <a:xfrm>
              <a:off x="5745861" y="3120170"/>
              <a:ext cx="354440" cy="455548"/>
            </a:xfrm>
            <a:custGeom>
              <a:rect b="b" l="l" r="r" t="t"/>
              <a:pathLst>
                <a:path extrusionOk="0" h="22681" w="17647">
                  <a:moveTo>
                    <a:pt x="10405" y="0"/>
                  </a:moveTo>
                  <a:cubicBezTo>
                    <a:pt x="9639" y="0"/>
                    <a:pt x="8874" y="158"/>
                    <a:pt x="8173" y="480"/>
                  </a:cubicBezTo>
                  <a:cubicBezTo>
                    <a:pt x="6505" y="1214"/>
                    <a:pt x="5237" y="2815"/>
                    <a:pt x="4871" y="4583"/>
                  </a:cubicBezTo>
                  <a:cubicBezTo>
                    <a:pt x="4570" y="5917"/>
                    <a:pt x="5037" y="6351"/>
                    <a:pt x="5171" y="7685"/>
                  </a:cubicBezTo>
                  <a:cubicBezTo>
                    <a:pt x="5304" y="8819"/>
                    <a:pt x="5471" y="9953"/>
                    <a:pt x="5504" y="11121"/>
                  </a:cubicBezTo>
                  <a:cubicBezTo>
                    <a:pt x="5571" y="12422"/>
                    <a:pt x="5471" y="14123"/>
                    <a:pt x="5171" y="15057"/>
                  </a:cubicBezTo>
                  <a:cubicBezTo>
                    <a:pt x="5071" y="15391"/>
                    <a:pt x="4670" y="15524"/>
                    <a:pt x="4370" y="15657"/>
                  </a:cubicBezTo>
                  <a:cubicBezTo>
                    <a:pt x="4270" y="15702"/>
                    <a:pt x="4148" y="15709"/>
                    <a:pt x="4021" y="15709"/>
                  </a:cubicBezTo>
                  <a:cubicBezTo>
                    <a:pt x="3957" y="15709"/>
                    <a:pt x="3892" y="15707"/>
                    <a:pt x="3828" y="15707"/>
                  </a:cubicBezTo>
                  <a:cubicBezTo>
                    <a:pt x="3636" y="15707"/>
                    <a:pt x="3453" y="15724"/>
                    <a:pt x="3336" y="15858"/>
                  </a:cubicBezTo>
                  <a:cubicBezTo>
                    <a:pt x="2235" y="17058"/>
                    <a:pt x="1201" y="18359"/>
                    <a:pt x="0" y="19460"/>
                  </a:cubicBezTo>
                  <a:cubicBezTo>
                    <a:pt x="2802" y="20628"/>
                    <a:pt x="5771" y="21495"/>
                    <a:pt x="8773" y="21995"/>
                  </a:cubicBezTo>
                  <a:cubicBezTo>
                    <a:pt x="9940" y="22199"/>
                    <a:pt x="11774" y="22680"/>
                    <a:pt x="13426" y="22680"/>
                  </a:cubicBezTo>
                  <a:cubicBezTo>
                    <a:pt x="14751" y="22680"/>
                    <a:pt x="15959" y="22371"/>
                    <a:pt x="16612" y="21361"/>
                  </a:cubicBezTo>
                  <a:cubicBezTo>
                    <a:pt x="16946" y="20894"/>
                    <a:pt x="17079" y="20327"/>
                    <a:pt x="17213" y="19760"/>
                  </a:cubicBezTo>
                  <a:cubicBezTo>
                    <a:pt x="17213" y="19594"/>
                    <a:pt x="17246" y="19460"/>
                    <a:pt x="17279" y="19327"/>
                  </a:cubicBezTo>
                  <a:cubicBezTo>
                    <a:pt x="17413" y="18326"/>
                    <a:pt x="17646" y="16958"/>
                    <a:pt x="16946" y="16124"/>
                  </a:cubicBezTo>
                  <a:cubicBezTo>
                    <a:pt x="16679" y="15858"/>
                    <a:pt x="16412" y="15724"/>
                    <a:pt x="16112" y="15691"/>
                  </a:cubicBezTo>
                  <a:cubicBezTo>
                    <a:pt x="15211" y="15557"/>
                    <a:pt x="14311" y="15591"/>
                    <a:pt x="13443" y="15257"/>
                  </a:cubicBezTo>
                  <a:cubicBezTo>
                    <a:pt x="13310" y="15224"/>
                    <a:pt x="13176" y="15157"/>
                    <a:pt x="13076" y="15024"/>
                  </a:cubicBezTo>
                  <a:cubicBezTo>
                    <a:pt x="12976" y="14890"/>
                    <a:pt x="12976" y="14723"/>
                    <a:pt x="12976" y="14590"/>
                  </a:cubicBezTo>
                  <a:lnTo>
                    <a:pt x="12910" y="13289"/>
                  </a:lnTo>
                  <a:cubicBezTo>
                    <a:pt x="12910" y="13256"/>
                    <a:pt x="12910" y="13222"/>
                    <a:pt x="12910" y="13189"/>
                  </a:cubicBezTo>
                  <a:cubicBezTo>
                    <a:pt x="14844" y="12622"/>
                    <a:pt x="15612" y="10387"/>
                    <a:pt x="15812" y="8319"/>
                  </a:cubicBezTo>
                  <a:cubicBezTo>
                    <a:pt x="16045" y="5717"/>
                    <a:pt x="15778" y="2481"/>
                    <a:pt x="13410" y="880"/>
                  </a:cubicBezTo>
                  <a:cubicBezTo>
                    <a:pt x="12520" y="300"/>
                    <a:pt x="11462" y="0"/>
                    <a:pt x="10405" y="0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21" name="Google Shape;2421;p61"/>
            <p:cNvSpPr/>
            <p:nvPr/>
          </p:nvSpPr>
          <p:spPr>
            <a:xfrm>
              <a:off x="5538162" y="3418553"/>
              <a:ext cx="795948" cy="752203"/>
            </a:xfrm>
            <a:custGeom>
              <a:rect b="b" l="l" r="r" t="t"/>
              <a:pathLst>
                <a:path extrusionOk="0" h="37451" w="39629">
                  <a:moveTo>
                    <a:pt x="23351" y="1"/>
                  </a:moveTo>
                  <a:cubicBezTo>
                    <a:pt x="23017" y="601"/>
                    <a:pt x="22583" y="1102"/>
                    <a:pt x="22016" y="1469"/>
                  </a:cubicBezTo>
                  <a:cubicBezTo>
                    <a:pt x="21305" y="1920"/>
                    <a:pt x="20495" y="2127"/>
                    <a:pt x="19680" y="2127"/>
                  </a:cubicBezTo>
                  <a:cubicBezTo>
                    <a:pt x="18089" y="2127"/>
                    <a:pt x="16483" y="1336"/>
                    <a:pt x="15578" y="34"/>
                  </a:cubicBezTo>
                  <a:cubicBezTo>
                    <a:pt x="14211" y="134"/>
                    <a:pt x="12877" y="334"/>
                    <a:pt x="11542" y="601"/>
                  </a:cubicBezTo>
                  <a:cubicBezTo>
                    <a:pt x="9708" y="968"/>
                    <a:pt x="7906" y="1502"/>
                    <a:pt x="6238" y="2369"/>
                  </a:cubicBezTo>
                  <a:cubicBezTo>
                    <a:pt x="4637" y="3170"/>
                    <a:pt x="3070" y="4237"/>
                    <a:pt x="2136" y="5805"/>
                  </a:cubicBezTo>
                  <a:cubicBezTo>
                    <a:pt x="1602" y="6772"/>
                    <a:pt x="1235" y="7873"/>
                    <a:pt x="901" y="8941"/>
                  </a:cubicBezTo>
                  <a:cubicBezTo>
                    <a:pt x="568" y="10041"/>
                    <a:pt x="368" y="11209"/>
                    <a:pt x="268" y="12343"/>
                  </a:cubicBezTo>
                  <a:cubicBezTo>
                    <a:pt x="1" y="15679"/>
                    <a:pt x="668" y="18714"/>
                    <a:pt x="1135" y="21950"/>
                  </a:cubicBezTo>
                  <a:cubicBezTo>
                    <a:pt x="1735" y="26153"/>
                    <a:pt x="1902" y="33358"/>
                    <a:pt x="6038" y="35793"/>
                  </a:cubicBezTo>
                  <a:cubicBezTo>
                    <a:pt x="7506" y="36660"/>
                    <a:pt x="9274" y="36827"/>
                    <a:pt x="10975" y="36961"/>
                  </a:cubicBezTo>
                  <a:cubicBezTo>
                    <a:pt x="13687" y="37220"/>
                    <a:pt x="16482" y="37451"/>
                    <a:pt x="19249" y="37451"/>
                  </a:cubicBezTo>
                  <a:cubicBezTo>
                    <a:pt x="22541" y="37451"/>
                    <a:pt x="25795" y="37124"/>
                    <a:pt x="28821" y="36127"/>
                  </a:cubicBezTo>
                  <a:cubicBezTo>
                    <a:pt x="29355" y="33725"/>
                    <a:pt x="29722" y="31323"/>
                    <a:pt x="29955" y="28855"/>
                  </a:cubicBezTo>
                  <a:cubicBezTo>
                    <a:pt x="30156" y="26720"/>
                    <a:pt x="30322" y="24552"/>
                    <a:pt x="30389" y="22384"/>
                  </a:cubicBezTo>
                  <a:cubicBezTo>
                    <a:pt x="30489" y="20349"/>
                    <a:pt x="30623" y="18347"/>
                    <a:pt x="30689" y="16313"/>
                  </a:cubicBezTo>
                  <a:cubicBezTo>
                    <a:pt x="30723" y="15245"/>
                    <a:pt x="30723" y="14211"/>
                    <a:pt x="30723" y="13177"/>
                  </a:cubicBezTo>
                  <a:cubicBezTo>
                    <a:pt x="30723" y="12911"/>
                    <a:pt x="31440" y="12818"/>
                    <a:pt x="32452" y="12818"/>
                  </a:cubicBezTo>
                  <a:cubicBezTo>
                    <a:pt x="34104" y="12818"/>
                    <a:pt x="36542" y="13065"/>
                    <a:pt x="37928" y="13210"/>
                  </a:cubicBezTo>
                  <a:cubicBezTo>
                    <a:pt x="38428" y="10975"/>
                    <a:pt x="38662" y="8707"/>
                    <a:pt x="38828" y="6439"/>
                  </a:cubicBezTo>
                  <a:cubicBezTo>
                    <a:pt x="38928" y="5305"/>
                    <a:pt x="38995" y="4137"/>
                    <a:pt x="39095" y="3003"/>
                  </a:cubicBezTo>
                  <a:cubicBezTo>
                    <a:pt x="39162" y="2136"/>
                    <a:pt x="39629" y="1268"/>
                    <a:pt x="38461" y="1135"/>
                  </a:cubicBezTo>
                  <a:lnTo>
                    <a:pt x="38361" y="1135"/>
                  </a:lnTo>
                  <a:cubicBezTo>
                    <a:pt x="38117" y="1155"/>
                    <a:pt x="37873" y="1163"/>
                    <a:pt x="37628" y="1163"/>
                  </a:cubicBezTo>
                  <a:cubicBezTo>
                    <a:pt x="37036" y="1163"/>
                    <a:pt x="36440" y="1115"/>
                    <a:pt x="35826" y="1068"/>
                  </a:cubicBezTo>
                  <a:cubicBezTo>
                    <a:pt x="34392" y="968"/>
                    <a:pt x="32924" y="901"/>
                    <a:pt x="31490" y="801"/>
                  </a:cubicBezTo>
                  <a:cubicBezTo>
                    <a:pt x="28788" y="635"/>
                    <a:pt x="26053" y="368"/>
                    <a:pt x="233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22" name="Google Shape;2422;p61"/>
            <p:cNvSpPr/>
            <p:nvPr/>
          </p:nvSpPr>
          <p:spPr>
            <a:xfrm>
              <a:off x="5990395" y="4377732"/>
              <a:ext cx="420098" cy="209547"/>
            </a:xfrm>
            <a:custGeom>
              <a:rect b="b" l="l" r="r" t="t"/>
              <a:pathLst>
                <a:path extrusionOk="0" h="10433" w="20916">
                  <a:moveTo>
                    <a:pt x="6617" y="0"/>
                  </a:moveTo>
                  <a:cubicBezTo>
                    <a:pt x="6457" y="0"/>
                    <a:pt x="6298" y="4"/>
                    <a:pt x="6138" y="12"/>
                  </a:cubicBezTo>
                  <a:cubicBezTo>
                    <a:pt x="3803" y="146"/>
                    <a:pt x="568" y="1747"/>
                    <a:pt x="67" y="4182"/>
                  </a:cubicBezTo>
                  <a:cubicBezTo>
                    <a:pt x="34" y="4482"/>
                    <a:pt x="1" y="4782"/>
                    <a:pt x="101" y="5049"/>
                  </a:cubicBezTo>
                  <a:cubicBezTo>
                    <a:pt x="401" y="5683"/>
                    <a:pt x="1268" y="5750"/>
                    <a:pt x="1969" y="5750"/>
                  </a:cubicBezTo>
                  <a:cubicBezTo>
                    <a:pt x="4971" y="5783"/>
                    <a:pt x="7873" y="6684"/>
                    <a:pt x="10675" y="7685"/>
                  </a:cubicBezTo>
                  <a:cubicBezTo>
                    <a:pt x="12143" y="8218"/>
                    <a:pt x="13577" y="8752"/>
                    <a:pt x="15045" y="9219"/>
                  </a:cubicBezTo>
                  <a:cubicBezTo>
                    <a:pt x="15918" y="9510"/>
                    <a:pt x="17633" y="10432"/>
                    <a:pt x="18938" y="10432"/>
                  </a:cubicBezTo>
                  <a:cubicBezTo>
                    <a:pt x="19578" y="10432"/>
                    <a:pt x="20119" y="10211"/>
                    <a:pt x="20415" y="9586"/>
                  </a:cubicBezTo>
                  <a:cubicBezTo>
                    <a:pt x="20916" y="8518"/>
                    <a:pt x="20215" y="7351"/>
                    <a:pt x="19648" y="6484"/>
                  </a:cubicBezTo>
                  <a:cubicBezTo>
                    <a:pt x="19581" y="6384"/>
                    <a:pt x="19515" y="6284"/>
                    <a:pt x="19415" y="6183"/>
                  </a:cubicBezTo>
                  <a:cubicBezTo>
                    <a:pt x="17980" y="4349"/>
                    <a:pt x="15512" y="3148"/>
                    <a:pt x="13477" y="2047"/>
                  </a:cubicBezTo>
                  <a:cubicBezTo>
                    <a:pt x="11381" y="921"/>
                    <a:pt x="9021" y="0"/>
                    <a:pt x="661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23" name="Google Shape;2423;p61"/>
            <p:cNvSpPr/>
            <p:nvPr/>
          </p:nvSpPr>
          <p:spPr>
            <a:xfrm>
              <a:off x="5266833" y="4002484"/>
              <a:ext cx="1345333" cy="598714"/>
            </a:xfrm>
            <a:custGeom>
              <a:rect b="b" l="l" r="r" t="t"/>
              <a:pathLst>
                <a:path extrusionOk="0" h="29809" w="66982">
                  <a:moveTo>
                    <a:pt x="56905" y="1"/>
                  </a:moveTo>
                  <a:cubicBezTo>
                    <a:pt x="51736" y="1"/>
                    <a:pt x="46957" y="2587"/>
                    <a:pt x="41963" y="3885"/>
                  </a:cubicBezTo>
                  <a:cubicBezTo>
                    <a:pt x="40837" y="4179"/>
                    <a:pt x="39903" y="4273"/>
                    <a:pt x="38976" y="4273"/>
                  </a:cubicBezTo>
                  <a:cubicBezTo>
                    <a:pt x="38009" y="4273"/>
                    <a:pt x="37051" y="4170"/>
                    <a:pt x="35892" y="4085"/>
                  </a:cubicBezTo>
                  <a:cubicBezTo>
                    <a:pt x="34907" y="4005"/>
                    <a:pt x="33914" y="3984"/>
                    <a:pt x="32919" y="3984"/>
                  </a:cubicBezTo>
                  <a:cubicBezTo>
                    <a:pt x="31804" y="3984"/>
                    <a:pt x="30686" y="4010"/>
                    <a:pt x="29572" y="4010"/>
                  </a:cubicBezTo>
                  <a:cubicBezTo>
                    <a:pt x="28785" y="4010"/>
                    <a:pt x="28000" y="3997"/>
                    <a:pt x="27219" y="3951"/>
                  </a:cubicBezTo>
                  <a:cubicBezTo>
                    <a:pt x="26016" y="3876"/>
                    <a:pt x="24757" y="3794"/>
                    <a:pt x="23509" y="3794"/>
                  </a:cubicBezTo>
                  <a:cubicBezTo>
                    <a:pt x="21991" y="3794"/>
                    <a:pt x="20487" y="3916"/>
                    <a:pt x="19114" y="4318"/>
                  </a:cubicBezTo>
                  <a:cubicBezTo>
                    <a:pt x="18780" y="4118"/>
                    <a:pt x="18447" y="3885"/>
                    <a:pt x="18113" y="3685"/>
                  </a:cubicBezTo>
                  <a:cubicBezTo>
                    <a:pt x="15713" y="2085"/>
                    <a:pt x="13313" y="509"/>
                    <a:pt x="10452" y="509"/>
                  </a:cubicBezTo>
                  <a:cubicBezTo>
                    <a:pt x="9973" y="509"/>
                    <a:pt x="9480" y="553"/>
                    <a:pt x="8973" y="649"/>
                  </a:cubicBezTo>
                  <a:cubicBezTo>
                    <a:pt x="6204" y="1183"/>
                    <a:pt x="3536" y="2584"/>
                    <a:pt x="1801" y="4885"/>
                  </a:cubicBezTo>
                  <a:cubicBezTo>
                    <a:pt x="0" y="7321"/>
                    <a:pt x="534" y="10456"/>
                    <a:pt x="2168" y="12891"/>
                  </a:cubicBezTo>
                  <a:cubicBezTo>
                    <a:pt x="3536" y="14893"/>
                    <a:pt x="5537" y="16360"/>
                    <a:pt x="7605" y="17595"/>
                  </a:cubicBezTo>
                  <a:cubicBezTo>
                    <a:pt x="14066" y="21489"/>
                    <a:pt x="21073" y="24017"/>
                    <a:pt x="28602" y="24017"/>
                  </a:cubicBezTo>
                  <a:cubicBezTo>
                    <a:pt x="29392" y="24017"/>
                    <a:pt x="30187" y="23989"/>
                    <a:pt x="30989" y="23932"/>
                  </a:cubicBezTo>
                  <a:cubicBezTo>
                    <a:pt x="31102" y="23923"/>
                    <a:pt x="31220" y="23919"/>
                    <a:pt x="31342" y="23919"/>
                  </a:cubicBezTo>
                  <a:cubicBezTo>
                    <a:pt x="32554" y="23919"/>
                    <a:pt x="34143" y="24382"/>
                    <a:pt x="34658" y="25534"/>
                  </a:cubicBezTo>
                  <a:cubicBezTo>
                    <a:pt x="34825" y="25967"/>
                    <a:pt x="35058" y="26334"/>
                    <a:pt x="35259" y="26734"/>
                  </a:cubicBezTo>
                  <a:cubicBezTo>
                    <a:pt x="35692" y="27535"/>
                    <a:pt x="35892" y="28836"/>
                    <a:pt x="36493" y="29536"/>
                  </a:cubicBezTo>
                  <a:cubicBezTo>
                    <a:pt x="36680" y="29734"/>
                    <a:pt x="36928" y="29808"/>
                    <a:pt x="37201" y="29808"/>
                  </a:cubicBezTo>
                  <a:cubicBezTo>
                    <a:pt x="37806" y="29808"/>
                    <a:pt x="38535" y="29443"/>
                    <a:pt x="38995" y="29236"/>
                  </a:cubicBezTo>
                  <a:cubicBezTo>
                    <a:pt x="40496" y="28569"/>
                    <a:pt x="41797" y="27502"/>
                    <a:pt x="43298" y="26835"/>
                  </a:cubicBezTo>
                  <a:cubicBezTo>
                    <a:pt x="47868" y="24766"/>
                    <a:pt x="52638" y="22865"/>
                    <a:pt x="57007" y="20430"/>
                  </a:cubicBezTo>
                  <a:cubicBezTo>
                    <a:pt x="59943" y="18795"/>
                    <a:pt x="62545" y="17528"/>
                    <a:pt x="64112" y="14526"/>
                  </a:cubicBezTo>
                  <a:cubicBezTo>
                    <a:pt x="65547" y="11857"/>
                    <a:pt x="66981" y="8455"/>
                    <a:pt x="66047" y="5352"/>
                  </a:cubicBezTo>
                  <a:cubicBezTo>
                    <a:pt x="65880" y="4752"/>
                    <a:pt x="65580" y="4185"/>
                    <a:pt x="65247" y="3651"/>
                  </a:cubicBezTo>
                  <a:lnTo>
                    <a:pt x="65213" y="3685"/>
                  </a:lnTo>
                  <a:cubicBezTo>
                    <a:pt x="64012" y="1917"/>
                    <a:pt x="61911" y="716"/>
                    <a:pt x="59776" y="282"/>
                  </a:cubicBezTo>
                  <a:cubicBezTo>
                    <a:pt x="58804" y="87"/>
                    <a:pt x="57848" y="1"/>
                    <a:pt x="56905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24" name="Google Shape;2424;p61"/>
            <p:cNvSpPr/>
            <p:nvPr/>
          </p:nvSpPr>
          <p:spPr>
            <a:xfrm>
              <a:off x="5594199" y="4092244"/>
              <a:ext cx="436427" cy="220091"/>
            </a:xfrm>
            <a:custGeom>
              <a:rect b="b" l="l" r="r" t="t"/>
              <a:pathLst>
                <a:path extrusionOk="0" h="10958" w="21729">
                  <a:moveTo>
                    <a:pt x="215" y="1"/>
                  </a:moveTo>
                  <a:cubicBezTo>
                    <a:pt x="101" y="1"/>
                    <a:pt x="1" y="132"/>
                    <a:pt x="113" y="216"/>
                  </a:cubicBezTo>
                  <a:cubicBezTo>
                    <a:pt x="1314" y="1150"/>
                    <a:pt x="2748" y="1851"/>
                    <a:pt x="4116" y="2518"/>
                  </a:cubicBezTo>
                  <a:cubicBezTo>
                    <a:pt x="5517" y="3218"/>
                    <a:pt x="6918" y="3852"/>
                    <a:pt x="8352" y="4486"/>
                  </a:cubicBezTo>
                  <a:cubicBezTo>
                    <a:pt x="9853" y="5153"/>
                    <a:pt x="11354" y="5820"/>
                    <a:pt x="12855" y="6454"/>
                  </a:cubicBezTo>
                  <a:cubicBezTo>
                    <a:pt x="14323" y="7088"/>
                    <a:pt x="15757" y="7655"/>
                    <a:pt x="17158" y="8355"/>
                  </a:cubicBezTo>
                  <a:cubicBezTo>
                    <a:pt x="17959" y="8722"/>
                    <a:pt x="18693" y="9156"/>
                    <a:pt x="19427" y="9590"/>
                  </a:cubicBezTo>
                  <a:cubicBezTo>
                    <a:pt x="20160" y="10023"/>
                    <a:pt x="20828" y="10524"/>
                    <a:pt x="21528" y="10957"/>
                  </a:cubicBezTo>
                  <a:cubicBezTo>
                    <a:pt x="21548" y="10938"/>
                    <a:pt x="21568" y="10932"/>
                    <a:pt x="21587" y="10932"/>
                  </a:cubicBezTo>
                  <a:cubicBezTo>
                    <a:pt x="21608" y="10932"/>
                    <a:pt x="21630" y="10938"/>
                    <a:pt x="21651" y="10938"/>
                  </a:cubicBezTo>
                  <a:cubicBezTo>
                    <a:pt x="21676" y="10938"/>
                    <a:pt x="21702" y="10929"/>
                    <a:pt x="21728" y="10891"/>
                  </a:cubicBezTo>
                  <a:cubicBezTo>
                    <a:pt x="21194" y="10424"/>
                    <a:pt x="20594" y="10023"/>
                    <a:pt x="19960" y="9656"/>
                  </a:cubicBezTo>
                  <a:cubicBezTo>
                    <a:pt x="19326" y="9223"/>
                    <a:pt x="18659" y="8856"/>
                    <a:pt x="17992" y="8489"/>
                  </a:cubicBezTo>
                  <a:cubicBezTo>
                    <a:pt x="16591" y="7788"/>
                    <a:pt x="15157" y="7188"/>
                    <a:pt x="13722" y="6588"/>
                  </a:cubicBezTo>
                  <a:cubicBezTo>
                    <a:pt x="10787" y="5353"/>
                    <a:pt x="7852" y="4052"/>
                    <a:pt x="4950" y="2685"/>
                  </a:cubicBezTo>
                  <a:cubicBezTo>
                    <a:pt x="4149" y="2284"/>
                    <a:pt x="3348" y="1717"/>
                    <a:pt x="2581" y="1284"/>
                  </a:cubicBezTo>
                  <a:cubicBezTo>
                    <a:pt x="1814" y="850"/>
                    <a:pt x="1047" y="383"/>
                    <a:pt x="280" y="16"/>
                  </a:cubicBezTo>
                  <a:cubicBezTo>
                    <a:pt x="258" y="6"/>
                    <a:pt x="236" y="1"/>
                    <a:pt x="21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25" name="Google Shape;2425;p61"/>
            <p:cNvSpPr/>
            <p:nvPr/>
          </p:nvSpPr>
          <p:spPr>
            <a:xfrm>
              <a:off x="5813527" y="4399344"/>
              <a:ext cx="155458" cy="145054"/>
            </a:xfrm>
            <a:custGeom>
              <a:rect b="b" l="l" r="r" t="t"/>
              <a:pathLst>
                <a:path extrusionOk="0" h="7222" w="7740">
                  <a:moveTo>
                    <a:pt x="4959" y="0"/>
                  </a:moveTo>
                  <a:cubicBezTo>
                    <a:pt x="4715" y="0"/>
                    <a:pt x="1093" y="1845"/>
                    <a:pt x="768" y="2105"/>
                  </a:cubicBezTo>
                  <a:cubicBezTo>
                    <a:pt x="601" y="2239"/>
                    <a:pt x="467" y="2372"/>
                    <a:pt x="367" y="2539"/>
                  </a:cubicBezTo>
                  <a:cubicBezTo>
                    <a:pt x="234" y="2772"/>
                    <a:pt x="201" y="3039"/>
                    <a:pt x="167" y="3273"/>
                  </a:cubicBezTo>
                  <a:cubicBezTo>
                    <a:pt x="101" y="4007"/>
                    <a:pt x="0" y="4741"/>
                    <a:pt x="134" y="5474"/>
                  </a:cubicBezTo>
                  <a:cubicBezTo>
                    <a:pt x="267" y="6208"/>
                    <a:pt x="701" y="6909"/>
                    <a:pt x="1401" y="7142"/>
                  </a:cubicBezTo>
                  <a:cubicBezTo>
                    <a:pt x="1585" y="7199"/>
                    <a:pt x="1772" y="7221"/>
                    <a:pt x="1960" y="7221"/>
                  </a:cubicBezTo>
                  <a:cubicBezTo>
                    <a:pt x="2320" y="7221"/>
                    <a:pt x="2685" y="7141"/>
                    <a:pt x="3036" y="7076"/>
                  </a:cubicBezTo>
                  <a:cubicBezTo>
                    <a:pt x="4070" y="6842"/>
                    <a:pt x="5104" y="6609"/>
                    <a:pt x="6105" y="6308"/>
                  </a:cubicBezTo>
                  <a:cubicBezTo>
                    <a:pt x="6538" y="6175"/>
                    <a:pt x="7005" y="6242"/>
                    <a:pt x="7472" y="6142"/>
                  </a:cubicBezTo>
                  <a:cubicBezTo>
                    <a:pt x="7506" y="6142"/>
                    <a:pt x="7539" y="6142"/>
                    <a:pt x="7573" y="6108"/>
                  </a:cubicBezTo>
                  <a:cubicBezTo>
                    <a:pt x="7739" y="5941"/>
                    <a:pt x="7072" y="4874"/>
                    <a:pt x="6972" y="4674"/>
                  </a:cubicBezTo>
                  <a:lnTo>
                    <a:pt x="6972" y="4640"/>
                  </a:lnTo>
                  <a:cubicBezTo>
                    <a:pt x="6739" y="4140"/>
                    <a:pt x="6538" y="3606"/>
                    <a:pt x="6305" y="3106"/>
                  </a:cubicBezTo>
                  <a:cubicBezTo>
                    <a:pt x="5871" y="2072"/>
                    <a:pt x="5404" y="1038"/>
                    <a:pt x="4971" y="4"/>
                  </a:cubicBezTo>
                  <a:cubicBezTo>
                    <a:pt x="4969" y="1"/>
                    <a:pt x="4965" y="0"/>
                    <a:pt x="4959" y="0"/>
                  </a:cubicBezTo>
                  <a:close/>
                </a:path>
              </a:pathLst>
            </a:custGeom>
            <a:solidFill>
              <a:srgbClr val="EBC0A9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26" name="Google Shape;2426;p61"/>
            <p:cNvSpPr/>
            <p:nvPr/>
          </p:nvSpPr>
          <p:spPr>
            <a:xfrm>
              <a:off x="5690928" y="4416155"/>
              <a:ext cx="191631" cy="359401"/>
            </a:xfrm>
            <a:custGeom>
              <a:rect b="b" l="l" r="r" t="t"/>
              <a:pathLst>
                <a:path extrusionOk="0" h="17894" w="9541">
                  <a:moveTo>
                    <a:pt x="7872" y="1"/>
                  </a:moveTo>
                  <a:lnTo>
                    <a:pt x="2936" y="1669"/>
                  </a:lnTo>
                  <a:cubicBezTo>
                    <a:pt x="2669" y="1735"/>
                    <a:pt x="2402" y="1835"/>
                    <a:pt x="2202" y="2036"/>
                  </a:cubicBezTo>
                  <a:cubicBezTo>
                    <a:pt x="2068" y="2236"/>
                    <a:pt x="2002" y="2503"/>
                    <a:pt x="1968" y="2769"/>
                  </a:cubicBezTo>
                  <a:cubicBezTo>
                    <a:pt x="1601" y="5238"/>
                    <a:pt x="1068" y="7706"/>
                    <a:pt x="734" y="10208"/>
                  </a:cubicBezTo>
                  <a:cubicBezTo>
                    <a:pt x="400" y="12476"/>
                    <a:pt x="434" y="14645"/>
                    <a:pt x="100" y="16913"/>
                  </a:cubicBezTo>
                  <a:cubicBezTo>
                    <a:pt x="0" y="17562"/>
                    <a:pt x="778" y="17893"/>
                    <a:pt x="1442" y="17893"/>
                  </a:cubicBezTo>
                  <a:cubicBezTo>
                    <a:pt x="1665" y="17893"/>
                    <a:pt x="1875" y="17856"/>
                    <a:pt x="2035" y="17780"/>
                  </a:cubicBezTo>
                  <a:cubicBezTo>
                    <a:pt x="2502" y="17513"/>
                    <a:pt x="2869" y="17046"/>
                    <a:pt x="3169" y="16613"/>
                  </a:cubicBezTo>
                  <a:cubicBezTo>
                    <a:pt x="4437" y="14745"/>
                    <a:pt x="5337" y="12977"/>
                    <a:pt x="5738" y="10775"/>
                  </a:cubicBezTo>
                  <a:cubicBezTo>
                    <a:pt x="5871" y="10108"/>
                    <a:pt x="5971" y="9407"/>
                    <a:pt x="6338" y="8840"/>
                  </a:cubicBezTo>
                  <a:cubicBezTo>
                    <a:pt x="6772" y="8173"/>
                    <a:pt x="7472" y="7740"/>
                    <a:pt x="8173" y="7339"/>
                  </a:cubicBezTo>
                  <a:cubicBezTo>
                    <a:pt x="8473" y="7173"/>
                    <a:pt x="9040" y="6939"/>
                    <a:pt x="9540" y="6672"/>
                  </a:cubicBezTo>
                  <a:cubicBezTo>
                    <a:pt x="8840" y="4471"/>
                    <a:pt x="8306" y="2269"/>
                    <a:pt x="78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27" name="Google Shape;2427;p61"/>
            <p:cNvSpPr/>
            <p:nvPr/>
          </p:nvSpPr>
          <p:spPr>
            <a:xfrm>
              <a:off x="5498634" y="3530808"/>
              <a:ext cx="564147" cy="650392"/>
            </a:xfrm>
            <a:custGeom>
              <a:rect b="b" l="l" r="r" t="t"/>
              <a:pathLst>
                <a:path extrusionOk="0" h="32382" w="28088">
                  <a:moveTo>
                    <a:pt x="7136" y="1"/>
                  </a:moveTo>
                  <a:cubicBezTo>
                    <a:pt x="7037" y="1"/>
                    <a:pt x="6938" y="6"/>
                    <a:pt x="6839" y="16"/>
                  </a:cubicBezTo>
                  <a:cubicBezTo>
                    <a:pt x="5771" y="149"/>
                    <a:pt x="4837" y="883"/>
                    <a:pt x="4237" y="1784"/>
                  </a:cubicBezTo>
                  <a:cubicBezTo>
                    <a:pt x="3637" y="2684"/>
                    <a:pt x="3303" y="3718"/>
                    <a:pt x="3003" y="4753"/>
                  </a:cubicBezTo>
                  <a:cubicBezTo>
                    <a:pt x="1902" y="8222"/>
                    <a:pt x="634" y="11724"/>
                    <a:pt x="134" y="15327"/>
                  </a:cubicBezTo>
                  <a:cubicBezTo>
                    <a:pt x="1" y="16261"/>
                    <a:pt x="34" y="17228"/>
                    <a:pt x="34" y="18162"/>
                  </a:cubicBezTo>
                  <a:cubicBezTo>
                    <a:pt x="34" y="20897"/>
                    <a:pt x="101" y="23800"/>
                    <a:pt x="1602" y="26068"/>
                  </a:cubicBezTo>
                  <a:cubicBezTo>
                    <a:pt x="4992" y="31199"/>
                    <a:pt x="11464" y="32382"/>
                    <a:pt x="17672" y="32382"/>
                  </a:cubicBezTo>
                  <a:cubicBezTo>
                    <a:pt x="20504" y="32382"/>
                    <a:pt x="23282" y="32135"/>
                    <a:pt x="25686" y="31905"/>
                  </a:cubicBezTo>
                  <a:cubicBezTo>
                    <a:pt x="26253" y="31872"/>
                    <a:pt x="26686" y="31839"/>
                    <a:pt x="27053" y="31672"/>
                  </a:cubicBezTo>
                  <a:cubicBezTo>
                    <a:pt x="27353" y="31505"/>
                    <a:pt x="27587" y="31238"/>
                    <a:pt x="27754" y="30704"/>
                  </a:cubicBezTo>
                  <a:cubicBezTo>
                    <a:pt x="28087" y="29837"/>
                    <a:pt x="27887" y="28770"/>
                    <a:pt x="27387" y="28003"/>
                  </a:cubicBezTo>
                  <a:cubicBezTo>
                    <a:pt x="26753" y="27002"/>
                    <a:pt x="25586" y="26235"/>
                    <a:pt x="24418" y="26001"/>
                  </a:cubicBezTo>
                  <a:cubicBezTo>
                    <a:pt x="23217" y="25734"/>
                    <a:pt x="22083" y="25301"/>
                    <a:pt x="20849" y="25067"/>
                  </a:cubicBezTo>
                  <a:cubicBezTo>
                    <a:pt x="19982" y="24900"/>
                    <a:pt x="19114" y="24633"/>
                    <a:pt x="18247" y="24400"/>
                  </a:cubicBezTo>
                  <a:cubicBezTo>
                    <a:pt x="15645" y="23666"/>
                    <a:pt x="12810" y="23099"/>
                    <a:pt x="10308" y="21998"/>
                  </a:cubicBezTo>
                  <a:cubicBezTo>
                    <a:pt x="10141" y="21932"/>
                    <a:pt x="9974" y="21865"/>
                    <a:pt x="9908" y="21731"/>
                  </a:cubicBezTo>
                  <a:cubicBezTo>
                    <a:pt x="9774" y="21531"/>
                    <a:pt x="9841" y="21264"/>
                    <a:pt x="9908" y="21064"/>
                  </a:cubicBezTo>
                  <a:cubicBezTo>
                    <a:pt x="10742" y="17695"/>
                    <a:pt x="11509" y="14326"/>
                    <a:pt x="12209" y="10924"/>
                  </a:cubicBezTo>
                  <a:cubicBezTo>
                    <a:pt x="12443" y="9756"/>
                    <a:pt x="12676" y="8589"/>
                    <a:pt x="12643" y="7421"/>
                  </a:cubicBezTo>
                  <a:cubicBezTo>
                    <a:pt x="12643" y="5253"/>
                    <a:pt x="11776" y="3151"/>
                    <a:pt x="10308" y="1584"/>
                  </a:cubicBezTo>
                  <a:cubicBezTo>
                    <a:pt x="9445" y="721"/>
                    <a:pt x="8327" y="1"/>
                    <a:pt x="7136" y="1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28" name="Google Shape;2428;p61"/>
            <p:cNvSpPr/>
            <p:nvPr/>
          </p:nvSpPr>
          <p:spPr>
            <a:xfrm>
              <a:off x="5805493" y="3089159"/>
              <a:ext cx="279402" cy="260523"/>
            </a:xfrm>
            <a:custGeom>
              <a:rect b="b" l="l" r="r" t="t"/>
              <a:pathLst>
                <a:path extrusionOk="0" h="12971" w="13911">
                  <a:moveTo>
                    <a:pt x="6616" y="0"/>
                  </a:moveTo>
                  <a:cubicBezTo>
                    <a:pt x="5515" y="0"/>
                    <a:pt x="4387" y="262"/>
                    <a:pt x="3503" y="890"/>
                  </a:cubicBezTo>
                  <a:cubicBezTo>
                    <a:pt x="3102" y="1157"/>
                    <a:pt x="2735" y="1557"/>
                    <a:pt x="2569" y="2024"/>
                  </a:cubicBezTo>
                  <a:cubicBezTo>
                    <a:pt x="2502" y="2291"/>
                    <a:pt x="2502" y="2624"/>
                    <a:pt x="2335" y="2858"/>
                  </a:cubicBezTo>
                  <a:cubicBezTo>
                    <a:pt x="2202" y="3025"/>
                    <a:pt x="2002" y="3125"/>
                    <a:pt x="1801" y="3225"/>
                  </a:cubicBezTo>
                  <a:cubicBezTo>
                    <a:pt x="1368" y="3425"/>
                    <a:pt x="1001" y="3692"/>
                    <a:pt x="667" y="4025"/>
                  </a:cubicBezTo>
                  <a:cubicBezTo>
                    <a:pt x="400" y="4259"/>
                    <a:pt x="167" y="4526"/>
                    <a:pt x="100" y="4826"/>
                  </a:cubicBezTo>
                  <a:cubicBezTo>
                    <a:pt x="0" y="5126"/>
                    <a:pt x="34" y="5460"/>
                    <a:pt x="100" y="5760"/>
                  </a:cubicBezTo>
                  <a:cubicBezTo>
                    <a:pt x="167" y="6394"/>
                    <a:pt x="267" y="6994"/>
                    <a:pt x="400" y="7595"/>
                  </a:cubicBezTo>
                  <a:cubicBezTo>
                    <a:pt x="467" y="7861"/>
                    <a:pt x="567" y="8128"/>
                    <a:pt x="567" y="8395"/>
                  </a:cubicBezTo>
                  <a:cubicBezTo>
                    <a:pt x="567" y="8695"/>
                    <a:pt x="467" y="8962"/>
                    <a:pt x="534" y="9296"/>
                  </a:cubicBezTo>
                  <a:cubicBezTo>
                    <a:pt x="634" y="9696"/>
                    <a:pt x="901" y="9963"/>
                    <a:pt x="1034" y="10330"/>
                  </a:cubicBezTo>
                  <a:cubicBezTo>
                    <a:pt x="1101" y="10463"/>
                    <a:pt x="1101" y="10597"/>
                    <a:pt x="1168" y="10763"/>
                  </a:cubicBezTo>
                  <a:cubicBezTo>
                    <a:pt x="1234" y="10930"/>
                    <a:pt x="1334" y="11064"/>
                    <a:pt x="1368" y="11264"/>
                  </a:cubicBezTo>
                  <a:cubicBezTo>
                    <a:pt x="1435" y="11464"/>
                    <a:pt x="1368" y="11697"/>
                    <a:pt x="1468" y="11898"/>
                  </a:cubicBezTo>
                  <a:cubicBezTo>
                    <a:pt x="1501" y="11998"/>
                    <a:pt x="1568" y="12098"/>
                    <a:pt x="1635" y="12164"/>
                  </a:cubicBezTo>
                  <a:cubicBezTo>
                    <a:pt x="1855" y="12448"/>
                    <a:pt x="2046" y="12970"/>
                    <a:pt x="2461" y="12970"/>
                  </a:cubicBezTo>
                  <a:cubicBezTo>
                    <a:pt x="2485" y="12970"/>
                    <a:pt x="2510" y="12969"/>
                    <a:pt x="2535" y="12965"/>
                  </a:cubicBezTo>
                  <a:cubicBezTo>
                    <a:pt x="2836" y="12898"/>
                    <a:pt x="3102" y="12698"/>
                    <a:pt x="3269" y="12431"/>
                  </a:cubicBezTo>
                  <a:cubicBezTo>
                    <a:pt x="3436" y="12198"/>
                    <a:pt x="3536" y="11864"/>
                    <a:pt x="3636" y="11597"/>
                  </a:cubicBezTo>
                  <a:cubicBezTo>
                    <a:pt x="3803" y="11097"/>
                    <a:pt x="4003" y="10630"/>
                    <a:pt x="4203" y="10196"/>
                  </a:cubicBezTo>
                  <a:cubicBezTo>
                    <a:pt x="4370" y="9763"/>
                    <a:pt x="4537" y="9262"/>
                    <a:pt x="4770" y="8895"/>
                  </a:cubicBezTo>
                  <a:cubicBezTo>
                    <a:pt x="5004" y="8595"/>
                    <a:pt x="5404" y="8562"/>
                    <a:pt x="5704" y="8395"/>
                  </a:cubicBezTo>
                  <a:cubicBezTo>
                    <a:pt x="6171" y="8162"/>
                    <a:pt x="6171" y="7961"/>
                    <a:pt x="6305" y="7494"/>
                  </a:cubicBezTo>
                  <a:cubicBezTo>
                    <a:pt x="6438" y="6927"/>
                    <a:pt x="7072" y="6594"/>
                    <a:pt x="7639" y="6527"/>
                  </a:cubicBezTo>
                  <a:cubicBezTo>
                    <a:pt x="7939" y="6477"/>
                    <a:pt x="8239" y="6477"/>
                    <a:pt x="8535" y="6477"/>
                  </a:cubicBezTo>
                  <a:cubicBezTo>
                    <a:pt x="8831" y="6477"/>
                    <a:pt x="9123" y="6477"/>
                    <a:pt x="9407" y="6427"/>
                  </a:cubicBezTo>
                  <a:cubicBezTo>
                    <a:pt x="10041" y="6294"/>
                    <a:pt x="10608" y="5927"/>
                    <a:pt x="11242" y="5927"/>
                  </a:cubicBezTo>
                  <a:cubicBezTo>
                    <a:pt x="11475" y="5927"/>
                    <a:pt x="11742" y="5960"/>
                    <a:pt x="12009" y="5960"/>
                  </a:cubicBezTo>
                  <a:cubicBezTo>
                    <a:pt x="13043" y="5927"/>
                    <a:pt x="13910" y="5059"/>
                    <a:pt x="13810" y="3992"/>
                  </a:cubicBezTo>
                  <a:cubicBezTo>
                    <a:pt x="13777" y="3558"/>
                    <a:pt x="13543" y="3125"/>
                    <a:pt x="13176" y="2891"/>
                  </a:cubicBezTo>
                  <a:cubicBezTo>
                    <a:pt x="12743" y="2591"/>
                    <a:pt x="12142" y="2524"/>
                    <a:pt x="11875" y="2091"/>
                  </a:cubicBezTo>
                  <a:cubicBezTo>
                    <a:pt x="11675" y="1824"/>
                    <a:pt x="11675" y="1423"/>
                    <a:pt x="11442" y="1190"/>
                  </a:cubicBezTo>
                  <a:cubicBezTo>
                    <a:pt x="11308" y="1057"/>
                    <a:pt x="11108" y="990"/>
                    <a:pt x="10908" y="923"/>
                  </a:cubicBezTo>
                  <a:cubicBezTo>
                    <a:pt x="9674" y="489"/>
                    <a:pt x="8440" y="123"/>
                    <a:pt x="7172" y="22"/>
                  </a:cubicBezTo>
                  <a:cubicBezTo>
                    <a:pt x="6988" y="8"/>
                    <a:pt x="6803" y="0"/>
                    <a:pt x="661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29" name="Google Shape;2429;p61"/>
            <p:cNvSpPr/>
            <p:nvPr/>
          </p:nvSpPr>
          <p:spPr>
            <a:xfrm>
              <a:off x="5906661" y="4074208"/>
              <a:ext cx="480694" cy="332286"/>
            </a:xfrm>
            <a:custGeom>
              <a:rect b="b" l="l" r="r" t="t"/>
              <a:pathLst>
                <a:path extrusionOk="0" h="16544" w="23933">
                  <a:moveTo>
                    <a:pt x="23717" y="0"/>
                  </a:moveTo>
                  <a:cubicBezTo>
                    <a:pt x="23696" y="0"/>
                    <a:pt x="23673" y="4"/>
                    <a:pt x="23650" y="14"/>
                  </a:cubicBezTo>
                  <a:lnTo>
                    <a:pt x="23684" y="14"/>
                  </a:lnTo>
                  <a:cubicBezTo>
                    <a:pt x="22016" y="914"/>
                    <a:pt x="20548" y="2148"/>
                    <a:pt x="19114" y="3349"/>
                  </a:cubicBezTo>
                  <a:cubicBezTo>
                    <a:pt x="17679" y="4550"/>
                    <a:pt x="16212" y="5784"/>
                    <a:pt x="14644" y="6852"/>
                  </a:cubicBezTo>
                  <a:cubicBezTo>
                    <a:pt x="13843" y="7352"/>
                    <a:pt x="13043" y="7852"/>
                    <a:pt x="12175" y="8253"/>
                  </a:cubicBezTo>
                  <a:cubicBezTo>
                    <a:pt x="11275" y="8653"/>
                    <a:pt x="10374" y="9020"/>
                    <a:pt x="9474" y="9387"/>
                  </a:cubicBezTo>
                  <a:cubicBezTo>
                    <a:pt x="8573" y="9787"/>
                    <a:pt x="7706" y="10221"/>
                    <a:pt x="6905" y="10788"/>
                  </a:cubicBezTo>
                  <a:cubicBezTo>
                    <a:pt x="6038" y="11355"/>
                    <a:pt x="5337" y="12122"/>
                    <a:pt x="4470" y="12723"/>
                  </a:cubicBezTo>
                  <a:cubicBezTo>
                    <a:pt x="3569" y="13356"/>
                    <a:pt x="2535" y="13857"/>
                    <a:pt x="1501" y="14324"/>
                  </a:cubicBezTo>
                  <a:lnTo>
                    <a:pt x="734" y="14691"/>
                  </a:lnTo>
                  <a:cubicBezTo>
                    <a:pt x="534" y="14757"/>
                    <a:pt x="300" y="14857"/>
                    <a:pt x="134" y="15024"/>
                  </a:cubicBezTo>
                  <a:cubicBezTo>
                    <a:pt x="0" y="15158"/>
                    <a:pt x="0" y="15324"/>
                    <a:pt x="0" y="15525"/>
                  </a:cubicBezTo>
                  <a:cubicBezTo>
                    <a:pt x="67" y="15825"/>
                    <a:pt x="100" y="16158"/>
                    <a:pt x="200" y="16459"/>
                  </a:cubicBezTo>
                  <a:cubicBezTo>
                    <a:pt x="215" y="16517"/>
                    <a:pt x="268" y="16544"/>
                    <a:pt x="320" y="16544"/>
                  </a:cubicBezTo>
                  <a:cubicBezTo>
                    <a:pt x="387" y="16544"/>
                    <a:pt x="452" y="16500"/>
                    <a:pt x="434" y="16425"/>
                  </a:cubicBezTo>
                  <a:cubicBezTo>
                    <a:pt x="434" y="16192"/>
                    <a:pt x="400" y="15958"/>
                    <a:pt x="367" y="15725"/>
                  </a:cubicBezTo>
                  <a:cubicBezTo>
                    <a:pt x="334" y="15591"/>
                    <a:pt x="300" y="15458"/>
                    <a:pt x="334" y="15324"/>
                  </a:cubicBezTo>
                  <a:cubicBezTo>
                    <a:pt x="400" y="15191"/>
                    <a:pt x="534" y="15124"/>
                    <a:pt x="667" y="15091"/>
                  </a:cubicBezTo>
                  <a:cubicBezTo>
                    <a:pt x="1101" y="14857"/>
                    <a:pt x="1535" y="14657"/>
                    <a:pt x="2002" y="14457"/>
                  </a:cubicBezTo>
                  <a:cubicBezTo>
                    <a:pt x="2869" y="14024"/>
                    <a:pt x="3769" y="13590"/>
                    <a:pt x="4570" y="13023"/>
                  </a:cubicBezTo>
                  <a:cubicBezTo>
                    <a:pt x="5404" y="12456"/>
                    <a:pt x="6104" y="11722"/>
                    <a:pt x="6905" y="11155"/>
                  </a:cubicBezTo>
                  <a:cubicBezTo>
                    <a:pt x="7672" y="10588"/>
                    <a:pt x="8540" y="10154"/>
                    <a:pt x="9407" y="9787"/>
                  </a:cubicBezTo>
                  <a:cubicBezTo>
                    <a:pt x="10274" y="9387"/>
                    <a:pt x="11175" y="9053"/>
                    <a:pt x="12042" y="8653"/>
                  </a:cubicBezTo>
                  <a:cubicBezTo>
                    <a:pt x="12876" y="8253"/>
                    <a:pt x="13710" y="7819"/>
                    <a:pt x="14477" y="7319"/>
                  </a:cubicBezTo>
                  <a:cubicBezTo>
                    <a:pt x="16012" y="6318"/>
                    <a:pt x="17413" y="5151"/>
                    <a:pt x="18814" y="3983"/>
                  </a:cubicBezTo>
                  <a:cubicBezTo>
                    <a:pt x="19614" y="3316"/>
                    <a:pt x="20415" y="2649"/>
                    <a:pt x="21249" y="2015"/>
                  </a:cubicBezTo>
                  <a:cubicBezTo>
                    <a:pt x="22083" y="1381"/>
                    <a:pt x="22950" y="814"/>
                    <a:pt x="23817" y="247"/>
                  </a:cubicBezTo>
                  <a:cubicBezTo>
                    <a:pt x="23932" y="161"/>
                    <a:pt x="23849" y="0"/>
                    <a:pt x="2371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30" name="Google Shape;2430;p61"/>
            <p:cNvSpPr/>
            <p:nvPr/>
          </p:nvSpPr>
          <p:spPr>
            <a:xfrm>
              <a:off x="5852090" y="3244054"/>
              <a:ext cx="70659" cy="68550"/>
            </a:xfrm>
            <a:custGeom>
              <a:rect b="b" l="l" r="r" t="t"/>
              <a:pathLst>
                <a:path extrusionOk="0" h="3413" w="3518">
                  <a:moveTo>
                    <a:pt x="1888" y="1"/>
                  </a:moveTo>
                  <a:cubicBezTo>
                    <a:pt x="1260" y="1"/>
                    <a:pt x="634" y="353"/>
                    <a:pt x="349" y="1083"/>
                  </a:cubicBezTo>
                  <a:cubicBezTo>
                    <a:pt x="0" y="2071"/>
                    <a:pt x="764" y="3413"/>
                    <a:pt x="1981" y="3413"/>
                  </a:cubicBezTo>
                  <a:cubicBezTo>
                    <a:pt x="2161" y="3413"/>
                    <a:pt x="2352" y="3383"/>
                    <a:pt x="2550" y="3318"/>
                  </a:cubicBezTo>
                  <a:lnTo>
                    <a:pt x="3518" y="1250"/>
                  </a:lnTo>
                  <a:cubicBezTo>
                    <a:pt x="3273" y="428"/>
                    <a:pt x="2579" y="1"/>
                    <a:pt x="1888" y="1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31" name="Google Shape;2431;p61"/>
            <p:cNvSpPr/>
            <p:nvPr/>
          </p:nvSpPr>
          <p:spPr>
            <a:xfrm>
              <a:off x="5506668" y="3480254"/>
              <a:ext cx="302862" cy="323569"/>
            </a:xfrm>
            <a:custGeom>
              <a:rect b="b" l="l" r="r" t="t"/>
              <a:pathLst>
                <a:path extrusionOk="0" h="16110" w="15079">
                  <a:moveTo>
                    <a:pt x="6618" y="0"/>
                  </a:moveTo>
                  <a:cubicBezTo>
                    <a:pt x="6547" y="0"/>
                    <a:pt x="6476" y="19"/>
                    <a:pt x="6405" y="64"/>
                  </a:cubicBezTo>
                  <a:cubicBezTo>
                    <a:pt x="6339" y="98"/>
                    <a:pt x="6305" y="131"/>
                    <a:pt x="6272" y="164"/>
                  </a:cubicBezTo>
                  <a:cubicBezTo>
                    <a:pt x="4771" y="1132"/>
                    <a:pt x="3770" y="2466"/>
                    <a:pt x="2903" y="4034"/>
                  </a:cubicBezTo>
                  <a:cubicBezTo>
                    <a:pt x="2002" y="5668"/>
                    <a:pt x="1335" y="7436"/>
                    <a:pt x="868" y="9271"/>
                  </a:cubicBezTo>
                  <a:cubicBezTo>
                    <a:pt x="501" y="10605"/>
                    <a:pt x="234" y="11940"/>
                    <a:pt x="1" y="13307"/>
                  </a:cubicBezTo>
                  <a:cubicBezTo>
                    <a:pt x="2536" y="14341"/>
                    <a:pt x="5171" y="15175"/>
                    <a:pt x="7840" y="15709"/>
                  </a:cubicBezTo>
                  <a:cubicBezTo>
                    <a:pt x="9908" y="16109"/>
                    <a:pt x="11776" y="15976"/>
                    <a:pt x="13844" y="16043"/>
                  </a:cubicBezTo>
                  <a:cubicBezTo>
                    <a:pt x="14478" y="12707"/>
                    <a:pt x="15078" y="9171"/>
                    <a:pt x="13844" y="6035"/>
                  </a:cubicBezTo>
                  <a:cubicBezTo>
                    <a:pt x="13277" y="4568"/>
                    <a:pt x="12243" y="3267"/>
                    <a:pt x="10975" y="2299"/>
                  </a:cubicBezTo>
                  <a:cubicBezTo>
                    <a:pt x="10375" y="1799"/>
                    <a:pt x="9674" y="1399"/>
                    <a:pt x="8941" y="1098"/>
                  </a:cubicBezTo>
                  <a:cubicBezTo>
                    <a:pt x="8440" y="865"/>
                    <a:pt x="7940" y="698"/>
                    <a:pt x="7473" y="465"/>
                  </a:cubicBezTo>
                  <a:cubicBezTo>
                    <a:pt x="7204" y="330"/>
                    <a:pt x="6913" y="0"/>
                    <a:pt x="6618" y="0"/>
                  </a:cubicBezTo>
                  <a:close/>
                </a:path>
              </a:pathLst>
            </a:custGeom>
            <a:solidFill>
              <a:srgbClr val="2C6AA3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32" name="Google Shape;2432;p61"/>
            <p:cNvSpPr/>
            <p:nvPr/>
          </p:nvSpPr>
          <p:spPr>
            <a:xfrm>
              <a:off x="5725756" y="4175637"/>
              <a:ext cx="574873" cy="28822"/>
            </a:xfrm>
            <a:custGeom>
              <a:rect b="b" l="l" r="r" t="t"/>
              <a:pathLst>
                <a:path extrusionOk="0" h="1435" w="28622">
                  <a:moveTo>
                    <a:pt x="701" y="0"/>
                  </a:moveTo>
                  <a:cubicBezTo>
                    <a:pt x="301" y="0"/>
                    <a:pt x="1" y="334"/>
                    <a:pt x="1" y="734"/>
                  </a:cubicBezTo>
                  <a:cubicBezTo>
                    <a:pt x="1" y="1135"/>
                    <a:pt x="301" y="1435"/>
                    <a:pt x="701" y="1435"/>
                  </a:cubicBezTo>
                  <a:lnTo>
                    <a:pt x="27921" y="1435"/>
                  </a:lnTo>
                  <a:cubicBezTo>
                    <a:pt x="28321" y="1435"/>
                    <a:pt x="28621" y="1135"/>
                    <a:pt x="28621" y="734"/>
                  </a:cubicBezTo>
                  <a:cubicBezTo>
                    <a:pt x="28621" y="334"/>
                    <a:pt x="28321" y="0"/>
                    <a:pt x="2792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33" name="Google Shape;2433;p61"/>
            <p:cNvSpPr/>
            <p:nvPr/>
          </p:nvSpPr>
          <p:spPr>
            <a:xfrm>
              <a:off x="5820898" y="3923048"/>
              <a:ext cx="580898" cy="261989"/>
            </a:xfrm>
            <a:custGeom>
              <a:rect b="b" l="l" r="r" t="t"/>
              <a:pathLst>
                <a:path extrusionOk="0" h="13044" w="28922">
                  <a:moveTo>
                    <a:pt x="5704" y="1"/>
                  </a:moveTo>
                  <a:cubicBezTo>
                    <a:pt x="5471" y="1"/>
                    <a:pt x="5237" y="134"/>
                    <a:pt x="5137" y="368"/>
                  </a:cubicBezTo>
                  <a:lnTo>
                    <a:pt x="0" y="13043"/>
                  </a:lnTo>
                  <a:lnTo>
                    <a:pt x="23817" y="13043"/>
                  </a:lnTo>
                  <a:lnTo>
                    <a:pt x="28754" y="835"/>
                  </a:lnTo>
                  <a:cubicBezTo>
                    <a:pt x="28921" y="434"/>
                    <a:pt x="28621" y="1"/>
                    <a:pt x="2822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34" name="Google Shape;2434;p61"/>
            <p:cNvSpPr/>
            <p:nvPr/>
          </p:nvSpPr>
          <p:spPr>
            <a:xfrm>
              <a:off x="6096926" y="4030242"/>
              <a:ext cx="68349" cy="48264"/>
            </a:xfrm>
            <a:custGeom>
              <a:rect b="b" l="l" r="r" t="t"/>
              <a:pathLst>
                <a:path extrusionOk="0" fill="none" h="2403" w="3403">
                  <a:moveTo>
                    <a:pt x="3136" y="1202"/>
                  </a:moveTo>
                  <a:cubicBezTo>
                    <a:pt x="2903" y="1836"/>
                    <a:pt x="2035" y="2403"/>
                    <a:pt x="1235" y="2403"/>
                  </a:cubicBezTo>
                  <a:cubicBezTo>
                    <a:pt x="434" y="2403"/>
                    <a:pt x="1" y="1836"/>
                    <a:pt x="267" y="1202"/>
                  </a:cubicBezTo>
                  <a:cubicBezTo>
                    <a:pt x="501" y="535"/>
                    <a:pt x="1368" y="1"/>
                    <a:pt x="2169" y="1"/>
                  </a:cubicBezTo>
                  <a:cubicBezTo>
                    <a:pt x="2969" y="1"/>
                    <a:pt x="3403" y="535"/>
                    <a:pt x="3136" y="1202"/>
                  </a:cubicBezTo>
                  <a:close/>
                </a:path>
              </a:pathLst>
            </a:custGeom>
            <a:noFill/>
            <a:ln cap="flat" cmpd="sng" w="5600">
              <a:solidFill>
                <a:srgbClr val="FFFFFF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35" name="Google Shape;2435;p61"/>
            <p:cNvSpPr/>
            <p:nvPr/>
          </p:nvSpPr>
          <p:spPr>
            <a:xfrm>
              <a:off x="6008070" y="3322567"/>
              <a:ext cx="43323" cy="12272"/>
            </a:xfrm>
            <a:custGeom>
              <a:rect b="b" l="l" r="r" t="t"/>
              <a:pathLst>
                <a:path extrusionOk="0" h="611" w="2157">
                  <a:moveTo>
                    <a:pt x="2059" y="1"/>
                  </a:moveTo>
                  <a:cubicBezTo>
                    <a:pt x="2047" y="1"/>
                    <a:pt x="2035" y="4"/>
                    <a:pt x="2023" y="10"/>
                  </a:cubicBezTo>
                  <a:cubicBezTo>
                    <a:pt x="1856" y="43"/>
                    <a:pt x="1756" y="177"/>
                    <a:pt x="1623" y="243"/>
                  </a:cubicBezTo>
                  <a:cubicBezTo>
                    <a:pt x="1489" y="310"/>
                    <a:pt x="1322" y="343"/>
                    <a:pt x="1156" y="343"/>
                  </a:cubicBezTo>
                  <a:cubicBezTo>
                    <a:pt x="789" y="343"/>
                    <a:pt x="455" y="210"/>
                    <a:pt x="121" y="43"/>
                  </a:cubicBezTo>
                  <a:cubicBezTo>
                    <a:pt x="115" y="37"/>
                    <a:pt x="107" y="34"/>
                    <a:pt x="98" y="34"/>
                  </a:cubicBezTo>
                  <a:cubicBezTo>
                    <a:pt x="57" y="34"/>
                    <a:pt x="0" y="89"/>
                    <a:pt x="55" y="143"/>
                  </a:cubicBezTo>
                  <a:cubicBezTo>
                    <a:pt x="388" y="377"/>
                    <a:pt x="755" y="577"/>
                    <a:pt x="1189" y="610"/>
                  </a:cubicBezTo>
                  <a:cubicBezTo>
                    <a:pt x="1356" y="610"/>
                    <a:pt x="1556" y="577"/>
                    <a:pt x="1723" y="510"/>
                  </a:cubicBezTo>
                  <a:cubicBezTo>
                    <a:pt x="1889" y="443"/>
                    <a:pt x="2123" y="310"/>
                    <a:pt x="2156" y="110"/>
                  </a:cubicBezTo>
                  <a:cubicBezTo>
                    <a:pt x="2156" y="55"/>
                    <a:pt x="2112" y="1"/>
                    <a:pt x="205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36" name="Google Shape;2436;p61"/>
            <p:cNvSpPr/>
            <p:nvPr/>
          </p:nvSpPr>
          <p:spPr>
            <a:xfrm>
              <a:off x="6500253" y="2859407"/>
              <a:ext cx="199022" cy="209145"/>
            </a:xfrm>
            <a:custGeom>
              <a:rect b="b" l="l" r="r" t="t"/>
              <a:pathLst>
                <a:path extrusionOk="0" h="10413" w="9909">
                  <a:moveTo>
                    <a:pt x="9539" y="0"/>
                  </a:moveTo>
                  <a:cubicBezTo>
                    <a:pt x="9447" y="0"/>
                    <a:pt x="9350" y="45"/>
                    <a:pt x="9274" y="153"/>
                  </a:cubicBezTo>
                  <a:lnTo>
                    <a:pt x="9274" y="120"/>
                  </a:lnTo>
                  <a:cubicBezTo>
                    <a:pt x="8473" y="1254"/>
                    <a:pt x="8006" y="2622"/>
                    <a:pt x="7439" y="3823"/>
                  </a:cubicBezTo>
                  <a:cubicBezTo>
                    <a:pt x="6839" y="5124"/>
                    <a:pt x="6272" y="6391"/>
                    <a:pt x="5671" y="7692"/>
                  </a:cubicBezTo>
                  <a:cubicBezTo>
                    <a:pt x="5538" y="7959"/>
                    <a:pt x="5371" y="8259"/>
                    <a:pt x="5238" y="8559"/>
                  </a:cubicBezTo>
                  <a:cubicBezTo>
                    <a:pt x="5171" y="8759"/>
                    <a:pt x="5071" y="8926"/>
                    <a:pt x="5004" y="9093"/>
                  </a:cubicBezTo>
                  <a:cubicBezTo>
                    <a:pt x="4971" y="9160"/>
                    <a:pt x="4837" y="9460"/>
                    <a:pt x="4837" y="9460"/>
                  </a:cubicBezTo>
                  <a:cubicBezTo>
                    <a:pt x="4835" y="9461"/>
                    <a:pt x="4832" y="9462"/>
                    <a:pt x="4829" y="9462"/>
                  </a:cubicBezTo>
                  <a:cubicBezTo>
                    <a:pt x="4737" y="9462"/>
                    <a:pt x="4267" y="9023"/>
                    <a:pt x="4170" y="8926"/>
                  </a:cubicBezTo>
                  <a:cubicBezTo>
                    <a:pt x="3937" y="8726"/>
                    <a:pt x="3703" y="8559"/>
                    <a:pt x="3470" y="8359"/>
                  </a:cubicBezTo>
                  <a:cubicBezTo>
                    <a:pt x="2969" y="7892"/>
                    <a:pt x="2469" y="7425"/>
                    <a:pt x="1969" y="6925"/>
                  </a:cubicBezTo>
                  <a:cubicBezTo>
                    <a:pt x="1535" y="6491"/>
                    <a:pt x="1101" y="5991"/>
                    <a:pt x="601" y="5624"/>
                  </a:cubicBezTo>
                  <a:cubicBezTo>
                    <a:pt x="555" y="5591"/>
                    <a:pt x="502" y="5576"/>
                    <a:pt x="448" y="5576"/>
                  </a:cubicBezTo>
                  <a:cubicBezTo>
                    <a:pt x="231" y="5576"/>
                    <a:pt x="0" y="5817"/>
                    <a:pt x="134" y="6058"/>
                  </a:cubicBezTo>
                  <a:cubicBezTo>
                    <a:pt x="501" y="6691"/>
                    <a:pt x="1068" y="7225"/>
                    <a:pt x="1602" y="7759"/>
                  </a:cubicBezTo>
                  <a:cubicBezTo>
                    <a:pt x="2069" y="8259"/>
                    <a:pt x="2602" y="8726"/>
                    <a:pt x="3103" y="9193"/>
                  </a:cubicBezTo>
                  <a:cubicBezTo>
                    <a:pt x="3570" y="9593"/>
                    <a:pt x="4137" y="10294"/>
                    <a:pt x="4737" y="10394"/>
                  </a:cubicBezTo>
                  <a:cubicBezTo>
                    <a:pt x="4799" y="10406"/>
                    <a:pt x="4856" y="10412"/>
                    <a:pt x="4911" y="10412"/>
                  </a:cubicBezTo>
                  <a:cubicBezTo>
                    <a:pt x="5447" y="10412"/>
                    <a:pt x="5659" y="9851"/>
                    <a:pt x="5871" y="9427"/>
                  </a:cubicBezTo>
                  <a:cubicBezTo>
                    <a:pt x="6572" y="7926"/>
                    <a:pt x="7239" y="6458"/>
                    <a:pt x="7940" y="4957"/>
                  </a:cubicBezTo>
                  <a:cubicBezTo>
                    <a:pt x="8273" y="4223"/>
                    <a:pt x="8607" y="3522"/>
                    <a:pt x="8907" y="2822"/>
                  </a:cubicBezTo>
                  <a:cubicBezTo>
                    <a:pt x="9274" y="2055"/>
                    <a:pt x="9641" y="1254"/>
                    <a:pt x="9841" y="420"/>
                  </a:cubicBezTo>
                  <a:cubicBezTo>
                    <a:pt x="9908" y="195"/>
                    <a:pt x="9733" y="0"/>
                    <a:pt x="9539" y="0"/>
                  </a:cubicBezTo>
                  <a:close/>
                </a:path>
              </a:pathLst>
            </a:custGeom>
            <a:solidFill>
              <a:srgbClr val="2C6AA3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37" name="Google Shape;2437;p61"/>
            <p:cNvSpPr/>
            <p:nvPr/>
          </p:nvSpPr>
          <p:spPr>
            <a:xfrm>
              <a:off x="5892582" y="3261107"/>
              <a:ext cx="19442" cy="28701"/>
            </a:xfrm>
            <a:custGeom>
              <a:rect b="b" l="l" r="r" t="t"/>
              <a:pathLst>
                <a:path extrusionOk="0" h="1429" w="968">
                  <a:moveTo>
                    <a:pt x="67" y="1"/>
                  </a:moveTo>
                  <a:cubicBezTo>
                    <a:pt x="34" y="1"/>
                    <a:pt x="1" y="68"/>
                    <a:pt x="67" y="101"/>
                  </a:cubicBezTo>
                  <a:cubicBezTo>
                    <a:pt x="334" y="134"/>
                    <a:pt x="534" y="301"/>
                    <a:pt x="634" y="568"/>
                  </a:cubicBezTo>
                  <a:cubicBezTo>
                    <a:pt x="734" y="801"/>
                    <a:pt x="634" y="1102"/>
                    <a:pt x="501" y="1302"/>
                  </a:cubicBezTo>
                  <a:cubicBezTo>
                    <a:pt x="453" y="1374"/>
                    <a:pt x="509" y="1429"/>
                    <a:pt x="569" y="1429"/>
                  </a:cubicBezTo>
                  <a:cubicBezTo>
                    <a:pt x="592" y="1429"/>
                    <a:pt x="616" y="1421"/>
                    <a:pt x="634" y="1402"/>
                  </a:cubicBezTo>
                  <a:cubicBezTo>
                    <a:pt x="901" y="1168"/>
                    <a:pt x="968" y="801"/>
                    <a:pt x="835" y="468"/>
                  </a:cubicBezTo>
                  <a:cubicBezTo>
                    <a:pt x="701" y="201"/>
                    <a:pt x="368" y="1"/>
                    <a:pt x="67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38" name="Google Shape;2438;p61"/>
            <p:cNvSpPr/>
            <p:nvPr/>
          </p:nvSpPr>
          <p:spPr>
            <a:xfrm>
              <a:off x="6518350" y="2997993"/>
              <a:ext cx="80420" cy="72206"/>
            </a:xfrm>
            <a:custGeom>
              <a:rect b="b" l="l" r="r" t="t"/>
              <a:pathLst>
                <a:path extrusionOk="0" h="3595" w="4004">
                  <a:moveTo>
                    <a:pt x="3493" y="1"/>
                  </a:moveTo>
                  <a:cubicBezTo>
                    <a:pt x="3260" y="1"/>
                    <a:pt x="3069" y="191"/>
                    <a:pt x="2902" y="358"/>
                  </a:cubicBezTo>
                  <a:cubicBezTo>
                    <a:pt x="2102" y="1092"/>
                    <a:pt x="1068" y="1559"/>
                    <a:pt x="0" y="1659"/>
                  </a:cubicBezTo>
                  <a:lnTo>
                    <a:pt x="667" y="3594"/>
                  </a:lnTo>
                  <a:cubicBezTo>
                    <a:pt x="1701" y="2894"/>
                    <a:pt x="2735" y="2193"/>
                    <a:pt x="3569" y="1259"/>
                  </a:cubicBezTo>
                  <a:cubicBezTo>
                    <a:pt x="3736" y="1059"/>
                    <a:pt x="3903" y="859"/>
                    <a:pt x="3936" y="625"/>
                  </a:cubicBezTo>
                  <a:cubicBezTo>
                    <a:pt x="4003" y="358"/>
                    <a:pt x="3870" y="58"/>
                    <a:pt x="3636" y="25"/>
                  </a:cubicBezTo>
                  <a:cubicBezTo>
                    <a:pt x="3587" y="8"/>
                    <a:pt x="3539" y="1"/>
                    <a:pt x="3493" y="1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39" name="Google Shape;2439;p61"/>
            <p:cNvSpPr/>
            <p:nvPr/>
          </p:nvSpPr>
          <p:spPr>
            <a:xfrm>
              <a:off x="5958239" y="3382380"/>
              <a:ext cx="49610" cy="8054"/>
            </a:xfrm>
            <a:custGeom>
              <a:rect b="b" l="l" r="r" t="t"/>
              <a:pathLst>
                <a:path extrusionOk="0" h="401" w="2470">
                  <a:moveTo>
                    <a:pt x="234" y="1"/>
                  </a:moveTo>
                  <a:cubicBezTo>
                    <a:pt x="67" y="1"/>
                    <a:pt x="1" y="267"/>
                    <a:pt x="167" y="301"/>
                  </a:cubicBezTo>
                  <a:cubicBezTo>
                    <a:pt x="568" y="367"/>
                    <a:pt x="935" y="401"/>
                    <a:pt x="1302" y="401"/>
                  </a:cubicBezTo>
                  <a:cubicBezTo>
                    <a:pt x="1502" y="401"/>
                    <a:pt x="1702" y="367"/>
                    <a:pt x="1869" y="367"/>
                  </a:cubicBezTo>
                  <a:cubicBezTo>
                    <a:pt x="2035" y="367"/>
                    <a:pt x="2302" y="367"/>
                    <a:pt x="2402" y="234"/>
                  </a:cubicBezTo>
                  <a:cubicBezTo>
                    <a:pt x="2469" y="167"/>
                    <a:pt x="2469" y="101"/>
                    <a:pt x="2402" y="34"/>
                  </a:cubicBezTo>
                  <a:lnTo>
                    <a:pt x="2402" y="67"/>
                  </a:lnTo>
                  <a:cubicBezTo>
                    <a:pt x="2345" y="24"/>
                    <a:pt x="2270" y="12"/>
                    <a:pt x="2189" y="12"/>
                  </a:cubicBezTo>
                  <a:cubicBezTo>
                    <a:pt x="2081" y="12"/>
                    <a:pt x="1964" y="34"/>
                    <a:pt x="1869" y="34"/>
                  </a:cubicBezTo>
                  <a:cubicBezTo>
                    <a:pt x="1702" y="34"/>
                    <a:pt x="1502" y="67"/>
                    <a:pt x="1302" y="67"/>
                  </a:cubicBezTo>
                  <a:cubicBezTo>
                    <a:pt x="935" y="67"/>
                    <a:pt x="601" y="34"/>
                    <a:pt x="234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40" name="Google Shape;2440;p61"/>
            <p:cNvSpPr/>
            <p:nvPr/>
          </p:nvSpPr>
          <p:spPr>
            <a:xfrm>
              <a:off x="5766629" y="4674327"/>
              <a:ext cx="46919" cy="23439"/>
            </a:xfrm>
            <a:custGeom>
              <a:rect b="b" l="l" r="r" t="t"/>
              <a:pathLst>
                <a:path extrusionOk="0" h="1167" w="2336">
                  <a:moveTo>
                    <a:pt x="307" y="1"/>
                  </a:moveTo>
                  <a:cubicBezTo>
                    <a:pt x="197" y="1"/>
                    <a:pt x="85" y="79"/>
                    <a:pt x="34" y="156"/>
                  </a:cubicBezTo>
                  <a:cubicBezTo>
                    <a:pt x="0" y="289"/>
                    <a:pt x="0" y="423"/>
                    <a:pt x="101" y="523"/>
                  </a:cubicBezTo>
                  <a:cubicBezTo>
                    <a:pt x="234" y="656"/>
                    <a:pt x="367" y="756"/>
                    <a:pt x="501" y="857"/>
                  </a:cubicBezTo>
                  <a:cubicBezTo>
                    <a:pt x="634" y="957"/>
                    <a:pt x="834" y="1023"/>
                    <a:pt x="1001" y="1057"/>
                  </a:cubicBezTo>
                  <a:cubicBezTo>
                    <a:pt x="1202" y="1111"/>
                    <a:pt x="1423" y="1166"/>
                    <a:pt x="1637" y="1166"/>
                  </a:cubicBezTo>
                  <a:cubicBezTo>
                    <a:pt x="1813" y="1166"/>
                    <a:pt x="1984" y="1129"/>
                    <a:pt x="2135" y="1023"/>
                  </a:cubicBezTo>
                  <a:cubicBezTo>
                    <a:pt x="2269" y="957"/>
                    <a:pt x="2335" y="790"/>
                    <a:pt x="2335" y="656"/>
                  </a:cubicBezTo>
                  <a:cubicBezTo>
                    <a:pt x="2302" y="490"/>
                    <a:pt x="2202" y="390"/>
                    <a:pt x="2069" y="323"/>
                  </a:cubicBezTo>
                  <a:cubicBezTo>
                    <a:pt x="1969" y="289"/>
                    <a:pt x="1868" y="256"/>
                    <a:pt x="1768" y="256"/>
                  </a:cubicBezTo>
                  <a:lnTo>
                    <a:pt x="1201" y="256"/>
                  </a:lnTo>
                  <a:cubicBezTo>
                    <a:pt x="1068" y="223"/>
                    <a:pt x="934" y="189"/>
                    <a:pt x="801" y="156"/>
                  </a:cubicBezTo>
                  <a:cubicBezTo>
                    <a:pt x="668" y="123"/>
                    <a:pt x="534" y="56"/>
                    <a:pt x="401" y="23"/>
                  </a:cubicBezTo>
                  <a:cubicBezTo>
                    <a:pt x="371" y="8"/>
                    <a:pt x="339" y="1"/>
                    <a:pt x="307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41" name="Google Shape;2441;p61"/>
            <p:cNvSpPr/>
            <p:nvPr/>
          </p:nvSpPr>
          <p:spPr>
            <a:xfrm>
              <a:off x="5778017" y="4641107"/>
              <a:ext cx="40210" cy="18940"/>
            </a:xfrm>
            <a:custGeom>
              <a:rect b="b" l="l" r="r" t="t"/>
              <a:pathLst>
                <a:path extrusionOk="0" h="943" w="2002">
                  <a:moveTo>
                    <a:pt x="1452" y="0"/>
                  </a:moveTo>
                  <a:cubicBezTo>
                    <a:pt x="1377" y="0"/>
                    <a:pt x="1301" y="9"/>
                    <a:pt x="1235" y="9"/>
                  </a:cubicBezTo>
                  <a:lnTo>
                    <a:pt x="935" y="9"/>
                  </a:lnTo>
                  <a:cubicBezTo>
                    <a:pt x="801" y="9"/>
                    <a:pt x="701" y="9"/>
                    <a:pt x="601" y="42"/>
                  </a:cubicBezTo>
                  <a:lnTo>
                    <a:pt x="367" y="42"/>
                  </a:lnTo>
                  <a:cubicBezTo>
                    <a:pt x="334" y="42"/>
                    <a:pt x="267" y="75"/>
                    <a:pt x="234" y="109"/>
                  </a:cubicBezTo>
                  <a:cubicBezTo>
                    <a:pt x="101" y="142"/>
                    <a:pt x="34" y="209"/>
                    <a:pt x="1" y="342"/>
                  </a:cubicBezTo>
                  <a:cubicBezTo>
                    <a:pt x="1" y="476"/>
                    <a:pt x="67" y="576"/>
                    <a:pt x="167" y="643"/>
                  </a:cubicBezTo>
                  <a:cubicBezTo>
                    <a:pt x="234" y="676"/>
                    <a:pt x="301" y="709"/>
                    <a:pt x="367" y="743"/>
                  </a:cubicBezTo>
                  <a:cubicBezTo>
                    <a:pt x="401" y="743"/>
                    <a:pt x="468" y="776"/>
                    <a:pt x="534" y="776"/>
                  </a:cubicBezTo>
                  <a:lnTo>
                    <a:pt x="834" y="843"/>
                  </a:lnTo>
                  <a:lnTo>
                    <a:pt x="1135" y="909"/>
                  </a:lnTo>
                  <a:cubicBezTo>
                    <a:pt x="1168" y="909"/>
                    <a:pt x="1235" y="909"/>
                    <a:pt x="1268" y="943"/>
                  </a:cubicBezTo>
                  <a:lnTo>
                    <a:pt x="1668" y="943"/>
                  </a:lnTo>
                  <a:lnTo>
                    <a:pt x="1768" y="876"/>
                  </a:lnTo>
                  <a:cubicBezTo>
                    <a:pt x="1835" y="843"/>
                    <a:pt x="1869" y="809"/>
                    <a:pt x="1902" y="776"/>
                  </a:cubicBezTo>
                  <a:cubicBezTo>
                    <a:pt x="1969" y="676"/>
                    <a:pt x="2002" y="576"/>
                    <a:pt x="2002" y="476"/>
                  </a:cubicBezTo>
                  <a:cubicBezTo>
                    <a:pt x="2002" y="276"/>
                    <a:pt x="1869" y="109"/>
                    <a:pt x="1668" y="9"/>
                  </a:cubicBezTo>
                  <a:lnTo>
                    <a:pt x="1668" y="42"/>
                  </a:lnTo>
                  <a:cubicBezTo>
                    <a:pt x="1602" y="9"/>
                    <a:pt x="1527" y="0"/>
                    <a:pt x="1452" y="0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42" name="Google Shape;2442;p61"/>
            <p:cNvSpPr/>
            <p:nvPr/>
          </p:nvSpPr>
          <p:spPr>
            <a:xfrm>
              <a:off x="5789405" y="4599973"/>
              <a:ext cx="45573" cy="28581"/>
            </a:xfrm>
            <a:custGeom>
              <a:rect b="b" l="l" r="r" t="t"/>
              <a:pathLst>
                <a:path extrusionOk="0" h="1423" w="2269">
                  <a:moveTo>
                    <a:pt x="307" y="0"/>
                  </a:moveTo>
                  <a:cubicBezTo>
                    <a:pt x="199" y="0"/>
                    <a:pt x="93" y="78"/>
                    <a:pt x="67" y="155"/>
                  </a:cubicBezTo>
                  <a:cubicBezTo>
                    <a:pt x="1" y="289"/>
                    <a:pt x="67" y="456"/>
                    <a:pt x="167" y="522"/>
                  </a:cubicBezTo>
                  <a:cubicBezTo>
                    <a:pt x="434" y="689"/>
                    <a:pt x="701" y="823"/>
                    <a:pt x="968" y="989"/>
                  </a:cubicBezTo>
                  <a:cubicBezTo>
                    <a:pt x="1101" y="1089"/>
                    <a:pt x="1235" y="1189"/>
                    <a:pt x="1368" y="1256"/>
                  </a:cubicBezTo>
                  <a:cubicBezTo>
                    <a:pt x="1468" y="1356"/>
                    <a:pt x="1602" y="1423"/>
                    <a:pt x="1735" y="1423"/>
                  </a:cubicBezTo>
                  <a:cubicBezTo>
                    <a:pt x="1935" y="1423"/>
                    <a:pt x="2102" y="1323"/>
                    <a:pt x="2202" y="1156"/>
                  </a:cubicBezTo>
                  <a:cubicBezTo>
                    <a:pt x="2269" y="956"/>
                    <a:pt x="2236" y="756"/>
                    <a:pt x="2069" y="622"/>
                  </a:cubicBezTo>
                  <a:cubicBezTo>
                    <a:pt x="1969" y="522"/>
                    <a:pt x="1835" y="489"/>
                    <a:pt x="1702" y="456"/>
                  </a:cubicBezTo>
                  <a:cubicBezTo>
                    <a:pt x="1568" y="389"/>
                    <a:pt x="1402" y="356"/>
                    <a:pt x="1268" y="322"/>
                  </a:cubicBezTo>
                  <a:cubicBezTo>
                    <a:pt x="968" y="222"/>
                    <a:pt x="668" y="122"/>
                    <a:pt x="401" y="22"/>
                  </a:cubicBezTo>
                  <a:cubicBezTo>
                    <a:pt x="371" y="7"/>
                    <a:pt x="339" y="0"/>
                    <a:pt x="307" y="0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43" name="Google Shape;2443;p61"/>
            <p:cNvSpPr/>
            <p:nvPr/>
          </p:nvSpPr>
          <p:spPr>
            <a:xfrm>
              <a:off x="6182006" y="4507240"/>
              <a:ext cx="32196" cy="43464"/>
            </a:xfrm>
            <a:custGeom>
              <a:rect b="b" l="l" r="r" t="t"/>
              <a:pathLst>
                <a:path extrusionOk="0" h="2164" w="1603">
                  <a:moveTo>
                    <a:pt x="1326" y="1"/>
                  </a:moveTo>
                  <a:cubicBezTo>
                    <a:pt x="1281" y="1"/>
                    <a:pt x="1237" y="12"/>
                    <a:pt x="1202" y="36"/>
                  </a:cubicBezTo>
                  <a:cubicBezTo>
                    <a:pt x="1068" y="136"/>
                    <a:pt x="902" y="269"/>
                    <a:pt x="801" y="369"/>
                  </a:cubicBezTo>
                  <a:cubicBezTo>
                    <a:pt x="668" y="536"/>
                    <a:pt x="535" y="669"/>
                    <a:pt x="435" y="836"/>
                  </a:cubicBezTo>
                  <a:cubicBezTo>
                    <a:pt x="334" y="970"/>
                    <a:pt x="268" y="1136"/>
                    <a:pt x="168" y="1270"/>
                  </a:cubicBezTo>
                  <a:cubicBezTo>
                    <a:pt x="134" y="1370"/>
                    <a:pt x="68" y="1470"/>
                    <a:pt x="68" y="1570"/>
                  </a:cubicBezTo>
                  <a:cubicBezTo>
                    <a:pt x="34" y="1603"/>
                    <a:pt x="34" y="1637"/>
                    <a:pt x="34" y="1704"/>
                  </a:cubicBezTo>
                  <a:cubicBezTo>
                    <a:pt x="1" y="1770"/>
                    <a:pt x="1" y="1870"/>
                    <a:pt x="34" y="1937"/>
                  </a:cubicBezTo>
                  <a:cubicBezTo>
                    <a:pt x="76" y="2082"/>
                    <a:pt x="208" y="2163"/>
                    <a:pt x="342" y="2163"/>
                  </a:cubicBezTo>
                  <a:cubicBezTo>
                    <a:pt x="423" y="2163"/>
                    <a:pt x="505" y="2133"/>
                    <a:pt x="568" y="2070"/>
                  </a:cubicBezTo>
                  <a:cubicBezTo>
                    <a:pt x="601" y="2037"/>
                    <a:pt x="668" y="2004"/>
                    <a:pt x="668" y="1937"/>
                  </a:cubicBezTo>
                  <a:lnTo>
                    <a:pt x="701" y="1904"/>
                  </a:lnTo>
                  <a:cubicBezTo>
                    <a:pt x="701" y="1904"/>
                    <a:pt x="701" y="1870"/>
                    <a:pt x="701" y="1837"/>
                  </a:cubicBezTo>
                  <a:cubicBezTo>
                    <a:pt x="768" y="1737"/>
                    <a:pt x="801" y="1637"/>
                    <a:pt x="835" y="1570"/>
                  </a:cubicBezTo>
                  <a:cubicBezTo>
                    <a:pt x="835" y="1503"/>
                    <a:pt x="835" y="1470"/>
                    <a:pt x="868" y="1437"/>
                  </a:cubicBezTo>
                  <a:cubicBezTo>
                    <a:pt x="868" y="1437"/>
                    <a:pt x="868" y="1403"/>
                    <a:pt x="902" y="1403"/>
                  </a:cubicBezTo>
                  <a:cubicBezTo>
                    <a:pt x="935" y="1303"/>
                    <a:pt x="968" y="1237"/>
                    <a:pt x="1002" y="1170"/>
                  </a:cubicBezTo>
                  <a:cubicBezTo>
                    <a:pt x="1068" y="1036"/>
                    <a:pt x="1168" y="903"/>
                    <a:pt x="1235" y="770"/>
                  </a:cubicBezTo>
                  <a:cubicBezTo>
                    <a:pt x="1302" y="703"/>
                    <a:pt x="1335" y="636"/>
                    <a:pt x="1369" y="569"/>
                  </a:cubicBezTo>
                  <a:cubicBezTo>
                    <a:pt x="1402" y="569"/>
                    <a:pt x="1435" y="536"/>
                    <a:pt x="1435" y="503"/>
                  </a:cubicBezTo>
                  <a:lnTo>
                    <a:pt x="1469" y="469"/>
                  </a:lnTo>
                  <a:lnTo>
                    <a:pt x="1502" y="403"/>
                  </a:lnTo>
                  <a:cubicBezTo>
                    <a:pt x="1602" y="303"/>
                    <a:pt x="1602" y="202"/>
                    <a:pt x="1535" y="102"/>
                  </a:cubicBezTo>
                  <a:cubicBezTo>
                    <a:pt x="1492" y="38"/>
                    <a:pt x="1407" y="1"/>
                    <a:pt x="1326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44" name="Google Shape;2444;p61"/>
            <p:cNvSpPr/>
            <p:nvPr/>
          </p:nvSpPr>
          <p:spPr>
            <a:xfrm>
              <a:off x="6221534" y="4523589"/>
              <a:ext cx="28842" cy="40752"/>
            </a:xfrm>
            <a:custGeom>
              <a:rect b="b" l="l" r="r" t="t"/>
              <a:pathLst>
                <a:path extrusionOk="0" h="2029" w="1436">
                  <a:moveTo>
                    <a:pt x="1027" y="0"/>
                  </a:moveTo>
                  <a:cubicBezTo>
                    <a:pt x="969" y="0"/>
                    <a:pt x="907" y="17"/>
                    <a:pt x="868" y="56"/>
                  </a:cubicBezTo>
                  <a:cubicBezTo>
                    <a:pt x="802" y="89"/>
                    <a:pt x="701" y="156"/>
                    <a:pt x="668" y="189"/>
                  </a:cubicBezTo>
                  <a:cubicBezTo>
                    <a:pt x="601" y="256"/>
                    <a:pt x="535" y="322"/>
                    <a:pt x="468" y="389"/>
                  </a:cubicBezTo>
                  <a:cubicBezTo>
                    <a:pt x="401" y="489"/>
                    <a:pt x="335" y="623"/>
                    <a:pt x="268" y="723"/>
                  </a:cubicBezTo>
                  <a:cubicBezTo>
                    <a:pt x="201" y="856"/>
                    <a:pt x="134" y="990"/>
                    <a:pt x="101" y="1123"/>
                  </a:cubicBezTo>
                  <a:cubicBezTo>
                    <a:pt x="68" y="1190"/>
                    <a:pt x="34" y="1256"/>
                    <a:pt x="34" y="1323"/>
                  </a:cubicBezTo>
                  <a:cubicBezTo>
                    <a:pt x="1" y="1390"/>
                    <a:pt x="1" y="1523"/>
                    <a:pt x="1" y="1590"/>
                  </a:cubicBezTo>
                  <a:cubicBezTo>
                    <a:pt x="1" y="1824"/>
                    <a:pt x="168" y="2024"/>
                    <a:pt x="368" y="2024"/>
                  </a:cubicBezTo>
                  <a:cubicBezTo>
                    <a:pt x="392" y="2027"/>
                    <a:pt x="416" y="2029"/>
                    <a:pt x="439" y="2029"/>
                  </a:cubicBezTo>
                  <a:cubicBezTo>
                    <a:pt x="641" y="2029"/>
                    <a:pt x="808" y="1903"/>
                    <a:pt x="868" y="1723"/>
                  </a:cubicBezTo>
                  <a:cubicBezTo>
                    <a:pt x="868" y="1657"/>
                    <a:pt x="902" y="1590"/>
                    <a:pt x="902" y="1557"/>
                  </a:cubicBezTo>
                  <a:cubicBezTo>
                    <a:pt x="935" y="1490"/>
                    <a:pt x="935" y="1423"/>
                    <a:pt x="935" y="1357"/>
                  </a:cubicBezTo>
                  <a:cubicBezTo>
                    <a:pt x="968" y="1256"/>
                    <a:pt x="1002" y="1156"/>
                    <a:pt x="1035" y="1090"/>
                  </a:cubicBezTo>
                  <a:cubicBezTo>
                    <a:pt x="1102" y="990"/>
                    <a:pt x="1135" y="890"/>
                    <a:pt x="1168" y="823"/>
                  </a:cubicBezTo>
                  <a:cubicBezTo>
                    <a:pt x="1235" y="723"/>
                    <a:pt x="1302" y="623"/>
                    <a:pt x="1335" y="523"/>
                  </a:cubicBezTo>
                  <a:cubicBezTo>
                    <a:pt x="1435" y="389"/>
                    <a:pt x="1402" y="189"/>
                    <a:pt x="1302" y="89"/>
                  </a:cubicBezTo>
                  <a:cubicBezTo>
                    <a:pt x="1235" y="56"/>
                    <a:pt x="1202" y="22"/>
                    <a:pt x="1135" y="22"/>
                  </a:cubicBezTo>
                  <a:cubicBezTo>
                    <a:pt x="1107" y="8"/>
                    <a:pt x="1068" y="0"/>
                    <a:pt x="1027" y="0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45" name="Google Shape;2445;p61"/>
            <p:cNvSpPr/>
            <p:nvPr/>
          </p:nvSpPr>
          <p:spPr>
            <a:xfrm>
              <a:off x="5736220" y="3680763"/>
              <a:ext cx="42620" cy="124346"/>
            </a:xfrm>
            <a:custGeom>
              <a:rect b="b" l="l" r="r" t="t"/>
              <a:pathLst>
                <a:path extrusionOk="0" h="6191" w="2122">
                  <a:moveTo>
                    <a:pt x="1849" y="1"/>
                  </a:moveTo>
                  <a:cubicBezTo>
                    <a:pt x="1760" y="1"/>
                    <a:pt x="1675" y="49"/>
                    <a:pt x="1648" y="155"/>
                  </a:cubicBezTo>
                  <a:cubicBezTo>
                    <a:pt x="1448" y="1123"/>
                    <a:pt x="1248" y="2090"/>
                    <a:pt x="1047" y="3091"/>
                  </a:cubicBezTo>
                  <a:cubicBezTo>
                    <a:pt x="947" y="3558"/>
                    <a:pt x="847" y="4058"/>
                    <a:pt x="747" y="4525"/>
                  </a:cubicBezTo>
                  <a:lnTo>
                    <a:pt x="614" y="5226"/>
                  </a:lnTo>
                  <a:cubicBezTo>
                    <a:pt x="584" y="5315"/>
                    <a:pt x="527" y="5885"/>
                    <a:pt x="349" y="5885"/>
                  </a:cubicBezTo>
                  <a:cubicBezTo>
                    <a:pt x="328" y="5885"/>
                    <a:pt x="305" y="5877"/>
                    <a:pt x="280" y="5859"/>
                  </a:cubicBezTo>
                  <a:cubicBezTo>
                    <a:pt x="255" y="5844"/>
                    <a:pt x="230" y="5837"/>
                    <a:pt x="207" y="5837"/>
                  </a:cubicBezTo>
                  <a:cubicBezTo>
                    <a:pt x="79" y="5837"/>
                    <a:pt x="0" y="6042"/>
                    <a:pt x="113" y="6126"/>
                  </a:cubicBezTo>
                  <a:cubicBezTo>
                    <a:pt x="195" y="6171"/>
                    <a:pt x="272" y="6191"/>
                    <a:pt x="344" y="6191"/>
                  </a:cubicBezTo>
                  <a:cubicBezTo>
                    <a:pt x="591" y="6191"/>
                    <a:pt x="770" y="5952"/>
                    <a:pt x="847" y="5693"/>
                  </a:cubicBezTo>
                  <a:cubicBezTo>
                    <a:pt x="1014" y="5126"/>
                    <a:pt x="1114" y="4492"/>
                    <a:pt x="1248" y="3891"/>
                  </a:cubicBezTo>
                  <a:cubicBezTo>
                    <a:pt x="1548" y="2690"/>
                    <a:pt x="1815" y="1490"/>
                    <a:pt x="2082" y="289"/>
                  </a:cubicBezTo>
                  <a:cubicBezTo>
                    <a:pt x="2122" y="109"/>
                    <a:pt x="1981" y="1"/>
                    <a:pt x="184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46" name="Google Shape;2446;p61"/>
            <p:cNvSpPr/>
            <p:nvPr/>
          </p:nvSpPr>
          <p:spPr>
            <a:xfrm>
              <a:off x="6128420" y="3659754"/>
              <a:ext cx="31092" cy="23901"/>
            </a:xfrm>
            <a:custGeom>
              <a:rect b="b" l="l" r="r" t="t"/>
              <a:pathLst>
                <a:path extrusionOk="0" h="1190" w="1548">
                  <a:moveTo>
                    <a:pt x="267" y="0"/>
                  </a:moveTo>
                  <a:cubicBezTo>
                    <a:pt x="200" y="0"/>
                    <a:pt x="100" y="34"/>
                    <a:pt x="67" y="100"/>
                  </a:cubicBezTo>
                  <a:cubicBezTo>
                    <a:pt x="0" y="167"/>
                    <a:pt x="0" y="234"/>
                    <a:pt x="0" y="334"/>
                  </a:cubicBezTo>
                  <a:cubicBezTo>
                    <a:pt x="34" y="501"/>
                    <a:pt x="200" y="601"/>
                    <a:pt x="334" y="701"/>
                  </a:cubicBezTo>
                  <a:cubicBezTo>
                    <a:pt x="434" y="734"/>
                    <a:pt x="534" y="801"/>
                    <a:pt x="634" y="868"/>
                  </a:cubicBezTo>
                  <a:cubicBezTo>
                    <a:pt x="768" y="934"/>
                    <a:pt x="868" y="968"/>
                    <a:pt x="968" y="1034"/>
                  </a:cubicBezTo>
                  <a:cubicBezTo>
                    <a:pt x="1034" y="1034"/>
                    <a:pt x="1068" y="1068"/>
                    <a:pt x="1101" y="1068"/>
                  </a:cubicBezTo>
                  <a:cubicBezTo>
                    <a:pt x="1168" y="1101"/>
                    <a:pt x="1201" y="1135"/>
                    <a:pt x="1268" y="1168"/>
                  </a:cubicBezTo>
                  <a:cubicBezTo>
                    <a:pt x="1293" y="1183"/>
                    <a:pt x="1318" y="1190"/>
                    <a:pt x="1341" y="1190"/>
                  </a:cubicBezTo>
                  <a:cubicBezTo>
                    <a:pt x="1469" y="1190"/>
                    <a:pt x="1548" y="986"/>
                    <a:pt x="1435" y="901"/>
                  </a:cubicBezTo>
                  <a:cubicBezTo>
                    <a:pt x="1368" y="868"/>
                    <a:pt x="1335" y="868"/>
                    <a:pt x="1301" y="801"/>
                  </a:cubicBezTo>
                  <a:cubicBezTo>
                    <a:pt x="1235" y="801"/>
                    <a:pt x="1201" y="734"/>
                    <a:pt x="1168" y="701"/>
                  </a:cubicBezTo>
                  <a:cubicBezTo>
                    <a:pt x="1101" y="634"/>
                    <a:pt x="1001" y="567"/>
                    <a:pt x="934" y="467"/>
                  </a:cubicBezTo>
                  <a:cubicBezTo>
                    <a:pt x="868" y="401"/>
                    <a:pt x="768" y="334"/>
                    <a:pt x="701" y="234"/>
                  </a:cubicBezTo>
                  <a:cubicBezTo>
                    <a:pt x="667" y="201"/>
                    <a:pt x="634" y="167"/>
                    <a:pt x="567" y="100"/>
                  </a:cubicBezTo>
                  <a:cubicBezTo>
                    <a:pt x="501" y="34"/>
                    <a:pt x="401" y="0"/>
                    <a:pt x="26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47" name="Google Shape;2447;p61"/>
            <p:cNvSpPr/>
            <p:nvPr/>
          </p:nvSpPr>
          <p:spPr>
            <a:xfrm>
              <a:off x="5851046" y="3413612"/>
              <a:ext cx="166846" cy="49429"/>
            </a:xfrm>
            <a:custGeom>
              <a:rect b="b" l="l" r="r" t="t"/>
              <a:pathLst>
                <a:path extrusionOk="0" h="2461" w="8307">
                  <a:moveTo>
                    <a:pt x="208" y="1"/>
                  </a:moveTo>
                  <a:cubicBezTo>
                    <a:pt x="142" y="1"/>
                    <a:pt x="67" y="38"/>
                    <a:pt x="67" y="113"/>
                  </a:cubicBezTo>
                  <a:cubicBezTo>
                    <a:pt x="0" y="380"/>
                    <a:pt x="234" y="647"/>
                    <a:pt x="367" y="847"/>
                  </a:cubicBezTo>
                  <a:cubicBezTo>
                    <a:pt x="568" y="1114"/>
                    <a:pt x="801" y="1348"/>
                    <a:pt x="1068" y="1514"/>
                  </a:cubicBezTo>
                  <a:cubicBezTo>
                    <a:pt x="1668" y="1915"/>
                    <a:pt x="2369" y="2148"/>
                    <a:pt x="3069" y="2248"/>
                  </a:cubicBezTo>
                  <a:cubicBezTo>
                    <a:pt x="3660" y="2364"/>
                    <a:pt x="4275" y="2460"/>
                    <a:pt x="4881" y="2460"/>
                  </a:cubicBezTo>
                  <a:cubicBezTo>
                    <a:pt x="5677" y="2460"/>
                    <a:pt x="6457" y="2293"/>
                    <a:pt x="7139" y="1781"/>
                  </a:cubicBezTo>
                  <a:cubicBezTo>
                    <a:pt x="7406" y="1581"/>
                    <a:pt x="7673" y="1314"/>
                    <a:pt x="7873" y="1047"/>
                  </a:cubicBezTo>
                  <a:cubicBezTo>
                    <a:pt x="8040" y="814"/>
                    <a:pt x="8306" y="480"/>
                    <a:pt x="8206" y="180"/>
                  </a:cubicBezTo>
                  <a:cubicBezTo>
                    <a:pt x="8206" y="131"/>
                    <a:pt x="8171" y="100"/>
                    <a:pt x="8125" y="100"/>
                  </a:cubicBezTo>
                  <a:cubicBezTo>
                    <a:pt x="8109" y="100"/>
                    <a:pt x="8091" y="104"/>
                    <a:pt x="8073" y="113"/>
                  </a:cubicBezTo>
                  <a:cubicBezTo>
                    <a:pt x="7806" y="247"/>
                    <a:pt x="7673" y="647"/>
                    <a:pt x="7472" y="881"/>
                  </a:cubicBezTo>
                  <a:cubicBezTo>
                    <a:pt x="7239" y="1147"/>
                    <a:pt x="6972" y="1381"/>
                    <a:pt x="6672" y="1581"/>
                  </a:cubicBezTo>
                  <a:cubicBezTo>
                    <a:pt x="6119" y="1923"/>
                    <a:pt x="5504" y="2037"/>
                    <a:pt x="4876" y="2037"/>
                  </a:cubicBezTo>
                  <a:cubicBezTo>
                    <a:pt x="4708" y="2037"/>
                    <a:pt x="4539" y="2029"/>
                    <a:pt x="4370" y="2015"/>
                  </a:cubicBezTo>
                  <a:cubicBezTo>
                    <a:pt x="3503" y="1915"/>
                    <a:pt x="2569" y="1848"/>
                    <a:pt x="1802" y="1448"/>
                  </a:cubicBezTo>
                  <a:cubicBezTo>
                    <a:pt x="1468" y="1314"/>
                    <a:pt x="1135" y="1081"/>
                    <a:pt x="868" y="847"/>
                  </a:cubicBezTo>
                  <a:cubicBezTo>
                    <a:pt x="768" y="714"/>
                    <a:pt x="634" y="580"/>
                    <a:pt x="568" y="414"/>
                  </a:cubicBezTo>
                  <a:cubicBezTo>
                    <a:pt x="467" y="280"/>
                    <a:pt x="401" y="113"/>
                    <a:pt x="267" y="13"/>
                  </a:cubicBezTo>
                  <a:cubicBezTo>
                    <a:pt x="251" y="5"/>
                    <a:pt x="230" y="1"/>
                    <a:pt x="20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48" name="Google Shape;2448;p61"/>
            <p:cNvSpPr/>
            <p:nvPr/>
          </p:nvSpPr>
          <p:spPr>
            <a:xfrm>
              <a:off x="6585956" y="3509759"/>
              <a:ext cx="41395" cy="57102"/>
            </a:xfrm>
            <a:custGeom>
              <a:rect b="b" l="l" r="r" t="t"/>
              <a:pathLst>
                <a:path extrusionOk="0" h="2843" w="2061">
                  <a:moveTo>
                    <a:pt x="1912" y="0"/>
                  </a:moveTo>
                  <a:cubicBezTo>
                    <a:pt x="1879" y="0"/>
                    <a:pt x="1849" y="19"/>
                    <a:pt x="1838" y="63"/>
                  </a:cubicBezTo>
                  <a:cubicBezTo>
                    <a:pt x="1571" y="497"/>
                    <a:pt x="1371" y="964"/>
                    <a:pt x="1071" y="1397"/>
                  </a:cubicBezTo>
                  <a:cubicBezTo>
                    <a:pt x="770" y="1831"/>
                    <a:pt x="437" y="2231"/>
                    <a:pt x="103" y="2598"/>
                  </a:cubicBezTo>
                  <a:cubicBezTo>
                    <a:pt x="1" y="2701"/>
                    <a:pt x="95" y="2842"/>
                    <a:pt x="205" y="2842"/>
                  </a:cubicBezTo>
                  <a:cubicBezTo>
                    <a:pt x="238" y="2842"/>
                    <a:pt x="272" y="2829"/>
                    <a:pt x="303" y="2798"/>
                  </a:cubicBezTo>
                  <a:cubicBezTo>
                    <a:pt x="704" y="2431"/>
                    <a:pt x="1037" y="2031"/>
                    <a:pt x="1338" y="1564"/>
                  </a:cubicBezTo>
                  <a:cubicBezTo>
                    <a:pt x="1638" y="1131"/>
                    <a:pt x="1905" y="664"/>
                    <a:pt x="2038" y="163"/>
                  </a:cubicBezTo>
                  <a:cubicBezTo>
                    <a:pt x="2060" y="74"/>
                    <a:pt x="1979" y="0"/>
                    <a:pt x="1912" y="0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49" name="Google Shape;2449;p61"/>
            <p:cNvSpPr/>
            <p:nvPr/>
          </p:nvSpPr>
          <p:spPr>
            <a:xfrm>
              <a:off x="5538162" y="4009956"/>
              <a:ext cx="20005" cy="39246"/>
            </a:xfrm>
            <a:custGeom>
              <a:rect b="b" l="l" r="r" t="t"/>
              <a:pathLst>
                <a:path extrusionOk="0" h="1954" w="996">
                  <a:moveTo>
                    <a:pt x="140" y="1"/>
                  </a:moveTo>
                  <a:cubicBezTo>
                    <a:pt x="71" y="1"/>
                    <a:pt x="1" y="52"/>
                    <a:pt x="1" y="144"/>
                  </a:cubicBezTo>
                  <a:cubicBezTo>
                    <a:pt x="1" y="477"/>
                    <a:pt x="67" y="811"/>
                    <a:pt x="201" y="1111"/>
                  </a:cubicBezTo>
                  <a:cubicBezTo>
                    <a:pt x="268" y="1278"/>
                    <a:pt x="334" y="1445"/>
                    <a:pt x="434" y="1578"/>
                  </a:cubicBezTo>
                  <a:cubicBezTo>
                    <a:pt x="501" y="1711"/>
                    <a:pt x="634" y="1912"/>
                    <a:pt x="801" y="1945"/>
                  </a:cubicBezTo>
                  <a:cubicBezTo>
                    <a:pt x="813" y="1951"/>
                    <a:pt x="827" y="1954"/>
                    <a:pt x="842" y="1954"/>
                  </a:cubicBezTo>
                  <a:cubicBezTo>
                    <a:pt x="910" y="1954"/>
                    <a:pt x="995" y="1894"/>
                    <a:pt x="968" y="1812"/>
                  </a:cubicBezTo>
                  <a:cubicBezTo>
                    <a:pt x="968" y="1645"/>
                    <a:pt x="835" y="1545"/>
                    <a:pt x="768" y="1411"/>
                  </a:cubicBezTo>
                  <a:cubicBezTo>
                    <a:pt x="668" y="1278"/>
                    <a:pt x="601" y="1111"/>
                    <a:pt x="534" y="978"/>
                  </a:cubicBezTo>
                  <a:cubicBezTo>
                    <a:pt x="401" y="711"/>
                    <a:pt x="301" y="411"/>
                    <a:pt x="268" y="110"/>
                  </a:cubicBezTo>
                  <a:cubicBezTo>
                    <a:pt x="252" y="35"/>
                    <a:pt x="197" y="1"/>
                    <a:pt x="140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50" name="Google Shape;2450;p61"/>
            <p:cNvSpPr/>
            <p:nvPr/>
          </p:nvSpPr>
          <p:spPr>
            <a:xfrm>
              <a:off x="7706880" y="2416211"/>
              <a:ext cx="483747" cy="500940"/>
            </a:xfrm>
            <a:custGeom>
              <a:rect b="b" l="l" r="r" t="t"/>
              <a:pathLst>
                <a:path extrusionOk="0" h="24941" w="24085">
                  <a:moveTo>
                    <a:pt x="2257" y="1"/>
                  </a:moveTo>
                  <a:cubicBezTo>
                    <a:pt x="2251" y="1"/>
                    <a:pt x="2244" y="1"/>
                    <a:pt x="2236" y="3"/>
                  </a:cubicBezTo>
                  <a:lnTo>
                    <a:pt x="2236" y="37"/>
                  </a:lnTo>
                  <a:cubicBezTo>
                    <a:pt x="2257" y="43"/>
                    <a:pt x="2279" y="48"/>
                    <a:pt x="2301" y="54"/>
                  </a:cubicBezTo>
                  <a:lnTo>
                    <a:pt x="2301" y="54"/>
                  </a:lnTo>
                  <a:cubicBezTo>
                    <a:pt x="2297" y="23"/>
                    <a:pt x="2287" y="1"/>
                    <a:pt x="2257" y="1"/>
                  </a:cubicBezTo>
                  <a:close/>
                  <a:moveTo>
                    <a:pt x="2301" y="54"/>
                  </a:moveTo>
                  <a:cubicBezTo>
                    <a:pt x="2307" y="115"/>
                    <a:pt x="2287" y="206"/>
                    <a:pt x="2348" y="206"/>
                  </a:cubicBezTo>
                  <a:cubicBezTo>
                    <a:pt x="2351" y="206"/>
                    <a:pt x="2354" y="206"/>
                    <a:pt x="2357" y="206"/>
                  </a:cubicBezTo>
                  <a:lnTo>
                    <a:pt x="2357" y="206"/>
                  </a:lnTo>
                  <a:cubicBezTo>
                    <a:pt x="1465" y="380"/>
                    <a:pt x="1134" y="1475"/>
                    <a:pt x="968" y="2372"/>
                  </a:cubicBezTo>
                  <a:cubicBezTo>
                    <a:pt x="601" y="4440"/>
                    <a:pt x="268" y="6541"/>
                    <a:pt x="168" y="8643"/>
                  </a:cubicBezTo>
                  <a:cubicBezTo>
                    <a:pt x="1" y="12446"/>
                    <a:pt x="768" y="16282"/>
                    <a:pt x="2136" y="19818"/>
                  </a:cubicBezTo>
                  <a:cubicBezTo>
                    <a:pt x="2603" y="20985"/>
                    <a:pt x="3136" y="22153"/>
                    <a:pt x="3970" y="23120"/>
                  </a:cubicBezTo>
                  <a:cubicBezTo>
                    <a:pt x="4804" y="24087"/>
                    <a:pt x="5938" y="24821"/>
                    <a:pt x="7206" y="24921"/>
                  </a:cubicBezTo>
                  <a:cubicBezTo>
                    <a:pt x="7382" y="24934"/>
                    <a:pt x="7557" y="24941"/>
                    <a:pt x="7731" y="24941"/>
                  </a:cubicBezTo>
                  <a:cubicBezTo>
                    <a:pt x="9338" y="24941"/>
                    <a:pt x="10858" y="24400"/>
                    <a:pt x="12243" y="23587"/>
                  </a:cubicBezTo>
                  <a:cubicBezTo>
                    <a:pt x="16346" y="21252"/>
                    <a:pt x="20048" y="18717"/>
                    <a:pt x="22016" y="15915"/>
                  </a:cubicBezTo>
                  <a:cubicBezTo>
                    <a:pt x="23985" y="13146"/>
                    <a:pt x="24085" y="10044"/>
                    <a:pt x="21116" y="7442"/>
                  </a:cubicBezTo>
                  <a:cubicBezTo>
                    <a:pt x="17424" y="4149"/>
                    <a:pt x="9686" y="2017"/>
                    <a:pt x="2301" y="54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51" name="Google Shape;2451;p61"/>
            <p:cNvSpPr/>
            <p:nvPr/>
          </p:nvSpPr>
          <p:spPr>
            <a:xfrm>
              <a:off x="7847575" y="4231915"/>
              <a:ext cx="178917" cy="302179"/>
            </a:xfrm>
            <a:custGeom>
              <a:rect b="b" l="l" r="r" t="t"/>
              <a:pathLst>
                <a:path extrusionOk="0" h="15045" w="8908">
                  <a:moveTo>
                    <a:pt x="8440" y="0"/>
                  </a:moveTo>
                  <a:lnTo>
                    <a:pt x="1" y="568"/>
                  </a:lnTo>
                  <a:cubicBezTo>
                    <a:pt x="67" y="1802"/>
                    <a:pt x="1468" y="15045"/>
                    <a:pt x="1468" y="15045"/>
                  </a:cubicBezTo>
                  <a:lnTo>
                    <a:pt x="8907" y="14311"/>
                  </a:lnTo>
                  <a:lnTo>
                    <a:pt x="8440" y="0"/>
                  </a:ln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52" name="Google Shape;2452;p61"/>
            <p:cNvSpPr/>
            <p:nvPr/>
          </p:nvSpPr>
          <p:spPr>
            <a:xfrm>
              <a:off x="7682095" y="4475144"/>
              <a:ext cx="366491" cy="142021"/>
            </a:xfrm>
            <a:custGeom>
              <a:rect b="b" l="l" r="r" t="t"/>
              <a:pathLst>
                <a:path extrusionOk="0" h="7071" w="18247">
                  <a:moveTo>
                    <a:pt x="9686" y="0"/>
                  </a:moveTo>
                  <a:cubicBezTo>
                    <a:pt x="9608" y="0"/>
                    <a:pt x="9537" y="10"/>
                    <a:pt x="9474" y="33"/>
                  </a:cubicBezTo>
                  <a:cubicBezTo>
                    <a:pt x="9107" y="166"/>
                    <a:pt x="8573" y="1000"/>
                    <a:pt x="8173" y="1233"/>
                  </a:cubicBezTo>
                  <a:cubicBezTo>
                    <a:pt x="7606" y="1600"/>
                    <a:pt x="6939" y="1834"/>
                    <a:pt x="6305" y="2101"/>
                  </a:cubicBezTo>
                  <a:cubicBezTo>
                    <a:pt x="5071" y="2634"/>
                    <a:pt x="3837" y="3201"/>
                    <a:pt x="2702" y="3969"/>
                  </a:cubicBezTo>
                  <a:cubicBezTo>
                    <a:pt x="2002" y="4469"/>
                    <a:pt x="401" y="5503"/>
                    <a:pt x="101" y="6370"/>
                  </a:cubicBezTo>
                  <a:cubicBezTo>
                    <a:pt x="1" y="6604"/>
                    <a:pt x="101" y="6937"/>
                    <a:pt x="367" y="7038"/>
                  </a:cubicBezTo>
                  <a:cubicBezTo>
                    <a:pt x="434" y="7071"/>
                    <a:pt x="534" y="7071"/>
                    <a:pt x="634" y="7071"/>
                  </a:cubicBezTo>
                  <a:cubicBezTo>
                    <a:pt x="6038" y="6937"/>
                    <a:pt x="11409" y="6837"/>
                    <a:pt x="16779" y="6704"/>
                  </a:cubicBezTo>
                  <a:cubicBezTo>
                    <a:pt x="17280" y="6704"/>
                    <a:pt x="17613" y="6604"/>
                    <a:pt x="17813" y="6404"/>
                  </a:cubicBezTo>
                  <a:cubicBezTo>
                    <a:pt x="18247" y="6037"/>
                    <a:pt x="18180" y="5303"/>
                    <a:pt x="17980" y="4402"/>
                  </a:cubicBezTo>
                  <a:cubicBezTo>
                    <a:pt x="17880" y="4002"/>
                    <a:pt x="17747" y="3602"/>
                    <a:pt x="17646" y="3201"/>
                  </a:cubicBezTo>
                  <a:cubicBezTo>
                    <a:pt x="17513" y="2601"/>
                    <a:pt x="17680" y="1400"/>
                    <a:pt x="17413" y="900"/>
                  </a:cubicBezTo>
                  <a:cubicBezTo>
                    <a:pt x="17179" y="466"/>
                    <a:pt x="16779" y="533"/>
                    <a:pt x="16312" y="500"/>
                  </a:cubicBezTo>
                  <a:cubicBezTo>
                    <a:pt x="15895" y="466"/>
                    <a:pt x="15462" y="449"/>
                    <a:pt x="15024" y="449"/>
                  </a:cubicBezTo>
                  <a:cubicBezTo>
                    <a:pt x="14586" y="449"/>
                    <a:pt x="14144" y="466"/>
                    <a:pt x="13710" y="500"/>
                  </a:cubicBezTo>
                  <a:cubicBezTo>
                    <a:pt x="13354" y="546"/>
                    <a:pt x="12998" y="571"/>
                    <a:pt x="12642" y="571"/>
                  </a:cubicBezTo>
                  <a:cubicBezTo>
                    <a:pt x="12231" y="571"/>
                    <a:pt x="11820" y="538"/>
                    <a:pt x="11409" y="466"/>
                  </a:cubicBezTo>
                  <a:cubicBezTo>
                    <a:pt x="10975" y="408"/>
                    <a:pt x="10192" y="0"/>
                    <a:pt x="968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53" name="Google Shape;2453;p61"/>
            <p:cNvSpPr/>
            <p:nvPr/>
          </p:nvSpPr>
          <p:spPr>
            <a:xfrm>
              <a:off x="7625154" y="2892366"/>
              <a:ext cx="436849" cy="1475786"/>
            </a:xfrm>
            <a:custGeom>
              <a:rect b="b" l="l" r="r" t="t"/>
              <a:pathLst>
                <a:path extrusionOk="0" h="73477" w="21750">
                  <a:moveTo>
                    <a:pt x="4781" y="0"/>
                  </a:moveTo>
                  <a:cubicBezTo>
                    <a:pt x="4633" y="0"/>
                    <a:pt x="4485" y="5"/>
                    <a:pt x="4337" y="13"/>
                  </a:cubicBezTo>
                  <a:cubicBezTo>
                    <a:pt x="2035" y="147"/>
                    <a:pt x="667" y="1414"/>
                    <a:pt x="434" y="3649"/>
                  </a:cubicBezTo>
                  <a:cubicBezTo>
                    <a:pt x="0" y="7319"/>
                    <a:pt x="534" y="11255"/>
                    <a:pt x="501" y="14957"/>
                  </a:cubicBezTo>
                  <a:cubicBezTo>
                    <a:pt x="434" y="18960"/>
                    <a:pt x="801" y="22963"/>
                    <a:pt x="1168" y="26966"/>
                  </a:cubicBezTo>
                  <a:cubicBezTo>
                    <a:pt x="1168" y="41143"/>
                    <a:pt x="4437" y="55853"/>
                    <a:pt x="5871" y="69997"/>
                  </a:cubicBezTo>
                  <a:cubicBezTo>
                    <a:pt x="5971" y="70731"/>
                    <a:pt x="6071" y="71531"/>
                    <a:pt x="6538" y="72098"/>
                  </a:cubicBezTo>
                  <a:cubicBezTo>
                    <a:pt x="7072" y="72732"/>
                    <a:pt x="7939" y="72932"/>
                    <a:pt x="8740" y="73066"/>
                  </a:cubicBezTo>
                  <a:cubicBezTo>
                    <a:pt x="10339" y="73339"/>
                    <a:pt x="11962" y="73476"/>
                    <a:pt x="13587" y="73476"/>
                  </a:cubicBezTo>
                  <a:cubicBezTo>
                    <a:pt x="15724" y="73476"/>
                    <a:pt x="17863" y="73239"/>
                    <a:pt x="19948" y="72765"/>
                  </a:cubicBezTo>
                  <a:cubicBezTo>
                    <a:pt x="20448" y="72665"/>
                    <a:pt x="21015" y="72532"/>
                    <a:pt x="21349" y="72098"/>
                  </a:cubicBezTo>
                  <a:cubicBezTo>
                    <a:pt x="21749" y="71598"/>
                    <a:pt x="21716" y="70931"/>
                    <a:pt x="21649" y="70297"/>
                  </a:cubicBezTo>
                  <a:cubicBezTo>
                    <a:pt x="20582" y="56921"/>
                    <a:pt x="19281" y="43511"/>
                    <a:pt x="17646" y="30168"/>
                  </a:cubicBezTo>
                  <a:cubicBezTo>
                    <a:pt x="17079" y="25365"/>
                    <a:pt x="15845" y="20662"/>
                    <a:pt x="15411" y="15825"/>
                  </a:cubicBezTo>
                  <a:cubicBezTo>
                    <a:pt x="14978" y="11388"/>
                    <a:pt x="14811" y="7018"/>
                    <a:pt x="11709" y="3416"/>
                  </a:cubicBezTo>
                  <a:cubicBezTo>
                    <a:pt x="10003" y="1394"/>
                    <a:pt x="7429" y="0"/>
                    <a:pt x="47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54" name="Google Shape;2454;p61"/>
            <p:cNvSpPr/>
            <p:nvPr/>
          </p:nvSpPr>
          <p:spPr>
            <a:xfrm>
              <a:off x="7273405" y="4253346"/>
              <a:ext cx="191631" cy="290791"/>
            </a:xfrm>
            <a:custGeom>
              <a:rect b="b" l="l" r="r" t="t"/>
              <a:pathLst>
                <a:path extrusionOk="0" h="14478" w="9541">
                  <a:moveTo>
                    <a:pt x="9541" y="1"/>
                  </a:moveTo>
                  <a:lnTo>
                    <a:pt x="301" y="1202"/>
                  </a:lnTo>
                  <a:lnTo>
                    <a:pt x="301" y="1235"/>
                  </a:lnTo>
                  <a:cubicBezTo>
                    <a:pt x="234" y="2469"/>
                    <a:pt x="1" y="14478"/>
                    <a:pt x="1" y="14478"/>
                  </a:cubicBezTo>
                  <a:lnTo>
                    <a:pt x="7506" y="14011"/>
                  </a:lnTo>
                  <a:lnTo>
                    <a:pt x="9541" y="1"/>
                  </a:ln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55" name="Google Shape;2455;p61"/>
            <p:cNvSpPr/>
            <p:nvPr/>
          </p:nvSpPr>
          <p:spPr>
            <a:xfrm>
              <a:off x="7603703" y="2243420"/>
              <a:ext cx="133344" cy="168172"/>
            </a:xfrm>
            <a:custGeom>
              <a:rect b="b" l="l" r="r" t="t"/>
              <a:pathLst>
                <a:path extrusionOk="0" h="8373" w="6639">
                  <a:moveTo>
                    <a:pt x="1" y="0"/>
                  </a:moveTo>
                  <a:lnTo>
                    <a:pt x="1" y="8373"/>
                  </a:lnTo>
                  <a:lnTo>
                    <a:pt x="6639" y="8373"/>
                  </a:lnTo>
                  <a:lnTo>
                    <a:pt x="6639" y="0"/>
                  </a:ln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56" name="Google Shape;2456;p61"/>
            <p:cNvSpPr/>
            <p:nvPr/>
          </p:nvSpPr>
          <p:spPr>
            <a:xfrm>
              <a:off x="7178945" y="2819217"/>
              <a:ext cx="649890" cy="1567474"/>
            </a:xfrm>
            <a:custGeom>
              <a:rect b="b" l="l" r="r" t="t"/>
              <a:pathLst>
                <a:path extrusionOk="0" h="78042" w="32357">
                  <a:moveTo>
                    <a:pt x="23271" y="1"/>
                  </a:moveTo>
                  <a:cubicBezTo>
                    <a:pt x="19471" y="1"/>
                    <a:pt x="16340" y="4304"/>
                    <a:pt x="15044" y="7625"/>
                  </a:cubicBezTo>
                  <a:cubicBezTo>
                    <a:pt x="6538" y="29507"/>
                    <a:pt x="3169" y="52991"/>
                    <a:pt x="67" y="76274"/>
                  </a:cubicBezTo>
                  <a:cubicBezTo>
                    <a:pt x="0" y="76941"/>
                    <a:pt x="434" y="77575"/>
                    <a:pt x="1101" y="77675"/>
                  </a:cubicBezTo>
                  <a:lnTo>
                    <a:pt x="1134" y="77675"/>
                  </a:lnTo>
                  <a:cubicBezTo>
                    <a:pt x="1535" y="77775"/>
                    <a:pt x="1935" y="77808"/>
                    <a:pt x="2335" y="77875"/>
                  </a:cubicBezTo>
                  <a:cubicBezTo>
                    <a:pt x="3095" y="77796"/>
                    <a:pt x="3977" y="77763"/>
                    <a:pt x="4926" y="77763"/>
                  </a:cubicBezTo>
                  <a:cubicBezTo>
                    <a:pt x="6768" y="77763"/>
                    <a:pt x="8859" y="77888"/>
                    <a:pt x="10775" y="78042"/>
                  </a:cubicBezTo>
                  <a:cubicBezTo>
                    <a:pt x="13010" y="77909"/>
                    <a:pt x="15211" y="77675"/>
                    <a:pt x="17413" y="77508"/>
                  </a:cubicBezTo>
                  <a:cubicBezTo>
                    <a:pt x="18380" y="74773"/>
                    <a:pt x="18213" y="70437"/>
                    <a:pt x="18614" y="67868"/>
                  </a:cubicBezTo>
                  <a:cubicBezTo>
                    <a:pt x="19281" y="63765"/>
                    <a:pt x="19915" y="59696"/>
                    <a:pt x="20582" y="55593"/>
                  </a:cubicBezTo>
                  <a:cubicBezTo>
                    <a:pt x="21916" y="47687"/>
                    <a:pt x="23350" y="39815"/>
                    <a:pt x="25218" y="32042"/>
                  </a:cubicBezTo>
                  <a:cubicBezTo>
                    <a:pt x="25819" y="29574"/>
                    <a:pt x="26453" y="27139"/>
                    <a:pt x="27120" y="24737"/>
                  </a:cubicBezTo>
                  <a:cubicBezTo>
                    <a:pt x="27153" y="24637"/>
                    <a:pt x="28421" y="20134"/>
                    <a:pt x="28854" y="17465"/>
                  </a:cubicBezTo>
                  <a:lnTo>
                    <a:pt x="28854" y="17432"/>
                  </a:lnTo>
                  <a:cubicBezTo>
                    <a:pt x="28821" y="16965"/>
                    <a:pt x="28821" y="16431"/>
                    <a:pt x="29154" y="16131"/>
                  </a:cubicBezTo>
                  <a:cubicBezTo>
                    <a:pt x="29255" y="16064"/>
                    <a:pt x="29321" y="15998"/>
                    <a:pt x="29421" y="15964"/>
                  </a:cubicBezTo>
                  <a:cubicBezTo>
                    <a:pt x="29722" y="15264"/>
                    <a:pt x="30088" y="14597"/>
                    <a:pt x="30455" y="13929"/>
                  </a:cubicBezTo>
                  <a:cubicBezTo>
                    <a:pt x="32357" y="10327"/>
                    <a:pt x="29488" y="2788"/>
                    <a:pt x="26052" y="787"/>
                  </a:cubicBezTo>
                  <a:cubicBezTo>
                    <a:pt x="25098" y="240"/>
                    <a:pt x="24166" y="1"/>
                    <a:pt x="232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57" name="Google Shape;2457;p61"/>
            <p:cNvSpPr/>
            <p:nvPr/>
          </p:nvSpPr>
          <p:spPr>
            <a:xfrm>
              <a:off x="7398033" y="2357061"/>
              <a:ext cx="557439" cy="701569"/>
            </a:xfrm>
            <a:custGeom>
              <a:rect b="b" l="l" r="r" t="t"/>
              <a:pathLst>
                <a:path extrusionOk="0" h="34930" w="27754">
                  <a:moveTo>
                    <a:pt x="15149" y="1"/>
                  </a:moveTo>
                  <a:cubicBezTo>
                    <a:pt x="14992" y="1"/>
                    <a:pt x="14835" y="5"/>
                    <a:pt x="14677" y="13"/>
                  </a:cubicBezTo>
                  <a:cubicBezTo>
                    <a:pt x="14239" y="28"/>
                    <a:pt x="13801" y="33"/>
                    <a:pt x="13362" y="33"/>
                  </a:cubicBezTo>
                  <a:cubicBezTo>
                    <a:pt x="12581" y="33"/>
                    <a:pt x="11799" y="18"/>
                    <a:pt x="11017" y="18"/>
                  </a:cubicBezTo>
                  <a:cubicBezTo>
                    <a:pt x="10302" y="18"/>
                    <a:pt x="9588" y="30"/>
                    <a:pt x="8873" y="80"/>
                  </a:cubicBezTo>
                  <a:cubicBezTo>
                    <a:pt x="5738" y="280"/>
                    <a:pt x="4703" y="2248"/>
                    <a:pt x="3436" y="4883"/>
                  </a:cubicBezTo>
                  <a:cubicBezTo>
                    <a:pt x="2902" y="6017"/>
                    <a:pt x="2535" y="7185"/>
                    <a:pt x="2268" y="8419"/>
                  </a:cubicBezTo>
                  <a:cubicBezTo>
                    <a:pt x="1568" y="11888"/>
                    <a:pt x="1835" y="15457"/>
                    <a:pt x="1801" y="18993"/>
                  </a:cubicBezTo>
                  <a:cubicBezTo>
                    <a:pt x="1801" y="24230"/>
                    <a:pt x="1201" y="29467"/>
                    <a:pt x="0" y="34571"/>
                  </a:cubicBezTo>
                  <a:cubicBezTo>
                    <a:pt x="2693" y="34844"/>
                    <a:pt x="5397" y="34929"/>
                    <a:pt x="8106" y="34929"/>
                  </a:cubicBezTo>
                  <a:cubicBezTo>
                    <a:pt x="12547" y="34929"/>
                    <a:pt x="17002" y="34701"/>
                    <a:pt x="21439" y="34701"/>
                  </a:cubicBezTo>
                  <a:cubicBezTo>
                    <a:pt x="23549" y="34701"/>
                    <a:pt x="25654" y="34753"/>
                    <a:pt x="27753" y="34905"/>
                  </a:cubicBezTo>
                  <a:cubicBezTo>
                    <a:pt x="27553" y="32836"/>
                    <a:pt x="27353" y="30735"/>
                    <a:pt x="27153" y="28667"/>
                  </a:cubicBezTo>
                  <a:cubicBezTo>
                    <a:pt x="26786" y="24430"/>
                    <a:pt x="26486" y="20227"/>
                    <a:pt x="26252" y="15958"/>
                  </a:cubicBezTo>
                  <a:cubicBezTo>
                    <a:pt x="26152" y="14390"/>
                    <a:pt x="26252" y="12722"/>
                    <a:pt x="26019" y="11188"/>
                  </a:cubicBezTo>
                  <a:cubicBezTo>
                    <a:pt x="25819" y="9987"/>
                    <a:pt x="25185" y="8919"/>
                    <a:pt x="24551" y="7852"/>
                  </a:cubicBezTo>
                  <a:cubicBezTo>
                    <a:pt x="23884" y="6718"/>
                    <a:pt x="23217" y="5517"/>
                    <a:pt x="22616" y="4349"/>
                  </a:cubicBezTo>
                  <a:cubicBezTo>
                    <a:pt x="22283" y="3716"/>
                    <a:pt x="21982" y="3115"/>
                    <a:pt x="21716" y="2481"/>
                  </a:cubicBezTo>
                  <a:cubicBezTo>
                    <a:pt x="21315" y="1681"/>
                    <a:pt x="21249" y="1147"/>
                    <a:pt x="20315" y="914"/>
                  </a:cubicBezTo>
                  <a:cubicBezTo>
                    <a:pt x="18632" y="485"/>
                    <a:pt x="16893" y="1"/>
                    <a:pt x="151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58" name="Google Shape;2458;p61"/>
            <p:cNvSpPr/>
            <p:nvPr/>
          </p:nvSpPr>
          <p:spPr>
            <a:xfrm>
              <a:off x="6924348" y="2313717"/>
              <a:ext cx="653927" cy="614360"/>
            </a:xfrm>
            <a:custGeom>
              <a:rect b="b" l="l" r="r" t="t"/>
              <a:pathLst>
                <a:path extrusionOk="0" h="30588" w="32558">
                  <a:moveTo>
                    <a:pt x="2544" y="0"/>
                  </a:moveTo>
                  <a:cubicBezTo>
                    <a:pt x="2530" y="0"/>
                    <a:pt x="2516" y="1"/>
                    <a:pt x="2502" y="3"/>
                  </a:cubicBezTo>
                  <a:cubicBezTo>
                    <a:pt x="2202" y="3"/>
                    <a:pt x="2002" y="303"/>
                    <a:pt x="2002" y="603"/>
                  </a:cubicBezTo>
                  <a:cubicBezTo>
                    <a:pt x="1969" y="870"/>
                    <a:pt x="2102" y="1137"/>
                    <a:pt x="2236" y="1404"/>
                  </a:cubicBezTo>
                  <a:lnTo>
                    <a:pt x="3270" y="3605"/>
                  </a:lnTo>
                  <a:cubicBezTo>
                    <a:pt x="3303" y="3672"/>
                    <a:pt x="3336" y="3739"/>
                    <a:pt x="3303" y="3839"/>
                  </a:cubicBezTo>
                  <a:cubicBezTo>
                    <a:pt x="3303" y="3906"/>
                    <a:pt x="3236" y="3939"/>
                    <a:pt x="3170" y="4006"/>
                  </a:cubicBezTo>
                  <a:cubicBezTo>
                    <a:pt x="2736" y="4273"/>
                    <a:pt x="2236" y="4439"/>
                    <a:pt x="1835" y="4740"/>
                  </a:cubicBezTo>
                  <a:cubicBezTo>
                    <a:pt x="1368" y="5040"/>
                    <a:pt x="1035" y="5707"/>
                    <a:pt x="768" y="6174"/>
                  </a:cubicBezTo>
                  <a:cubicBezTo>
                    <a:pt x="1" y="7542"/>
                    <a:pt x="901" y="8609"/>
                    <a:pt x="1702" y="9576"/>
                  </a:cubicBezTo>
                  <a:cubicBezTo>
                    <a:pt x="2636" y="10744"/>
                    <a:pt x="3203" y="12145"/>
                    <a:pt x="3803" y="13479"/>
                  </a:cubicBezTo>
                  <a:cubicBezTo>
                    <a:pt x="5138" y="16615"/>
                    <a:pt x="6672" y="19684"/>
                    <a:pt x="8373" y="22652"/>
                  </a:cubicBezTo>
                  <a:cubicBezTo>
                    <a:pt x="9107" y="23920"/>
                    <a:pt x="9774" y="25187"/>
                    <a:pt x="10842" y="26188"/>
                  </a:cubicBezTo>
                  <a:cubicBezTo>
                    <a:pt x="11976" y="27222"/>
                    <a:pt x="13077" y="28323"/>
                    <a:pt x="14244" y="29357"/>
                  </a:cubicBezTo>
                  <a:cubicBezTo>
                    <a:pt x="14878" y="29891"/>
                    <a:pt x="15545" y="30425"/>
                    <a:pt x="16346" y="30558"/>
                  </a:cubicBezTo>
                  <a:cubicBezTo>
                    <a:pt x="16478" y="30578"/>
                    <a:pt x="16611" y="30588"/>
                    <a:pt x="16742" y="30588"/>
                  </a:cubicBezTo>
                  <a:cubicBezTo>
                    <a:pt x="17702" y="30588"/>
                    <a:pt x="18626" y="30085"/>
                    <a:pt x="19448" y="29557"/>
                  </a:cubicBezTo>
                  <a:cubicBezTo>
                    <a:pt x="22417" y="27656"/>
                    <a:pt x="25152" y="25354"/>
                    <a:pt x="27520" y="22719"/>
                  </a:cubicBezTo>
                  <a:cubicBezTo>
                    <a:pt x="30622" y="19317"/>
                    <a:pt x="32557" y="13979"/>
                    <a:pt x="31023" y="9643"/>
                  </a:cubicBezTo>
                  <a:cubicBezTo>
                    <a:pt x="30492" y="8177"/>
                    <a:pt x="29320" y="6652"/>
                    <a:pt x="27833" y="6652"/>
                  </a:cubicBezTo>
                  <a:cubicBezTo>
                    <a:pt x="27730" y="6652"/>
                    <a:pt x="27626" y="6659"/>
                    <a:pt x="27520" y="6674"/>
                  </a:cubicBezTo>
                  <a:cubicBezTo>
                    <a:pt x="26820" y="6741"/>
                    <a:pt x="26219" y="7175"/>
                    <a:pt x="25652" y="7575"/>
                  </a:cubicBezTo>
                  <a:cubicBezTo>
                    <a:pt x="21517" y="10576"/>
                    <a:pt x="17816" y="14277"/>
                    <a:pt x="15248" y="18678"/>
                  </a:cubicBezTo>
                  <a:lnTo>
                    <a:pt x="15248" y="18678"/>
                  </a:lnTo>
                  <a:cubicBezTo>
                    <a:pt x="15320" y="18517"/>
                    <a:pt x="14109" y="16980"/>
                    <a:pt x="13977" y="16781"/>
                  </a:cubicBezTo>
                  <a:cubicBezTo>
                    <a:pt x="13544" y="16114"/>
                    <a:pt x="13110" y="15414"/>
                    <a:pt x="12676" y="14747"/>
                  </a:cubicBezTo>
                  <a:cubicBezTo>
                    <a:pt x="11375" y="12812"/>
                    <a:pt x="10208" y="10710"/>
                    <a:pt x="8807" y="8842"/>
                  </a:cubicBezTo>
                  <a:cubicBezTo>
                    <a:pt x="6772" y="6174"/>
                    <a:pt x="4804" y="3539"/>
                    <a:pt x="3203" y="603"/>
                  </a:cubicBezTo>
                  <a:cubicBezTo>
                    <a:pt x="3044" y="317"/>
                    <a:pt x="2824" y="0"/>
                    <a:pt x="2544" y="0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59" name="Google Shape;2459;p61"/>
            <p:cNvSpPr/>
            <p:nvPr/>
          </p:nvSpPr>
          <p:spPr>
            <a:xfrm>
              <a:off x="7272060" y="2360716"/>
              <a:ext cx="432169" cy="453800"/>
            </a:xfrm>
            <a:custGeom>
              <a:rect b="b" l="l" r="r" t="t"/>
              <a:pathLst>
                <a:path extrusionOk="0" h="22594" w="21517">
                  <a:moveTo>
                    <a:pt x="14682" y="0"/>
                  </a:moveTo>
                  <a:cubicBezTo>
                    <a:pt x="13162" y="0"/>
                    <a:pt x="11561" y="510"/>
                    <a:pt x="10175" y="1365"/>
                  </a:cubicBezTo>
                  <a:cubicBezTo>
                    <a:pt x="9241" y="1966"/>
                    <a:pt x="8440" y="2733"/>
                    <a:pt x="7673" y="3534"/>
                  </a:cubicBezTo>
                  <a:cubicBezTo>
                    <a:pt x="5105" y="6069"/>
                    <a:pt x="2569" y="8637"/>
                    <a:pt x="1" y="11172"/>
                  </a:cubicBezTo>
                  <a:lnTo>
                    <a:pt x="9991" y="22017"/>
                  </a:lnTo>
                  <a:lnTo>
                    <a:pt x="9991" y="22017"/>
                  </a:lnTo>
                  <a:cubicBezTo>
                    <a:pt x="12484" y="19729"/>
                    <a:pt x="14938" y="17382"/>
                    <a:pt x="16880" y="14608"/>
                  </a:cubicBezTo>
                  <a:cubicBezTo>
                    <a:pt x="19148" y="11373"/>
                    <a:pt x="21516" y="6569"/>
                    <a:pt x="19448" y="2766"/>
                  </a:cubicBezTo>
                  <a:cubicBezTo>
                    <a:pt x="18387" y="812"/>
                    <a:pt x="16600" y="0"/>
                    <a:pt x="14682" y="0"/>
                  </a:cubicBezTo>
                  <a:close/>
                  <a:moveTo>
                    <a:pt x="9991" y="22017"/>
                  </a:moveTo>
                  <a:lnTo>
                    <a:pt x="9991" y="22017"/>
                  </a:lnTo>
                  <a:cubicBezTo>
                    <a:pt x="9785" y="22205"/>
                    <a:pt x="9580" y="22393"/>
                    <a:pt x="9374" y="22581"/>
                  </a:cubicBezTo>
                  <a:cubicBezTo>
                    <a:pt x="9414" y="22589"/>
                    <a:pt x="9454" y="22594"/>
                    <a:pt x="9494" y="22594"/>
                  </a:cubicBezTo>
                  <a:cubicBezTo>
                    <a:pt x="9759" y="22594"/>
                    <a:pt x="10026" y="22412"/>
                    <a:pt x="10142" y="22180"/>
                  </a:cubicBezTo>
                  <a:lnTo>
                    <a:pt x="9991" y="22017"/>
                  </a:ln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60" name="Google Shape;2460;p61"/>
            <p:cNvSpPr/>
            <p:nvPr/>
          </p:nvSpPr>
          <p:spPr>
            <a:xfrm>
              <a:off x="7566867" y="2117467"/>
              <a:ext cx="157466" cy="205088"/>
            </a:xfrm>
            <a:custGeom>
              <a:rect b="b" l="l" r="r" t="t"/>
              <a:pathLst>
                <a:path extrusionOk="0" h="10211" w="7840">
                  <a:moveTo>
                    <a:pt x="2735" y="0"/>
                  </a:moveTo>
                  <a:cubicBezTo>
                    <a:pt x="2268" y="0"/>
                    <a:pt x="1735" y="67"/>
                    <a:pt x="1434" y="434"/>
                  </a:cubicBezTo>
                  <a:cubicBezTo>
                    <a:pt x="1334" y="601"/>
                    <a:pt x="1268" y="767"/>
                    <a:pt x="1234" y="967"/>
                  </a:cubicBezTo>
                  <a:cubicBezTo>
                    <a:pt x="967" y="1868"/>
                    <a:pt x="701" y="2802"/>
                    <a:pt x="500" y="3736"/>
                  </a:cubicBezTo>
                  <a:cubicBezTo>
                    <a:pt x="167" y="5170"/>
                    <a:pt x="0" y="6605"/>
                    <a:pt x="200" y="8039"/>
                  </a:cubicBezTo>
                  <a:cubicBezTo>
                    <a:pt x="334" y="8940"/>
                    <a:pt x="1034" y="9540"/>
                    <a:pt x="1835" y="9874"/>
                  </a:cubicBezTo>
                  <a:cubicBezTo>
                    <a:pt x="2349" y="10101"/>
                    <a:pt x="2911" y="10211"/>
                    <a:pt x="3471" y="10211"/>
                  </a:cubicBezTo>
                  <a:cubicBezTo>
                    <a:pt x="4147" y="10211"/>
                    <a:pt x="4820" y="10050"/>
                    <a:pt x="5404" y="9740"/>
                  </a:cubicBezTo>
                  <a:cubicBezTo>
                    <a:pt x="6238" y="9273"/>
                    <a:pt x="6772" y="8540"/>
                    <a:pt x="6938" y="7606"/>
                  </a:cubicBezTo>
                  <a:cubicBezTo>
                    <a:pt x="7038" y="7005"/>
                    <a:pt x="7072" y="6405"/>
                    <a:pt x="7205" y="5804"/>
                  </a:cubicBezTo>
                  <a:cubicBezTo>
                    <a:pt x="7372" y="4904"/>
                    <a:pt x="7839" y="4036"/>
                    <a:pt x="7806" y="3136"/>
                  </a:cubicBezTo>
                  <a:cubicBezTo>
                    <a:pt x="7739" y="2035"/>
                    <a:pt x="6905" y="1101"/>
                    <a:pt x="5938" y="601"/>
                  </a:cubicBezTo>
                  <a:cubicBezTo>
                    <a:pt x="4970" y="100"/>
                    <a:pt x="3836" y="0"/>
                    <a:pt x="2735" y="0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61" name="Google Shape;2461;p61"/>
            <p:cNvSpPr/>
            <p:nvPr/>
          </p:nvSpPr>
          <p:spPr>
            <a:xfrm>
              <a:off x="7572210" y="2092320"/>
              <a:ext cx="219107" cy="217782"/>
            </a:xfrm>
            <a:custGeom>
              <a:rect b="b" l="l" r="r" t="t"/>
              <a:pathLst>
                <a:path extrusionOk="0" h="10843" w="10909">
                  <a:moveTo>
                    <a:pt x="3922" y="0"/>
                  </a:moveTo>
                  <a:cubicBezTo>
                    <a:pt x="3397" y="0"/>
                    <a:pt x="2876" y="47"/>
                    <a:pt x="2369" y="185"/>
                  </a:cubicBezTo>
                  <a:cubicBezTo>
                    <a:pt x="1269" y="485"/>
                    <a:pt x="201" y="1319"/>
                    <a:pt x="1" y="2420"/>
                  </a:cubicBezTo>
                  <a:cubicBezTo>
                    <a:pt x="1" y="2553"/>
                    <a:pt x="1" y="2653"/>
                    <a:pt x="34" y="2787"/>
                  </a:cubicBezTo>
                  <a:cubicBezTo>
                    <a:pt x="101" y="2920"/>
                    <a:pt x="268" y="2987"/>
                    <a:pt x="401" y="3053"/>
                  </a:cubicBezTo>
                  <a:cubicBezTo>
                    <a:pt x="899" y="3267"/>
                    <a:pt x="1448" y="3463"/>
                    <a:pt x="1975" y="3463"/>
                  </a:cubicBezTo>
                  <a:cubicBezTo>
                    <a:pt x="2189" y="3463"/>
                    <a:pt x="2400" y="3431"/>
                    <a:pt x="2603" y="3354"/>
                  </a:cubicBezTo>
                  <a:cubicBezTo>
                    <a:pt x="2805" y="3273"/>
                    <a:pt x="3202" y="3070"/>
                    <a:pt x="3447" y="3070"/>
                  </a:cubicBezTo>
                  <a:cubicBezTo>
                    <a:pt x="3607" y="3070"/>
                    <a:pt x="3703" y="3157"/>
                    <a:pt x="3637" y="3420"/>
                  </a:cubicBezTo>
                  <a:cubicBezTo>
                    <a:pt x="3503" y="3987"/>
                    <a:pt x="2836" y="4354"/>
                    <a:pt x="3036" y="4988"/>
                  </a:cubicBezTo>
                  <a:cubicBezTo>
                    <a:pt x="3137" y="5388"/>
                    <a:pt x="3570" y="5589"/>
                    <a:pt x="3870" y="5889"/>
                  </a:cubicBezTo>
                  <a:cubicBezTo>
                    <a:pt x="4204" y="6222"/>
                    <a:pt x="4404" y="6723"/>
                    <a:pt x="4337" y="7223"/>
                  </a:cubicBezTo>
                  <a:lnTo>
                    <a:pt x="4304" y="7356"/>
                  </a:lnTo>
                  <a:cubicBezTo>
                    <a:pt x="4271" y="7590"/>
                    <a:pt x="4204" y="7823"/>
                    <a:pt x="4271" y="8024"/>
                  </a:cubicBezTo>
                  <a:cubicBezTo>
                    <a:pt x="4404" y="8391"/>
                    <a:pt x="4871" y="8524"/>
                    <a:pt x="5205" y="8791"/>
                  </a:cubicBezTo>
                  <a:cubicBezTo>
                    <a:pt x="5638" y="9158"/>
                    <a:pt x="5872" y="9625"/>
                    <a:pt x="6339" y="9992"/>
                  </a:cubicBezTo>
                  <a:cubicBezTo>
                    <a:pt x="6873" y="10392"/>
                    <a:pt x="7440" y="10659"/>
                    <a:pt x="8107" y="10792"/>
                  </a:cubicBezTo>
                  <a:cubicBezTo>
                    <a:pt x="8190" y="10826"/>
                    <a:pt x="8282" y="10842"/>
                    <a:pt x="8378" y="10842"/>
                  </a:cubicBezTo>
                  <a:cubicBezTo>
                    <a:pt x="8474" y="10842"/>
                    <a:pt x="8574" y="10826"/>
                    <a:pt x="8674" y="10792"/>
                  </a:cubicBezTo>
                  <a:cubicBezTo>
                    <a:pt x="8974" y="10692"/>
                    <a:pt x="9141" y="10359"/>
                    <a:pt x="9241" y="10025"/>
                  </a:cubicBezTo>
                  <a:cubicBezTo>
                    <a:pt x="9474" y="9425"/>
                    <a:pt x="9741" y="8791"/>
                    <a:pt x="9875" y="8124"/>
                  </a:cubicBezTo>
                  <a:cubicBezTo>
                    <a:pt x="9975" y="7590"/>
                    <a:pt x="10242" y="7290"/>
                    <a:pt x="10508" y="6789"/>
                  </a:cubicBezTo>
                  <a:cubicBezTo>
                    <a:pt x="10875" y="6156"/>
                    <a:pt x="10909" y="5355"/>
                    <a:pt x="10709" y="4621"/>
                  </a:cubicBezTo>
                  <a:cubicBezTo>
                    <a:pt x="10508" y="3754"/>
                    <a:pt x="10041" y="2920"/>
                    <a:pt x="9508" y="2219"/>
                  </a:cubicBezTo>
                  <a:cubicBezTo>
                    <a:pt x="9007" y="1586"/>
                    <a:pt x="8640" y="919"/>
                    <a:pt x="7873" y="552"/>
                  </a:cubicBezTo>
                  <a:cubicBezTo>
                    <a:pt x="7239" y="251"/>
                    <a:pt x="6506" y="185"/>
                    <a:pt x="5772" y="118"/>
                  </a:cubicBezTo>
                  <a:cubicBezTo>
                    <a:pt x="5160" y="64"/>
                    <a:pt x="4538" y="0"/>
                    <a:pt x="392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62" name="Google Shape;2462;p61"/>
            <p:cNvSpPr/>
            <p:nvPr/>
          </p:nvSpPr>
          <p:spPr>
            <a:xfrm>
              <a:off x="7623808" y="2202547"/>
              <a:ext cx="72386" cy="50273"/>
            </a:xfrm>
            <a:custGeom>
              <a:rect b="b" l="l" r="r" t="t"/>
              <a:pathLst>
                <a:path extrusionOk="0" h="2503" w="3604">
                  <a:moveTo>
                    <a:pt x="1802" y="0"/>
                  </a:moveTo>
                  <a:cubicBezTo>
                    <a:pt x="0" y="0"/>
                    <a:pt x="0" y="2502"/>
                    <a:pt x="1802" y="2502"/>
                  </a:cubicBezTo>
                  <a:cubicBezTo>
                    <a:pt x="3603" y="2502"/>
                    <a:pt x="3603" y="0"/>
                    <a:pt x="1802" y="0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63" name="Google Shape;2463;p61"/>
            <p:cNvSpPr/>
            <p:nvPr/>
          </p:nvSpPr>
          <p:spPr>
            <a:xfrm>
              <a:off x="7072415" y="4486513"/>
              <a:ext cx="370528" cy="130653"/>
            </a:xfrm>
            <a:custGeom>
              <a:rect b="b" l="l" r="r" t="t"/>
              <a:pathLst>
                <a:path extrusionOk="0" h="6505" w="18448">
                  <a:moveTo>
                    <a:pt x="10441" y="0"/>
                  </a:moveTo>
                  <a:cubicBezTo>
                    <a:pt x="9541" y="0"/>
                    <a:pt x="8907" y="1401"/>
                    <a:pt x="7940" y="1768"/>
                  </a:cubicBezTo>
                  <a:cubicBezTo>
                    <a:pt x="6405" y="2369"/>
                    <a:pt x="4771" y="2702"/>
                    <a:pt x="3270" y="3403"/>
                  </a:cubicBezTo>
                  <a:cubicBezTo>
                    <a:pt x="1969" y="3970"/>
                    <a:pt x="434" y="5071"/>
                    <a:pt x="1" y="6505"/>
                  </a:cubicBezTo>
                  <a:lnTo>
                    <a:pt x="17146" y="6505"/>
                  </a:lnTo>
                  <a:cubicBezTo>
                    <a:pt x="17880" y="6505"/>
                    <a:pt x="18447" y="5804"/>
                    <a:pt x="18280" y="5071"/>
                  </a:cubicBezTo>
                  <a:cubicBezTo>
                    <a:pt x="18080" y="4070"/>
                    <a:pt x="17980" y="3069"/>
                    <a:pt x="18080" y="2068"/>
                  </a:cubicBezTo>
                  <a:cubicBezTo>
                    <a:pt x="18113" y="1835"/>
                    <a:pt x="18147" y="1568"/>
                    <a:pt x="18113" y="1335"/>
                  </a:cubicBezTo>
                  <a:cubicBezTo>
                    <a:pt x="18047" y="1101"/>
                    <a:pt x="17913" y="868"/>
                    <a:pt x="17680" y="767"/>
                  </a:cubicBezTo>
                  <a:cubicBezTo>
                    <a:pt x="17596" y="751"/>
                    <a:pt x="17513" y="742"/>
                    <a:pt x="17425" y="742"/>
                  </a:cubicBezTo>
                  <a:cubicBezTo>
                    <a:pt x="17338" y="742"/>
                    <a:pt x="17246" y="751"/>
                    <a:pt x="17146" y="767"/>
                  </a:cubicBezTo>
                  <a:cubicBezTo>
                    <a:pt x="16943" y="794"/>
                    <a:pt x="16741" y="805"/>
                    <a:pt x="16538" y="805"/>
                  </a:cubicBezTo>
                  <a:cubicBezTo>
                    <a:pt x="15800" y="805"/>
                    <a:pt x="15061" y="664"/>
                    <a:pt x="14323" y="664"/>
                  </a:cubicBezTo>
                  <a:cubicBezTo>
                    <a:pt x="14263" y="664"/>
                    <a:pt x="14204" y="665"/>
                    <a:pt x="14144" y="667"/>
                  </a:cubicBezTo>
                  <a:cubicBezTo>
                    <a:pt x="13994" y="676"/>
                    <a:pt x="13846" y="680"/>
                    <a:pt x="13699" y="680"/>
                  </a:cubicBezTo>
                  <a:cubicBezTo>
                    <a:pt x="13260" y="680"/>
                    <a:pt x="12835" y="642"/>
                    <a:pt x="12409" y="567"/>
                  </a:cubicBezTo>
                  <a:cubicBezTo>
                    <a:pt x="11776" y="467"/>
                    <a:pt x="11042" y="0"/>
                    <a:pt x="1044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64" name="Google Shape;2464;p61"/>
            <p:cNvSpPr/>
            <p:nvPr/>
          </p:nvSpPr>
          <p:spPr>
            <a:xfrm>
              <a:off x="7580766" y="2356679"/>
              <a:ext cx="546894" cy="373440"/>
            </a:xfrm>
            <a:custGeom>
              <a:rect b="b" l="l" r="r" t="t"/>
              <a:pathLst>
                <a:path extrusionOk="0" h="18593" w="27229">
                  <a:moveTo>
                    <a:pt x="5608" y="0"/>
                  </a:moveTo>
                  <a:cubicBezTo>
                    <a:pt x="0" y="0"/>
                    <a:pt x="7491" y="7637"/>
                    <a:pt x="8681" y="9439"/>
                  </a:cubicBezTo>
                  <a:lnTo>
                    <a:pt x="8715" y="9439"/>
                  </a:lnTo>
                  <a:cubicBezTo>
                    <a:pt x="9515" y="10673"/>
                    <a:pt x="10349" y="11907"/>
                    <a:pt x="11183" y="13141"/>
                  </a:cubicBezTo>
                  <a:cubicBezTo>
                    <a:pt x="11750" y="14009"/>
                    <a:pt x="12317" y="15109"/>
                    <a:pt x="13418" y="15343"/>
                  </a:cubicBezTo>
                  <a:cubicBezTo>
                    <a:pt x="14352" y="15543"/>
                    <a:pt x="15019" y="17378"/>
                    <a:pt x="15686" y="17978"/>
                  </a:cubicBezTo>
                  <a:cubicBezTo>
                    <a:pt x="16165" y="18416"/>
                    <a:pt x="16585" y="18593"/>
                    <a:pt x="16976" y="18593"/>
                  </a:cubicBezTo>
                  <a:cubicBezTo>
                    <a:pt x="17865" y="18593"/>
                    <a:pt x="18606" y="17678"/>
                    <a:pt x="19556" y="16844"/>
                  </a:cubicBezTo>
                  <a:cubicBezTo>
                    <a:pt x="22325" y="14376"/>
                    <a:pt x="24893" y="11674"/>
                    <a:pt x="27228" y="8772"/>
                  </a:cubicBezTo>
                  <a:cubicBezTo>
                    <a:pt x="21024" y="4135"/>
                    <a:pt x="13718" y="699"/>
                    <a:pt x="6280" y="32"/>
                  </a:cubicBezTo>
                  <a:cubicBezTo>
                    <a:pt x="6037" y="11"/>
                    <a:pt x="5814" y="0"/>
                    <a:pt x="5608" y="0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65" name="Google Shape;2465;p61"/>
            <p:cNvSpPr/>
            <p:nvPr/>
          </p:nvSpPr>
          <p:spPr>
            <a:xfrm>
              <a:off x="7016136" y="2389277"/>
              <a:ext cx="59652" cy="69052"/>
            </a:xfrm>
            <a:custGeom>
              <a:rect b="b" l="l" r="r" t="t"/>
              <a:pathLst>
                <a:path extrusionOk="0" h="3438" w="2970">
                  <a:moveTo>
                    <a:pt x="766" y="0"/>
                  </a:moveTo>
                  <a:cubicBezTo>
                    <a:pt x="389" y="0"/>
                    <a:pt x="76" y="180"/>
                    <a:pt x="34" y="711"/>
                  </a:cubicBezTo>
                  <a:cubicBezTo>
                    <a:pt x="1" y="911"/>
                    <a:pt x="34" y="1111"/>
                    <a:pt x="167" y="1278"/>
                  </a:cubicBezTo>
                  <a:cubicBezTo>
                    <a:pt x="267" y="1378"/>
                    <a:pt x="367" y="1445"/>
                    <a:pt x="501" y="1545"/>
                  </a:cubicBezTo>
                  <a:cubicBezTo>
                    <a:pt x="668" y="1678"/>
                    <a:pt x="834" y="1845"/>
                    <a:pt x="968" y="2012"/>
                  </a:cubicBezTo>
                  <a:cubicBezTo>
                    <a:pt x="1068" y="2112"/>
                    <a:pt x="1168" y="2212"/>
                    <a:pt x="1201" y="2345"/>
                  </a:cubicBezTo>
                  <a:cubicBezTo>
                    <a:pt x="1359" y="2686"/>
                    <a:pt x="1619" y="3438"/>
                    <a:pt x="2046" y="3438"/>
                  </a:cubicBezTo>
                  <a:cubicBezTo>
                    <a:pt x="2163" y="3438"/>
                    <a:pt x="2292" y="3382"/>
                    <a:pt x="2436" y="3246"/>
                  </a:cubicBezTo>
                  <a:cubicBezTo>
                    <a:pt x="2602" y="3046"/>
                    <a:pt x="2702" y="2812"/>
                    <a:pt x="2769" y="2545"/>
                  </a:cubicBezTo>
                  <a:cubicBezTo>
                    <a:pt x="2903" y="2012"/>
                    <a:pt x="2969" y="1378"/>
                    <a:pt x="2669" y="911"/>
                  </a:cubicBezTo>
                  <a:cubicBezTo>
                    <a:pt x="2469" y="577"/>
                    <a:pt x="2069" y="377"/>
                    <a:pt x="1668" y="210"/>
                  </a:cubicBezTo>
                  <a:cubicBezTo>
                    <a:pt x="1602" y="177"/>
                    <a:pt x="1535" y="177"/>
                    <a:pt x="1435" y="144"/>
                  </a:cubicBezTo>
                  <a:cubicBezTo>
                    <a:pt x="1217" y="59"/>
                    <a:pt x="981" y="0"/>
                    <a:pt x="766" y="0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66" name="Google Shape;2466;p61"/>
            <p:cNvSpPr/>
            <p:nvPr/>
          </p:nvSpPr>
          <p:spPr>
            <a:xfrm>
              <a:off x="7150405" y="4523589"/>
              <a:ext cx="32578" cy="51377"/>
            </a:xfrm>
            <a:custGeom>
              <a:rect b="b" l="l" r="r" t="t"/>
              <a:pathLst>
                <a:path extrusionOk="0" h="2558" w="1622">
                  <a:moveTo>
                    <a:pt x="248" y="1"/>
                  </a:moveTo>
                  <a:cubicBezTo>
                    <a:pt x="124" y="1"/>
                    <a:pt x="0" y="109"/>
                    <a:pt x="20" y="289"/>
                  </a:cubicBezTo>
                  <a:cubicBezTo>
                    <a:pt x="120" y="956"/>
                    <a:pt x="454" y="1623"/>
                    <a:pt x="854" y="2157"/>
                  </a:cubicBezTo>
                  <a:cubicBezTo>
                    <a:pt x="954" y="2324"/>
                    <a:pt x="1088" y="2557"/>
                    <a:pt x="1321" y="2557"/>
                  </a:cubicBezTo>
                  <a:cubicBezTo>
                    <a:pt x="1455" y="2557"/>
                    <a:pt x="1555" y="2491"/>
                    <a:pt x="1588" y="2357"/>
                  </a:cubicBezTo>
                  <a:cubicBezTo>
                    <a:pt x="1621" y="2224"/>
                    <a:pt x="1588" y="2124"/>
                    <a:pt x="1488" y="2024"/>
                  </a:cubicBezTo>
                  <a:lnTo>
                    <a:pt x="1521" y="2024"/>
                  </a:lnTo>
                  <a:cubicBezTo>
                    <a:pt x="1321" y="1757"/>
                    <a:pt x="1088" y="1490"/>
                    <a:pt x="921" y="1190"/>
                  </a:cubicBezTo>
                  <a:cubicBezTo>
                    <a:pt x="754" y="856"/>
                    <a:pt x="587" y="523"/>
                    <a:pt x="454" y="156"/>
                  </a:cubicBezTo>
                  <a:cubicBezTo>
                    <a:pt x="414" y="49"/>
                    <a:pt x="331" y="1"/>
                    <a:pt x="248" y="1"/>
                  </a:cubicBezTo>
                  <a:close/>
                </a:path>
              </a:pathLst>
            </a:custGeom>
            <a:solidFill>
              <a:srgbClr val="5CC9BF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67" name="Google Shape;2467;p61"/>
            <p:cNvSpPr/>
            <p:nvPr/>
          </p:nvSpPr>
          <p:spPr>
            <a:xfrm>
              <a:off x="7186979" y="4519954"/>
              <a:ext cx="34185" cy="34988"/>
            </a:xfrm>
            <a:custGeom>
              <a:rect b="b" l="l" r="r" t="t"/>
              <a:pathLst>
                <a:path extrusionOk="0" h="1742" w="1702">
                  <a:moveTo>
                    <a:pt x="221" y="0"/>
                  </a:moveTo>
                  <a:cubicBezTo>
                    <a:pt x="163" y="0"/>
                    <a:pt x="109" y="29"/>
                    <a:pt x="67" y="70"/>
                  </a:cubicBezTo>
                  <a:cubicBezTo>
                    <a:pt x="1" y="170"/>
                    <a:pt x="34" y="270"/>
                    <a:pt x="101" y="337"/>
                  </a:cubicBezTo>
                  <a:cubicBezTo>
                    <a:pt x="267" y="503"/>
                    <a:pt x="434" y="704"/>
                    <a:pt x="601" y="870"/>
                  </a:cubicBezTo>
                  <a:cubicBezTo>
                    <a:pt x="668" y="970"/>
                    <a:pt x="768" y="1071"/>
                    <a:pt x="835" y="1171"/>
                  </a:cubicBezTo>
                  <a:cubicBezTo>
                    <a:pt x="868" y="1204"/>
                    <a:pt x="901" y="1237"/>
                    <a:pt x="901" y="1271"/>
                  </a:cubicBezTo>
                  <a:cubicBezTo>
                    <a:pt x="935" y="1304"/>
                    <a:pt x="968" y="1371"/>
                    <a:pt x="1001" y="1404"/>
                  </a:cubicBezTo>
                  <a:cubicBezTo>
                    <a:pt x="1125" y="1558"/>
                    <a:pt x="1248" y="1741"/>
                    <a:pt x="1451" y="1741"/>
                  </a:cubicBezTo>
                  <a:cubicBezTo>
                    <a:pt x="1467" y="1741"/>
                    <a:pt x="1484" y="1740"/>
                    <a:pt x="1502" y="1738"/>
                  </a:cubicBezTo>
                  <a:cubicBezTo>
                    <a:pt x="1635" y="1671"/>
                    <a:pt x="1702" y="1504"/>
                    <a:pt x="1668" y="1371"/>
                  </a:cubicBezTo>
                  <a:cubicBezTo>
                    <a:pt x="1635" y="1271"/>
                    <a:pt x="1602" y="1204"/>
                    <a:pt x="1568" y="1137"/>
                  </a:cubicBezTo>
                  <a:cubicBezTo>
                    <a:pt x="1402" y="937"/>
                    <a:pt x="1235" y="704"/>
                    <a:pt x="1035" y="537"/>
                  </a:cubicBezTo>
                  <a:cubicBezTo>
                    <a:pt x="835" y="337"/>
                    <a:pt x="601" y="170"/>
                    <a:pt x="334" y="36"/>
                  </a:cubicBezTo>
                  <a:cubicBezTo>
                    <a:pt x="296" y="11"/>
                    <a:pt x="258" y="0"/>
                    <a:pt x="221" y="0"/>
                  </a:cubicBezTo>
                  <a:close/>
                </a:path>
              </a:pathLst>
            </a:custGeom>
            <a:solidFill>
              <a:srgbClr val="5CC9BF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68" name="Google Shape;2468;p61"/>
            <p:cNvSpPr/>
            <p:nvPr/>
          </p:nvSpPr>
          <p:spPr>
            <a:xfrm>
              <a:off x="7227852" y="4506236"/>
              <a:ext cx="41235" cy="26713"/>
            </a:xfrm>
            <a:custGeom>
              <a:rect b="b" l="l" r="r" t="t"/>
              <a:pathLst>
                <a:path extrusionOk="0" h="1330" w="2053">
                  <a:moveTo>
                    <a:pt x="260" y="0"/>
                  </a:moveTo>
                  <a:cubicBezTo>
                    <a:pt x="186" y="0"/>
                    <a:pt x="112" y="30"/>
                    <a:pt x="67" y="119"/>
                  </a:cubicBezTo>
                  <a:cubicBezTo>
                    <a:pt x="0" y="219"/>
                    <a:pt x="34" y="353"/>
                    <a:pt x="134" y="419"/>
                  </a:cubicBezTo>
                  <a:cubicBezTo>
                    <a:pt x="367" y="586"/>
                    <a:pt x="634" y="753"/>
                    <a:pt x="868" y="886"/>
                  </a:cubicBezTo>
                  <a:cubicBezTo>
                    <a:pt x="1135" y="1053"/>
                    <a:pt x="1368" y="1253"/>
                    <a:pt x="1668" y="1320"/>
                  </a:cubicBezTo>
                  <a:cubicBezTo>
                    <a:pt x="1691" y="1326"/>
                    <a:pt x="1713" y="1329"/>
                    <a:pt x="1734" y="1329"/>
                  </a:cubicBezTo>
                  <a:cubicBezTo>
                    <a:pt x="1931" y="1329"/>
                    <a:pt x="2052" y="1070"/>
                    <a:pt x="1902" y="920"/>
                  </a:cubicBezTo>
                  <a:lnTo>
                    <a:pt x="1902" y="920"/>
                  </a:lnTo>
                  <a:lnTo>
                    <a:pt x="1902" y="953"/>
                  </a:lnTo>
                  <a:cubicBezTo>
                    <a:pt x="1668" y="719"/>
                    <a:pt x="1401" y="586"/>
                    <a:pt x="1135" y="419"/>
                  </a:cubicBezTo>
                  <a:cubicBezTo>
                    <a:pt x="901" y="286"/>
                    <a:pt x="634" y="152"/>
                    <a:pt x="367" y="19"/>
                  </a:cubicBezTo>
                  <a:cubicBezTo>
                    <a:pt x="334" y="8"/>
                    <a:pt x="297" y="0"/>
                    <a:pt x="260" y="0"/>
                  </a:cubicBezTo>
                  <a:close/>
                </a:path>
              </a:pathLst>
            </a:custGeom>
            <a:solidFill>
              <a:srgbClr val="5CC9BF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69" name="Google Shape;2469;p61"/>
            <p:cNvSpPr/>
            <p:nvPr/>
          </p:nvSpPr>
          <p:spPr>
            <a:xfrm>
              <a:off x="7793305" y="4496214"/>
              <a:ext cx="34868" cy="36535"/>
            </a:xfrm>
            <a:custGeom>
              <a:rect b="b" l="l" r="r" t="t"/>
              <a:pathLst>
                <a:path extrusionOk="0" h="1819" w="1736">
                  <a:moveTo>
                    <a:pt x="218" y="1"/>
                  </a:moveTo>
                  <a:cubicBezTo>
                    <a:pt x="176" y="1"/>
                    <a:pt x="134" y="18"/>
                    <a:pt x="101" y="51"/>
                  </a:cubicBezTo>
                  <a:cubicBezTo>
                    <a:pt x="1" y="118"/>
                    <a:pt x="1" y="218"/>
                    <a:pt x="34" y="284"/>
                  </a:cubicBezTo>
                  <a:cubicBezTo>
                    <a:pt x="201" y="585"/>
                    <a:pt x="401" y="852"/>
                    <a:pt x="635" y="1118"/>
                  </a:cubicBezTo>
                  <a:cubicBezTo>
                    <a:pt x="735" y="1252"/>
                    <a:pt x="835" y="1385"/>
                    <a:pt x="935" y="1485"/>
                  </a:cubicBezTo>
                  <a:cubicBezTo>
                    <a:pt x="1002" y="1552"/>
                    <a:pt x="1068" y="1619"/>
                    <a:pt x="1135" y="1652"/>
                  </a:cubicBezTo>
                  <a:cubicBezTo>
                    <a:pt x="1168" y="1685"/>
                    <a:pt x="1202" y="1719"/>
                    <a:pt x="1235" y="1752"/>
                  </a:cubicBezTo>
                  <a:cubicBezTo>
                    <a:pt x="1268" y="1786"/>
                    <a:pt x="1335" y="1786"/>
                    <a:pt x="1402" y="1819"/>
                  </a:cubicBezTo>
                  <a:cubicBezTo>
                    <a:pt x="1502" y="1819"/>
                    <a:pt x="1569" y="1819"/>
                    <a:pt x="1635" y="1752"/>
                  </a:cubicBezTo>
                  <a:cubicBezTo>
                    <a:pt x="1702" y="1685"/>
                    <a:pt x="1735" y="1619"/>
                    <a:pt x="1702" y="1519"/>
                  </a:cubicBezTo>
                  <a:cubicBezTo>
                    <a:pt x="1702" y="1452"/>
                    <a:pt x="1669" y="1419"/>
                    <a:pt x="1669" y="1385"/>
                  </a:cubicBezTo>
                  <a:cubicBezTo>
                    <a:pt x="1635" y="1319"/>
                    <a:pt x="1569" y="1285"/>
                    <a:pt x="1535" y="1252"/>
                  </a:cubicBezTo>
                  <a:cubicBezTo>
                    <a:pt x="1469" y="1185"/>
                    <a:pt x="1402" y="1152"/>
                    <a:pt x="1368" y="1085"/>
                  </a:cubicBezTo>
                  <a:cubicBezTo>
                    <a:pt x="1235" y="985"/>
                    <a:pt x="1102" y="885"/>
                    <a:pt x="1002" y="785"/>
                  </a:cubicBezTo>
                  <a:cubicBezTo>
                    <a:pt x="768" y="551"/>
                    <a:pt x="568" y="318"/>
                    <a:pt x="334" y="51"/>
                  </a:cubicBezTo>
                  <a:cubicBezTo>
                    <a:pt x="301" y="18"/>
                    <a:pt x="259" y="1"/>
                    <a:pt x="218" y="1"/>
                  </a:cubicBezTo>
                  <a:close/>
                </a:path>
              </a:pathLst>
            </a:custGeom>
            <a:solidFill>
              <a:srgbClr val="5CC9BF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70" name="Google Shape;2470;p61"/>
            <p:cNvSpPr/>
            <p:nvPr/>
          </p:nvSpPr>
          <p:spPr>
            <a:xfrm>
              <a:off x="7830784" y="4481612"/>
              <a:ext cx="40933" cy="41194"/>
            </a:xfrm>
            <a:custGeom>
              <a:rect b="b" l="l" r="r" t="t"/>
              <a:pathLst>
                <a:path extrusionOk="0" h="2051" w="2038">
                  <a:moveTo>
                    <a:pt x="219" y="0"/>
                  </a:moveTo>
                  <a:cubicBezTo>
                    <a:pt x="95" y="0"/>
                    <a:pt x="0" y="142"/>
                    <a:pt x="103" y="244"/>
                  </a:cubicBezTo>
                  <a:cubicBezTo>
                    <a:pt x="403" y="578"/>
                    <a:pt x="670" y="878"/>
                    <a:pt x="970" y="1212"/>
                  </a:cubicBezTo>
                  <a:cubicBezTo>
                    <a:pt x="1104" y="1345"/>
                    <a:pt x="1237" y="1512"/>
                    <a:pt x="1404" y="1645"/>
                  </a:cubicBezTo>
                  <a:cubicBezTo>
                    <a:pt x="1404" y="1679"/>
                    <a:pt x="1437" y="1712"/>
                    <a:pt x="1471" y="1712"/>
                  </a:cubicBezTo>
                  <a:lnTo>
                    <a:pt x="1471" y="1745"/>
                  </a:lnTo>
                  <a:lnTo>
                    <a:pt x="1471" y="1779"/>
                  </a:lnTo>
                  <a:cubicBezTo>
                    <a:pt x="1471" y="1779"/>
                    <a:pt x="1471" y="1812"/>
                    <a:pt x="1471" y="1845"/>
                  </a:cubicBezTo>
                  <a:cubicBezTo>
                    <a:pt x="1471" y="1879"/>
                    <a:pt x="1504" y="1945"/>
                    <a:pt x="1537" y="1979"/>
                  </a:cubicBezTo>
                  <a:cubicBezTo>
                    <a:pt x="1584" y="2025"/>
                    <a:pt x="1652" y="2050"/>
                    <a:pt x="1721" y="2050"/>
                  </a:cubicBezTo>
                  <a:cubicBezTo>
                    <a:pt x="1802" y="2050"/>
                    <a:pt x="1884" y="2017"/>
                    <a:pt x="1938" y="1945"/>
                  </a:cubicBezTo>
                  <a:cubicBezTo>
                    <a:pt x="2038" y="1845"/>
                    <a:pt x="2038" y="1712"/>
                    <a:pt x="2004" y="1579"/>
                  </a:cubicBezTo>
                  <a:cubicBezTo>
                    <a:pt x="1971" y="1445"/>
                    <a:pt x="1904" y="1378"/>
                    <a:pt x="1804" y="1278"/>
                  </a:cubicBezTo>
                  <a:cubicBezTo>
                    <a:pt x="1704" y="1212"/>
                    <a:pt x="1604" y="1112"/>
                    <a:pt x="1504" y="1045"/>
                  </a:cubicBezTo>
                  <a:cubicBezTo>
                    <a:pt x="1337" y="845"/>
                    <a:pt x="1137" y="711"/>
                    <a:pt x="937" y="511"/>
                  </a:cubicBezTo>
                  <a:cubicBezTo>
                    <a:pt x="737" y="344"/>
                    <a:pt x="537" y="211"/>
                    <a:pt x="336" y="44"/>
                  </a:cubicBezTo>
                  <a:cubicBezTo>
                    <a:pt x="298" y="13"/>
                    <a:pt x="257" y="0"/>
                    <a:pt x="219" y="0"/>
                  </a:cubicBezTo>
                  <a:close/>
                </a:path>
              </a:pathLst>
            </a:custGeom>
            <a:solidFill>
              <a:srgbClr val="5CC9BF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71" name="Google Shape;2471;p61"/>
            <p:cNvSpPr/>
            <p:nvPr/>
          </p:nvSpPr>
          <p:spPr>
            <a:xfrm>
              <a:off x="7765789" y="4513105"/>
              <a:ext cx="40270" cy="41255"/>
            </a:xfrm>
            <a:custGeom>
              <a:rect b="b" l="l" r="r" t="t"/>
              <a:pathLst>
                <a:path extrusionOk="0" h="2054" w="2005">
                  <a:moveTo>
                    <a:pt x="221" y="0"/>
                  </a:moveTo>
                  <a:cubicBezTo>
                    <a:pt x="96" y="0"/>
                    <a:pt x="0" y="149"/>
                    <a:pt x="103" y="277"/>
                  </a:cubicBezTo>
                  <a:cubicBezTo>
                    <a:pt x="370" y="578"/>
                    <a:pt x="670" y="911"/>
                    <a:pt x="937" y="1211"/>
                  </a:cubicBezTo>
                  <a:cubicBezTo>
                    <a:pt x="1071" y="1378"/>
                    <a:pt x="1237" y="1512"/>
                    <a:pt x="1371" y="1678"/>
                  </a:cubicBezTo>
                  <a:cubicBezTo>
                    <a:pt x="1404" y="1678"/>
                    <a:pt x="1404" y="1712"/>
                    <a:pt x="1438" y="1712"/>
                  </a:cubicBezTo>
                  <a:lnTo>
                    <a:pt x="1438" y="1745"/>
                  </a:lnTo>
                  <a:lnTo>
                    <a:pt x="1438" y="1778"/>
                  </a:lnTo>
                  <a:cubicBezTo>
                    <a:pt x="1438" y="1812"/>
                    <a:pt x="1438" y="1845"/>
                    <a:pt x="1471" y="1845"/>
                  </a:cubicBezTo>
                  <a:cubicBezTo>
                    <a:pt x="1471" y="1912"/>
                    <a:pt x="1504" y="1945"/>
                    <a:pt x="1504" y="1979"/>
                  </a:cubicBezTo>
                  <a:cubicBezTo>
                    <a:pt x="1571" y="2029"/>
                    <a:pt x="1646" y="2054"/>
                    <a:pt x="1717" y="2054"/>
                  </a:cubicBezTo>
                  <a:cubicBezTo>
                    <a:pt x="1788" y="2054"/>
                    <a:pt x="1855" y="2029"/>
                    <a:pt x="1905" y="1979"/>
                  </a:cubicBezTo>
                  <a:cubicBezTo>
                    <a:pt x="2005" y="1845"/>
                    <a:pt x="2005" y="1712"/>
                    <a:pt x="1971" y="1578"/>
                  </a:cubicBezTo>
                  <a:cubicBezTo>
                    <a:pt x="1938" y="1445"/>
                    <a:pt x="1871" y="1378"/>
                    <a:pt x="1771" y="1278"/>
                  </a:cubicBezTo>
                  <a:cubicBezTo>
                    <a:pt x="1671" y="1211"/>
                    <a:pt x="1604" y="1111"/>
                    <a:pt x="1504" y="1045"/>
                  </a:cubicBezTo>
                  <a:cubicBezTo>
                    <a:pt x="1304" y="878"/>
                    <a:pt x="1104" y="711"/>
                    <a:pt x="937" y="544"/>
                  </a:cubicBezTo>
                  <a:cubicBezTo>
                    <a:pt x="737" y="377"/>
                    <a:pt x="537" y="211"/>
                    <a:pt x="337" y="44"/>
                  </a:cubicBezTo>
                  <a:cubicBezTo>
                    <a:pt x="299" y="13"/>
                    <a:pt x="259" y="0"/>
                    <a:pt x="221" y="0"/>
                  </a:cubicBezTo>
                  <a:close/>
                </a:path>
              </a:pathLst>
            </a:custGeom>
            <a:solidFill>
              <a:srgbClr val="5CC9BF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72" name="Google Shape;2472;p61"/>
            <p:cNvSpPr/>
            <p:nvPr/>
          </p:nvSpPr>
          <p:spPr>
            <a:xfrm>
              <a:off x="7860309" y="4515977"/>
              <a:ext cx="20" cy="703"/>
            </a:xfrm>
            <a:custGeom>
              <a:rect b="b" l="l" r="r" t="t"/>
              <a:pathLst>
                <a:path extrusionOk="0" h="35" w="1">
                  <a:moveTo>
                    <a:pt x="1" y="1"/>
                  </a:moveTo>
                  <a:lnTo>
                    <a:pt x="1" y="1"/>
                  </a:lnTo>
                  <a:lnTo>
                    <a:pt x="1" y="34"/>
                  </a:lnTo>
                  <a:lnTo>
                    <a:pt x="1" y="34"/>
                  </a:lnTo>
                  <a:close/>
                </a:path>
              </a:pathLst>
            </a:custGeom>
            <a:solidFill>
              <a:srgbClr val="5CC9BF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73" name="Google Shape;2473;p61"/>
            <p:cNvSpPr/>
            <p:nvPr/>
          </p:nvSpPr>
          <p:spPr>
            <a:xfrm>
              <a:off x="7860309" y="4515977"/>
              <a:ext cx="20" cy="20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5CC9BF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74" name="Google Shape;2474;p61"/>
            <p:cNvSpPr/>
            <p:nvPr/>
          </p:nvSpPr>
          <p:spPr>
            <a:xfrm>
              <a:off x="7652891" y="3110108"/>
              <a:ext cx="109624" cy="499353"/>
            </a:xfrm>
            <a:custGeom>
              <a:rect b="b" l="l" r="r" t="t"/>
              <a:pathLst>
                <a:path extrusionOk="0" h="24862" w="5458">
                  <a:moveTo>
                    <a:pt x="5082" y="1"/>
                  </a:moveTo>
                  <a:cubicBezTo>
                    <a:pt x="4985" y="1"/>
                    <a:pt x="4890" y="68"/>
                    <a:pt x="4890" y="214"/>
                  </a:cubicBezTo>
                  <a:cubicBezTo>
                    <a:pt x="4857" y="981"/>
                    <a:pt x="4790" y="1748"/>
                    <a:pt x="4657" y="2515"/>
                  </a:cubicBezTo>
                  <a:cubicBezTo>
                    <a:pt x="4490" y="3249"/>
                    <a:pt x="4290" y="3983"/>
                    <a:pt x="4056" y="4684"/>
                  </a:cubicBezTo>
                  <a:cubicBezTo>
                    <a:pt x="3556" y="6185"/>
                    <a:pt x="3022" y="7652"/>
                    <a:pt x="2655" y="9187"/>
                  </a:cubicBezTo>
                  <a:cubicBezTo>
                    <a:pt x="2288" y="10788"/>
                    <a:pt x="2022" y="12422"/>
                    <a:pt x="1755" y="14057"/>
                  </a:cubicBezTo>
                  <a:cubicBezTo>
                    <a:pt x="1455" y="15725"/>
                    <a:pt x="1188" y="17393"/>
                    <a:pt x="921" y="19060"/>
                  </a:cubicBezTo>
                  <a:cubicBezTo>
                    <a:pt x="587" y="20962"/>
                    <a:pt x="287" y="22830"/>
                    <a:pt x="20" y="24698"/>
                  </a:cubicBezTo>
                  <a:cubicBezTo>
                    <a:pt x="0" y="24797"/>
                    <a:pt x="75" y="24861"/>
                    <a:pt x="146" y="24861"/>
                  </a:cubicBezTo>
                  <a:cubicBezTo>
                    <a:pt x="194" y="24861"/>
                    <a:pt x="240" y="24832"/>
                    <a:pt x="254" y="24765"/>
                  </a:cubicBezTo>
                  <a:cubicBezTo>
                    <a:pt x="887" y="21429"/>
                    <a:pt x="1455" y="18060"/>
                    <a:pt x="2055" y="14691"/>
                  </a:cubicBezTo>
                  <a:cubicBezTo>
                    <a:pt x="2322" y="13056"/>
                    <a:pt x="2589" y="11388"/>
                    <a:pt x="2956" y="9787"/>
                  </a:cubicBezTo>
                  <a:cubicBezTo>
                    <a:pt x="3289" y="8253"/>
                    <a:pt x="3823" y="6752"/>
                    <a:pt x="4323" y="5251"/>
                  </a:cubicBezTo>
                  <a:cubicBezTo>
                    <a:pt x="4890" y="3649"/>
                    <a:pt x="5457" y="1915"/>
                    <a:pt x="5291" y="180"/>
                  </a:cubicBezTo>
                  <a:lnTo>
                    <a:pt x="5291" y="180"/>
                  </a:lnTo>
                  <a:lnTo>
                    <a:pt x="5291" y="214"/>
                  </a:lnTo>
                  <a:cubicBezTo>
                    <a:pt x="5291" y="76"/>
                    <a:pt x="5185" y="1"/>
                    <a:pt x="508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75" name="Google Shape;2475;p61"/>
            <p:cNvSpPr/>
            <p:nvPr/>
          </p:nvSpPr>
          <p:spPr>
            <a:xfrm>
              <a:off x="7466061" y="2614289"/>
              <a:ext cx="145375" cy="180223"/>
            </a:xfrm>
            <a:custGeom>
              <a:rect b="b" l="l" r="r" t="t"/>
              <a:pathLst>
                <a:path extrusionOk="0" h="8973" w="7238">
                  <a:moveTo>
                    <a:pt x="7030" y="0"/>
                  </a:moveTo>
                  <a:cubicBezTo>
                    <a:pt x="6993" y="0"/>
                    <a:pt x="6954" y="15"/>
                    <a:pt x="6920" y="49"/>
                  </a:cubicBezTo>
                  <a:cubicBezTo>
                    <a:pt x="6320" y="716"/>
                    <a:pt x="5853" y="1516"/>
                    <a:pt x="5353" y="2250"/>
                  </a:cubicBezTo>
                  <a:cubicBezTo>
                    <a:pt x="4786" y="3017"/>
                    <a:pt x="4219" y="3785"/>
                    <a:pt x="3651" y="4518"/>
                  </a:cubicBezTo>
                  <a:cubicBezTo>
                    <a:pt x="3084" y="5252"/>
                    <a:pt x="2484" y="5953"/>
                    <a:pt x="1884" y="6653"/>
                  </a:cubicBezTo>
                  <a:cubicBezTo>
                    <a:pt x="1283" y="7354"/>
                    <a:pt x="649" y="8054"/>
                    <a:pt x="82" y="8788"/>
                  </a:cubicBezTo>
                  <a:cubicBezTo>
                    <a:pt x="1" y="8869"/>
                    <a:pt x="74" y="8973"/>
                    <a:pt x="158" y="8973"/>
                  </a:cubicBezTo>
                  <a:cubicBezTo>
                    <a:pt x="177" y="8973"/>
                    <a:pt x="197" y="8967"/>
                    <a:pt x="216" y="8955"/>
                  </a:cubicBezTo>
                  <a:cubicBezTo>
                    <a:pt x="916" y="8321"/>
                    <a:pt x="1583" y="7587"/>
                    <a:pt x="2184" y="6887"/>
                  </a:cubicBezTo>
                  <a:cubicBezTo>
                    <a:pt x="2784" y="6220"/>
                    <a:pt x="3385" y="5486"/>
                    <a:pt x="3952" y="4785"/>
                  </a:cubicBezTo>
                  <a:cubicBezTo>
                    <a:pt x="4519" y="4085"/>
                    <a:pt x="5086" y="3351"/>
                    <a:pt x="5620" y="2617"/>
                  </a:cubicBezTo>
                  <a:cubicBezTo>
                    <a:pt x="5886" y="2250"/>
                    <a:pt x="6153" y="1850"/>
                    <a:pt x="6420" y="1450"/>
                  </a:cubicBezTo>
                  <a:cubicBezTo>
                    <a:pt x="6687" y="1083"/>
                    <a:pt x="6987" y="682"/>
                    <a:pt x="7187" y="249"/>
                  </a:cubicBezTo>
                  <a:cubicBezTo>
                    <a:pt x="7237" y="124"/>
                    <a:pt x="7139" y="0"/>
                    <a:pt x="703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76" name="Google Shape;2476;p61"/>
            <p:cNvSpPr/>
            <p:nvPr/>
          </p:nvSpPr>
          <p:spPr>
            <a:xfrm>
              <a:off x="7899173" y="2530073"/>
              <a:ext cx="38202" cy="208984"/>
            </a:xfrm>
            <a:custGeom>
              <a:rect b="b" l="l" r="r" t="t"/>
              <a:pathLst>
                <a:path extrusionOk="0" h="10405" w="1902">
                  <a:moveTo>
                    <a:pt x="116" y="1"/>
                  </a:moveTo>
                  <a:cubicBezTo>
                    <a:pt x="58" y="1"/>
                    <a:pt x="0" y="34"/>
                    <a:pt x="0" y="105"/>
                  </a:cubicBezTo>
                  <a:cubicBezTo>
                    <a:pt x="100" y="939"/>
                    <a:pt x="300" y="1806"/>
                    <a:pt x="467" y="2640"/>
                  </a:cubicBezTo>
                  <a:cubicBezTo>
                    <a:pt x="634" y="3474"/>
                    <a:pt x="801" y="4342"/>
                    <a:pt x="968" y="5176"/>
                  </a:cubicBezTo>
                  <a:cubicBezTo>
                    <a:pt x="1301" y="6877"/>
                    <a:pt x="1635" y="8578"/>
                    <a:pt x="1268" y="10279"/>
                  </a:cubicBezTo>
                  <a:cubicBezTo>
                    <a:pt x="1248" y="10360"/>
                    <a:pt x="1313" y="10404"/>
                    <a:pt x="1375" y="10404"/>
                  </a:cubicBezTo>
                  <a:cubicBezTo>
                    <a:pt x="1416" y="10404"/>
                    <a:pt x="1455" y="10385"/>
                    <a:pt x="1468" y="10346"/>
                  </a:cubicBezTo>
                  <a:cubicBezTo>
                    <a:pt x="1902" y="8678"/>
                    <a:pt x="1601" y="6977"/>
                    <a:pt x="1301" y="5342"/>
                  </a:cubicBezTo>
                  <a:cubicBezTo>
                    <a:pt x="1134" y="4475"/>
                    <a:pt x="968" y="3608"/>
                    <a:pt x="801" y="2740"/>
                  </a:cubicBezTo>
                  <a:cubicBezTo>
                    <a:pt x="634" y="1873"/>
                    <a:pt x="501" y="939"/>
                    <a:pt x="234" y="72"/>
                  </a:cubicBezTo>
                  <a:cubicBezTo>
                    <a:pt x="218" y="25"/>
                    <a:pt x="167" y="1"/>
                    <a:pt x="11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77" name="Google Shape;2477;p61"/>
            <p:cNvSpPr/>
            <p:nvPr/>
          </p:nvSpPr>
          <p:spPr>
            <a:xfrm>
              <a:off x="7567711" y="2255330"/>
              <a:ext cx="33221" cy="7773"/>
            </a:xfrm>
            <a:custGeom>
              <a:rect b="b" l="l" r="r" t="t"/>
              <a:pathLst>
                <a:path extrusionOk="0" h="387" w="1654">
                  <a:moveTo>
                    <a:pt x="97" y="1"/>
                  </a:moveTo>
                  <a:cubicBezTo>
                    <a:pt x="42" y="1"/>
                    <a:pt x="1" y="79"/>
                    <a:pt x="58" y="108"/>
                  </a:cubicBezTo>
                  <a:cubicBezTo>
                    <a:pt x="258" y="275"/>
                    <a:pt x="525" y="341"/>
                    <a:pt x="792" y="375"/>
                  </a:cubicBezTo>
                  <a:cubicBezTo>
                    <a:pt x="855" y="383"/>
                    <a:pt x="918" y="387"/>
                    <a:pt x="981" y="387"/>
                  </a:cubicBezTo>
                  <a:cubicBezTo>
                    <a:pt x="1185" y="387"/>
                    <a:pt x="1389" y="343"/>
                    <a:pt x="1593" y="241"/>
                  </a:cubicBezTo>
                  <a:cubicBezTo>
                    <a:pt x="1653" y="211"/>
                    <a:pt x="1604" y="70"/>
                    <a:pt x="1519" y="70"/>
                  </a:cubicBezTo>
                  <a:cubicBezTo>
                    <a:pt x="1510" y="70"/>
                    <a:pt x="1502" y="71"/>
                    <a:pt x="1493" y="74"/>
                  </a:cubicBezTo>
                  <a:cubicBezTo>
                    <a:pt x="1329" y="129"/>
                    <a:pt x="1143" y="183"/>
                    <a:pt x="936" y="183"/>
                  </a:cubicBezTo>
                  <a:cubicBezTo>
                    <a:pt x="889" y="183"/>
                    <a:pt x="841" y="181"/>
                    <a:pt x="792" y="174"/>
                  </a:cubicBezTo>
                  <a:cubicBezTo>
                    <a:pt x="559" y="174"/>
                    <a:pt x="325" y="74"/>
                    <a:pt x="125" y="8"/>
                  </a:cubicBezTo>
                  <a:cubicBezTo>
                    <a:pt x="116" y="3"/>
                    <a:pt x="106" y="1"/>
                    <a:pt x="9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78" name="Google Shape;2478;p61"/>
            <p:cNvSpPr/>
            <p:nvPr/>
          </p:nvSpPr>
          <p:spPr>
            <a:xfrm>
              <a:off x="7647247" y="2216606"/>
              <a:ext cx="27316" cy="15988"/>
            </a:xfrm>
            <a:custGeom>
              <a:rect b="b" l="l" r="r" t="t"/>
              <a:pathLst>
                <a:path extrusionOk="0" h="796" w="1360">
                  <a:moveTo>
                    <a:pt x="935" y="1"/>
                  </a:moveTo>
                  <a:cubicBezTo>
                    <a:pt x="768" y="1"/>
                    <a:pt x="635" y="34"/>
                    <a:pt x="535" y="101"/>
                  </a:cubicBezTo>
                  <a:cubicBezTo>
                    <a:pt x="401" y="134"/>
                    <a:pt x="301" y="234"/>
                    <a:pt x="201" y="301"/>
                  </a:cubicBezTo>
                  <a:cubicBezTo>
                    <a:pt x="168" y="368"/>
                    <a:pt x="101" y="435"/>
                    <a:pt x="68" y="468"/>
                  </a:cubicBezTo>
                  <a:cubicBezTo>
                    <a:pt x="34" y="535"/>
                    <a:pt x="1" y="601"/>
                    <a:pt x="1" y="701"/>
                  </a:cubicBezTo>
                  <a:cubicBezTo>
                    <a:pt x="1" y="760"/>
                    <a:pt x="46" y="795"/>
                    <a:pt x="97" y="795"/>
                  </a:cubicBezTo>
                  <a:cubicBezTo>
                    <a:pt x="134" y="795"/>
                    <a:pt x="173" y="777"/>
                    <a:pt x="201" y="735"/>
                  </a:cubicBezTo>
                  <a:cubicBezTo>
                    <a:pt x="234" y="701"/>
                    <a:pt x="268" y="668"/>
                    <a:pt x="301" y="601"/>
                  </a:cubicBezTo>
                  <a:cubicBezTo>
                    <a:pt x="301" y="568"/>
                    <a:pt x="335" y="535"/>
                    <a:pt x="368" y="501"/>
                  </a:cubicBezTo>
                  <a:cubicBezTo>
                    <a:pt x="468" y="401"/>
                    <a:pt x="535" y="335"/>
                    <a:pt x="635" y="301"/>
                  </a:cubicBezTo>
                  <a:cubicBezTo>
                    <a:pt x="785" y="226"/>
                    <a:pt x="954" y="189"/>
                    <a:pt x="1113" y="189"/>
                  </a:cubicBezTo>
                  <a:cubicBezTo>
                    <a:pt x="1166" y="189"/>
                    <a:pt x="1219" y="193"/>
                    <a:pt x="1269" y="201"/>
                  </a:cubicBezTo>
                  <a:cubicBezTo>
                    <a:pt x="1278" y="206"/>
                    <a:pt x="1287" y="208"/>
                    <a:pt x="1294" y="208"/>
                  </a:cubicBezTo>
                  <a:cubicBezTo>
                    <a:pt x="1343" y="208"/>
                    <a:pt x="1359" y="130"/>
                    <a:pt x="1302" y="101"/>
                  </a:cubicBezTo>
                  <a:lnTo>
                    <a:pt x="1302" y="101"/>
                  </a:lnTo>
                  <a:lnTo>
                    <a:pt x="1302" y="134"/>
                  </a:lnTo>
                  <a:cubicBezTo>
                    <a:pt x="1168" y="34"/>
                    <a:pt x="1068" y="1"/>
                    <a:pt x="93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79" name="Google Shape;2479;p61"/>
            <p:cNvSpPr/>
            <p:nvPr/>
          </p:nvSpPr>
          <p:spPr>
            <a:xfrm>
              <a:off x="7409421" y="3117097"/>
              <a:ext cx="58970" cy="102132"/>
            </a:xfrm>
            <a:custGeom>
              <a:rect b="b" l="l" r="r" t="t"/>
              <a:pathLst>
                <a:path extrusionOk="0" h="5085" w="2936">
                  <a:moveTo>
                    <a:pt x="289" y="0"/>
                  </a:moveTo>
                  <a:cubicBezTo>
                    <a:pt x="242" y="0"/>
                    <a:pt x="200" y="29"/>
                    <a:pt x="200" y="99"/>
                  </a:cubicBezTo>
                  <a:cubicBezTo>
                    <a:pt x="0" y="1167"/>
                    <a:pt x="67" y="2367"/>
                    <a:pt x="534" y="3335"/>
                  </a:cubicBezTo>
                  <a:cubicBezTo>
                    <a:pt x="767" y="3768"/>
                    <a:pt x="1068" y="4135"/>
                    <a:pt x="1435" y="4469"/>
                  </a:cubicBezTo>
                  <a:cubicBezTo>
                    <a:pt x="1635" y="4602"/>
                    <a:pt x="1801" y="4736"/>
                    <a:pt x="2002" y="4869"/>
                  </a:cubicBezTo>
                  <a:cubicBezTo>
                    <a:pt x="2198" y="4953"/>
                    <a:pt x="2418" y="5085"/>
                    <a:pt x="2622" y="5085"/>
                  </a:cubicBezTo>
                  <a:cubicBezTo>
                    <a:pt x="2660" y="5085"/>
                    <a:pt x="2698" y="5080"/>
                    <a:pt x="2735" y="5069"/>
                  </a:cubicBezTo>
                  <a:cubicBezTo>
                    <a:pt x="2936" y="5036"/>
                    <a:pt x="2936" y="4803"/>
                    <a:pt x="2836" y="4669"/>
                  </a:cubicBezTo>
                  <a:cubicBezTo>
                    <a:pt x="2735" y="4536"/>
                    <a:pt x="2469" y="4469"/>
                    <a:pt x="2302" y="4402"/>
                  </a:cubicBezTo>
                  <a:cubicBezTo>
                    <a:pt x="2102" y="4302"/>
                    <a:pt x="1935" y="4169"/>
                    <a:pt x="1768" y="4035"/>
                  </a:cubicBezTo>
                  <a:cubicBezTo>
                    <a:pt x="1435" y="3768"/>
                    <a:pt x="1168" y="3435"/>
                    <a:pt x="968" y="3068"/>
                  </a:cubicBezTo>
                  <a:cubicBezTo>
                    <a:pt x="501" y="2134"/>
                    <a:pt x="567" y="1133"/>
                    <a:pt x="434" y="133"/>
                  </a:cubicBezTo>
                  <a:cubicBezTo>
                    <a:pt x="434" y="55"/>
                    <a:pt x="355" y="0"/>
                    <a:pt x="2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80" name="Google Shape;2480;p61"/>
            <p:cNvSpPr/>
            <p:nvPr/>
          </p:nvSpPr>
          <p:spPr>
            <a:xfrm>
              <a:off x="8132220" y="2662071"/>
              <a:ext cx="26251" cy="41455"/>
            </a:xfrm>
            <a:custGeom>
              <a:rect b="b" l="l" r="r" t="t"/>
              <a:pathLst>
                <a:path extrusionOk="0" h="2064" w="1307">
                  <a:moveTo>
                    <a:pt x="1063" y="0"/>
                  </a:moveTo>
                  <a:cubicBezTo>
                    <a:pt x="991" y="0"/>
                    <a:pt x="922" y="42"/>
                    <a:pt x="906" y="138"/>
                  </a:cubicBezTo>
                  <a:cubicBezTo>
                    <a:pt x="873" y="271"/>
                    <a:pt x="906" y="438"/>
                    <a:pt x="873" y="605"/>
                  </a:cubicBezTo>
                  <a:cubicBezTo>
                    <a:pt x="839" y="738"/>
                    <a:pt x="773" y="905"/>
                    <a:pt x="706" y="1005"/>
                  </a:cubicBezTo>
                  <a:cubicBezTo>
                    <a:pt x="573" y="1305"/>
                    <a:pt x="372" y="1539"/>
                    <a:pt x="139" y="1739"/>
                  </a:cubicBezTo>
                  <a:cubicBezTo>
                    <a:pt x="0" y="1878"/>
                    <a:pt x="139" y="2063"/>
                    <a:pt x="305" y="2063"/>
                  </a:cubicBezTo>
                  <a:cubicBezTo>
                    <a:pt x="338" y="2063"/>
                    <a:pt x="372" y="2056"/>
                    <a:pt x="406" y="2039"/>
                  </a:cubicBezTo>
                  <a:cubicBezTo>
                    <a:pt x="739" y="1873"/>
                    <a:pt x="973" y="1572"/>
                    <a:pt x="1106" y="1205"/>
                  </a:cubicBezTo>
                  <a:cubicBezTo>
                    <a:pt x="1206" y="1039"/>
                    <a:pt x="1240" y="872"/>
                    <a:pt x="1273" y="705"/>
                  </a:cubicBezTo>
                  <a:cubicBezTo>
                    <a:pt x="1306" y="538"/>
                    <a:pt x="1306" y="305"/>
                    <a:pt x="1273" y="138"/>
                  </a:cubicBezTo>
                  <a:lnTo>
                    <a:pt x="1240" y="138"/>
                  </a:lnTo>
                  <a:cubicBezTo>
                    <a:pt x="1222" y="51"/>
                    <a:pt x="1141" y="0"/>
                    <a:pt x="1063" y="0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81" name="Google Shape;2481;p61"/>
            <p:cNvSpPr/>
            <p:nvPr/>
          </p:nvSpPr>
          <p:spPr>
            <a:xfrm>
              <a:off x="7233155" y="2864950"/>
              <a:ext cx="44970" cy="19442"/>
            </a:xfrm>
            <a:custGeom>
              <a:rect b="b" l="l" r="r" t="t"/>
              <a:pathLst>
                <a:path extrusionOk="0" h="968" w="2239">
                  <a:moveTo>
                    <a:pt x="235" y="1"/>
                  </a:moveTo>
                  <a:cubicBezTo>
                    <a:pt x="116" y="1"/>
                    <a:pt x="0" y="149"/>
                    <a:pt x="103" y="278"/>
                  </a:cubicBezTo>
                  <a:cubicBezTo>
                    <a:pt x="508" y="655"/>
                    <a:pt x="1087" y="967"/>
                    <a:pt x="1664" y="967"/>
                  </a:cubicBezTo>
                  <a:cubicBezTo>
                    <a:pt x="1801" y="967"/>
                    <a:pt x="1937" y="950"/>
                    <a:pt x="2071" y="911"/>
                  </a:cubicBezTo>
                  <a:cubicBezTo>
                    <a:pt x="2238" y="845"/>
                    <a:pt x="2205" y="611"/>
                    <a:pt x="2005" y="578"/>
                  </a:cubicBezTo>
                  <a:cubicBezTo>
                    <a:pt x="1704" y="578"/>
                    <a:pt x="1404" y="578"/>
                    <a:pt x="1137" y="478"/>
                  </a:cubicBezTo>
                  <a:cubicBezTo>
                    <a:pt x="837" y="378"/>
                    <a:pt x="570" y="244"/>
                    <a:pt x="337" y="44"/>
                  </a:cubicBezTo>
                  <a:cubicBezTo>
                    <a:pt x="306" y="14"/>
                    <a:pt x="271" y="1"/>
                    <a:pt x="235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82" name="Google Shape;2482;p61"/>
            <p:cNvSpPr/>
            <p:nvPr/>
          </p:nvSpPr>
          <p:spPr>
            <a:xfrm>
              <a:off x="7226888" y="2682096"/>
              <a:ext cx="29625" cy="39065"/>
            </a:xfrm>
            <a:custGeom>
              <a:rect b="b" l="l" r="r" t="t"/>
              <a:pathLst>
                <a:path extrusionOk="0" h="1945" w="1475">
                  <a:moveTo>
                    <a:pt x="169" y="1"/>
                  </a:moveTo>
                  <a:cubicBezTo>
                    <a:pt x="90" y="1"/>
                    <a:pt x="1" y="79"/>
                    <a:pt x="48" y="175"/>
                  </a:cubicBezTo>
                  <a:cubicBezTo>
                    <a:pt x="249" y="475"/>
                    <a:pt x="415" y="775"/>
                    <a:pt x="615" y="1042"/>
                  </a:cubicBezTo>
                  <a:lnTo>
                    <a:pt x="882" y="1476"/>
                  </a:lnTo>
                  <a:cubicBezTo>
                    <a:pt x="982" y="1643"/>
                    <a:pt x="1116" y="1776"/>
                    <a:pt x="1216" y="1910"/>
                  </a:cubicBezTo>
                  <a:cubicBezTo>
                    <a:pt x="1248" y="1934"/>
                    <a:pt x="1281" y="1945"/>
                    <a:pt x="1311" y="1945"/>
                  </a:cubicBezTo>
                  <a:cubicBezTo>
                    <a:pt x="1405" y="1945"/>
                    <a:pt x="1475" y="1844"/>
                    <a:pt x="1449" y="1743"/>
                  </a:cubicBezTo>
                  <a:cubicBezTo>
                    <a:pt x="1383" y="1609"/>
                    <a:pt x="1283" y="1443"/>
                    <a:pt x="1183" y="1309"/>
                  </a:cubicBezTo>
                  <a:cubicBezTo>
                    <a:pt x="1082" y="1176"/>
                    <a:pt x="982" y="1042"/>
                    <a:pt x="882" y="876"/>
                  </a:cubicBezTo>
                  <a:cubicBezTo>
                    <a:pt x="682" y="609"/>
                    <a:pt x="482" y="308"/>
                    <a:pt x="249" y="42"/>
                  </a:cubicBezTo>
                  <a:cubicBezTo>
                    <a:pt x="230" y="13"/>
                    <a:pt x="200" y="1"/>
                    <a:pt x="169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83" name="Google Shape;2483;p61"/>
            <p:cNvSpPr/>
            <p:nvPr/>
          </p:nvSpPr>
          <p:spPr>
            <a:xfrm>
              <a:off x="7601695" y="2306326"/>
              <a:ext cx="44709" cy="13216"/>
            </a:xfrm>
            <a:custGeom>
              <a:rect b="b" l="l" r="r" t="t"/>
              <a:pathLst>
                <a:path extrusionOk="0" h="658" w="2226">
                  <a:moveTo>
                    <a:pt x="1997" y="1"/>
                  </a:moveTo>
                  <a:cubicBezTo>
                    <a:pt x="1988" y="1"/>
                    <a:pt x="1979" y="2"/>
                    <a:pt x="1969" y="4"/>
                  </a:cubicBezTo>
                  <a:lnTo>
                    <a:pt x="1969" y="37"/>
                  </a:lnTo>
                  <a:cubicBezTo>
                    <a:pt x="1669" y="104"/>
                    <a:pt x="1368" y="204"/>
                    <a:pt x="1068" y="271"/>
                  </a:cubicBezTo>
                  <a:cubicBezTo>
                    <a:pt x="768" y="337"/>
                    <a:pt x="434" y="371"/>
                    <a:pt x="134" y="404"/>
                  </a:cubicBezTo>
                  <a:cubicBezTo>
                    <a:pt x="1" y="404"/>
                    <a:pt x="1" y="638"/>
                    <a:pt x="134" y="638"/>
                  </a:cubicBezTo>
                  <a:cubicBezTo>
                    <a:pt x="265" y="651"/>
                    <a:pt x="397" y="657"/>
                    <a:pt x="529" y="657"/>
                  </a:cubicBezTo>
                  <a:cubicBezTo>
                    <a:pt x="1071" y="657"/>
                    <a:pt x="1613" y="545"/>
                    <a:pt x="2069" y="304"/>
                  </a:cubicBezTo>
                  <a:cubicBezTo>
                    <a:pt x="2226" y="241"/>
                    <a:pt x="2146" y="1"/>
                    <a:pt x="1997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3800" lIns="53800" spcFirstLastPara="1" rIns="53800" wrap="square" tIns="5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i="0" sz="82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2484" name="Google Shape;2484;p61" title="wbs 2-1.1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8031" y="936725"/>
            <a:ext cx="2893870" cy="4206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5" name="Google Shape;2485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9698" y="986550"/>
            <a:ext cx="3370299" cy="4107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86" name="Google Shape;2486;p6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0" name="Shape 2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1" name="Google Shape;2491;p62"/>
          <p:cNvGrpSpPr/>
          <p:nvPr/>
        </p:nvGrpSpPr>
        <p:grpSpPr>
          <a:xfrm>
            <a:off x="-268451" y="-4"/>
            <a:ext cx="8350123" cy="872890"/>
            <a:chOff x="32775" y="157521"/>
            <a:chExt cx="8049087" cy="841421"/>
          </a:xfrm>
        </p:grpSpPr>
        <p:sp>
          <p:nvSpPr>
            <p:cNvPr id="2492" name="Google Shape;2492;p62"/>
            <p:cNvSpPr/>
            <p:nvPr/>
          </p:nvSpPr>
          <p:spPr>
            <a:xfrm rot="5400000">
              <a:off x="3026769" y="-2511327"/>
              <a:ext cx="717000" cy="6179100"/>
            </a:xfrm>
            <a:prstGeom prst="round2SameRect">
              <a:avLst>
                <a:gd fmla="val 48054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52"/>
                <a:buFont typeface="Arial"/>
                <a:buNone/>
              </a:pPr>
              <a:r>
                <a:t/>
              </a:r>
              <a:endParaRPr b="0" i="0" sz="145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3" name="Google Shape;2493;p62"/>
            <p:cNvSpPr txBox="1"/>
            <p:nvPr/>
          </p:nvSpPr>
          <p:spPr>
            <a:xfrm>
              <a:off x="32775" y="290275"/>
              <a:ext cx="6409200" cy="48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4850" lIns="94850" spcFirstLastPara="1" rIns="94850" wrap="square" tIns="94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386">
                  <a:solidFill>
                    <a:srgbClr val="FFE5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Overall Network Diagram</a:t>
              </a:r>
              <a:endParaRPr b="1" sz="2386">
                <a:solidFill>
                  <a:srgbClr val="FFE59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494" name="Google Shape;2494;p62"/>
            <p:cNvGrpSpPr/>
            <p:nvPr/>
          </p:nvGrpSpPr>
          <p:grpSpPr>
            <a:xfrm>
              <a:off x="6862400" y="157521"/>
              <a:ext cx="1219462" cy="841421"/>
              <a:chOff x="6733375" y="1343796"/>
              <a:chExt cx="1219462" cy="841421"/>
            </a:xfrm>
          </p:grpSpPr>
          <p:grpSp>
            <p:nvGrpSpPr>
              <p:cNvPr id="2495" name="Google Shape;2495;p62"/>
              <p:cNvGrpSpPr/>
              <p:nvPr/>
            </p:nvGrpSpPr>
            <p:grpSpPr>
              <a:xfrm>
                <a:off x="6958180" y="1612448"/>
                <a:ext cx="560626" cy="572765"/>
                <a:chOff x="1961475" y="2492375"/>
                <a:chExt cx="1421825" cy="1451875"/>
              </a:xfrm>
            </p:grpSpPr>
            <p:sp>
              <p:nvSpPr>
                <p:cNvPr id="2496" name="Google Shape;2496;p62"/>
                <p:cNvSpPr/>
                <p:nvPr/>
              </p:nvSpPr>
              <p:spPr>
                <a:xfrm>
                  <a:off x="1961475" y="2492375"/>
                  <a:ext cx="1421825" cy="1451875"/>
                </a:xfrm>
                <a:custGeom>
                  <a:rect b="b" l="l" r="r" t="t"/>
                  <a:pathLst>
                    <a:path extrusionOk="0" h="58075" w="56873">
                      <a:moveTo>
                        <a:pt x="28469" y="9443"/>
                      </a:moveTo>
                      <a:cubicBezTo>
                        <a:pt x="29104" y="9443"/>
                        <a:pt x="29744" y="9475"/>
                        <a:pt x="30389" y="9540"/>
                      </a:cubicBezTo>
                      <a:cubicBezTo>
                        <a:pt x="40930" y="10641"/>
                        <a:pt x="48602" y="20248"/>
                        <a:pt x="47535" y="30989"/>
                      </a:cubicBezTo>
                      <a:cubicBezTo>
                        <a:pt x="46535" y="41054"/>
                        <a:pt x="38211" y="48571"/>
                        <a:pt x="28494" y="48571"/>
                      </a:cubicBezTo>
                      <a:cubicBezTo>
                        <a:pt x="27841" y="48571"/>
                        <a:pt x="27183" y="48537"/>
                        <a:pt x="26520" y="48468"/>
                      </a:cubicBezTo>
                      <a:cubicBezTo>
                        <a:pt x="15979" y="47367"/>
                        <a:pt x="8307" y="37794"/>
                        <a:pt x="9374" y="27053"/>
                      </a:cubicBezTo>
                      <a:cubicBezTo>
                        <a:pt x="10376" y="16969"/>
                        <a:pt x="18728" y="9443"/>
                        <a:pt x="28469" y="9443"/>
                      </a:cubicBezTo>
                      <a:close/>
                      <a:moveTo>
                        <a:pt x="26420" y="0"/>
                      </a:moveTo>
                      <a:cubicBezTo>
                        <a:pt x="24552" y="133"/>
                        <a:pt x="22717" y="467"/>
                        <a:pt x="20949" y="967"/>
                      </a:cubicBezTo>
                      <a:cubicBezTo>
                        <a:pt x="21049" y="1134"/>
                        <a:pt x="21149" y="1301"/>
                        <a:pt x="21249" y="1501"/>
                      </a:cubicBezTo>
                      <a:cubicBezTo>
                        <a:pt x="22317" y="3903"/>
                        <a:pt x="21249" y="6738"/>
                        <a:pt x="18881" y="7839"/>
                      </a:cubicBezTo>
                      <a:cubicBezTo>
                        <a:pt x="18255" y="8130"/>
                        <a:pt x="17601" y="8267"/>
                        <a:pt x="16958" y="8267"/>
                      </a:cubicBezTo>
                      <a:cubicBezTo>
                        <a:pt x="15168" y="8267"/>
                        <a:pt x="13462" y="7204"/>
                        <a:pt x="12677" y="5437"/>
                      </a:cubicBezTo>
                      <a:cubicBezTo>
                        <a:pt x="12610" y="5270"/>
                        <a:pt x="12543" y="5104"/>
                        <a:pt x="12510" y="4904"/>
                      </a:cubicBezTo>
                      <a:cubicBezTo>
                        <a:pt x="10975" y="5971"/>
                        <a:pt x="9541" y="7172"/>
                        <a:pt x="8240" y="8506"/>
                      </a:cubicBezTo>
                      <a:cubicBezTo>
                        <a:pt x="8407" y="8606"/>
                        <a:pt x="8574" y="8673"/>
                        <a:pt x="8707" y="8773"/>
                      </a:cubicBezTo>
                      <a:cubicBezTo>
                        <a:pt x="10809" y="10341"/>
                        <a:pt x="11309" y="13343"/>
                        <a:pt x="9775" y="15478"/>
                      </a:cubicBezTo>
                      <a:cubicBezTo>
                        <a:pt x="8866" y="16789"/>
                        <a:pt x="7433" y="17479"/>
                        <a:pt x="5970" y="17479"/>
                      </a:cubicBezTo>
                      <a:cubicBezTo>
                        <a:pt x="5015" y="17479"/>
                        <a:pt x="4047" y="17185"/>
                        <a:pt x="3203" y="16579"/>
                      </a:cubicBezTo>
                      <a:cubicBezTo>
                        <a:pt x="3070" y="16478"/>
                        <a:pt x="2970" y="16345"/>
                        <a:pt x="2836" y="16245"/>
                      </a:cubicBezTo>
                      <a:cubicBezTo>
                        <a:pt x="2036" y="17913"/>
                        <a:pt x="1402" y="19681"/>
                        <a:pt x="902" y="21515"/>
                      </a:cubicBezTo>
                      <a:cubicBezTo>
                        <a:pt x="1035" y="21515"/>
                        <a:pt x="1154" y="21501"/>
                        <a:pt x="1267" y="21501"/>
                      </a:cubicBezTo>
                      <a:cubicBezTo>
                        <a:pt x="1324" y="21501"/>
                        <a:pt x="1380" y="21504"/>
                        <a:pt x="1435" y="21515"/>
                      </a:cubicBezTo>
                      <a:cubicBezTo>
                        <a:pt x="4004" y="21782"/>
                        <a:pt x="5905" y="24117"/>
                        <a:pt x="5638" y="26752"/>
                      </a:cubicBezTo>
                      <a:cubicBezTo>
                        <a:pt x="5388" y="29253"/>
                        <a:pt x="3351" y="31081"/>
                        <a:pt x="954" y="31081"/>
                      </a:cubicBezTo>
                      <a:cubicBezTo>
                        <a:pt x="794" y="31081"/>
                        <a:pt x="631" y="31072"/>
                        <a:pt x="468" y="31056"/>
                      </a:cubicBezTo>
                      <a:cubicBezTo>
                        <a:pt x="301" y="31056"/>
                        <a:pt x="168" y="30989"/>
                        <a:pt x="1" y="30955"/>
                      </a:cubicBezTo>
                      <a:lnTo>
                        <a:pt x="1" y="30955"/>
                      </a:lnTo>
                      <a:cubicBezTo>
                        <a:pt x="134" y="32857"/>
                        <a:pt x="435" y="34725"/>
                        <a:pt x="902" y="36493"/>
                      </a:cubicBezTo>
                      <a:cubicBezTo>
                        <a:pt x="1035" y="36426"/>
                        <a:pt x="1202" y="36326"/>
                        <a:pt x="1335" y="36226"/>
                      </a:cubicBezTo>
                      <a:cubicBezTo>
                        <a:pt x="1958" y="35945"/>
                        <a:pt x="2611" y="35812"/>
                        <a:pt x="3254" y="35812"/>
                      </a:cubicBezTo>
                      <a:cubicBezTo>
                        <a:pt x="5057" y="35812"/>
                        <a:pt x="6786" y="36858"/>
                        <a:pt x="7573" y="38628"/>
                      </a:cubicBezTo>
                      <a:cubicBezTo>
                        <a:pt x="8640" y="41063"/>
                        <a:pt x="7573" y="43898"/>
                        <a:pt x="5205" y="44999"/>
                      </a:cubicBezTo>
                      <a:cubicBezTo>
                        <a:pt x="5038" y="45066"/>
                        <a:pt x="4871" y="45099"/>
                        <a:pt x="4704" y="45166"/>
                      </a:cubicBezTo>
                      <a:cubicBezTo>
                        <a:pt x="5738" y="46733"/>
                        <a:pt x="6906" y="48201"/>
                        <a:pt x="8207" y="49535"/>
                      </a:cubicBezTo>
                      <a:cubicBezTo>
                        <a:pt x="8307" y="49369"/>
                        <a:pt x="8374" y="49202"/>
                        <a:pt x="8507" y="49035"/>
                      </a:cubicBezTo>
                      <a:cubicBezTo>
                        <a:pt x="9415" y="47723"/>
                        <a:pt x="10848" y="47034"/>
                        <a:pt x="12304" y="47034"/>
                      </a:cubicBezTo>
                      <a:cubicBezTo>
                        <a:pt x="13254" y="47034"/>
                        <a:pt x="14215" y="47328"/>
                        <a:pt x="15045" y="47934"/>
                      </a:cubicBezTo>
                      <a:cubicBezTo>
                        <a:pt x="17180" y="49502"/>
                        <a:pt x="17647" y="52504"/>
                        <a:pt x="16112" y="54639"/>
                      </a:cubicBezTo>
                      <a:cubicBezTo>
                        <a:pt x="16012" y="54806"/>
                        <a:pt x="15879" y="54939"/>
                        <a:pt x="15745" y="55073"/>
                      </a:cubicBezTo>
                      <a:cubicBezTo>
                        <a:pt x="17380" y="55907"/>
                        <a:pt x="19115" y="56574"/>
                        <a:pt x="20949" y="57108"/>
                      </a:cubicBezTo>
                      <a:cubicBezTo>
                        <a:pt x="20949" y="56874"/>
                        <a:pt x="20916" y="56674"/>
                        <a:pt x="20949" y="56474"/>
                      </a:cubicBezTo>
                      <a:cubicBezTo>
                        <a:pt x="21200" y="54002"/>
                        <a:pt x="23240" y="52146"/>
                        <a:pt x="25640" y="52146"/>
                      </a:cubicBezTo>
                      <a:cubicBezTo>
                        <a:pt x="25799" y="52146"/>
                        <a:pt x="25958" y="52154"/>
                        <a:pt x="26120" y="52171"/>
                      </a:cubicBezTo>
                      <a:cubicBezTo>
                        <a:pt x="28688" y="52438"/>
                        <a:pt x="30556" y="54806"/>
                        <a:pt x="30323" y="57441"/>
                      </a:cubicBezTo>
                      <a:cubicBezTo>
                        <a:pt x="30289" y="57641"/>
                        <a:pt x="30222" y="57841"/>
                        <a:pt x="30189" y="58075"/>
                      </a:cubicBezTo>
                      <a:cubicBezTo>
                        <a:pt x="31857" y="57975"/>
                        <a:pt x="33458" y="57708"/>
                        <a:pt x="35059" y="57308"/>
                      </a:cubicBezTo>
                      <a:cubicBezTo>
                        <a:pt x="35393" y="57241"/>
                        <a:pt x="35526" y="56874"/>
                        <a:pt x="35393" y="56574"/>
                      </a:cubicBezTo>
                      <a:cubicBezTo>
                        <a:pt x="35393" y="56574"/>
                        <a:pt x="35393" y="56540"/>
                        <a:pt x="35393" y="56540"/>
                      </a:cubicBezTo>
                      <a:cubicBezTo>
                        <a:pt x="34325" y="54105"/>
                        <a:pt x="35359" y="51270"/>
                        <a:pt x="37728" y="50203"/>
                      </a:cubicBezTo>
                      <a:cubicBezTo>
                        <a:pt x="38360" y="49909"/>
                        <a:pt x="39023" y="49769"/>
                        <a:pt x="39676" y="49769"/>
                      </a:cubicBezTo>
                      <a:cubicBezTo>
                        <a:pt x="41469" y="49769"/>
                        <a:pt x="43183" y="50819"/>
                        <a:pt x="43966" y="52604"/>
                      </a:cubicBezTo>
                      <a:cubicBezTo>
                        <a:pt x="44056" y="52831"/>
                        <a:pt x="44270" y="52965"/>
                        <a:pt x="44482" y="52965"/>
                      </a:cubicBezTo>
                      <a:cubicBezTo>
                        <a:pt x="44581" y="52965"/>
                        <a:pt x="44681" y="52935"/>
                        <a:pt x="44766" y="52871"/>
                      </a:cubicBezTo>
                      <a:cubicBezTo>
                        <a:pt x="45934" y="52037"/>
                        <a:pt x="47034" y="51103"/>
                        <a:pt x="48069" y="50103"/>
                      </a:cubicBezTo>
                      <a:cubicBezTo>
                        <a:pt x="48302" y="49869"/>
                        <a:pt x="48269" y="49469"/>
                        <a:pt x="48002" y="49302"/>
                      </a:cubicBezTo>
                      <a:cubicBezTo>
                        <a:pt x="47968" y="49269"/>
                        <a:pt x="47935" y="49269"/>
                        <a:pt x="47902" y="49235"/>
                      </a:cubicBezTo>
                      <a:cubicBezTo>
                        <a:pt x="45800" y="47667"/>
                        <a:pt x="45333" y="44699"/>
                        <a:pt x="46868" y="42530"/>
                      </a:cubicBezTo>
                      <a:cubicBezTo>
                        <a:pt x="47780" y="41233"/>
                        <a:pt x="49222" y="40539"/>
                        <a:pt x="50685" y="40539"/>
                      </a:cubicBezTo>
                      <a:cubicBezTo>
                        <a:pt x="51629" y="40539"/>
                        <a:pt x="52582" y="40828"/>
                        <a:pt x="53406" y="41430"/>
                      </a:cubicBezTo>
                      <a:lnTo>
                        <a:pt x="53472" y="41496"/>
                      </a:lnTo>
                      <a:cubicBezTo>
                        <a:pt x="53567" y="41567"/>
                        <a:pt x="53678" y="41600"/>
                        <a:pt x="53788" y="41600"/>
                      </a:cubicBezTo>
                      <a:cubicBezTo>
                        <a:pt x="53989" y="41600"/>
                        <a:pt x="54187" y="41490"/>
                        <a:pt x="54273" y="41296"/>
                      </a:cubicBezTo>
                      <a:cubicBezTo>
                        <a:pt x="54873" y="39995"/>
                        <a:pt x="55407" y="38628"/>
                        <a:pt x="55807" y="37193"/>
                      </a:cubicBezTo>
                      <a:cubicBezTo>
                        <a:pt x="55874" y="36860"/>
                        <a:pt x="55641" y="36560"/>
                        <a:pt x="55307" y="36526"/>
                      </a:cubicBezTo>
                      <a:lnTo>
                        <a:pt x="55207" y="36526"/>
                      </a:lnTo>
                      <a:cubicBezTo>
                        <a:pt x="52605" y="36259"/>
                        <a:pt x="50737" y="33891"/>
                        <a:pt x="51004" y="31256"/>
                      </a:cubicBezTo>
                      <a:cubicBezTo>
                        <a:pt x="51254" y="28784"/>
                        <a:pt x="53295" y="26928"/>
                        <a:pt x="55667" y="26928"/>
                      </a:cubicBezTo>
                      <a:cubicBezTo>
                        <a:pt x="55824" y="26928"/>
                        <a:pt x="55982" y="26936"/>
                        <a:pt x="56141" y="26953"/>
                      </a:cubicBezTo>
                      <a:cubicBezTo>
                        <a:pt x="56174" y="26953"/>
                        <a:pt x="56208" y="26986"/>
                        <a:pt x="56208" y="26986"/>
                      </a:cubicBezTo>
                      <a:cubicBezTo>
                        <a:pt x="56229" y="26988"/>
                        <a:pt x="56249" y="26989"/>
                        <a:pt x="56270" y="26989"/>
                      </a:cubicBezTo>
                      <a:cubicBezTo>
                        <a:pt x="56608" y="26989"/>
                        <a:pt x="56873" y="26734"/>
                        <a:pt x="56841" y="26419"/>
                      </a:cubicBezTo>
                      <a:cubicBezTo>
                        <a:pt x="56708" y="24951"/>
                        <a:pt x="56475" y="23483"/>
                        <a:pt x="56141" y="22082"/>
                      </a:cubicBezTo>
                      <a:cubicBezTo>
                        <a:pt x="56068" y="21838"/>
                        <a:pt x="55851" y="21683"/>
                        <a:pt x="55623" y="21683"/>
                      </a:cubicBezTo>
                      <a:cubicBezTo>
                        <a:pt x="55539" y="21683"/>
                        <a:pt x="55454" y="21704"/>
                        <a:pt x="55374" y="21749"/>
                      </a:cubicBezTo>
                      <a:cubicBezTo>
                        <a:pt x="55340" y="21749"/>
                        <a:pt x="55307" y="21782"/>
                        <a:pt x="55274" y="21782"/>
                      </a:cubicBezTo>
                      <a:cubicBezTo>
                        <a:pt x="54641" y="22076"/>
                        <a:pt x="53980" y="22216"/>
                        <a:pt x="53331" y="22216"/>
                      </a:cubicBezTo>
                      <a:cubicBezTo>
                        <a:pt x="51548" y="22216"/>
                        <a:pt x="49852" y="21165"/>
                        <a:pt x="49069" y="19381"/>
                      </a:cubicBezTo>
                      <a:cubicBezTo>
                        <a:pt x="48002" y="16979"/>
                        <a:pt x="49069" y="14110"/>
                        <a:pt x="51438" y="13043"/>
                      </a:cubicBezTo>
                      <a:cubicBezTo>
                        <a:pt x="51438" y="13043"/>
                        <a:pt x="51471" y="13009"/>
                        <a:pt x="51471" y="13009"/>
                      </a:cubicBezTo>
                      <a:cubicBezTo>
                        <a:pt x="51771" y="12876"/>
                        <a:pt x="51905" y="12509"/>
                        <a:pt x="51704" y="12209"/>
                      </a:cubicBezTo>
                      <a:cubicBezTo>
                        <a:pt x="50904" y="11041"/>
                        <a:pt x="49970" y="9907"/>
                        <a:pt x="49003" y="8873"/>
                      </a:cubicBezTo>
                      <a:cubicBezTo>
                        <a:pt x="48900" y="8756"/>
                        <a:pt x="48766" y="8703"/>
                        <a:pt x="48630" y="8703"/>
                      </a:cubicBezTo>
                      <a:cubicBezTo>
                        <a:pt x="48457" y="8703"/>
                        <a:pt x="48281" y="8790"/>
                        <a:pt x="48169" y="8940"/>
                      </a:cubicBezTo>
                      <a:cubicBezTo>
                        <a:pt x="48169" y="8973"/>
                        <a:pt x="48135" y="8973"/>
                        <a:pt x="48135" y="9006"/>
                      </a:cubicBezTo>
                      <a:cubicBezTo>
                        <a:pt x="47228" y="10297"/>
                        <a:pt x="45784" y="10990"/>
                        <a:pt x="44319" y="10990"/>
                      </a:cubicBezTo>
                      <a:cubicBezTo>
                        <a:pt x="43361" y="10990"/>
                        <a:pt x="42395" y="10694"/>
                        <a:pt x="41564" y="10074"/>
                      </a:cubicBezTo>
                      <a:cubicBezTo>
                        <a:pt x="39462" y="8539"/>
                        <a:pt x="38995" y="5537"/>
                        <a:pt x="40496" y="3369"/>
                      </a:cubicBezTo>
                      <a:cubicBezTo>
                        <a:pt x="40697" y="3102"/>
                        <a:pt x="40630" y="2702"/>
                        <a:pt x="40330" y="2569"/>
                      </a:cubicBezTo>
                      <a:cubicBezTo>
                        <a:pt x="39062" y="1968"/>
                        <a:pt x="37728" y="1468"/>
                        <a:pt x="36360" y="1067"/>
                      </a:cubicBezTo>
                      <a:cubicBezTo>
                        <a:pt x="36312" y="1053"/>
                        <a:pt x="36264" y="1046"/>
                        <a:pt x="36218" y="1046"/>
                      </a:cubicBezTo>
                      <a:cubicBezTo>
                        <a:pt x="35945" y="1046"/>
                        <a:pt x="35722" y="1283"/>
                        <a:pt x="35693" y="1568"/>
                      </a:cubicBezTo>
                      <a:cubicBezTo>
                        <a:pt x="35443" y="4040"/>
                        <a:pt x="33402" y="5895"/>
                        <a:pt x="31002" y="5895"/>
                      </a:cubicBezTo>
                      <a:cubicBezTo>
                        <a:pt x="30844" y="5895"/>
                        <a:pt x="30684" y="5887"/>
                        <a:pt x="30523" y="5871"/>
                      </a:cubicBezTo>
                      <a:cubicBezTo>
                        <a:pt x="27954" y="5604"/>
                        <a:pt x="26053" y="3236"/>
                        <a:pt x="26320" y="600"/>
                      </a:cubicBezTo>
                      <a:cubicBezTo>
                        <a:pt x="26353" y="400"/>
                        <a:pt x="26386" y="200"/>
                        <a:pt x="2642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4850" lIns="94850" spcFirstLastPara="1" rIns="94850" wrap="square" tIns="9485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52"/>
                    <a:buFont typeface="Arial"/>
                    <a:buNone/>
                  </a:pPr>
                  <a:r>
                    <a:t/>
                  </a:r>
                  <a:endParaRPr b="0" i="0" sz="14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97" name="Google Shape;2497;p62"/>
                <p:cNvSpPr/>
                <p:nvPr/>
              </p:nvSpPr>
              <p:spPr>
                <a:xfrm>
                  <a:off x="2093250" y="2662475"/>
                  <a:ext cx="1159175" cy="1111650"/>
                </a:xfrm>
                <a:custGeom>
                  <a:rect b="b" l="l" r="r" t="t"/>
                  <a:pathLst>
                    <a:path extrusionOk="0" h="44466" w="46367">
                      <a:moveTo>
                        <a:pt x="23185" y="7304"/>
                      </a:moveTo>
                      <a:cubicBezTo>
                        <a:pt x="30397" y="7304"/>
                        <a:pt x="36684" y="12752"/>
                        <a:pt x="37694" y="20249"/>
                      </a:cubicBezTo>
                      <a:cubicBezTo>
                        <a:pt x="38761" y="28388"/>
                        <a:pt x="33124" y="35927"/>
                        <a:pt x="25118" y="37027"/>
                      </a:cubicBezTo>
                      <a:cubicBezTo>
                        <a:pt x="24459" y="37118"/>
                        <a:pt x="23804" y="37163"/>
                        <a:pt x="23155" y="37163"/>
                      </a:cubicBezTo>
                      <a:cubicBezTo>
                        <a:pt x="15965" y="37163"/>
                        <a:pt x="9652" y="31715"/>
                        <a:pt x="8673" y="24218"/>
                      </a:cubicBezTo>
                      <a:cubicBezTo>
                        <a:pt x="7606" y="16046"/>
                        <a:pt x="13210" y="8540"/>
                        <a:pt x="21215" y="7440"/>
                      </a:cubicBezTo>
                      <a:cubicBezTo>
                        <a:pt x="21877" y="7349"/>
                        <a:pt x="22535" y="7304"/>
                        <a:pt x="23185" y="7304"/>
                      </a:cubicBezTo>
                      <a:close/>
                      <a:moveTo>
                        <a:pt x="23173" y="1"/>
                      </a:moveTo>
                      <a:cubicBezTo>
                        <a:pt x="22208" y="1"/>
                        <a:pt x="21231" y="66"/>
                        <a:pt x="20248" y="201"/>
                      </a:cubicBezTo>
                      <a:lnTo>
                        <a:pt x="20281" y="201"/>
                      </a:lnTo>
                      <a:cubicBezTo>
                        <a:pt x="8373" y="1836"/>
                        <a:pt x="0" y="13044"/>
                        <a:pt x="1601" y="25186"/>
                      </a:cubicBezTo>
                      <a:cubicBezTo>
                        <a:pt x="3071" y="36329"/>
                        <a:pt x="12435" y="44466"/>
                        <a:pt x="23170" y="44466"/>
                      </a:cubicBezTo>
                      <a:cubicBezTo>
                        <a:pt x="24133" y="44466"/>
                        <a:pt x="25106" y="44400"/>
                        <a:pt x="26086" y="44266"/>
                      </a:cubicBezTo>
                      <a:cubicBezTo>
                        <a:pt x="37994" y="42631"/>
                        <a:pt x="46367" y="31390"/>
                        <a:pt x="44766" y="19248"/>
                      </a:cubicBezTo>
                      <a:cubicBezTo>
                        <a:pt x="43297" y="8108"/>
                        <a:pt x="33909" y="1"/>
                        <a:pt x="2317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4850" lIns="94850" spcFirstLastPara="1" rIns="94850" wrap="square" tIns="9485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52"/>
                    <a:buFont typeface="Arial"/>
                    <a:buNone/>
                  </a:pPr>
                  <a:r>
                    <a:t/>
                  </a:r>
                  <a:endParaRPr b="0" i="0" sz="14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498" name="Google Shape;2498;p62"/>
              <p:cNvGrpSpPr/>
              <p:nvPr/>
            </p:nvGrpSpPr>
            <p:grpSpPr>
              <a:xfrm>
                <a:off x="7518896" y="1343796"/>
                <a:ext cx="433941" cy="443257"/>
                <a:chOff x="1961475" y="2492375"/>
                <a:chExt cx="1421825" cy="1451875"/>
              </a:xfrm>
            </p:grpSpPr>
            <p:sp>
              <p:nvSpPr>
                <p:cNvPr id="2499" name="Google Shape;2499;p62"/>
                <p:cNvSpPr/>
                <p:nvPr/>
              </p:nvSpPr>
              <p:spPr>
                <a:xfrm>
                  <a:off x="1961475" y="2492375"/>
                  <a:ext cx="1421825" cy="1451875"/>
                </a:xfrm>
                <a:custGeom>
                  <a:rect b="b" l="l" r="r" t="t"/>
                  <a:pathLst>
                    <a:path extrusionOk="0" h="58075" w="56873">
                      <a:moveTo>
                        <a:pt x="28469" y="9443"/>
                      </a:moveTo>
                      <a:cubicBezTo>
                        <a:pt x="29104" y="9443"/>
                        <a:pt x="29744" y="9475"/>
                        <a:pt x="30389" y="9540"/>
                      </a:cubicBezTo>
                      <a:cubicBezTo>
                        <a:pt x="40930" y="10641"/>
                        <a:pt x="48602" y="20248"/>
                        <a:pt x="47535" y="30989"/>
                      </a:cubicBezTo>
                      <a:cubicBezTo>
                        <a:pt x="46535" y="41054"/>
                        <a:pt x="38211" y="48571"/>
                        <a:pt x="28494" y="48571"/>
                      </a:cubicBezTo>
                      <a:cubicBezTo>
                        <a:pt x="27841" y="48571"/>
                        <a:pt x="27183" y="48537"/>
                        <a:pt x="26520" y="48468"/>
                      </a:cubicBezTo>
                      <a:cubicBezTo>
                        <a:pt x="15979" y="47367"/>
                        <a:pt x="8307" y="37794"/>
                        <a:pt x="9374" y="27053"/>
                      </a:cubicBezTo>
                      <a:cubicBezTo>
                        <a:pt x="10376" y="16969"/>
                        <a:pt x="18728" y="9443"/>
                        <a:pt x="28469" y="9443"/>
                      </a:cubicBezTo>
                      <a:close/>
                      <a:moveTo>
                        <a:pt x="26420" y="0"/>
                      </a:moveTo>
                      <a:cubicBezTo>
                        <a:pt x="24552" y="133"/>
                        <a:pt x="22717" y="467"/>
                        <a:pt x="20949" y="967"/>
                      </a:cubicBezTo>
                      <a:cubicBezTo>
                        <a:pt x="21049" y="1134"/>
                        <a:pt x="21149" y="1301"/>
                        <a:pt x="21249" y="1501"/>
                      </a:cubicBezTo>
                      <a:cubicBezTo>
                        <a:pt x="22317" y="3903"/>
                        <a:pt x="21249" y="6738"/>
                        <a:pt x="18881" y="7839"/>
                      </a:cubicBezTo>
                      <a:cubicBezTo>
                        <a:pt x="18255" y="8130"/>
                        <a:pt x="17601" y="8267"/>
                        <a:pt x="16958" y="8267"/>
                      </a:cubicBezTo>
                      <a:cubicBezTo>
                        <a:pt x="15168" y="8267"/>
                        <a:pt x="13462" y="7204"/>
                        <a:pt x="12677" y="5437"/>
                      </a:cubicBezTo>
                      <a:cubicBezTo>
                        <a:pt x="12610" y="5270"/>
                        <a:pt x="12543" y="5104"/>
                        <a:pt x="12510" y="4904"/>
                      </a:cubicBezTo>
                      <a:cubicBezTo>
                        <a:pt x="10975" y="5971"/>
                        <a:pt x="9541" y="7172"/>
                        <a:pt x="8240" y="8506"/>
                      </a:cubicBezTo>
                      <a:cubicBezTo>
                        <a:pt x="8407" y="8606"/>
                        <a:pt x="8574" y="8673"/>
                        <a:pt x="8707" y="8773"/>
                      </a:cubicBezTo>
                      <a:cubicBezTo>
                        <a:pt x="10809" y="10341"/>
                        <a:pt x="11309" y="13343"/>
                        <a:pt x="9775" y="15478"/>
                      </a:cubicBezTo>
                      <a:cubicBezTo>
                        <a:pt x="8866" y="16789"/>
                        <a:pt x="7433" y="17479"/>
                        <a:pt x="5970" y="17479"/>
                      </a:cubicBezTo>
                      <a:cubicBezTo>
                        <a:pt x="5015" y="17479"/>
                        <a:pt x="4047" y="17185"/>
                        <a:pt x="3203" y="16579"/>
                      </a:cubicBezTo>
                      <a:cubicBezTo>
                        <a:pt x="3070" y="16478"/>
                        <a:pt x="2970" y="16345"/>
                        <a:pt x="2836" y="16245"/>
                      </a:cubicBezTo>
                      <a:cubicBezTo>
                        <a:pt x="2036" y="17913"/>
                        <a:pt x="1402" y="19681"/>
                        <a:pt x="902" y="21515"/>
                      </a:cubicBezTo>
                      <a:cubicBezTo>
                        <a:pt x="1035" y="21515"/>
                        <a:pt x="1154" y="21501"/>
                        <a:pt x="1267" y="21501"/>
                      </a:cubicBezTo>
                      <a:cubicBezTo>
                        <a:pt x="1324" y="21501"/>
                        <a:pt x="1380" y="21504"/>
                        <a:pt x="1435" y="21515"/>
                      </a:cubicBezTo>
                      <a:cubicBezTo>
                        <a:pt x="4004" y="21782"/>
                        <a:pt x="5905" y="24117"/>
                        <a:pt x="5638" y="26752"/>
                      </a:cubicBezTo>
                      <a:cubicBezTo>
                        <a:pt x="5388" y="29253"/>
                        <a:pt x="3351" y="31081"/>
                        <a:pt x="954" y="31081"/>
                      </a:cubicBezTo>
                      <a:cubicBezTo>
                        <a:pt x="794" y="31081"/>
                        <a:pt x="631" y="31072"/>
                        <a:pt x="468" y="31056"/>
                      </a:cubicBezTo>
                      <a:cubicBezTo>
                        <a:pt x="301" y="31056"/>
                        <a:pt x="168" y="30989"/>
                        <a:pt x="1" y="30955"/>
                      </a:cubicBezTo>
                      <a:lnTo>
                        <a:pt x="1" y="30955"/>
                      </a:lnTo>
                      <a:cubicBezTo>
                        <a:pt x="134" y="32857"/>
                        <a:pt x="435" y="34725"/>
                        <a:pt x="902" y="36493"/>
                      </a:cubicBezTo>
                      <a:cubicBezTo>
                        <a:pt x="1035" y="36426"/>
                        <a:pt x="1202" y="36326"/>
                        <a:pt x="1335" y="36226"/>
                      </a:cubicBezTo>
                      <a:cubicBezTo>
                        <a:pt x="1958" y="35945"/>
                        <a:pt x="2611" y="35812"/>
                        <a:pt x="3254" y="35812"/>
                      </a:cubicBezTo>
                      <a:cubicBezTo>
                        <a:pt x="5057" y="35812"/>
                        <a:pt x="6786" y="36858"/>
                        <a:pt x="7573" y="38628"/>
                      </a:cubicBezTo>
                      <a:cubicBezTo>
                        <a:pt x="8640" y="41063"/>
                        <a:pt x="7573" y="43898"/>
                        <a:pt x="5205" y="44999"/>
                      </a:cubicBezTo>
                      <a:cubicBezTo>
                        <a:pt x="5038" y="45066"/>
                        <a:pt x="4871" y="45099"/>
                        <a:pt x="4704" y="45166"/>
                      </a:cubicBezTo>
                      <a:cubicBezTo>
                        <a:pt x="5738" y="46733"/>
                        <a:pt x="6906" y="48201"/>
                        <a:pt x="8207" y="49535"/>
                      </a:cubicBezTo>
                      <a:cubicBezTo>
                        <a:pt x="8307" y="49369"/>
                        <a:pt x="8374" y="49202"/>
                        <a:pt x="8507" y="49035"/>
                      </a:cubicBezTo>
                      <a:cubicBezTo>
                        <a:pt x="9415" y="47723"/>
                        <a:pt x="10848" y="47034"/>
                        <a:pt x="12304" y="47034"/>
                      </a:cubicBezTo>
                      <a:cubicBezTo>
                        <a:pt x="13254" y="47034"/>
                        <a:pt x="14215" y="47328"/>
                        <a:pt x="15045" y="47934"/>
                      </a:cubicBezTo>
                      <a:cubicBezTo>
                        <a:pt x="17180" y="49502"/>
                        <a:pt x="17647" y="52504"/>
                        <a:pt x="16112" y="54639"/>
                      </a:cubicBezTo>
                      <a:cubicBezTo>
                        <a:pt x="16012" y="54806"/>
                        <a:pt x="15879" y="54939"/>
                        <a:pt x="15745" y="55073"/>
                      </a:cubicBezTo>
                      <a:cubicBezTo>
                        <a:pt x="17380" y="55907"/>
                        <a:pt x="19115" y="56574"/>
                        <a:pt x="20949" y="57108"/>
                      </a:cubicBezTo>
                      <a:cubicBezTo>
                        <a:pt x="20949" y="56874"/>
                        <a:pt x="20916" y="56674"/>
                        <a:pt x="20949" y="56474"/>
                      </a:cubicBezTo>
                      <a:cubicBezTo>
                        <a:pt x="21200" y="54002"/>
                        <a:pt x="23240" y="52146"/>
                        <a:pt x="25640" y="52146"/>
                      </a:cubicBezTo>
                      <a:cubicBezTo>
                        <a:pt x="25799" y="52146"/>
                        <a:pt x="25958" y="52154"/>
                        <a:pt x="26120" y="52171"/>
                      </a:cubicBezTo>
                      <a:cubicBezTo>
                        <a:pt x="28688" y="52438"/>
                        <a:pt x="30556" y="54806"/>
                        <a:pt x="30323" y="57441"/>
                      </a:cubicBezTo>
                      <a:cubicBezTo>
                        <a:pt x="30289" y="57641"/>
                        <a:pt x="30222" y="57841"/>
                        <a:pt x="30189" y="58075"/>
                      </a:cubicBezTo>
                      <a:cubicBezTo>
                        <a:pt x="31857" y="57975"/>
                        <a:pt x="33458" y="57708"/>
                        <a:pt x="35059" y="57308"/>
                      </a:cubicBezTo>
                      <a:cubicBezTo>
                        <a:pt x="35393" y="57241"/>
                        <a:pt x="35526" y="56874"/>
                        <a:pt x="35393" y="56574"/>
                      </a:cubicBezTo>
                      <a:cubicBezTo>
                        <a:pt x="35393" y="56574"/>
                        <a:pt x="35393" y="56540"/>
                        <a:pt x="35393" y="56540"/>
                      </a:cubicBezTo>
                      <a:cubicBezTo>
                        <a:pt x="34325" y="54105"/>
                        <a:pt x="35359" y="51270"/>
                        <a:pt x="37728" y="50203"/>
                      </a:cubicBezTo>
                      <a:cubicBezTo>
                        <a:pt x="38360" y="49909"/>
                        <a:pt x="39023" y="49769"/>
                        <a:pt x="39676" y="49769"/>
                      </a:cubicBezTo>
                      <a:cubicBezTo>
                        <a:pt x="41469" y="49769"/>
                        <a:pt x="43183" y="50819"/>
                        <a:pt x="43966" y="52604"/>
                      </a:cubicBezTo>
                      <a:cubicBezTo>
                        <a:pt x="44056" y="52831"/>
                        <a:pt x="44270" y="52965"/>
                        <a:pt x="44482" y="52965"/>
                      </a:cubicBezTo>
                      <a:cubicBezTo>
                        <a:pt x="44581" y="52965"/>
                        <a:pt x="44681" y="52935"/>
                        <a:pt x="44766" y="52871"/>
                      </a:cubicBezTo>
                      <a:cubicBezTo>
                        <a:pt x="45934" y="52037"/>
                        <a:pt x="47034" y="51103"/>
                        <a:pt x="48069" y="50103"/>
                      </a:cubicBezTo>
                      <a:cubicBezTo>
                        <a:pt x="48302" y="49869"/>
                        <a:pt x="48269" y="49469"/>
                        <a:pt x="48002" y="49302"/>
                      </a:cubicBezTo>
                      <a:cubicBezTo>
                        <a:pt x="47968" y="49269"/>
                        <a:pt x="47935" y="49269"/>
                        <a:pt x="47902" y="49235"/>
                      </a:cubicBezTo>
                      <a:cubicBezTo>
                        <a:pt x="45800" y="47667"/>
                        <a:pt x="45333" y="44699"/>
                        <a:pt x="46868" y="42530"/>
                      </a:cubicBezTo>
                      <a:cubicBezTo>
                        <a:pt x="47780" y="41233"/>
                        <a:pt x="49222" y="40539"/>
                        <a:pt x="50685" y="40539"/>
                      </a:cubicBezTo>
                      <a:cubicBezTo>
                        <a:pt x="51629" y="40539"/>
                        <a:pt x="52582" y="40828"/>
                        <a:pt x="53406" y="41430"/>
                      </a:cubicBezTo>
                      <a:lnTo>
                        <a:pt x="53472" y="41496"/>
                      </a:lnTo>
                      <a:cubicBezTo>
                        <a:pt x="53567" y="41567"/>
                        <a:pt x="53678" y="41600"/>
                        <a:pt x="53788" y="41600"/>
                      </a:cubicBezTo>
                      <a:cubicBezTo>
                        <a:pt x="53989" y="41600"/>
                        <a:pt x="54187" y="41490"/>
                        <a:pt x="54273" y="41296"/>
                      </a:cubicBezTo>
                      <a:cubicBezTo>
                        <a:pt x="54873" y="39995"/>
                        <a:pt x="55407" y="38628"/>
                        <a:pt x="55807" y="37193"/>
                      </a:cubicBezTo>
                      <a:cubicBezTo>
                        <a:pt x="55874" y="36860"/>
                        <a:pt x="55641" y="36560"/>
                        <a:pt x="55307" y="36526"/>
                      </a:cubicBezTo>
                      <a:lnTo>
                        <a:pt x="55207" y="36526"/>
                      </a:lnTo>
                      <a:cubicBezTo>
                        <a:pt x="52605" y="36259"/>
                        <a:pt x="50737" y="33891"/>
                        <a:pt x="51004" y="31256"/>
                      </a:cubicBezTo>
                      <a:cubicBezTo>
                        <a:pt x="51254" y="28784"/>
                        <a:pt x="53295" y="26928"/>
                        <a:pt x="55667" y="26928"/>
                      </a:cubicBezTo>
                      <a:cubicBezTo>
                        <a:pt x="55824" y="26928"/>
                        <a:pt x="55982" y="26936"/>
                        <a:pt x="56141" y="26953"/>
                      </a:cubicBezTo>
                      <a:cubicBezTo>
                        <a:pt x="56174" y="26953"/>
                        <a:pt x="56208" y="26986"/>
                        <a:pt x="56208" y="26986"/>
                      </a:cubicBezTo>
                      <a:cubicBezTo>
                        <a:pt x="56229" y="26988"/>
                        <a:pt x="56249" y="26989"/>
                        <a:pt x="56270" y="26989"/>
                      </a:cubicBezTo>
                      <a:cubicBezTo>
                        <a:pt x="56608" y="26989"/>
                        <a:pt x="56873" y="26734"/>
                        <a:pt x="56841" y="26419"/>
                      </a:cubicBezTo>
                      <a:cubicBezTo>
                        <a:pt x="56708" y="24951"/>
                        <a:pt x="56475" y="23483"/>
                        <a:pt x="56141" y="22082"/>
                      </a:cubicBezTo>
                      <a:cubicBezTo>
                        <a:pt x="56068" y="21838"/>
                        <a:pt x="55851" y="21683"/>
                        <a:pt x="55623" y="21683"/>
                      </a:cubicBezTo>
                      <a:cubicBezTo>
                        <a:pt x="55539" y="21683"/>
                        <a:pt x="55454" y="21704"/>
                        <a:pt x="55374" y="21749"/>
                      </a:cubicBezTo>
                      <a:cubicBezTo>
                        <a:pt x="55340" y="21749"/>
                        <a:pt x="55307" y="21782"/>
                        <a:pt x="55274" y="21782"/>
                      </a:cubicBezTo>
                      <a:cubicBezTo>
                        <a:pt x="54641" y="22076"/>
                        <a:pt x="53980" y="22216"/>
                        <a:pt x="53331" y="22216"/>
                      </a:cubicBezTo>
                      <a:cubicBezTo>
                        <a:pt x="51548" y="22216"/>
                        <a:pt x="49852" y="21165"/>
                        <a:pt x="49069" y="19381"/>
                      </a:cubicBezTo>
                      <a:cubicBezTo>
                        <a:pt x="48002" y="16979"/>
                        <a:pt x="49069" y="14110"/>
                        <a:pt x="51438" y="13043"/>
                      </a:cubicBezTo>
                      <a:cubicBezTo>
                        <a:pt x="51438" y="13043"/>
                        <a:pt x="51471" y="13009"/>
                        <a:pt x="51471" y="13009"/>
                      </a:cubicBezTo>
                      <a:cubicBezTo>
                        <a:pt x="51771" y="12876"/>
                        <a:pt x="51905" y="12509"/>
                        <a:pt x="51704" y="12209"/>
                      </a:cubicBezTo>
                      <a:cubicBezTo>
                        <a:pt x="50904" y="11041"/>
                        <a:pt x="49970" y="9907"/>
                        <a:pt x="49003" y="8873"/>
                      </a:cubicBezTo>
                      <a:cubicBezTo>
                        <a:pt x="48900" y="8756"/>
                        <a:pt x="48766" y="8703"/>
                        <a:pt x="48630" y="8703"/>
                      </a:cubicBezTo>
                      <a:cubicBezTo>
                        <a:pt x="48457" y="8703"/>
                        <a:pt x="48281" y="8790"/>
                        <a:pt x="48169" y="8940"/>
                      </a:cubicBezTo>
                      <a:cubicBezTo>
                        <a:pt x="48169" y="8973"/>
                        <a:pt x="48135" y="8973"/>
                        <a:pt x="48135" y="9006"/>
                      </a:cubicBezTo>
                      <a:cubicBezTo>
                        <a:pt x="47228" y="10297"/>
                        <a:pt x="45784" y="10990"/>
                        <a:pt x="44319" y="10990"/>
                      </a:cubicBezTo>
                      <a:cubicBezTo>
                        <a:pt x="43361" y="10990"/>
                        <a:pt x="42395" y="10694"/>
                        <a:pt x="41564" y="10074"/>
                      </a:cubicBezTo>
                      <a:cubicBezTo>
                        <a:pt x="39462" y="8539"/>
                        <a:pt x="38995" y="5537"/>
                        <a:pt x="40496" y="3369"/>
                      </a:cubicBezTo>
                      <a:cubicBezTo>
                        <a:pt x="40697" y="3102"/>
                        <a:pt x="40630" y="2702"/>
                        <a:pt x="40330" y="2569"/>
                      </a:cubicBezTo>
                      <a:cubicBezTo>
                        <a:pt x="39062" y="1968"/>
                        <a:pt x="37728" y="1468"/>
                        <a:pt x="36360" y="1067"/>
                      </a:cubicBezTo>
                      <a:cubicBezTo>
                        <a:pt x="36312" y="1053"/>
                        <a:pt x="36264" y="1046"/>
                        <a:pt x="36218" y="1046"/>
                      </a:cubicBezTo>
                      <a:cubicBezTo>
                        <a:pt x="35945" y="1046"/>
                        <a:pt x="35722" y="1283"/>
                        <a:pt x="35693" y="1568"/>
                      </a:cubicBezTo>
                      <a:cubicBezTo>
                        <a:pt x="35443" y="4040"/>
                        <a:pt x="33402" y="5895"/>
                        <a:pt x="31002" y="5895"/>
                      </a:cubicBezTo>
                      <a:cubicBezTo>
                        <a:pt x="30844" y="5895"/>
                        <a:pt x="30684" y="5887"/>
                        <a:pt x="30523" y="5871"/>
                      </a:cubicBezTo>
                      <a:cubicBezTo>
                        <a:pt x="27954" y="5604"/>
                        <a:pt x="26053" y="3236"/>
                        <a:pt x="26320" y="600"/>
                      </a:cubicBezTo>
                      <a:cubicBezTo>
                        <a:pt x="26353" y="400"/>
                        <a:pt x="26386" y="200"/>
                        <a:pt x="2642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4850" lIns="94850" spcFirstLastPara="1" rIns="94850" wrap="square" tIns="9485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52"/>
                    <a:buFont typeface="Arial"/>
                    <a:buNone/>
                  </a:pPr>
                  <a:r>
                    <a:t/>
                  </a:r>
                  <a:endParaRPr b="0" i="0" sz="14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00" name="Google Shape;2500;p62"/>
                <p:cNvSpPr/>
                <p:nvPr/>
              </p:nvSpPr>
              <p:spPr>
                <a:xfrm>
                  <a:off x="2093250" y="2662475"/>
                  <a:ext cx="1159175" cy="1111650"/>
                </a:xfrm>
                <a:custGeom>
                  <a:rect b="b" l="l" r="r" t="t"/>
                  <a:pathLst>
                    <a:path extrusionOk="0" h="44466" w="46367">
                      <a:moveTo>
                        <a:pt x="23185" y="7304"/>
                      </a:moveTo>
                      <a:cubicBezTo>
                        <a:pt x="30397" y="7304"/>
                        <a:pt x="36684" y="12752"/>
                        <a:pt x="37694" y="20249"/>
                      </a:cubicBezTo>
                      <a:cubicBezTo>
                        <a:pt x="38761" y="28388"/>
                        <a:pt x="33124" y="35927"/>
                        <a:pt x="25118" y="37027"/>
                      </a:cubicBezTo>
                      <a:cubicBezTo>
                        <a:pt x="24459" y="37118"/>
                        <a:pt x="23804" y="37163"/>
                        <a:pt x="23155" y="37163"/>
                      </a:cubicBezTo>
                      <a:cubicBezTo>
                        <a:pt x="15965" y="37163"/>
                        <a:pt x="9652" y="31715"/>
                        <a:pt x="8673" y="24218"/>
                      </a:cubicBezTo>
                      <a:cubicBezTo>
                        <a:pt x="7606" y="16046"/>
                        <a:pt x="13210" y="8540"/>
                        <a:pt x="21215" y="7440"/>
                      </a:cubicBezTo>
                      <a:cubicBezTo>
                        <a:pt x="21877" y="7349"/>
                        <a:pt x="22535" y="7304"/>
                        <a:pt x="23185" y="7304"/>
                      </a:cubicBezTo>
                      <a:close/>
                      <a:moveTo>
                        <a:pt x="23173" y="1"/>
                      </a:moveTo>
                      <a:cubicBezTo>
                        <a:pt x="22208" y="1"/>
                        <a:pt x="21231" y="66"/>
                        <a:pt x="20248" y="201"/>
                      </a:cubicBezTo>
                      <a:lnTo>
                        <a:pt x="20281" y="201"/>
                      </a:lnTo>
                      <a:cubicBezTo>
                        <a:pt x="8373" y="1836"/>
                        <a:pt x="0" y="13044"/>
                        <a:pt x="1601" y="25186"/>
                      </a:cubicBezTo>
                      <a:cubicBezTo>
                        <a:pt x="3071" y="36329"/>
                        <a:pt x="12435" y="44466"/>
                        <a:pt x="23170" y="44466"/>
                      </a:cubicBezTo>
                      <a:cubicBezTo>
                        <a:pt x="24133" y="44466"/>
                        <a:pt x="25106" y="44400"/>
                        <a:pt x="26086" y="44266"/>
                      </a:cubicBezTo>
                      <a:cubicBezTo>
                        <a:pt x="37994" y="42631"/>
                        <a:pt x="46367" y="31390"/>
                        <a:pt x="44766" y="19248"/>
                      </a:cubicBezTo>
                      <a:cubicBezTo>
                        <a:pt x="43297" y="8108"/>
                        <a:pt x="33909" y="1"/>
                        <a:pt x="2317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4850" lIns="94850" spcFirstLastPara="1" rIns="94850" wrap="square" tIns="9485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52"/>
                    <a:buFont typeface="Arial"/>
                    <a:buNone/>
                  </a:pPr>
                  <a:r>
                    <a:t/>
                  </a:r>
                  <a:endParaRPr b="0" i="0" sz="14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501" name="Google Shape;2501;p62"/>
              <p:cNvSpPr/>
              <p:nvPr/>
            </p:nvSpPr>
            <p:spPr>
              <a:xfrm rot="1430105">
                <a:off x="7692480" y="1897451"/>
                <a:ext cx="151798" cy="268546"/>
              </a:xfrm>
              <a:custGeom>
                <a:rect b="b" l="l" r="r" t="t"/>
                <a:pathLst>
                  <a:path extrusionOk="0" fill="none" h="10742" w="6072">
                    <a:moveTo>
                      <a:pt x="901" y="10741"/>
                    </a:moveTo>
                    <a:lnTo>
                      <a:pt x="1" y="8339"/>
                    </a:lnTo>
                    <a:lnTo>
                      <a:pt x="2402" y="8139"/>
                    </a:lnTo>
                    <a:lnTo>
                      <a:pt x="1702" y="5537"/>
                    </a:lnTo>
                    <a:lnTo>
                      <a:pt x="4270" y="5437"/>
                    </a:lnTo>
                    <a:lnTo>
                      <a:pt x="3503" y="2869"/>
                    </a:lnTo>
                    <a:lnTo>
                      <a:pt x="6072" y="2602"/>
                    </a:lnTo>
                    <a:lnTo>
                      <a:pt x="5371" y="0"/>
                    </a:lnTo>
                  </a:path>
                </a:pathLst>
              </a:custGeom>
              <a:solidFill>
                <a:schemeClr val="dk2"/>
              </a:solidFill>
              <a:ln cap="flat" cmpd="sng" w="987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4850" lIns="94850" spcFirstLastPara="1" rIns="94850" wrap="square" tIns="94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52"/>
                  <a:buFont typeface="Arial"/>
                  <a:buNone/>
                </a:pPr>
                <a:r>
                  <a:t/>
                </a:r>
                <a:endParaRPr b="0" i="0" sz="145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2" name="Google Shape;2502;p62"/>
              <p:cNvSpPr/>
              <p:nvPr/>
            </p:nvSpPr>
            <p:spPr>
              <a:xfrm>
                <a:off x="6733375" y="1504375"/>
                <a:ext cx="156825" cy="208500"/>
              </a:xfrm>
              <a:custGeom>
                <a:rect b="b" l="l" r="r" t="t"/>
                <a:pathLst>
                  <a:path extrusionOk="0" fill="none" h="8340" w="6273">
                    <a:moveTo>
                      <a:pt x="1702" y="4070"/>
                    </a:moveTo>
                    <a:cubicBezTo>
                      <a:pt x="2536" y="3036"/>
                      <a:pt x="3270" y="2035"/>
                      <a:pt x="4104" y="1001"/>
                    </a:cubicBezTo>
                    <a:cubicBezTo>
                      <a:pt x="4304" y="667"/>
                      <a:pt x="4638" y="367"/>
                      <a:pt x="5004" y="200"/>
                    </a:cubicBezTo>
                    <a:cubicBezTo>
                      <a:pt x="5371" y="0"/>
                      <a:pt x="5838" y="100"/>
                      <a:pt x="6072" y="467"/>
                    </a:cubicBezTo>
                    <a:cubicBezTo>
                      <a:pt x="6272" y="868"/>
                      <a:pt x="6039" y="1301"/>
                      <a:pt x="5872" y="1668"/>
                    </a:cubicBezTo>
                    <a:cubicBezTo>
                      <a:pt x="5471" y="2469"/>
                      <a:pt x="5305" y="3303"/>
                      <a:pt x="5271" y="4170"/>
                    </a:cubicBezTo>
                    <a:cubicBezTo>
                      <a:pt x="5338" y="4804"/>
                      <a:pt x="5305" y="5438"/>
                      <a:pt x="5238" y="6071"/>
                    </a:cubicBezTo>
                    <a:cubicBezTo>
                      <a:pt x="4771" y="8340"/>
                      <a:pt x="1" y="7472"/>
                      <a:pt x="1202" y="4837"/>
                    </a:cubicBezTo>
                    <a:cubicBezTo>
                      <a:pt x="1335" y="4570"/>
                      <a:pt x="1502" y="4303"/>
                      <a:pt x="1702" y="407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87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4850" lIns="94850" spcFirstLastPara="1" rIns="94850" wrap="square" tIns="94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52"/>
                  <a:buFont typeface="Arial"/>
                  <a:buNone/>
                </a:pPr>
                <a:r>
                  <a:t/>
                </a:r>
                <a:endParaRPr b="0" i="0" sz="145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3" name="Google Shape;2503;p62"/>
              <p:cNvSpPr/>
              <p:nvPr/>
            </p:nvSpPr>
            <p:spPr>
              <a:xfrm flipH="1">
                <a:off x="7362863" y="1393788"/>
                <a:ext cx="54225" cy="54250"/>
              </a:xfrm>
              <a:custGeom>
                <a:rect b="b" l="l" r="r" t="t"/>
                <a:pathLst>
                  <a:path extrusionOk="0" fill="none" h="2170" w="2169">
                    <a:moveTo>
                      <a:pt x="2168" y="1068"/>
                    </a:moveTo>
                    <a:cubicBezTo>
                      <a:pt x="2168" y="1669"/>
                      <a:pt x="1701" y="2169"/>
                      <a:pt x="1101" y="2169"/>
                    </a:cubicBezTo>
                    <a:cubicBezTo>
                      <a:pt x="500" y="2169"/>
                      <a:pt x="0" y="1669"/>
                      <a:pt x="0" y="1068"/>
                    </a:cubicBezTo>
                    <a:cubicBezTo>
                      <a:pt x="0" y="501"/>
                      <a:pt x="500" y="1"/>
                      <a:pt x="1101" y="1"/>
                    </a:cubicBezTo>
                    <a:cubicBezTo>
                      <a:pt x="1701" y="1"/>
                      <a:pt x="2168" y="501"/>
                      <a:pt x="2168" y="1068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87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4850" lIns="94850" spcFirstLastPara="1" rIns="94850" wrap="square" tIns="94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52"/>
                  <a:buFont typeface="Arial"/>
                  <a:buNone/>
                </a:pPr>
                <a:r>
                  <a:t/>
                </a:r>
                <a:endParaRPr b="0" i="0" sz="145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504" name="Google Shape;2504;p62"/>
          <p:cNvGrpSpPr/>
          <p:nvPr/>
        </p:nvGrpSpPr>
        <p:grpSpPr>
          <a:xfrm>
            <a:off x="6238621" y="1841583"/>
            <a:ext cx="2541292" cy="2650935"/>
            <a:chOff x="6238621" y="1841583"/>
            <a:chExt cx="2541292" cy="2650935"/>
          </a:xfrm>
        </p:grpSpPr>
        <p:sp>
          <p:nvSpPr>
            <p:cNvPr id="2505" name="Google Shape;2505;p62"/>
            <p:cNvSpPr/>
            <p:nvPr/>
          </p:nvSpPr>
          <p:spPr>
            <a:xfrm>
              <a:off x="6620899" y="2065546"/>
              <a:ext cx="1805100" cy="20493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06" name="Google Shape;2506;p62"/>
            <p:cNvGrpSpPr/>
            <p:nvPr/>
          </p:nvGrpSpPr>
          <p:grpSpPr>
            <a:xfrm>
              <a:off x="6481815" y="1841583"/>
              <a:ext cx="2083310" cy="1366627"/>
              <a:chOff x="4799625" y="135925"/>
              <a:chExt cx="2998000" cy="1732100"/>
            </a:xfrm>
          </p:grpSpPr>
          <p:sp>
            <p:nvSpPr>
              <p:cNvPr id="2507" name="Google Shape;2507;p62"/>
              <p:cNvSpPr/>
              <p:nvPr/>
            </p:nvSpPr>
            <p:spPr>
              <a:xfrm>
                <a:off x="4799625" y="371100"/>
                <a:ext cx="31725" cy="850"/>
              </a:xfrm>
              <a:custGeom>
                <a:rect b="b" l="l" r="r" t="t"/>
                <a:pathLst>
                  <a:path extrusionOk="0" fill="none" h="34" w="1269">
                    <a:moveTo>
                      <a:pt x="1" y="1"/>
                    </a:moveTo>
                    <a:lnTo>
                      <a:pt x="1268" y="34"/>
                    </a:lnTo>
                  </a:path>
                </a:pathLst>
              </a:custGeom>
              <a:noFill/>
              <a:ln cap="rnd" cmpd="sng" w="10850">
                <a:solidFill>
                  <a:schemeClr val="accent1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8" name="Google Shape;2508;p62"/>
              <p:cNvSpPr/>
              <p:nvPr/>
            </p:nvSpPr>
            <p:spPr>
              <a:xfrm>
                <a:off x="4866350" y="373600"/>
                <a:ext cx="246025" cy="6700"/>
              </a:xfrm>
              <a:custGeom>
                <a:rect b="b" l="l" r="r" t="t"/>
                <a:pathLst>
                  <a:path extrusionOk="0" fill="none" h="268" w="9841">
                    <a:moveTo>
                      <a:pt x="0" y="1"/>
                    </a:moveTo>
                    <a:lnTo>
                      <a:pt x="9841" y="267"/>
                    </a:lnTo>
                  </a:path>
                </a:pathLst>
              </a:custGeom>
              <a:noFill/>
              <a:ln cap="rnd" cmpd="sng" w="10850">
                <a:solidFill>
                  <a:schemeClr val="accent1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9" name="Google Shape;2509;p62"/>
              <p:cNvSpPr/>
              <p:nvPr/>
            </p:nvSpPr>
            <p:spPr>
              <a:xfrm>
                <a:off x="5129875" y="381100"/>
                <a:ext cx="31700" cy="31725"/>
              </a:xfrm>
              <a:custGeom>
                <a:rect b="b" l="l" r="r" t="t"/>
                <a:pathLst>
                  <a:path extrusionOk="0" fill="none" h="1269" w="1268">
                    <a:moveTo>
                      <a:pt x="0" y="1"/>
                    </a:moveTo>
                    <a:lnTo>
                      <a:pt x="1268" y="34"/>
                    </a:lnTo>
                    <a:lnTo>
                      <a:pt x="1234" y="1268"/>
                    </a:lnTo>
                  </a:path>
                </a:pathLst>
              </a:custGeom>
              <a:noFill/>
              <a:ln cap="rnd" cmpd="sng" w="10850">
                <a:solidFill>
                  <a:schemeClr val="accent1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0" name="Google Shape;2510;p62"/>
              <p:cNvSpPr/>
              <p:nvPr/>
            </p:nvSpPr>
            <p:spPr>
              <a:xfrm>
                <a:off x="5151550" y="455325"/>
                <a:ext cx="8350" cy="508725"/>
              </a:xfrm>
              <a:custGeom>
                <a:rect b="b" l="l" r="r" t="t"/>
                <a:pathLst>
                  <a:path extrusionOk="0" fill="none" h="20349" w="334">
                    <a:moveTo>
                      <a:pt x="334" y="1"/>
                    </a:moveTo>
                    <a:lnTo>
                      <a:pt x="0" y="20349"/>
                    </a:lnTo>
                  </a:path>
                </a:pathLst>
              </a:custGeom>
              <a:noFill/>
              <a:ln cap="rnd" cmpd="sng" w="10850">
                <a:solidFill>
                  <a:schemeClr val="accent1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1" name="Google Shape;2511;p62"/>
              <p:cNvSpPr/>
              <p:nvPr/>
            </p:nvSpPr>
            <p:spPr>
              <a:xfrm>
                <a:off x="5150725" y="984875"/>
                <a:ext cx="31700" cy="33375"/>
              </a:xfrm>
              <a:custGeom>
                <a:rect b="b" l="l" r="r" t="t"/>
                <a:pathLst>
                  <a:path extrusionOk="0" fill="none" h="1335" w="1268">
                    <a:moveTo>
                      <a:pt x="33" y="0"/>
                    </a:moveTo>
                    <a:lnTo>
                      <a:pt x="0" y="1268"/>
                    </a:lnTo>
                    <a:lnTo>
                      <a:pt x="1268" y="1335"/>
                    </a:lnTo>
                  </a:path>
                </a:pathLst>
              </a:custGeom>
              <a:noFill/>
              <a:ln cap="rnd" cmpd="sng" w="10850">
                <a:solidFill>
                  <a:schemeClr val="accent1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2" name="Google Shape;2512;p62"/>
              <p:cNvSpPr/>
              <p:nvPr/>
            </p:nvSpPr>
            <p:spPr>
              <a:xfrm>
                <a:off x="5223275" y="1019900"/>
                <a:ext cx="82575" cy="4200"/>
              </a:xfrm>
              <a:custGeom>
                <a:rect b="b" l="l" r="r" t="t"/>
                <a:pathLst>
                  <a:path extrusionOk="0" fill="none" h="168" w="3303">
                    <a:moveTo>
                      <a:pt x="0" y="0"/>
                    </a:moveTo>
                    <a:lnTo>
                      <a:pt x="3302" y="167"/>
                    </a:lnTo>
                  </a:path>
                </a:pathLst>
              </a:custGeom>
              <a:noFill/>
              <a:ln cap="rnd" cmpd="sng" w="10850">
                <a:solidFill>
                  <a:schemeClr val="accent1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3" name="Google Shape;2513;p62"/>
              <p:cNvSpPr/>
              <p:nvPr/>
            </p:nvSpPr>
            <p:spPr>
              <a:xfrm>
                <a:off x="5325850" y="995725"/>
                <a:ext cx="31700" cy="30875"/>
              </a:xfrm>
              <a:custGeom>
                <a:rect b="b" l="l" r="r" t="t"/>
                <a:pathLst>
                  <a:path extrusionOk="0" fill="none" h="1235" w="1268">
                    <a:moveTo>
                      <a:pt x="0" y="1168"/>
                    </a:moveTo>
                    <a:lnTo>
                      <a:pt x="1268" y="1234"/>
                    </a:lnTo>
                    <a:lnTo>
                      <a:pt x="1268" y="0"/>
                    </a:lnTo>
                  </a:path>
                </a:pathLst>
              </a:custGeom>
              <a:noFill/>
              <a:ln cap="rnd" cmpd="sng" w="10850">
                <a:solidFill>
                  <a:schemeClr val="accent1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4" name="Google Shape;2514;p62"/>
              <p:cNvSpPr/>
              <p:nvPr/>
            </p:nvSpPr>
            <p:spPr>
              <a:xfrm>
                <a:off x="5357525" y="301050"/>
                <a:ext cx="4200" cy="649650"/>
              </a:xfrm>
              <a:custGeom>
                <a:rect b="b" l="l" r="r" t="t"/>
                <a:pathLst>
                  <a:path extrusionOk="0" fill="none" h="25986" w="168">
                    <a:moveTo>
                      <a:pt x="1" y="25986"/>
                    </a:moveTo>
                    <a:lnTo>
                      <a:pt x="167" y="1"/>
                    </a:lnTo>
                  </a:path>
                </a:pathLst>
              </a:custGeom>
              <a:noFill/>
              <a:ln cap="rnd" cmpd="sng" w="10850">
                <a:solidFill>
                  <a:schemeClr val="accent1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5" name="Google Shape;2515;p62"/>
              <p:cNvSpPr/>
              <p:nvPr/>
            </p:nvSpPr>
            <p:spPr>
              <a:xfrm>
                <a:off x="5362525" y="247675"/>
                <a:ext cx="31725" cy="30875"/>
              </a:xfrm>
              <a:custGeom>
                <a:rect b="b" l="l" r="r" t="t"/>
                <a:pathLst>
                  <a:path extrusionOk="0" fill="none" h="1235" w="1269">
                    <a:moveTo>
                      <a:pt x="1" y="1235"/>
                    </a:moveTo>
                    <a:lnTo>
                      <a:pt x="1" y="1"/>
                    </a:lnTo>
                    <a:lnTo>
                      <a:pt x="1268" y="1"/>
                    </a:lnTo>
                  </a:path>
                </a:pathLst>
              </a:custGeom>
              <a:noFill/>
              <a:ln cap="rnd" cmpd="sng" w="10850">
                <a:solidFill>
                  <a:schemeClr val="accent1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6" name="Google Shape;2516;p62"/>
              <p:cNvSpPr/>
              <p:nvPr/>
            </p:nvSpPr>
            <p:spPr>
              <a:xfrm>
                <a:off x="5424250" y="247675"/>
                <a:ext cx="61725" cy="25"/>
              </a:xfrm>
              <a:custGeom>
                <a:rect b="b" l="l" r="r" t="t"/>
                <a:pathLst>
                  <a:path extrusionOk="0" fill="none" h="1" w="2469">
                    <a:moveTo>
                      <a:pt x="0" y="1"/>
                    </a:moveTo>
                    <a:lnTo>
                      <a:pt x="2469" y="1"/>
                    </a:lnTo>
                  </a:path>
                </a:pathLst>
              </a:custGeom>
              <a:noFill/>
              <a:ln cap="rnd" cmpd="sng" w="10850">
                <a:solidFill>
                  <a:schemeClr val="accent1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7" name="Google Shape;2517;p62"/>
              <p:cNvSpPr/>
              <p:nvPr/>
            </p:nvSpPr>
            <p:spPr>
              <a:xfrm>
                <a:off x="5501800" y="247675"/>
                <a:ext cx="30875" cy="30875"/>
              </a:xfrm>
              <a:custGeom>
                <a:rect b="b" l="l" r="r" t="t"/>
                <a:pathLst>
                  <a:path extrusionOk="0" fill="none" h="1235" w="1235">
                    <a:moveTo>
                      <a:pt x="0" y="1"/>
                    </a:moveTo>
                    <a:lnTo>
                      <a:pt x="1235" y="1"/>
                    </a:lnTo>
                    <a:lnTo>
                      <a:pt x="1235" y="1235"/>
                    </a:lnTo>
                  </a:path>
                </a:pathLst>
              </a:custGeom>
              <a:noFill/>
              <a:ln cap="rnd" cmpd="sng" w="10850">
                <a:solidFill>
                  <a:schemeClr val="accent1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8" name="Google Shape;2518;p62"/>
              <p:cNvSpPr/>
              <p:nvPr/>
            </p:nvSpPr>
            <p:spPr>
              <a:xfrm>
                <a:off x="5528475" y="324400"/>
                <a:ext cx="3375" cy="432000"/>
              </a:xfrm>
              <a:custGeom>
                <a:rect b="b" l="l" r="r" t="t"/>
                <a:pathLst>
                  <a:path extrusionOk="0" fill="none" h="17280" w="135">
                    <a:moveTo>
                      <a:pt x="134" y="1"/>
                    </a:moveTo>
                    <a:lnTo>
                      <a:pt x="1" y="17280"/>
                    </a:lnTo>
                  </a:path>
                </a:pathLst>
              </a:custGeom>
              <a:noFill/>
              <a:ln cap="rnd" cmpd="sng" w="10850">
                <a:solidFill>
                  <a:schemeClr val="accent1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9" name="Google Shape;2519;p62"/>
              <p:cNvSpPr/>
              <p:nvPr/>
            </p:nvSpPr>
            <p:spPr>
              <a:xfrm>
                <a:off x="5527650" y="778900"/>
                <a:ext cx="31725" cy="30875"/>
              </a:xfrm>
              <a:custGeom>
                <a:rect b="b" l="l" r="r" t="t"/>
                <a:pathLst>
                  <a:path extrusionOk="0" fill="none" h="1235" w="1269">
                    <a:moveTo>
                      <a:pt x="0" y="0"/>
                    </a:moveTo>
                    <a:lnTo>
                      <a:pt x="0" y="1234"/>
                    </a:lnTo>
                    <a:lnTo>
                      <a:pt x="1268" y="1234"/>
                    </a:lnTo>
                  </a:path>
                </a:pathLst>
              </a:custGeom>
              <a:noFill/>
              <a:ln cap="rnd" cmpd="sng" w="10850">
                <a:solidFill>
                  <a:schemeClr val="accent1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0" name="Google Shape;2520;p62"/>
              <p:cNvSpPr/>
              <p:nvPr/>
            </p:nvSpPr>
            <p:spPr>
              <a:xfrm>
                <a:off x="5602700" y="809750"/>
                <a:ext cx="413650" cy="25"/>
              </a:xfrm>
              <a:custGeom>
                <a:rect b="b" l="l" r="r" t="t"/>
                <a:pathLst>
                  <a:path extrusionOk="0" fill="none" h="1" w="16546">
                    <a:moveTo>
                      <a:pt x="1" y="0"/>
                    </a:moveTo>
                    <a:lnTo>
                      <a:pt x="16546" y="0"/>
                    </a:lnTo>
                  </a:path>
                </a:pathLst>
              </a:custGeom>
              <a:noFill/>
              <a:ln cap="rnd" cmpd="sng" w="10850">
                <a:solidFill>
                  <a:schemeClr val="accent1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1" name="Google Shape;2521;p62"/>
              <p:cNvSpPr/>
              <p:nvPr/>
            </p:nvSpPr>
            <p:spPr>
              <a:xfrm>
                <a:off x="6038025" y="809750"/>
                <a:ext cx="31700" cy="31700"/>
              </a:xfrm>
              <a:custGeom>
                <a:rect b="b" l="l" r="r" t="t"/>
                <a:pathLst>
                  <a:path extrusionOk="0" fill="none" h="1268" w="1268">
                    <a:moveTo>
                      <a:pt x="0" y="0"/>
                    </a:moveTo>
                    <a:lnTo>
                      <a:pt x="1268" y="0"/>
                    </a:lnTo>
                    <a:lnTo>
                      <a:pt x="1268" y="1268"/>
                    </a:lnTo>
                  </a:path>
                </a:pathLst>
              </a:custGeom>
              <a:noFill/>
              <a:ln cap="rnd" cmpd="sng" w="10850">
                <a:solidFill>
                  <a:schemeClr val="accent1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2" name="Google Shape;2522;p62"/>
              <p:cNvSpPr/>
              <p:nvPr/>
            </p:nvSpPr>
            <p:spPr>
              <a:xfrm>
                <a:off x="6069700" y="883975"/>
                <a:ext cx="25" cy="85075"/>
              </a:xfrm>
              <a:custGeom>
                <a:rect b="b" l="l" r="r" t="t"/>
                <a:pathLst>
                  <a:path extrusionOk="0" fill="none" h="3403" w="1">
                    <a:moveTo>
                      <a:pt x="1" y="0"/>
                    </a:moveTo>
                    <a:lnTo>
                      <a:pt x="1" y="3403"/>
                    </a:lnTo>
                  </a:path>
                </a:pathLst>
              </a:custGeom>
              <a:noFill/>
              <a:ln cap="rnd" cmpd="sng" w="10850">
                <a:solidFill>
                  <a:schemeClr val="accent1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3" name="Google Shape;2523;p62"/>
              <p:cNvSpPr/>
              <p:nvPr/>
            </p:nvSpPr>
            <p:spPr>
              <a:xfrm>
                <a:off x="6038025" y="990700"/>
                <a:ext cx="31700" cy="30900"/>
              </a:xfrm>
              <a:custGeom>
                <a:rect b="b" l="l" r="r" t="t"/>
                <a:pathLst>
                  <a:path extrusionOk="0" fill="none" h="1236" w="1268">
                    <a:moveTo>
                      <a:pt x="1268" y="1"/>
                    </a:moveTo>
                    <a:lnTo>
                      <a:pt x="1268" y="1235"/>
                    </a:lnTo>
                    <a:lnTo>
                      <a:pt x="0" y="1202"/>
                    </a:lnTo>
                  </a:path>
                </a:pathLst>
              </a:custGeom>
              <a:noFill/>
              <a:ln cap="rnd" cmpd="sng" w="10850">
                <a:solidFill>
                  <a:schemeClr val="accent1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4" name="Google Shape;2524;p62"/>
              <p:cNvSpPr/>
              <p:nvPr/>
            </p:nvSpPr>
            <p:spPr>
              <a:xfrm>
                <a:off x="5561000" y="1012400"/>
                <a:ext cx="432000" cy="7525"/>
              </a:xfrm>
              <a:custGeom>
                <a:rect b="b" l="l" r="r" t="t"/>
                <a:pathLst>
                  <a:path extrusionOk="0" fill="none" h="301" w="17280">
                    <a:moveTo>
                      <a:pt x="17280" y="300"/>
                    </a:moveTo>
                    <a:lnTo>
                      <a:pt x="1" y="0"/>
                    </a:lnTo>
                  </a:path>
                </a:pathLst>
              </a:custGeom>
              <a:noFill/>
              <a:ln cap="rnd" cmpd="sng" w="10850">
                <a:solidFill>
                  <a:schemeClr val="accent1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5" name="Google Shape;2525;p62"/>
              <p:cNvSpPr/>
              <p:nvPr/>
            </p:nvSpPr>
            <p:spPr>
              <a:xfrm>
                <a:off x="5506800" y="1011550"/>
                <a:ext cx="31725" cy="30900"/>
              </a:xfrm>
              <a:custGeom>
                <a:rect b="b" l="l" r="r" t="t"/>
                <a:pathLst>
                  <a:path extrusionOk="0" fill="none" h="1236" w="1269">
                    <a:moveTo>
                      <a:pt x="1268" y="1"/>
                    </a:moveTo>
                    <a:lnTo>
                      <a:pt x="1" y="1"/>
                    </a:lnTo>
                    <a:lnTo>
                      <a:pt x="34" y="1235"/>
                    </a:lnTo>
                  </a:path>
                </a:pathLst>
              </a:custGeom>
              <a:noFill/>
              <a:ln cap="rnd" cmpd="sng" w="10850">
                <a:solidFill>
                  <a:schemeClr val="accent1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6" name="Google Shape;2526;p62"/>
              <p:cNvSpPr/>
              <p:nvPr/>
            </p:nvSpPr>
            <p:spPr>
              <a:xfrm>
                <a:off x="5507625" y="1085775"/>
                <a:ext cx="9200" cy="626300"/>
              </a:xfrm>
              <a:custGeom>
                <a:rect b="b" l="l" r="r" t="t"/>
                <a:pathLst>
                  <a:path extrusionOk="0" fill="none" h="25052" w="368">
                    <a:moveTo>
                      <a:pt x="1" y="1"/>
                    </a:moveTo>
                    <a:lnTo>
                      <a:pt x="368" y="25052"/>
                    </a:lnTo>
                  </a:path>
                </a:pathLst>
              </a:custGeom>
              <a:noFill/>
              <a:ln cap="rnd" cmpd="sng" w="10850">
                <a:solidFill>
                  <a:schemeClr val="accent1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7" name="Google Shape;2527;p62"/>
              <p:cNvSpPr/>
              <p:nvPr/>
            </p:nvSpPr>
            <p:spPr>
              <a:xfrm>
                <a:off x="5516800" y="1733750"/>
                <a:ext cx="31725" cy="31700"/>
              </a:xfrm>
              <a:custGeom>
                <a:rect b="b" l="l" r="r" t="t"/>
                <a:pathLst>
                  <a:path extrusionOk="0" fill="none" h="1268" w="1269">
                    <a:moveTo>
                      <a:pt x="1" y="0"/>
                    </a:moveTo>
                    <a:lnTo>
                      <a:pt x="34" y="1234"/>
                    </a:lnTo>
                    <a:lnTo>
                      <a:pt x="1268" y="1268"/>
                    </a:lnTo>
                  </a:path>
                </a:pathLst>
              </a:custGeom>
              <a:noFill/>
              <a:ln cap="rnd" cmpd="sng" w="10850">
                <a:solidFill>
                  <a:schemeClr val="accent1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8" name="Google Shape;2528;p62"/>
              <p:cNvSpPr/>
              <p:nvPr/>
            </p:nvSpPr>
            <p:spPr>
              <a:xfrm>
                <a:off x="5591025" y="1765425"/>
                <a:ext cx="833950" cy="4200"/>
              </a:xfrm>
              <a:custGeom>
                <a:rect b="b" l="l" r="r" t="t"/>
                <a:pathLst>
                  <a:path extrusionOk="0" fill="none" h="168" w="33358">
                    <a:moveTo>
                      <a:pt x="1" y="1"/>
                    </a:moveTo>
                    <a:lnTo>
                      <a:pt x="33358" y="168"/>
                    </a:lnTo>
                  </a:path>
                </a:pathLst>
              </a:custGeom>
              <a:noFill/>
              <a:ln cap="rnd" cmpd="sng" w="10850">
                <a:solidFill>
                  <a:schemeClr val="accent1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9" name="Google Shape;2529;p62"/>
              <p:cNvSpPr/>
              <p:nvPr/>
            </p:nvSpPr>
            <p:spPr>
              <a:xfrm>
                <a:off x="6445800" y="1738750"/>
                <a:ext cx="31725" cy="31700"/>
              </a:xfrm>
              <a:custGeom>
                <a:rect b="b" l="l" r="r" t="t"/>
                <a:pathLst>
                  <a:path extrusionOk="0" fill="none" h="1268" w="1269">
                    <a:moveTo>
                      <a:pt x="1" y="1235"/>
                    </a:moveTo>
                    <a:lnTo>
                      <a:pt x="1268" y="1268"/>
                    </a:lnTo>
                    <a:lnTo>
                      <a:pt x="1202" y="0"/>
                    </a:lnTo>
                  </a:path>
                </a:pathLst>
              </a:custGeom>
              <a:noFill/>
              <a:ln cap="rnd" cmpd="sng" w="10850">
                <a:solidFill>
                  <a:schemeClr val="accent1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0" name="Google Shape;2530;p62"/>
              <p:cNvSpPr/>
              <p:nvPr/>
            </p:nvSpPr>
            <p:spPr>
              <a:xfrm>
                <a:off x="6443300" y="1016575"/>
                <a:ext cx="30875" cy="682175"/>
              </a:xfrm>
              <a:custGeom>
                <a:rect b="b" l="l" r="r" t="t"/>
                <a:pathLst>
                  <a:path extrusionOk="0" fill="none" h="27287" w="1235">
                    <a:moveTo>
                      <a:pt x="1235" y="27286"/>
                    </a:moveTo>
                    <a:lnTo>
                      <a:pt x="1" y="0"/>
                    </a:lnTo>
                  </a:path>
                </a:pathLst>
              </a:custGeom>
              <a:noFill/>
              <a:ln cap="rnd" cmpd="sng" w="10850">
                <a:solidFill>
                  <a:schemeClr val="accent1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1" name="Google Shape;2531;p62"/>
              <p:cNvSpPr/>
              <p:nvPr/>
            </p:nvSpPr>
            <p:spPr>
              <a:xfrm>
                <a:off x="6441625" y="928175"/>
                <a:ext cx="50900" cy="68400"/>
              </a:xfrm>
              <a:custGeom>
                <a:rect b="b" l="l" r="r" t="t"/>
                <a:pathLst>
                  <a:path extrusionOk="0" fill="none" h="2736" w="2036">
                    <a:moveTo>
                      <a:pt x="34" y="2735"/>
                    </a:moveTo>
                    <a:lnTo>
                      <a:pt x="1" y="1468"/>
                    </a:lnTo>
                    <a:lnTo>
                      <a:pt x="2036" y="1268"/>
                    </a:lnTo>
                    <a:lnTo>
                      <a:pt x="2002" y="0"/>
                    </a:lnTo>
                  </a:path>
                </a:pathLst>
              </a:custGeom>
              <a:noFill/>
              <a:ln cap="rnd" cmpd="sng" w="10850">
                <a:solidFill>
                  <a:schemeClr val="accent1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2" name="Google Shape;2532;p62"/>
              <p:cNvSpPr/>
              <p:nvPr/>
            </p:nvSpPr>
            <p:spPr>
              <a:xfrm>
                <a:off x="6473325" y="314400"/>
                <a:ext cx="17525" cy="574600"/>
              </a:xfrm>
              <a:custGeom>
                <a:rect b="b" l="l" r="r" t="t"/>
                <a:pathLst>
                  <a:path extrusionOk="0" fill="none" h="22984" w="701">
                    <a:moveTo>
                      <a:pt x="701" y="22983"/>
                    </a:moveTo>
                    <a:lnTo>
                      <a:pt x="0" y="0"/>
                    </a:lnTo>
                  </a:path>
                </a:pathLst>
              </a:custGeom>
              <a:noFill/>
              <a:ln cap="rnd" cmpd="sng" w="10850">
                <a:solidFill>
                  <a:schemeClr val="accent1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3" name="Google Shape;2533;p62"/>
              <p:cNvSpPr/>
              <p:nvPr/>
            </p:nvSpPr>
            <p:spPr>
              <a:xfrm>
                <a:off x="6472500" y="262700"/>
                <a:ext cx="30875" cy="31700"/>
              </a:xfrm>
              <a:custGeom>
                <a:rect b="b" l="l" r="r" t="t"/>
                <a:pathLst>
                  <a:path extrusionOk="0" fill="none" h="1268" w="1235">
                    <a:moveTo>
                      <a:pt x="33" y="1268"/>
                    </a:moveTo>
                    <a:lnTo>
                      <a:pt x="0" y="0"/>
                    </a:lnTo>
                    <a:lnTo>
                      <a:pt x="1234" y="0"/>
                    </a:lnTo>
                  </a:path>
                </a:pathLst>
              </a:custGeom>
              <a:noFill/>
              <a:ln cap="rnd" cmpd="sng" w="10850">
                <a:solidFill>
                  <a:schemeClr val="accent1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4" name="Google Shape;2534;p62"/>
              <p:cNvSpPr/>
              <p:nvPr/>
            </p:nvSpPr>
            <p:spPr>
              <a:xfrm>
                <a:off x="6541700" y="262700"/>
                <a:ext cx="458700" cy="25"/>
              </a:xfrm>
              <a:custGeom>
                <a:rect b="b" l="l" r="r" t="t"/>
                <a:pathLst>
                  <a:path extrusionOk="0" fill="none" h="1" w="18348">
                    <a:moveTo>
                      <a:pt x="1" y="0"/>
                    </a:moveTo>
                    <a:lnTo>
                      <a:pt x="18347" y="0"/>
                    </a:lnTo>
                  </a:path>
                </a:pathLst>
              </a:custGeom>
              <a:noFill/>
              <a:ln cap="rnd" cmpd="sng" w="10850">
                <a:solidFill>
                  <a:schemeClr val="accent1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5" name="Google Shape;2535;p62"/>
              <p:cNvSpPr/>
              <p:nvPr/>
            </p:nvSpPr>
            <p:spPr>
              <a:xfrm>
                <a:off x="7018725" y="262700"/>
                <a:ext cx="31700" cy="31700"/>
              </a:xfrm>
              <a:custGeom>
                <a:rect b="b" l="l" r="r" t="t"/>
                <a:pathLst>
                  <a:path extrusionOk="0" fill="none" h="1268" w="1268">
                    <a:moveTo>
                      <a:pt x="0" y="0"/>
                    </a:moveTo>
                    <a:lnTo>
                      <a:pt x="1268" y="0"/>
                    </a:lnTo>
                    <a:lnTo>
                      <a:pt x="1268" y="1268"/>
                    </a:lnTo>
                  </a:path>
                </a:pathLst>
              </a:custGeom>
              <a:noFill/>
              <a:ln cap="rnd" cmpd="sng" w="10850">
                <a:solidFill>
                  <a:schemeClr val="accent1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6" name="Google Shape;2536;p62"/>
              <p:cNvSpPr/>
              <p:nvPr/>
            </p:nvSpPr>
            <p:spPr>
              <a:xfrm>
                <a:off x="7051225" y="335250"/>
                <a:ext cx="9200" cy="995725"/>
              </a:xfrm>
              <a:custGeom>
                <a:rect b="b" l="l" r="r" t="t"/>
                <a:pathLst>
                  <a:path extrusionOk="0" fill="none" h="39829" w="368">
                    <a:moveTo>
                      <a:pt x="1" y="0"/>
                    </a:moveTo>
                    <a:lnTo>
                      <a:pt x="368" y="39829"/>
                    </a:lnTo>
                  </a:path>
                </a:pathLst>
              </a:custGeom>
              <a:noFill/>
              <a:ln cap="rnd" cmpd="sng" w="10850">
                <a:solidFill>
                  <a:schemeClr val="accent1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7" name="Google Shape;2537;p62"/>
              <p:cNvSpPr/>
              <p:nvPr/>
            </p:nvSpPr>
            <p:spPr>
              <a:xfrm>
                <a:off x="7060400" y="1351800"/>
                <a:ext cx="31725" cy="30875"/>
              </a:xfrm>
              <a:custGeom>
                <a:rect b="b" l="l" r="r" t="t"/>
                <a:pathLst>
                  <a:path extrusionOk="0" fill="none" h="1235" w="1269">
                    <a:moveTo>
                      <a:pt x="1" y="1"/>
                    </a:moveTo>
                    <a:lnTo>
                      <a:pt x="1" y="1235"/>
                    </a:lnTo>
                    <a:lnTo>
                      <a:pt x="1268" y="1235"/>
                    </a:lnTo>
                  </a:path>
                </a:pathLst>
              </a:custGeom>
              <a:noFill/>
              <a:ln cap="rnd" cmpd="sng" w="10850">
                <a:solidFill>
                  <a:schemeClr val="accent1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8" name="Google Shape;2538;p62"/>
              <p:cNvSpPr/>
              <p:nvPr/>
            </p:nvSpPr>
            <p:spPr>
              <a:xfrm>
                <a:off x="7119625" y="1382650"/>
                <a:ext cx="55900" cy="25"/>
              </a:xfrm>
              <a:custGeom>
                <a:rect b="b" l="l" r="r" t="t"/>
                <a:pathLst>
                  <a:path extrusionOk="0" fill="none" h="1" w="2236">
                    <a:moveTo>
                      <a:pt x="0" y="1"/>
                    </a:moveTo>
                    <a:lnTo>
                      <a:pt x="2235" y="1"/>
                    </a:lnTo>
                  </a:path>
                </a:pathLst>
              </a:custGeom>
              <a:noFill/>
              <a:ln cap="rnd" cmpd="sng" w="10850">
                <a:solidFill>
                  <a:schemeClr val="accent1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9" name="Google Shape;2539;p62"/>
              <p:cNvSpPr/>
              <p:nvPr/>
            </p:nvSpPr>
            <p:spPr>
              <a:xfrm>
                <a:off x="7189675" y="1351800"/>
                <a:ext cx="30875" cy="30875"/>
              </a:xfrm>
              <a:custGeom>
                <a:rect b="b" l="l" r="r" t="t"/>
                <a:pathLst>
                  <a:path extrusionOk="0" fill="none" h="1235" w="1235">
                    <a:moveTo>
                      <a:pt x="0" y="1235"/>
                    </a:moveTo>
                    <a:lnTo>
                      <a:pt x="1234" y="1235"/>
                    </a:lnTo>
                    <a:lnTo>
                      <a:pt x="1234" y="1"/>
                    </a:lnTo>
                  </a:path>
                </a:pathLst>
              </a:custGeom>
              <a:noFill/>
              <a:ln cap="rnd" cmpd="sng" w="10850">
                <a:solidFill>
                  <a:schemeClr val="accent1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0" name="Google Shape;2540;p62"/>
              <p:cNvSpPr/>
              <p:nvPr/>
            </p:nvSpPr>
            <p:spPr>
              <a:xfrm>
                <a:off x="7220525" y="1274250"/>
                <a:ext cx="31725" cy="31700"/>
              </a:xfrm>
              <a:custGeom>
                <a:rect b="b" l="l" r="r" t="t"/>
                <a:pathLst>
                  <a:path extrusionOk="0" fill="none" h="1268" w="1269">
                    <a:moveTo>
                      <a:pt x="0" y="1268"/>
                    </a:moveTo>
                    <a:lnTo>
                      <a:pt x="0" y="0"/>
                    </a:lnTo>
                    <a:lnTo>
                      <a:pt x="1268" y="0"/>
                    </a:lnTo>
                  </a:path>
                </a:pathLst>
              </a:custGeom>
              <a:noFill/>
              <a:ln cap="rnd" cmpd="sng" w="10850">
                <a:solidFill>
                  <a:schemeClr val="accent1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1" name="Google Shape;2541;p62"/>
              <p:cNvSpPr/>
              <p:nvPr/>
            </p:nvSpPr>
            <p:spPr>
              <a:xfrm>
                <a:off x="7288900" y="1274250"/>
                <a:ext cx="258550" cy="25"/>
              </a:xfrm>
              <a:custGeom>
                <a:rect b="b" l="l" r="r" t="t"/>
                <a:pathLst>
                  <a:path extrusionOk="0" fill="none" h="1" w="10342">
                    <a:moveTo>
                      <a:pt x="1" y="0"/>
                    </a:moveTo>
                    <a:lnTo>
                      <a:pt x="10341" y="0"/>
                    </a:lnTo>
                  </a:path>
                </a:pathLst>
              </a:custGeom>
              <a:noFill/>
              <a:ln cap="rnd" cmpd="sng" w="10850">
                <a:solidFill>
                  <a:schemeClr val="accent1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2" name="Google Shape;2542;p62"/>
              <p:cNvSpPr/>
              <p:nvPr/>
            </p:nvSpPr>
            <p:spPr>
              <a:xfrm>
                <a:off x="7565775" y="1274250"/>
                <a:ext cx="31700" cy="25"/>
              </a:xfrm>
              <a:custGeom>
                <a:rect b="b" l="l" r="r" t="t"/>
                <a:pathLst>
                  <a:path extrusionOk="0" fill="none" h="1" w="1268">
                    <a:moveTo>
                      <a:pt x="0" y="0"/>
                    </a:moveTo>
                    <a:lnTo>
                      <a:pt x="1268" y="0"/>
                    </a:lnTo>
                  </a:path>
                </a:pathLst>
              </a:custGeom>
              <a:noFill/>
              <a:ln cap="rnd" cmpd="sng" w="10850">
                <a:solidFill>
                  <a:schemeClr val="accent1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3" name="Google Shape;2543;p62"/>
              <p:cNvSpPr/>
              <p:nvPr/>
            </p:nvSpPr>
            <p:spPr>
              <a:xfrm>
                <a:off x="5509300" y="1416850"/>
                <a:ext cx="237700" cy="25"/>
              </a:xfrm>
              <a:custGeom>
                <a:rect b="b" l="l" r="r" t="t"/>
                <a:pathLst>
                  <a:path extrusionOk="0" fill="none" h="1" w="9508">
                    <a:moveTo>
                      <a:pt x="9507" y="0"/>
                    </a:moveTo>
                    <a:lnTo>
                      <a:pt x="1" y="0"/>
                    </a:lnTo>
                  </a:path>
                </a:pathLst>
              </a:custGeom>
              <a:noFill/>
              <a:ln cap="rnd" cmpd="sng" w="10850">
                <a:solidFill>
                  <a:schemeClr val="accent1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4" name="Google Shape;2544;p62"/>
              <p:cNvSpPr/>
              <p:nvPr/>
            </p:nvSpPr>
            <p:spPr>
              <a:xfrm>
                <a:off x="5646900" y="1351800"/>
                <a:ext cx="136800" cy="105925"/>
              </a:xfrm>
              <a:custGeom>
                <a:rect b="b" l="l" r="r" t="t"/>
                <a:pathLst>
                  <a:path extrusionOk="0" h="4237" w="5472">
                    <a:moveTo>
                      <a:pt x="2736" y="1"/>
                    </a:moveTo>
                    <a:cubicBezTo>
                      <a:pt x="1" y="1"/>
                      <a:pt x="1" y="4237"/>
                      <a:pt x="2736" y="4237"/>
                    </a:cubicBezTo>
                    <a:cubicBezTo>
                      <a:pt x="5471" y="4237"/>
                      <a:pt x="5471" y="1"/>
                      <a:pt x="273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5" name="Google Shape;2545;p62"/>
              <p:cNvSpPr/>
              <p:nvPr/>
            </p:nvSpPr>
            <p:spPr>
              <a:xfrm>
                <a:off x="7624150" y="1269250"/>
                <a:ext cx="173475" cy="134275"/>
              </a:xfrm>
              <a:custGeom>
                <a:rect b="b" l="l" r="r" t="t"/>
                <a:pathLst>
                  <a:path extrusionOk="0" h="5371" w="6939">
                    <a:moveTo>
                      <a:pt x="3469" y="0"/>
                    </a:moveTo>
                    <a:cubicBezTo>
                      <a:pt x="0" y="0"/>
                      <a:pt x="0" y="5371"/>
                      <a:pt x="3469" y="5371"/>
                    </a:cubicBezTo>
                    <a:cubicBezTo>
                      <a:pt x="6939" y="5371"/>
                      <a:pt x="6939" y="0"/>
                      <a:pt x="34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6" name="Google Shape;2546;p62"/>
              <p:cNvSpPr/>
              <p:nvPr/>
            </p:nvSpPr>
            <p:spPr>
              <a:xfrm>
                <a:off x="5491800" y="205975"/>
                <a:ext cx="97575" cy="98425"/>
              </a:xfrm>
              <a:custGeom>
                <a:rect b="b" l="l" r="r" t="t"/>
                <a:pathLst>
                  <a:path extrusionOk="0" h="3937" w="3903">
                    <a:moveTo>
                      <a:pt x="1968" y="1"/>
                    </a:moveTo>
                    <a:cubicBezTo>
                      <a:pt x="867" y="1"/>
                      <a:pt x="0" y="901"/>
                      <a:pt x="0" y="1969"/>
                    </a:cubicBezTo>
                    <a:cubicBezTo>
                      <a:pt x="0" y="3036"/>
                      <a:pt x="867" y="3937"/>
                      <a:pt x="1968" y="3937"/>
                    </a:cubicBezTo>
                    <a:cubicBezTo>
                      <a:pt x="3036" y="3937"/>
                      <a:pt x="3903" y="3070"/>
                      <a:pt x="3903" y="1969"/>
                    </a:cubicBezTo>
                    <a:cubicBezTo>
                      <a:pt x="3903" y="901"/>
                      <a:pt x="3036" y="1"/>
                      <a:pt x="19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7" name="Google Shape;2547;p62"/>
              <p:cNvSpPr/>
              <p:nvPr/>
            </p:nvSpPr>
            <p:spPr>
              <a:xfrm>
                <a:off x="6986200" y="198475"/>
                <a:ext cx="128450" cy="128450"/>
              </a:xfrm>
              <a:custGeom>
                <a:rect b="b" l="l" r="r" t="t"/>
                <a:pathLst>
                  <a:path extrusionOk="0" h="5138" w="5138">
                    <a:moveTo>
                      <a:pt x="2569" y="1"/>
                    </a:moveTo>
                    <a:cubicBezTo>
                      <a:pt x="1134" y="1"/>
                      <a:pt x="0" y="1168"/>
                      <a:pt x="0" y="2569"/>
                    </a:cubicBezTo>
                    <a:cubicBezTo>
                      <a:pt x="0" y="4003"/>
                      <a:pt x="1134" y="5138"/>
                      <a:pt x="2569" y="5138"/>
                    </a:cubicBezTo>
                    <a:cubicBezTo>
                      <a:pt x="4003" y="5138"/>
                      <a:pt x="5137" y="4003"/>
                      <a:pt x="5137" y="2569"/>
                    </a:cubicBezTo>
                    <a:cubicBezTo>
                      <a:pt x="5137" y="1168"/>
                      <a:pt x="4003" y="1"/>
                      <a:pt x="256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8" name="Google Shape;2548;p62"/>
              <p:cNvSpPr/>
              <p:nvPr/>
            </p:nvSpPr>
            <p:spPr>
              <a:xfrm>
                <a:off x="6716000" y="490350"/>
                <a:ext cx="297725" cy="1275100"/>
              </a:xfrm>
              <a:custGeom>
                <a:rect b="b" l="l" r="r" t="t"/>
                <a:pathLst>
                  <a:path extrusionOk="0" fill="none" h="51004" w="11909">
                    <a:moveTo>
                      <a:pt x="1201" y="1"/>
                    </a:moveTo>
                    <a:cubicBezTo>
                      <a:pt x="1201" y="2436"/>
                      <a:pt x="701" y="22684"/>
                      <a:pt x="2035" y="22750"/>
                    </a:cubicBezTo>
                    <a:cubicBezTo>
                      <a:pt x="4203" y="22817"/>
                      <a:pt x="6939" y="22217"/>
                      <a:pt x="7039" y="25185"/>
                    </a:cubicBezTo>
                    <a:cubicBezTo>
                      <a:pt x="7105" y="26386"/>
                      <a:pt x="7773" y="30723"/>
                      <a:pt x="6171" y="31156"/>
                    </a:cubicBezTo>
                    <a:cubicBezTo>
                      <a:pt x="5604" y="31290"/>
                      <a:pt x="5004" y="31123"/>
                      <a:pt x="4437" y="31090"/>
                    </a:cubicBezTo>
                    <a:cubicBezTo>
                      <a:pt x="0" y="30656"/>
                      <a:pt x="1401" y="34125"/>
                      <a:pt x="1401" y="36927"/>
                    </a:cubicBezTo>
                    <a:cubicBezTo>
                      <a:pt x="1401" y="40463"/>
                      <a:pt x="467" y="45466"/>
                      <a:pt x="1401" y="48869"/>
                    </a:cubicBezTo>
                    <a:cubicBezTo>
                      <a:pt x="2002" y="51004"/>
                      <a:pt x="3036" y="50370"/>
                      <a:pt x="5404" y="50370"/>
                    </a:cubicBezTo>
                    <a:lnTo>
                      <a:pt x="11909" y="50370"/>
                    </a:lnTo>
                  </a:path>
                </a:pathLst>
              </a:custGeom>
              <a:solidFill>
                <a:schemeClr val="dk2"/>
              </a:solidFill>
              <a:ln cap="flat" cmpd="sng" w="31700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9" name="Google Shape;2549;p62"/>
              <p:cNvSpPr/>
              <p:nvPr/>
            </p:nvSpPr>
            <p:spPr>
              <a:xfrm>
                <a:off x="5208250" y="135925"/>
                <a:ext cx="2300000" cy="1040775"/>
              </a:xfrm>
              <a:custGeom>
                <a:rect b="b" l="l" r="r" t="t"/>
                <a:pathLst>
                  <a:path extrusionOk="0" fill="none" h="41631" w="92000">
                    <a:moveTo>
                      <a:pt x="91032" y="41631"/>
                    </a:moveTo>
                    <a:cubicBezTo>
                      <a:pt x="91066" y="33958"/>
                      <a:pt x="91299" y="29989"/>
                      <a:pt x="91333" y="22317"/>
                    </a:cubicBezTo>
                    <a:cubicBezTo>
                      <a:pt x="91333" y="19982"/>
                      <a:pt x="92000" y="601"/>
                      <a:pt x="90765" y="601"/>
                    </a:cubicBezTo>
                    <a:cubicBezTo>
                      <a:pt x="73687" y="635"/>
                      <a:pt x="56574" y="635"/>
                      <a:pt x="39462" y="668"/>
                    </a:cubicBezTo>
                    <a:cubicBezTo>
                      <a:pt x="30889" y="701"/>
                      <a:pt x="22350" y="701"/>
                      <a:pt x="13777" y="735"/>
                    </a:cubicBezTo>
                    <a:cubicBezTo>
                      <a:pt x="11742" y="735"/>
                      <a:pt x="9674" y="735"/>
                      <a:pt x="7639" y="735"/>
                    </a:cubicBezTo>
                    <a:cubicBezTo>
                      <a:pt x="6339" y="735"/>
                      <a:pt x="1969" y="1"/>
                      <a:pt x="968" y="735"/>
                    </a:cubicBezTo>
                    <a:cubicBezTo>
                      <a:pt x="1" y="1469"/>
                      <a:pt x="401" y="3637"/>
                      <a:pt x="401" y="4938"/>
                    </a:cubicBezTo>
                    <a:cubicBezTo>
                      <a:pt x="401" y="13344"/>
                      <a:pt x="434" y="21750"/>
                      <a:pt x="434" y="30156"/>
                    </a:cubicBezTo>
                  </a:path>
                </a:pathLst>
              </a:custGeom>
              <a:solidFill>
                <a:schemeClr val="dk2"/>
              </a:solidFill>
              <a:ln cap="flat" cmpd="sng" w="31700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0" name="Google Shape;2550;p62"/>
              <p:cNvSpPr/>
              <p:nvPr/>
            </p:nvSpPr>
            <p:spPr>
              <a:xfrm>
                <a:off x="5058975" y="507025"/>
                <a:ext cx="381125" cy="617975"/>
              </a:xfrm>
              <a:custGeom>
                <a:rect b="b" l="l" r="r" t="t"/>
                <a:pathLst>
                  <a:path extrusionOk="0" fill="none" h="24719" w="15245">
                    <a:moveTo>
                      <a:pt x="1" y="1"/>
                    </a:moveTo>
                    <a:lnTo>
                      <a:pt x="501" y="22283"/>
                    </a:lnTo>
                    <a:cubicBezTo>
                      <a:pt x="534" y="23351"/>
                      <a:pt x="368" y="24518"/>
                      <a:pt x="1402" y="24518"/>
                    </a:cubicBezTo>
                    <a:lnTo>
                      <a:pt x="15245" y="24718"/>
                    </a:lnTo>
                  </a:path>
                </a:pathLst>
              </a:custGeom>
              <a:solidFill>
                <a:schemeClr val="dk2"/>
              </a:solidFill>
              <a:ln cap="flat" cmpd="sng" w="31700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1" name="Google Shape;2551;p62"/>
              <p:cNvSpPr/>
              <p:nvPr/>
            </p:nvSpPr>
            <p:spPr>
              <a:xfrm>
                <a:off x="5429250" y="338575"/>
                <a:ext cx="35875" cy="1509450"/>
              </a:xfrm>
              <a:custGeom>
                <a:rect b="b" l="l" r="r" t="t"/>
                <a:pathLst>
                  <a:path extrusionOk="0" fill="none" h="60378" w="1435">
                    <a:moveTo>
                      <a:pt x="0" y="1"/>
                    </a:moveTo>
                    <a:cubicBezTo>
                      <a:pt x="467" y="20148"/>
                      <a:pt x="934" y="40263"/>
                      <a:pt x="1435" y="60377"/>
                    </a:cubicBezTo>
                  </a:path>
                </a:pathLst>
              </a:custGeom>
              <a:solidFill>
                <a:schemeClr val="dk2"/>
              </a:solidFill>
              <a:ln cap="flat" cmpd="sng" w="31700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2" name="Google Shape;2552;p62"/>
              <p:cNvSpPr/>
              <p:nvPr/>
            </p:nvSpPr>
            <p:spPr>
              <a:xfrm>
                <a:off x="4875525" y="1289250"/>
                <a:ext cx="373625" cy="25"/>
              </a:xfrm>
              <a:custGeom>
                <a:rect b="b" l="l" r="r" t="t"/>
                <a:pathLst>
                  <a:path extrusionOk="0" fill="none" h="1" w="14945">
                    <a:moveTo>
                      <a:pt x="0" y="1"/>
                    </a:moveTo>
                    <a:lnTo>
                      <a:pt x="14944" y="1"/>
                    </a:lnTo>
                  </a:path>
                </a:pathLst>
              </a:custGeom>
              <a:solidFill>
                <a:schemeClr val="dk2"/>
              </a:solidFill>
              <a:ln cap="flat" cmpd="sng" w="31700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3" name="Google Shape;2553;p62"/>
              <p:cNvSpPr/>
              <p:nvPr/>
            </p:nvSpPr>
            <p:spPr>
              <a:xfrm>
                <a:off x="4885525" y="1681200"/>
                <a:ext cx="373625" cy="25"/>
              </a:xfrm>
              <a:custGeom>
                <a:rect b="b" l="l" r="r" t="t"/>
                <a:pathLst>
                  <a:path extrusionOk="0" fill="none" h="1" w="14945">
                    <a:moveTo>
                      <a:pt x="0" y="1"/>
                    </a:moveTo>
                    <a:lnTo>
                      <a:pt x="14944" y="1"/>
                    </a:lnTo>
                  </a:path>
                </a:pathLst>
              </a:custGeom>
              <a:solidFill>
                <a:schemeClr val="dk2"/>
              </a:solidFill>
              <a:ln cap="flat" cmpd="sng" w="31700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4" name="Google Shape;2554;p62"/>
              <p:cNvSpPr/>
              <p:nvPr/>
            </p:nvSpPr>
            <p:spPr>
              <a:xfrm>
                <a:off x="5074825" y="1463550"/>
                <a:ext cx="373625" cy="25"/>
              </a:xfrm>
              <a:custGeom>
                <a:rect b="b" l="l" r="r" t="t"/>
                <a:pathLst>
                  <a:path extrusionOk="0" fill="none" h="1" w="14945">
                    <a:moveTo>
                      <a:pt x="1" y="0"/>
                    </a:moveTo>
                    <a:lnTo>
                      <a:pt x="14945" y="0"/>
                    </a:lnTo>
                  </a:path>
                </a:pathLst>
              </a:custGeom>
              <a:solidFill>
                <a:schemeClr val="dk2"/>
              </a:solidFill>
              <a:ln cap="flat" cmpd="sng" w="31700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5" name="Google Shape;2555;p62"/>
              <p:cNvSpPr/>
              <p:nvPr/>
            </p:nvSpPr>
            <p:spPr>
              <a:xfrm>
                <a:off x="7127950" y="271025"/>
                <a:ext cx="212675" cy="993250"/>
              </a:xfrm>
              <a:custGeom>
                <a:rect b="b" l="l" r="r" t="t"/>
                <a:pathLst>
                  <a:path extrusionOk="0" fill="none" h="39730" w="8507">
                    <a:moveTo>
                      <a:pt x="8507" y="1"/>
                    </a:moveTo>
                    <a:lnTo>
                      <a:pt x="8507" y="4070"/>
                    </a:lnTo>
                    <a:cubicBezTo>
                      <a:pt x="8507" y="4971"/>
                      <a:pt x="7740" y="5738"/>
                      <a:pt x="6839" y="5738"/>
                    </a:cubicBezTo>
                    <a:lnTo>
                      <a:pt x="735" y="5738"/>
                    </a:lnTo>
                    <a:cubicBezTo>
                      <a:pt x="334" y="5738"/>
                      <a:pt x="1" y="6072"/>
                      <a:pt x="1" y="6472"/>
                    </a:cubicBezTo>
                    <a:lnTo>
                      <a:pt x="1" y="39729"/>
                    </a:lnTo>
                  </a:path>
                </a:pathLst>
              </a:custGeom>
              <a:solidFill>
                <a:schemeClr val="dk2"/>
              </a:solidFill>
              <a:ln cap="flat" cmpd="sng" w="31700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6" name="Google Shape;2556;p62"/>
              <p:cNvSpPr/>
              <p:nvPr/>
            </p:nvSpPr>
            <p:spPr>
              <a:xfrm>
                <a:off x="7134625" y="1356800"/>
                <a:ext cx="344450" cy="511225"/>
              </a:xfrm>
              <a:custGeom>
                <a:rect b="b" l="l" r="r" t="t"/>
                <a:pathLst>
                  <a:path extrusionOk="0" fill="none" h="20449" w="13778">
                    <a:moveTo>
                      <a:pt x="13777" y="1"/>
                    </a:moveTo>
                    <a:lnTo>
                      <a:pt x="13777" y="20449"/>
                    </a:lnTo>
                    <a:lnTo>
                      <a:pt x="1" y="20449"/>
                    </a:lnTo>
                  </a:path>
                </a:pathLst>
              </a:custGeom>
              <a:solidFill>
                <a:schemeClr val="dk2"/>
              </a:solidFill>
              <a:ln cap="flat" cmpd="sng" w="31700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7" name="Google Shape;2557;p62"/>
              <p:cNvSpPr/>
              <p:nvPr/>
            </p:nvSpPr>
            <p:spPr>
              <a:xfrm>
                <a:off x="7132950" y="1099125"/>
                <a:ext cx="174325" cy="25"/>
              </a:xfrm>
              <a:custGeom>
                <a:rect b="b" l="l" r="r" t="t"/>
                <a:pathLst>
                  <a:path extrusionOk="0" fill="none" h="1" w="6973">
                    <a:moveTo>
                      <a:pt x="1" y="0"/>
                    </a:moveTo>
                    <a:lnTo>
                      <a:pt x="6973" y="0"/>
                    </a:lnTo>
                  </a:path>
                </a:pathLst>
              </a:custGeom>
              <a:solidFill>
                <a:schemeClr val="dk2"/>
              </a:solidFill>
              <a:ln cap="flat" cmpd="sng" w="31700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8" name="Google Shape;2558;p62"/>
              <p:cNvSpPr/>
              <p:nvPr/>
            </p:nvSpPr>
            <p:spPr>
              <a:xfrm>
                <a:off x="7210525" y="903150"/>
                <a:ext cx="288550" cy="25"/>
              </a:xfrm>
              <a:custGeom>
                <a:rect b="b" l="l" r="r" t="t"/>
                <a:pathLst>
                  <a:path extrusionOk="0" fill="none" h="1" w="11542">
                    <a:moveTo>
                      <a:pt x="0" y="0"/>
                    </a:moveTo>
                    <a:lnTo>
                      <a:pt x="11542" y="0"/>
                    </a:lnTo>
                  </a:path>
                </a:pathLst>
              </a:custGeom>
              <a:solidFill>
                <a:schemeClr val="dk2"/>
              </a:solidFill>
              <a:ln cap="flat" cmpd="sng" w="31700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9" name="Google Shape;2559;p62"/>
              <p:cNvSpPr/>
              <p:nvPr/>
            </p:nvSpPr>
            <p:spPr>
              <a:xfrm>
                <a:off x="7328925" y="1646175"/>
                <a:ext cx="149300" cy="25"/>
              </a:xfrm>
              <a:custGeom>
                <a:rect b="b" l="l" r="r" t="t"/>
                <a:pathLst>
                  <a:path extrusionOk="0" fill="none" h="1" w="5972">
                    <a:moveTo>
                      <a:pt x="1" y="1"/>
                    </a:moveTo>
                    <a:lnTo>
                      <a:pt x="5972" y="1"/>
                    </a:lnTo>
                  </a:path>
                </a:pathLst>
              </a:custGeom>
              <a:solidFill>
                <a:schemeClr val="dk2"/>
              </a:solidFill>
              <a:ln cap="flat" cmpd="sng" w="31700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0" name="Google Shape;2560;p62"/>
              <p:cNvSpPr/>
              <p:nvPr/>
            </p:nvSpPr>
            <p:spPr>
              <a:xfrm>
                <a:off x="7269725" y="557075"/>
                <a:ext cx="219350" cy="25"/>
              </a:xfrm>
              <a:custGeom>
                <a:rect b="b" l="l" r="r" t="t"/>
                <a:pathLst>
                  <a:path extrusionOk="0" fill="none" h="1" w="8774">
                    <a:moveTo>
                      <a:pt x="1" y="0"/>
                    </a:moveTo>
                    <a:lnTo>
                      <a:pt x="8773" y="0"/>
                    </a:lnTo>
                  </a:path>
                </a:pathLst>
              </a:custGeom>
              <a:solidFill>
                <a:schemeClr val="dk2"/>
              </a:solidFill>
              <a:ln cap="flat" cmpd="sng" w="31700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1" name="Google Shape;2561;p62"/>
              <p:cNvSpPr/>
              <p:nvPr/>
            </p:nvSpPr>
            <p:spPr>
              <a:xfrm>
                <a:off x="7142975" y="712175"/>
                <a:ext cx="174300" cy="25"/>
              </a:xfrm>
              <a:custGeom>
                <a:rect b="b" l="l" r="r" t="t"/>
                <a:pathLst>
                  <a:path extrusionOk="0" fill="none" h="1" w="6972">
                    <a:moveTo>
                      <a:pt x="0" y="1"/>
                    </a:moveTo>
                    <a:lnTo>
                      <a:pt x="6972" y="1"/>
                    </a:lnTo>
                  </a:path>
                </a:pathLst>
              </a:custGeom>
              <a:solidFill>
                <a:schemeClr val="dk2"/>
              </a:solidFill>
              <a:ln cap="flat" cmpd="sng" w="31700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2" name="Google Shape;2562;p62"/>
              <p:cNvSpPr/>
              <p:nvPr/>
            </p:nvSpPr>
            <p:spPr>
              <a:xfrm>
                <a:off x="6374075" y="154275"/>
                <a:ext cx="25" cy="1486925"/>
              </a:xfrm>
              <a:custGeom>
                <a:rect b="b" l="l" r="r" t="t"/>
                <a:pathLst>
                  <a:path extrusionOk="0" fill="none" h="59477" w="1">
                    <a:moveTo>
                      <a:pt x="1" y="59477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dk2"/>
              </a:solidFill>
              <a:ln cap="flat" cmpd="sng" w="31700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3" name="Google Shape;2563;p62"/>
              <p:cNvSpPr/>
              <p:nvPr/>
            </p:nvSpPr>
            <p:spPr>
              <a:xfrm>
                <a:off x="5610200" y="1504400"/>
                <a:ext cx="668850" cy="171000"/>
              </a:xfrm>
              <a:custGeom>
                <a:rect b="b" l="l" r="r" t="t"/>
                <a:pathLst>
                  <a:path extrusionOk="0" fill="none" h="6840" w="26754">
                    <a:moveTo>
                      <a:pt x="635" y="1"/>
                    </a:moveTo>
                    <a:cubicBezTo>
                      <a:pt x="635" y="1168"/>
                      <a:pt x="1" y="4871"/>
                      <a:pt x="635" y="5772"/>
                    </a:cubicBezTo>
                    <a:cubicBezTo>
                      <a:pt x="1368" y="6839"/>
                      <a:pt x="4304" y="6305"/>
                      <a:pt x="5705" y="6305"/>
                    </a:cubicBezTo>
                    <a:lnTo>
                      <a:pt x="26753" y="6305"/>
                    </a:lnTo>
                  </a:path>
                </a:pathLst>
              </a:custGeom>
              <a:solidFill>
                <a:schemeClr val="dk2"/>
              </a:solidFill>
              <a:ln cap="flat" cmpd="sng" w="31700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4" name="Google Shape;2564;p62"/>
              <p:cNvSpPr/>
              <p:nvPr/>
            </p:nvSpPr>
            <p:spPr>
              <a:xfrm>
                <a:off x="5593525" y="247675"/>
                <a:ext cx="798925" cy="1236750"/>
              </a:xfrm>
              <a:custGeom>
                <a:rect b="b" l="l" r="r" t="t"/>
                <a:pathLst>
                  <a:path extrusionOk="0" fill="none" h="49470" w="31957">
                    <a:moveTo>
                      <a:pt x="23784" y="1"/>
                    </a:moveTo>
                    <a:lnTo>
                      <a:pt x="23784" y="5371"/>
                    </a:lnTo>
                    <a:cubicBezTo>
                      <a:pt x="23784" y="5371"/>
                      <a:pt x="16379" y="5571"/>
                      <a:pt x="14144" y="5571"/>
                    </a:cubicBezTo>
                    <a:lnTo>
                      <a:pt x="8040" y="5571"/>
                    </a:lnTo>
                    <a:cubicBezTo>
                      <a:pt x="6138" y="5571"/>
                      <a:pt x="3370" y="5671"/>
                      <a:pt x="1735" y="5705"/>
                    </a:cubicBezTo>
                    <a:cubicBezTo>
                      <a:pt x="1001" y="5738"/>
                      <a:pt x="434" y="6339"/>
                      <a:pt x="368" y="7072"/>
                    </a:cubicBezTo>
                    <a:cubicBezTo>
                      <a:pt x="234" y="9641"/>
                      <a:pt x="1" y="15412"/>
                      <a:pt x="801" y="17580"/>
                    </a:cubicBezTo>
                    <a:cubicBezTo>
                      <a:pt x="1368" y="19148"/>
                      <a:pt x="935" y="18814"/>
                      <a:pt x="2936" y="18981"/>
                    </a:cubicBezTo>
                    <a:cubicBezTo>
                      <a:pt x="4971" y="19148"/>
                      <a:pt x="7072" y="18981"/>
                      <a:pt x="9107" y="18981"/>
                    </a:cubicBezTo>
                    <a:lnTo>
                      <a:pt x="18214" y="18981"/>
                    </a:lnTo>
                    <a:cubicBezTo>
                      <a:pt x="19348" y="18981"/>
                      <a:pt x="21816" y="18514"/>
                      <a:pt x="22784" y="18981"/>
                    </a:cubicBezTo>
                    <a:cubicBezTo>
                      <a:pt x="24185" y="19648"/>
                      <a:pt x="23784" y="20215"/>
                      <a:pt x="23784" y="22050"/>
                    </a:cubicBezTo>
                    <a:lnTo>
                      <a:pt x="23784" y="36293"/>
                    </a:lnTo>
                    <a:cubicBezTo>
                      <a:pt x="23784" y="37928"/>
                      <a:pt x="24385" y="40630"/>
                      <a:pt x="23017" y="41364"/>
                    </a:cubicBezTo>
                    <a:cubicBezTo>
                      <a:pt x="22483" y="41664"/>
                      <a:pt x="20916" y="41364"/>
                      <a:pt x="20315" y="41364"/>
                    </a:cubicBezTo>
                    <a:lnTo>
                      <a:pt x="9674" y="41364"/>
                    </a:lnTo>
                    <a:cubicBezTo>
                      <a:pt x="8807" y="41364"/>
                      <a:pt x="8106" y="42064"/>
                      <a:pt x="8073" y="42931"/>
                    </a:cubicBezTo>
                    <a:cubicBezTo>
                      <a:pt x="8040" y="44599"/>
                      <a:pt x="7940" y="46300"/>
                      <a:pt x="8040" y="47935"/>
                    </a:cubicBezTo>
                    <a:cubicBezTo>
                      <a:pt x="8073" y="48802"/>
                      <a:pt x="8840" y="49469"/>
                      <a:pt x="9741" y="49436"/>
                    </a:cubicBezTo>
                    <a:cubicBezTo>
                      <a:pt x="17113" y="49036"/>
                      <a:pt x="24552" y="49436"/>
                      <a:pt x="31957" y="49436"/>
                    </a:cubicBezTo>
                  </a:path>
                </a:pathLst>
              </a:custGeom>
              <a:solidFill>
                <a:schemeClr val="dk2"/>
              </a:solidFill>
              <a:ln cap="flat" cmpd="sng" w="31700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5" name="Google Shape;2565;p62"/>
              <p:cNvSpPr/>
              <p:nvPr/>
            </p:nvSpPr>
            <p:spPr>
              <a:xfrm>
                <a:off x="5636050" y="1092450"/>
                <a:ext cx="386975" cy="233525"/>
              </a:xfrm>
              <a:custGeom>
                <a:rect b="b" l="l" r="r" t="t"/>
                <a:pathLst>
                  <a:path extrusionOk="0" fill="none" h="9341" w="15479">
                    <a:moveTo>
                      <a:pt x="1" y="9341"/>
                    </a:moveTo>
                    <a:cubicBezTo>
                      <a:pt x="1" y="7239"/>
                      <a:pt x="68" y="5138"/>
                      <a:pt x="34" y="3003"/>
                    </a:cubicBezTo>
                    <a:cubicBezTo>
                      <a:pt x="1" y="401"/>
                      <a:pt x="68" y="434"/>
                      <a:pt x="2736" y="267"/>
                    </a:cubicBezTo>
                    <a:cubicBezTo>
                      <a:pt x="6973" y="1"/>
                      <a:pt x="11242" y="468"/>
                      <a:pt x="15479" y="468"/>
                    </a:cubicBezTo>
                  </a:path>
                </a:pathLst>
              </a:custGeom>
              <a:solidFill>
                <a:schemeClr val="dk2"/>
              </a:solidFill>
              <a:ln cap="flat" cmpd="sng" w="31700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6" name="Google Shape;2566;p62"/>
              <p:cNvSpPr/>
              <p:nvPr/>
            </p:nvSpPr>
            <p:spPr>
              <a:xfrm>
                <a:off x="5419250" y="898150"/>
                <a:ext cx="555400" cy="25"/>
              </a:xfrm>
              <a:custGeom>
                <a:rect b="b" l="l" r="r" t="t"/>
                <a:pathLst>
                  <a:path extrusionOk="0" fill="none" h="1" w="22216">
                    <a:moveTo>
                      <a:pt x="22216" y="0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dk2"/>
              </a:solidFill>
              <a:ln cap="flat" cmpd="sng" w="31700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7" name="Google Shape;2567;p62"/>
              <p:cNvSpPr/>
              <p:nvPr/>
            </p:nvSpPr>
            <p:spPr>
              <a:xfrm>
                <a:off x="5806175" y="547050"/>
                <a:ext cx="583775" cy="25"/>
              </a:xfrm>
              <a:custGeom>
                <a:rect b="b" l="l" r="r" t="t"/>
                <a:pathLst>
                  <a:path extrusionOk="0" fill="none" h="1" w="23351">
                    <a:moveTo>
                      <a:pt x="1" y="1"/>
                    </a:moveTo>
                    <a:lnTo>
                      <a:pt x="23351" y="1"/>
                    </a:lnTo>
                  </a:path>
                </a:pathLst>
              </a:custGeom>
              <a:solidFill>
                <a:schemeClr val="dk2"/>
              </a:solidFill>
              <a:ln cap="flat" cmpd="sng" w="31700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8" name="Google Shape;2568;p62"/>
              <p:cNvSpPr/>
              <p:nvPr/>
            </p:nvSpPr>
            <p:spPr>
              <a:xfrm>
                <a:off x="7656675" y="957550"/>
                <a:ext cx="118575" cy="280975"/>
              </a:xfrm>
              <a:custGeom>
                <a:rect b="b" l="l" r="r" t="t"/>
                <a:pathLst>
                  <a:path extrusionOk="0" h="11239" w="4743">
                    <a:moveTo>
                      <a:pt x="1935" y="1"/>
                    </a:moveTo>
                    <a:cubicBezTo>
                      <a:pt x="1910" y="1"/>
                      <a:pt x="1885" y="9"/>
                      <a:pt x="1868" y="26"/>
                    </a:cubicBezTo>
                    <a:cubicBezTo>
                      <a:pt x="1768" y="159"/>
                      <a:pt x="1768" y="360"/>
                      <a:pt x="1768" y="526"/>
                    </a:cubicBezTo>
                    <a:cubicBezTo>
                      <a:pt x="1802" y="760"/>
                      <a:pt x="1802" y="993"/>
                      <a:pt x="1802" y="1194"/>
                    </a:cubicBezTo>
                    <a:cubicBezTo>
                      <a:pt x="1835" y="1661"/>
                      <a:pt x="1835" y="2128"/>
                      <a:pt x="1868" y="2595"/>
                    </a:cubicBezTo>
                    <a:cubicBezTo>
                      <a:pt x="1868" y="3462"/>
                      <a:pt x="1902" y="4362"/>
                      <a:pt x="1935" y="5263"/>
                    </a:cubicBezTo>
                    <a:cubicBezTo>
                      <a:pt x="1968" y="6130"/>
                      <a:pt x="2002" y="7031"/>
                      <a:pt x="2002" y="7932"/>
                    </a:cubicBezTo>
                    <a:cubicBezTo>
                      <a:pt x="2035" y="8699"/>
                      <a:pt x="2002" y="9499"/>
                      <a:pt x="2035" y="10300"/>
                    </a:cubicBezTo>
                    <a:cubicBezTo>
                      <a:pt x="1768" y="9833"/>
                      <a:pt x="1501" y="9333"/>
                      <a:pt x="1234" y="8832"/>
                    </a:cubicBezTo>
                    <a:cubicBezTo>
                      <a:pt x="1034" y="8499"/>
                      <a:pt x="868" y="8165"/>
                      <a:pt x="701" y="7832"/>
                    </a:cubicBezTo>
                    <a:cubicBezTo>
                      <a:pt x="601" y="7665"/>
                      <a:pt x="501" y="7498"/>
                      <a:pt x="401" y="7331"/>
                    </a:cubicBezTo>
                    <a:cubicBezTo>
                      <a:pt x="367" y="7231"/>
                      <a:pt x="300" y="7164"/>
                      <a:pt x="200" y="7131"/>
                    </a:cubicBezTo>
                    <a:lnTo>
                      <a:pt x="167" y="7098"/>
                    </a:lnTo>
                    <a:cubicBezTo>
                      <a:pt x="155" y="7074"/>
                      <a:pt x="131" y="7063"/>
                      <a:pt x="104" y="7063"/>
                    </a:cubicBezTo>
                    <a:cubicBezTo>
                      <a:pt x="56" y="7063"/>
                      <a:pt x="0" y="7100"/>
                      <a:pt x="0" y="7164"/>
                    </a:cubicBezTo>
                    <a:cubicBezTo>
                      <a:pt x="34" y="7231"/>
                      <a:pt x="0" y="7265"/>
                      <a:pt x="0" y="7331"/>
                    </a:cubicBezTo>
                    <a:cubicBezTo>
                      <a:pt x="0" y="7398"/>
                      <a:pt x="67" y="7498"/>
                      <a:pt x="67" y="7565"/>
                    </a:cubicBezTo>
                    <a:cubicBezTo>
                      <a:pt x="134" y="7732"/>
                      <a:pt x="200" y="7898"/>
                      <a:pt x="300" y="8065"/>
                    </a:cubicBezTo>
                    <a:cubicBezTo>
                      <a:pt x="434" y="8399"/>
                      <a:pt x="601" y="8766"/>
                      <a:pt x="767" y="9099"/>
                    </a:cubicBezTo>
                    <a:cubicBezTo>
                      <a:pt x="1134" y="9766"/>
                      <a:pt x="1468" y="10433"/>
                      <a:pt x="1868" y="11101"/>
                    </a:cubicBezTo>
                    <a:cubicBezTo>
                      <a:pt x="1916" y="11196"/>
                      <a:pt x="2002" y="11238"/>
                      <a:pt x="2089" y="11238"/>
                    </a:cubicBezTo>
                    <a:cubicBezTo>
                      <a:pt x="2185" y="11238"/>
                      <a:pt x="2283" y="11188"/>
                      <a:pt x="2335" y="11101"/>
                    </a:cubicBezTo>
                    <a:cubicBezTo>
                      <a:pt x="2402" y="11034"/>
                      <a:pt x="2435" y="10967"/>
                      <a:pt x="2469" y="10900"/>
                    </a:cubicBezTo>
                    <a:cubicBezTo>
                      <a:pt x="2535" y="10867"/>
                      <a:pt x="2569" y="10800"/>
                      <a:pt x="2602" y="10700"/>
                    </a:cubicBezTo>
                    <a:cubicBezTo>
                      <a:pt x="3269" y="9633"/>
                      <a:pt x="3970" y="8532"/>
                      <a:pt x="4604" y="7431"/>
                    </a:cubicBezTo>
                    <a:cubicBezTo>
                      <a:pt x="4742" y="7200"/>
                      <a:pt x="4560" y="7000"/>
                      <a:pt x="4369" y="7000"/>
                    </a:cubicBezTo>
                    <a:cubicBezTo>
                      <a:pt x="4284" y="7000"/>
                      <a:pt x="4198" y="7039"/>
                      <a:pt x="4137" y="7131"/>
                    </a:cubicBezTo>
                    <a:cubicBezTo>
                      <a:pt x="3603" y="7965"/>
                      <a:pt x="3102" y="8799"/>
                      <a:pt x="2602" y="9633"/>
                    </a:cubicBezTo>
                    <a:cubicBezTo>
                      <a:pt x="2569" y="9066"/>
                      <a:pt x="2535" y="8499"/>
                      <a:pt x="2535" y="7932"/>
                    </a:cubicBezTo>
                    <a:cubicBezTo>
                      <a:pt x="2502" y="7031"/>
                      <a:pt x="2469" y="6130"/>
                      <a:pt x="2435" y="5263"/>
                    </a:cubicBezTo>
                    <a:cubicBezTo>
                      <a:pt x="2402" y="4362"/>
                      <a:pt x="2335" y="3462"/>
                      <a:pt x="2302" y="2595"/>
                    </a:cubicBezTo>
                    <a:cubicBezTo>
                      <a:pt x="2269" y="2128"/>
                      <a:pt x="2235" y="1661"/>
                      <a:pt x="2202" y="1194"/>
                    </a:cubicBezTo>
                    <a:cubicBezTo>
                      <a:pt x="2202" y="993"/>
                      <a:pt x="2168" y="760"/>
                      <a:pt x="2168" y="526"/>
                    </a:cubicBezTo>
                    <a:cubicBezTo>
                      <a:pt x="2135" y="360"/>
                      <a:pt x="2135" y="159"/>
                      <a:pt x="2002" y="26"/>
                    </a:cubicBezTo>
                    <a:cubicBezTo>
                      <a:pt x="1985" y="9"/>
                      <a:pt x="1960" y="1"/>
                      <a:pt x="1935" y="1"/>
                    </a:cubicBezTo>
                    <a:close/>
                  </a:path>
                </a:pathLst>
              </a:custGeom>
              <a:solidFill>
                <a:srgbClr val="5CC9B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9" name="Google Shape;2569;p62"/>
              <p:cNvSpPr/>
              <p:nvPr/>
            </p:nvSpPr>
            <p:spPr>
              <a:xfrm>
                <a:off x="4846325" y="323575"/>
                <a:ext cx="2311675" cy="1534450"/>
              </a:xfrm>
              <a:custGeom>
                <a:rect b="b" l="l" r="r" t="t"/>
                <a:pathLst>
                  <a:path extrusionOk="0" fill="none" h="61378" w="92467">
                    <a:moveTo>
                      <a:pt x="1" y="5004"/>
                    </a:moveTo>
                    <a:cubicBezTo>
                      <a:pt x="268" y="15211"/>
                      <a:pt x="601" y="25452"/>
                      <a:pt x="1001" y="35692"/>
                    </a:cubicBezTo>
                    <a:cubicBezTo>
                      <a:pt x="1168" y="40796"/>
                      <a:pt x="1402" y="45933"/>
                      <a:pt x="1602" y="51037"/>
                    </a:cubicBezTo>
                    <a:cubicBezTo>
                      <a:pt x="1769" y="54506"/>
                      <a:pt x="234" y="61211"/>
                      <a:pt x="5004" y="61211"/>
                    </a:cubicBezTo>
                    <a:cubicBezTo>
                      <a:pt x="33858" y="61211"/>
                      <a:pt x="62679" y="61311"/>
                      <a:pt x="91533" y="61377"/>
                    </a:cubicBezTo>
                    <a:cubicBezTo>
                      <a:pt x="91599" y="57942"/>
                      <a:pt x="92166" y="54539"/>
                      <a:pt x="92166" y="51103"/>
                    </a:cubicBezTo>
                    <a:cubicBezTo>
                      <a:pt x="92166" y="50103"/>
                      <a:pt x="92467" y="47301"/>
                      <a:pt x="91633" y="46567"/>
                    </a:cubicBezTo>
                    <a:cubicBezTo>
                      <a:pt x="90899" y="45933"/>
                      <a:pt x="87430" y="46533"/>
                      <a:pt x="86429" y="46500"/>
                    </a:cubicBezTo>
                    <a:cubicBezTo>
                      <a:pt x="85762" y="43665"/>
                      <a:pt x="86229" y="40096"/>
                      <a:pt x="86196" y="37127"/>
                    </a:cubicBezTo>
                    <a:cubicBezTo>
                      <a:pt x="86162" y="32557"/>
                      <a:pt x="86095" y="28020"/>
                      <a:pt x="86029" y="23484"/>
                    </a:cubicBezTo>
                    <a:cubicBezTo>
                      <a:pt x="85995" y="19047"/>
                      <a:pt x="85962" y="14611"/>
                      <a:pt x="85895" y="10174"/>
                    </a:cubicBezTo>
                    <a:cubicBezTo>
                      <a:pt x="85895" y="7973"/>
                      <a:pt x="85995" y="5704"/>
                      <a:pt x="85829" y="3536"/>
                    </a:cubicBezTo>
                    <a:cubicBezTo>
                      <a:pt x="85528" y="0"/>
                      <a:pt x="80658" y="1301"/>
                      <a:pt x="77956" y="1234"/>
                    </a:cubicBezTo>
                    <a:cubicBezTo>
                      <a:pt x="74887" y="1201"/>
                      <a:pt x="71819" y="1101"/>
                      <a:pt x="68750" y="1068"/>
                    </a:cubicBezTo>
                    <a:cubicBezTo>
                      <a:pt x="69417" y="1134"/>
                      <a:pt x="69317" y="48702"/>
                      <a:pt x="69350" y="51370"/>
                    </a:cubicBezTo>
                    <a:lnTo>
                      <a:pt x="69384" y="54573"/>
                    </a:lnTo>
                  </a:path>
                </a:pathLst>
              </a:custGeom>
              <a:solidFill>
                <a:schemeClr val="dk2"/>
              </a:solidFill>
              <a:ln cap="flat" cmpd="sng" w="31700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70" name="Google Shape;2570;p62"/>
            <p:cNvGrpSpPr/>
            <p:nvPr/>
          </p:nvGrpSpPr>
          <p:grpSpPr>
            <a:xfrm>
              <a:off x="6238621" y="2562151"/>
              <a:ext cx="2541292" cy="1930367"/>
              <a:chOff x="4456381" y="1942093"/>
              <a:chExt cx="3657062" cy="2446599"/>
            </a:xfrm>
          </p:grpSpPr>
          <p:grpSp>
            <p:nvGrpSpPr>
              <p:cNvPr id="2571" name="Google Shape;2571;p62"/>
              <p:cNvGrpSpPr/>
              <p:nvPr/>
            </p:nvGrpSpPr>
            <p:grpSpPr>
              <a:xfrm>
                <a:off x="4456381" y="1942093"/>
                <a:ext cx="3657062" cy="2405081"/>
                <a:chOff x="4429144" y="1824993"/>
                <a:chExt cx="3657062" cy="2405081"/>
              </a:xfrm>
            </p:grpSpPr>
            <p:sp>
              <p:nvSpPr>
                <p:cNvPr id="2572" name="Google Shape;2572;p62"/>
                <p:cNvSpPr/>
                <p:nvPr/>
              </p:nvSpPr>
              <p:spPr>
                <a:xfrm>
                  <a:off x="6702839" y="2842405"/>
                  <a:ext cx="111650" cy="294704"/>
                </a:xfrm>
                <a:custGeom>
                  <a:rect b="b" l="l" r="r" t="t"/>
                  <a:pathLst>
                    <a:path extrusionOk="0" h="14177" w="5371">
                      <a:moveTo>
                        <a:pt x="2414" y="0"/>
                      </a:moveTo>
                      <a:cubicBezTo>
                        <a:pt x="2139" y="0"/>
                        <a:pt x="1843" y="100"/>
                        <a:pt x="1535" y="332"/>
                      </a:cubicBezTo>
                      <a:cubicBezTo>
                        <a:pt x="234" y="1333"/>
                        <a:pt x="234" y="3802"/>
                        <a:pt x="334" y="5236"/>
                      </a:cubicBezTo>
                      <a:cubicBezTo>
                        <a:pt x="501" y="7571"/>
                        <a:pt x="0" y="9806"/>
                        <a:pt x="134" y="12108"/>
                      </a:cubicBezTo>
                      <a:cubicBezTo>
                        <a:pt x="167" y="12875"/>
                        <a:pt x="467" y="13709"/>
                        <a:pt x="1168" y="14042"/>
                      </a:cubicBezTo>
                      <a:cubicBezTo>
                        <a:pt x="1367" y="14134"/>
                        <a:pt x="1594" y="14177"/>
                        <a:pt x="1826" y="14177"/>
                      </a:cubicBezTo>
                      <a:cubicBezTo>
                        <a:pt x="2101" y="14177"/>
                        <a:pt x="2383" y="14117"/>
                        <a:pt x="2636" y="14009"/>
                      </a:cubicBezTo>
                      <a:cubicBezTo>
                        <a:pt x="5371" y="13042"/>
                        <a:pt x="5171" y="9672"/>
                        <a:pt x="4237" y="7504"/>
                      </a:cubicBezTo>
                      <a:cubicBezTo>
                        <a:pt x="4203" y="7438"/>
                        <a:pt x="4170" y="7371"/>
                        <a:pt x="4170" y="7337"/>
                      </a:cubicBezTo>
                      <a:cubicBezTo>
                        <a:pt x="4037" y="7071"/>
                        <a:pt x="3937" y="6770"/>
                        <a:pt x="3937" y="6470"/>
                      </a:cubicBezTo>
                      <a:cubicBezTo>
                        <a:pt x="3903" y="6203"/>
                        <a:pt x="3970" y="5936"/>
                        <a:pt x="4037" y="5670"/>
                      </a:cubicBezTo>
                      <a:cubicBezTo>
                        <a:pt x="4303" y="4502"/>
                        <a:pt x="4337" y="3301"/>
                        <a:pt x="4203" y="2134"/>
                      </a:cubicBezTo>
                      <a:cubicBezTo>
                        <a:pt x="4074" y="1177"/>
                        <a:pt x="3364" y="0"/>
                        <a:pt x="2414" y="0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73" name="Google Shape;2573;p62"/>
                <p:cNvSpPr/>
                <p:nvPr/>
              </p:nvSpPr>
              <p:spPr>
                <a:xfrm>
                  <a:off x="6440958" y="2144527"/>
                  <a:ext cx="379081" cy="812376"/>
                </a:xfrm>
                <a:custGeom>
                  <a:rect b="b" l="l" r="r" t="t"/>
                  <a:pathLst>
                    <a:path extrusionOk="0" h="39080" w="18236">
                      <a:moveTo>
                        <a:pt x="2970" y="0"/>
                      </a:moveTo>
                      <a:cubicBezTo>
                        <a:pt x="1" y="0"/>
                        <a:pt x="2352" y="4659"/>
                        <a:pt x="4326" y="8219"/>
                      </a:cubicBezTo>
                      <a:cubicBezTo>
                        <a:pt x="5226" y="9821"/>
                        <a:pt x="6060" y="11222"/>
                        <a:pt x="6327" y="11889"/>
                      </a:cubicBezTo>
                      <a:cubicBezTo>
                        <a:pt x="9029" y="19094"/>
                        <a:pt x="10997" y="31303"/>
                        <a:pt x="10830" y="39075"/>
                      </a:cubicBezTo>
                      <a:cubicBezTo>
                        <a:pt x="10925" y="39078"/>
                        <a:pt x="11022" y="39079"/>
                        <a:pt x="11121" y="39079"/>
                      </a:cubicBezTo>
                      <a:cubicBezTo>
                        <a:pt x="12544" y="39079"/>
                        <a:pt x="14373" y="38793"/>
                        <a:pt x="16011" y="38793"/>
                      </a:cubicBezTo>
                      <a:cubicBezTo>
                        <a:pt x="16825" y="38793"/>
                        <a:pt x="17591" y="38863"/>
                        <a:pt x="18236" y="39075"/>
                      </a:cubicBezTo>
                      <a:cubicBezTo>
                        <a:pt x="18069" y="31369"/>
                        <a:pt x="17035" y="20528"/>
                        <a:pt x="16034" y="13156"/>
                      </a:cubicBezTo>
                      <a:cubicBezTo>
                        <a:pt x="14867" y="4750"/>
                        <a:pt x="12031" y="781"/>
                        <a:pt x="3258" y="14"/>
                      </a:cubicBezTo>
                      <a:cubicBezTo>
                        <a:pt x="3157" y="5"/>
                        <a:pt x="3061" y="0"/>
                        <a:pt x="297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74" name="Google Shape;2574;p62"/>
                <p:cNvSpPr/>
                <p:nvPr/>
              </p:nvSpPr>
              <p:spPr>
                <a:xfrm>
                  <a:off x="6627255" y="3843655"/>
                  <a:ext cx="151873" cy="255894"/>
                </a:xfrm>
                <a:custGeom>
                  <a:rect b="b" l="l" r="r" t="t"/>
                  <a:pathLst>
                    <a:path extrusionOk="0" h="12310" w="7306">
                      <a:moveTo>
                        <a:pt x="6939" y="1"/>
                      </a:moveTo>
                      <a:lnTo>
                        <a:pt x="0" y="468"/>
                      </a:lnTo>
                      <a:cubicBezTo>
                        <a:pt x="67" y="1468"/>
                        <a:pt x="1235" y="12310"/>
                        <a:pt x="1235" y="12310"/>
                      </a:cubicBezTo>
                      <a:lnTo>
                        <a:pt x="7306" y="11742"/>
                      </a:lnTo>
                      <a:lnTo>
                        <a:pt x="6939" y="1"/>
                      </a:ln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75" name="Google Shape;2575;p62"/>
                <p:cNvSpPr/>
                <p:nvPr/>
              </p:nvSpPr>
              <p:spPr>
                <a:xfrm>
                  <a:off x="6487189" y="4049763"/>
                  <a:ext cx="311355" cy="120817"/>
                </a:xfrm>
                <a:custGeom>
                  <a:rect b="b" l="l" r="r" t="t"/>
                  <a:pathLst>
                    <a:path extrusionOk="0" h="5812" w="14978">
                      <a:moveTo>
                        <a:pt x="7939" y="1"/>
                      </a:moveTo>
                      <a:cubicBezTo>
                        <a:pt x="7877" y="1"/>
                        <a:pt x="7821" y="9"/>
                        <a:pt x="7773" y="26"/>
                      </a:cubicBezTo>
                      <a:cubicBezTo>
                        <a:pt x="7472" y="126"/>
                        <a:pt x="7039" y="827"/>
                        <a:pt x="6705" y="1027"/>
                      </a:cubicBezTo>
                      <a:cubicBezTo>
                        <a:pt x="6238" y="1327"/>
                        <a:pt x="5704" y="1527"/>
                        <a:pt x="5171" y="1727"/>
                      </a:cubicBezTo>
                      <a:cubicBezTo>
                        <a:pt x="4137" y="2161"/>
                        <a:pt x="3136" y="2661"/>
                        <a:pt x="2235" y="3262"/>
                      </a:cubicBezTo>
                      <a:cubicBezTo>
                        <a:pt x="1635" y="3695"/>
                        <a:pt x="334" y="4529"/>
                        <a:pt x="67" y="5230"/>
                      </a:cubicBezTo>
                      <a:cubicBezTo>
                        <a:pt x="0" y="5430"/>
                        <a:pt x="67" y="5730"/>
                        <a:pt x="301" y="5797"/>
                      </a:cubicBezTo>
                      <a:cubicBezTo>
                        <a:pt x="323" y="5808"/>
                        <a:pt x="345" y="5812"/>
                        <a:pt x="368" y="5812"/>
                      </a:cubicBezTo>
                      <a:cubicBezTo>
                        <a:pt x="415" y="5812"/>
                        <a:pt x="467" y="5797"/>
                        <a:pt x="534" y="5797"/>
                      </a:cubicBezTo>
                      <a:lnTo>
                        <a:pt x="13743" y="5530"/>
                      </a:lnTo>
                      <a:cubicBezTo>
                        <a:pt x="14177" y="5530"/>
                        <a:pt x="14444" y="5430"/>
                        <a:pt x="14611" y="5263"/>
                      </a:cubicBezTo>
                      <a:cubicBezTo>
                        <a:pt x="14978" y="4963"/>
                        <a:pt x="14878" y="4363"/>
                        <a:pt x="14744" y="3629"/>
                      </a:cubicBezTo>
                      <a:cubicBezTo>
                        <a:pt x="14677" y="3295"/>
                        <a:pt x="14544" y="2962"/>
                        <a:pt x="14477" y="2628"/>
                      </a:cubicBezTo>
                      <a:cubicBezTo>
                        <a:pt x="14344" y="2128"/>
                        <a:pt x="14511" y="1160"/>
                        <a:pt x="14277" y="760"/>
                      </a:cubicBezTo>
                      <a:cubicBezTo>
                        <a:pt x="14144" y="527"/>
                        <a:pt x="13944" y="460"/>
                        <a:pt x="13710" y="426"/>
                      </a:cubicBezTo>
                      <a:cubicBezTo>
                        <a:pt x="13325" y="406"/>
                        <a:pt x="12792" y="374"/>
                        <a:pt x="12284" y="374"/>
                      </a:cubicBezTo>
                      <a:cubicBezTo>
                        <a:pt x="11955" y="374"/>
                        <a:pt x="11637" y="387"/>
                        <a:pt x="11375" y="426"/>
                      </a:cubicBezTo>
                      <a:cubicBezTo>
                        <a:pt x="11075" y="456"/>
                        <a:pt x="10775" y="473"/>
                        <a:pt x="10472" y="473"/>
                      </a:cubicBezTo>
                      <a:cubicBezTo>
                        <a:pt x="10101" y="473"/>
                        <a:pt x="9726" y="448"/>
                        <a:pt x="9340" y="393"/>
                      </a:cubicBezTo>
                      <a:cubicBezTo>
                        <a:pt x="8993" y="335"/>
                        <a:pt x="8344" y="1"/>
                        <a:pt x="793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76" name="Google Shape;2576;p62"/>
                <p:cNvSpPr/>
                <p:nvPr/>
              </p:nvSpPr>
              <p:spPr>
                <a:xfrm>
                  <a:off x="6439336" y="2598630"/>
                  <a:ext cx="366837" cy="1407231"/>
                </a:xfrm>
                <a:custGeom>
                  <a:rect b="b" l="l" r="r" t="t"/>
                  <a:pathLst>
                    <a:path extrusionOk="0" h="67696" w="17647">
                      <a:moveTo>
                        <a:pt x="3867" y="1"/>
                      </a:moveTo>
                      <a:cubicBezTo>
                        <a:pt x="1779" y="1"/>
                        <a:pt x="521" y="1059"/>
                        <a:pt x="334" y="2986"/>
                      </a:cubicBezTo>
                      <a:cubicBezTo>
                        <a:pt x="1" y="6022"/>
                        <a:pt x="401" y="9224"/>
                        <a:pt x="368" y="12260"/>
                      </a:cubicBezTo>
                      <a:cubicBezTo>
                        <a:pt x="334" y="15529"/>
                        <a:pt x="634" y="18831"/>
                        <a:pt x="935" y="22100"/>
                      </a:cubicBezTo>
                      <a:cubicBezTo>
                        <a:pt x="935" y="28438"/>
                        <a:pt x="1568" y="34776"/>
                        <a:pt x="2269" y="41080"/>
                      </a:cubicBezTo>
                      <a:cubicBezTo>
                        <a:pt x="3003" y="47785"/>
                        <a:pt x="4537" y="54023"/>
                        <a:pt x="6038" y="60594"/>
                      </a:cubicBezTo>
                      <a:cubicBezTo>
                        <a:pt x="6405" y="62195"/>
                        <a:pt x="6739" y="63797"/>
                        <a:pt x="7239" y="65364"/>
                      </a:cubicBezTo>
                      <a:cubicBezTo>
                        <a:pt x="7439" y="65898"/>
                        <a:pt x="7639" y="66465"/>
                        <a:pt x="8040" y="66865"/>
                      </a:cubicBezTo>
                      <a:cubicBezTo>
                        <a:pt x="8573" y="67399"/>
                        <a:pt x="9374" y="67533"/>
                        <a:pt x="10141" y="67599"/>
                      </a:cubicBezTo>
                      <a:cubicBezTo>
                        <a:pt x="10850" y="67662"/>
                        <a:pt x="11566" y="67695"/>
                        <a:pt x="12286" y="67695"/>
                      </a:cubicBezTo>
                      <a:cubicBezTo>
                        <a:pt x="13091" y="67695"/>
                        <a:pt x="13901" y="67654"/>
                        <a:pt x="14711" y="67566"/>
                      </a:cubicBezTo>
                      <a:cubicBezTo>
                        <a:pt x="15245" y="67499"/>
                        <a:pt x="15812" y="67432"/>
                        <a:pt x="16212" y="67066"/>
                      </a:cubicBezTo>
                      <a:cubicBezTo>
                        <a:pt x="16779" y="66599"/>
                        <a:pt x="16879" y="65798"/>
                        <a:pt x="16979" y="65097"/>
                      </a:cubicBezTo>
                      <a:cubicBezTo>
                        <a:pt x="17647" y="58259"/>
                        <a:pt x="16879" y="51521"/>
                        <a:pt x="16346" y="44716"/>
                      </a:cubicBezTo>
                      <a:cubicBezTo>
                        <a:pt x="15812" y="38045"/>
                        <a:pt x="15245" y="31373"/>
                        <a:pt x="14444" y="24735"/>
                      </a:cubicBezTo>
                      <a:cubicBezTo>
                        <a:pt x="13977" y="20799"/>
                        <a:pt x="12977" y="16930"/>
                        <a:pt x="12610" y="12993"/>
                      </a:cubicBezTo>
                      <a:cubicBezTo>
                        <a:pt x="12243" y="9157"/>
                        <a:pt x="12109" y="5388"/>
                        <a:pt x="9174" y="2353"/>
                      </a:cubicBezTo>
                      <a:cubicBezTo>
                        <a:pt x="7873" y="1018"/>
                        <a:pt x="6172" y="151"/>
                        <a:pt x="4337" y="18"/>
                      </a:cubicBezTo>
                      <a:cubicBezTo>
                        <a:pt x="4176" y="6"/>
                        <a:pt x="4019" y="1"/>
                        <a:pt x="386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77" name="Google Shape;2577;p62"/>
                <p:cNvSpPr/>
                <p:nvPr/>
              </p:nvSpPr>
              <p:spPr>
                <a:xfrm>
                  <a:off x="6140474" y="3861678"/>
                  <a:ext cx="162288" cy="246893"/>
                </a:xfrm>
                <a:custGeom>
                  <a:rect b="b" l="l" r="r" t="t"/>
                  <a:pathLst>
                    <a:path extrusionOk="0" h="11877" w="7807">
                      <a:moveTo>
                        <a:pt x="7806" y="1"/>
                      </a:moveTo>
                      <a:lnTo>
                        <a:pt x="234" y="1002"/>
                      </a:lnTo>
                      <a:cubicBezTo>
                        <a:pt x="201" y="2036"/>
                        <a:pt x="1" y="11876"/>
                        <a:pt x="1" y="11876"/>
                      </a:cubicBezTo>
                      <a:lnTo>
                        <a:pt x="6138" y="11476"/>
                      </a:lnTo>
                      <a:lnTo>
                        <a:pt x="7806" y="1"/>
                      </a:ln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78" name="Google Shape;2578;p62"/>
                <p:cNvSpPr/>
                <p:nvPr/>
              </p:nvSpPr>
              <p:spPr>
                <a:xfrm>
                  <a:off x="6420628" y="2047719"/>
                  <a:ext cx="113728" cy="142872"/>
                </a:xfrm>
                <a:custGeom>
                  <a:rect b="b" l="l" r="r" t="t"/>
                  <a:pathLst>
                    <a:path extrusionOk="0" h="6873" w="5471">
                      <a:moveTo>
                        <a:pt x="0" y="1"/>
                      </a:moveTo>
                      <a:lnTo>
                        <a:pt x="0" y="6872"/>
                      </a:lnTo>
                      <a:lnTo>
                        <a:pt x="5471" y="6872"/>
                      </a:lnTo>
                      <a:lnTo>
                        <a:pt x="5471" y="1"/>
                      </a:ln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79" name="Google Shape;2579;p62"/>
                <p:cNvSpPr/>
                <p:nvPr/>
              </p:nvSpPr>
              <p:spPr>
                <a:xfrm>
                  <a:off x="6078756" y="2536267"/>
                  <a:ext cx="532576" cy="1461049"/>
                </a:xfrm>
                <a:custGeom>
                  <a:rect b="b" l="l" r="r" t="t"/>
                  <a:pathLst>
                    <a:path extrusionOk="0" h="70285" w="25620">
                      <a:moveTo>
                        <a:pt x="18183" y="1"/>
                      </a:moveTo>
                      <a:cubicBezTo>
                        <a:pt x="15078" y="1"/>
                        <a:pt x="12495" y="3553"/>
                        <a:pt x="11442" y="6253"/>
                      </a:cubicBezTo>
                      <a:cubicBezTo>
                        <a:pt x="4304" y="24566"/>
                        <a:pt x="1" y="46382"/>
                        <a:pt x="568" y="66029"/>
                      </a:cubicBezTo>
                      <a:cubicBezTo>
                        <a:pt x="601" y="66696"/>
                        <a:pt x="635" y="67397"/>
                        <a:pt x="1002" y="67931"/>
                      </a:cubicBezTo>
                      <a:cubicBezTo>
                        <a:pt x="1502" y="68665"/>
                        <a:pt x="2436" y="68898"/>
                        <a:pt x="3303" y="69098"/>
                      </a:cubicBezTo>
                      <a:cubicBezTo>
                        <a:pt x="4704" y="69398"/>
                        <a:pt x="6105" y="69732"/>
                        <a:pt x="7540" y="70066"/>
                      </a:cubicBezTo>
                      <a:cubicBezTo>
                        <a:pt x="8015" y="70175"/>
                        <a:pt x="8520" y="70285"/>
                        <a:pt x="9011" y="70285"/>
                      </a:cubicBezTo>
                      <a:cubicBezTo>
                        <a:pt x="9417" y="70285"/>
                        <a:pt x="9813" y="70210"/>
                        <a:pt x="10175" y="69999"/>
                      </a:cubicBezTo>
                      <a:cubicBezTo>
                        <a:pt x="10909" y="69599"/>
                        <a:pt x="11242" y="68731"/>
                        <a:pt x="11509" y="67931"/>
                      </a:cubicBezTo>
                      <a:cubicBezTo>
                        <a:pt x="13978" y="60759"/>
                        <a:pt x="14745" y="53053"/>
                        <a:pt x="15979" y="45615"/>
                      </a:cubicBezTo>
                      <a:cubicBezTo>
                        <a:pt x="17046" y="39143"/>
                        <a:pt x="18247" y="32672"/>
                        <a:pt x="19782" y="26267"/>
                      </a:cubicBezTo>
                      <a:cubicBezTo>
                        <a:pt x="20249" y="24266"/>
                        <a:pt x="20782" y="22265"/>
                        <a:pt x="21350" y="20297"/>
                      </a:cubicBezTo>
                      <a:cubicBezTo>
                        <a:pt x="21350" y="20230"/>
                        <a:pt x="22417" y="16494"/>
                        <a:pt x="22751" y="14326"/>
                      </a:cubicBezTo>
                      <a:cubicBezTo>
                        <a:pt x="22751" y="13925"/>
                        <a:pt x="22717" y="13492"/>
                        <a:pt x="23017" y="13225"/>
                      </a:cubicBezTo>
                      <a:cubicBezTo>
                        <a:pt x="23084" y="13191"/>
                        <a:pt x="23151" y="13158"/>
                        <a:pt x="23218" y="13125"/>
                      </a:cubicBezTo>
                      <a:cubicBezTo>
                        <a:pt x="23484" y="12524"/>
                        <a:pt x="23785" y="11991"/>
                        <a:pt x="24085" y="11424"/>
                      </a:cubicBezTo>
                      <a:cubicBezTo>
                        <a:pt x="25619" y="8488"/>
                        <a:pt x="23284" y="2317"/>
                        <a:pt x="20449" y="649"/>
                      </a:cubicBezTo>
                      <a:cubicBezTo>
                        <a:pt x="19673" y="198"/>
                        <a:pt x="18913" y="1"/>
                        <a:pt x="1818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80" name="Google Shape;2580;p62"/>
                <p:cNvSpPr/>
                <p:nvPr/>
              </p:nvSpPr>
              <p:spPr>
                <a:xfrm>
                  <a:off x="6224373" y="2143965"/>
                  <a:ext cx="504138" cy="786433"/>
                </a:xfrm>
                <a:custGeom>
                  <a:rect b="b" l="l" r="r" t="t"/>
                  <a:pathLst>
                    <a:path extrusionOk="0" h="37832" w="24252">
                      <a:moveTo>
                        <a:pt x="13377" y="1"/>
                      </a:moveTo>
                      <a:cubicBezTo>
                        <a:pt x="13277" y="1"/>
                        <a:pt x="13177" y="3"/>
                        <a:pt x="13077" y="7"/>
                      </a:cubicBezTo>
                      <a:cubicBezTo>
                        <a:pt x="12601" y="27"/>
                        <a:pt x="12129" y="32"/>
                        <a:pt x="11657" y="32"/>
                      </a:cubicBezTo>
                      <a:cubicBezTo>
                        <a:pt x="11157" y="32"/>
                        <a:pt x="10659" y="26"/>
                        <a:pt x="10159" y="26"/>
                      </a:cubicBezTo>
                      <a:cubicBezTo>
                        <a:pt x="9544" y="26"/>
                        <a:pt x="8928" y="35"/>
                        <a:pt x="8307" y="74"/>
                      </a:cubicBezTo>
                      <a:cubicBezTo>
                        <a:pt x="5772" y="241"/>
                        <a:pt x="4904" y="1842"/>
                        <a:pt x="3870" y="4010"/>
                      </a:cubicBezTo>
                      <a:cubicBezTo>
                        <a:pt x="3437" y="4944"/>
                        <a:pt x="3103" y="5911"/>
                        <a:pt x="2903" y="6912"/>
                      </a:cubicBezTo>
                      <a:cubicBezTo>
                        <a:pt x="2336" y="9747"/>
                        <a:pt x="2536" y="12683"/>
                        <a:pt x="2536" y="15585"/>
                      </a:cubicBezTo>
                      <a:cubicBezTo>
                        <a:pt x="2536" y="19888"/>
                        <a:pt x="1002" y="33398"/>
                        <a:pt x="1" y="37601"/>
                      </a:cubicBezTo>
                      <a:cubicBezTo>
                        <a:pt x="1751" y="37770"/>
                        <a:pt x="3583" y="37831"/>
                        <a:pt x="5459" y="37831"/>
                      </a:cubicBezTo>
                      <a:cubicBezTo>
                        <a:pt x="10244" y="37831"/>
                        <a:pt x="15316" y="37435"/>
                        <a:pt x="20046" y="37435"/>
                      </a:cubicBezTo>
                      <a:cubicBezTo>
                        <a:pt x="21486" y="37435"/>
                        <a:pt x="22893" y="37472"/>
                        <a:pt x="24252" y="37567"/>
                      </a:cubicBezTo>
                      <a:cubicBezTo>
                        <a:pt x="24085" y="35866"/>
                        <a:pt x="23484" y="25225"/>
                        <a:pt x="23318" y="23524"/>
                      </a:cubicBezTo>
                      <a:cubicBezTo>
                        <a:pt x="23017" y="20055"/>
                        <a:pt x="22751" y="16586"/>
                        <a:pt x="22550" y="13117"/>
                      </a:cubicBezTo>
                      <a:cubicBezTo>
                        <a:pt x="22484" y="11816"/>
                        <a:pt x="22550" y="10448"/>
                        <a:pt x="22350" y="9180"/>
                      </a:cubicBezTo>
                      <a:cubicBezTo>
                        <a:pt x="22217" y="8213"/>
                        <a:pt x="21716" y="7312"/>
                        <a:pt x="21183" y="6478"/>
                      </a:cubicBezTo>
                      <a:cubicBezTo>
                        <a:pt x="20616" y="5511"/>
                        <a:pt x="20082" y="4544"/>
                        <a:pt x="19582" y="3576"/>
                      </a:cubicBezTo>
                      <a:cubicBezTo>
                        <a:pt x="19315" y="3076"/>
                        <a:pt x="19081" y="2576"/>
                        <a:pt x="18848" y="2042"/>
                      </a:cubicBezTo>
                      <a:cubicBezTo>
                        <a:pt x="18548" y="1408"/>
                        <a:pt x="18481" y="975"/>
                        <a:pt x="17714" y="774"/>
                      </a:cubicBezTo>
                      <a:cubicBezTo>
                        <a:pt x="16310" y="431"/>
                        <a:pt x="14819" y="1"/>
                        <a:pt x="1337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81" name="Google Shape;2581;p62"/>
                <p:cNvSpPr/>
                <p:nvPr/>
              </p:nvSpPr>
              <p:spPr>
                <a:xfrm>
                  <a:off x="5844398" y="2107359"/>
                  <a:ext cx="210806" cy="319857"/>
                </a:xfrm>
                <a:custGeom>
                  <a:rect b="b" l="l" r="r" t="t"/>
                  <a:pathLst>
                    <a:path extrusionOk="0" h="15387" w="10141">
                      <a:moveTo>
                        <a:pt x="2035" y="0"/>
                      </a:moveTo>
                      <a:cubicBezTo>
                        <a:pt x="1802" y="0"/>
                        <a:pt x="1635" y="267"/>
                        <a:pt x="1601" y="501"/>
                      </a:cubicBezTo>
                      <a:cubicBezTo>
                        <a:pt x="1601" y="701"/>
                        <a:pt x="1701" y="934"/>
                        <a:pt x="1802" y="1134"/>
                      </a:cubicBezTo>
                      <a:lnTo>
                        <a:pt x="2669" y="2936"/>
                      </a:lnTo>
                      <a:cubicBezTo>
                        <a:pt x="2702" y="3002"/>
                        <a:pt x="2736" y="3069"/>
                        <a:pt x="2702" y="3136"/>
                      </a:cubicBezTo>
                      <a:cubicBezTo>
                        <a:pt x="2669" y="3203"/>
                        <a:pt x="2635" y="3236"/>
                        <a:pt x="2569" y="3269"/>
                      </a:cubicBezTo>
                      <a:cubicBezTo>
                        <a:pt x="2202" y="3503"/>
                        <a:pt x="1802" y="3636"/>
                        <a:pt x="1468" y="3870"/>
                      </a:cubicBezTo>
                      <a:cubicBezTo>
                        <a:pt x="1101" y="4137"/>
                        <a:pt x="834" y="4670"/>
                        <a:pt x="601" y="5071"/>
                      </a:cubicBezTo>
                      <a:cubicBezTo>
                        <a:pt x="0" y="6171"/>
                        <a:pt x="734" y="7039"/>
                        <a:pt x="1368" y="7839"/>
                      </a:cubicBezTo>
                      <a:cubicBezTo>
                        <a:pt x="2135" y="8773"/>
                        <a:pt x="2736" y="9841"/>
                        <a:pt x="3303" y="10941"/>
                      </a:cubicBezTo>
                      <a:cubicBezTo>
                        <a:pt x="3770" y="11775"/>
                        <a:pt x="4203" y="12643"/>
                        <a:pt x="4637" y="13410"/>
                      </a:cubicBezTo>
                      <a:cubicBezTo>
                        <a:pt x="5137" y="14277"/>
                        <a:pt x="5771" y="15244"/>
                        <a:pt x="6772" y="15378"/>
                      </a:cubicBezTo>
                      <a:cubicBezTo>
                        <a:pt x="6840" y="15384"/>
                        <a:pt x="6908" y="15386"/>
                        <a:pt x="6975" y="15386"/>
                      </a:cubicBezTo>
                      <a:cubicBezTo>
                        <a:pt x="7298" y="15386"/>
                        <a:pt x="7602" y="15322"/>
                        <a:pt x="7906" y="15211"/>
                      </a:cubicBezTo>
                      <a:cubicBezTo>
                        <a:pt x="8740" y="15011"/>
                        <a:pt x="9674" y="14577"/>
                        <a:pt x="9907" y="13777"/>
                      </a:cubicBezTo>
                      <a:cubicBezTo>
                        <a:pt x="10141" y="13110"/>
                        <a:pt x="9841" y="12409"/>
                        <a:pt x="9540" y="11775"/>
                      </a:cubicBezTo>
                      <a:cubicBezTo>
                        <a:pt x="7639" y="7739"/>
                        <a:pt x="4737" y="4403"/>
                        <a:pt x="2602" y="501"/>
                      </a:cubicBezTo>
                      <a:cubicBezTo>
                        <a:pt x="2469" y="267"/>
                        <a:pt x="2302" y="0"/>
                        <a:pt x="2035" y="0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82" name="Google Shape;2582;p62"/>
                <p:cNvSpPr/>
                <p:nvPr/>
              </p:nvSpPr>
              <p:spPr>
                <a:xfrm>
                  <a:off x="5926218" y="2220775"/>
                  <a:ext cx="472916" cy="407830"/>
                </a:xfrm>
                <a:custGeom>
                  <a:rect b="b" l="l" r="r" t="t"/>
                  <a:pathLst>
                    <a:path extrusionOk="0" h="19619" w="22750">
                      <a:moveTo>
                        <a:pt x="18846" y="1"/>
                      </a:moveTo>
                      <a:cubicBezTo>
                        <a:pt x="18769" y="1"/>
                        <a:pt x="18692" y="5"/>
                        <a:pt x="18614" y="15"/>
                      </a:cubicBezTo>
                      <a:cubicBezTo>
                        <a:pt x="18047" y="82"/>
                        <a:pt x="17546" y="415"/>
                        <a:pt x="17079" y="749"/>
                      </a:cubicBezTo>
                      <a:cubicBezTo>
                        <a:pt x="13677" y="3217"/>
                        <a:pt x="10641" y="6253"/>
                        <a:pt x="8540" y="9889"/>
                      </a:cubicBezTo>
                      <a:cubicBezTo>
                        <a:pt x="8607" y="9755"/>
                        <a:pt x="7639" y="8454"/>
                        <a:pt x="7506" y="8287"/>
                      </a:cubicBezTo>
                      <a:cubicBezTo>
                        <a:pt x="7139" y="7754"/>
                        <a:pt x="6805" y="7187"/>
                        <a:pt x="6438" y="6653"/>
                      </a:cubicBezTo>
                      <a:cubicBezTo>
                        <a:pt x="5805" y="5719"/>
                        <a:pt x="5237" y="4752"/>
                        <a:pt x="4604" y="3784"/>
                      </a:cubicBezTo>
                      <a:cubicBezTo>
                        <a:pt x="3103" y="5052"/>
                        <a:pt x="1568" y="6286"/>
                        <a:pt x="0" y="7487"/>
                      </a:cubicBezTo>
                      <a:cubicBezTo>
                        <a:pt x="901" y="9388"/>
                        <a:pt x="1868" y="11290"/>
                        <a:pt x="2902" y="13124"/>
                      </a:cubicBezTo>
                      <a:cubicBezTo>
                        <a:pt x="3536" y="14158"/>
                        <a:pt x="4070" y="15192"/>
                        <a:pt x="4937" y="16026"/>
                      </a:cubicBezTo>
                      <a:cubicBezTo>
                        <a:pt x="5871" y="16894"/>
                        <a:pt x="6772" y="17761"/>
                        <a:pt x="7739" y="18595"/>
                      </a:cubicBezTo>
                      <a:cubicBezTo>
                        <a:pt x="8240" y="19028"/>
                        <a:pt x="8807" y="19495"/>
                        <a:pt x="9474" y="19596"/>
                      </a:cubicBezTo>
                      <a:cubicBezTo>
                        <a:pt x="9580" y="19611"/>
                        <a:pt x="9685" y="19619"/>
                        <a:pt x="9790" y="19619"/>
                      </a:cubicBezTo>
                      <a:cubicBezTo>
                        <a:pt x="10577" y="19619"/>
                        <a:pt x="11332" y="19203"/>
                        <a:pt x="12009" y="18762"/>
                      </a:cubicBezTo>
                      <a:cubicBezTo>
                        <a:pt x="14444" y="17227"/>
                        <a:pt x="16679" y="15326"/>
                        <a:pt x="18614" y="13191"/>
                      </a:cubicBezTo>
                      <a:cubicBezTo>
                        <a:pt x="21149" y="10389"/>
                        <a:pt x="22750" y="6019"/>
                        <a:pt x="21482" y="2450"/>
                      </a:cubicBezTo>
                      <a:cubicBezTo>
                        <a:pt x="21074" y="1255"/>
                        <a:pt x="20102" y="1"/>
                        <a:pt x="1884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83" name="Google Shape;2583;p62"/>
                <p:cNvSpPr/>
                <p:nvPr/>
              </p:nvSpPr>
              <p:spPr>
                <a:xfrm>
                  <a:off x="6148103" y="2147707"/>
                  <a:ext cx="357815" cy="384839"/>
                </a:xfrm>
                <a:custGeom>
                  <a:rect b="b" l="l" r="r" t="t"/>
                  <a:pathLst>
                    <a:path extrusionOk="0" h="18513" w="17213">
                      <a:moveTo>
                        <a:pt x="11615" y="0"/>
                      </a:moveTo>
                      <a:cubicBezTo>
                        <a:pt x="10286" y="0"/>
                        <a:pt x="8922" y="502"/>
                        <a:pt x="7906" y="1395"/>
                      </a:cubicBezTo>
                      <a:cubicBezTo>
                        <a:pt x="5038" y="3930"/>
                        <a:pt x="2202" y="6599"/>
                        <a:pt x="301" y="9934"/>
                      </a:cubicBezTo>
                      <a:cubicBezTo>
                        <a:pt x="167" y="10201"/>
                        <a:pt x="34" y="10435"/>
                        <a:pt x="34" y="10702"/>
                      </a:cubicBezTo>
                      <a:cubicBezTo>
                        <a:pt x="1" y="11035"/>
                        <a:pt x="167" y="11302"/>
                        <a:pt x="301" y="11569"/>
                      </a:cubicBezTo>
                      <a:cubicBezTo>
                        <a:pt x="935" y="12636"/>
                        <a:pt x="1635" y="13704"/>
                        <a:pt x="2669" y="14404"/>
                      </a:cubicBezTo>
                      <a:cubicBezTo>
                        <a:pt x="3403" y="14938"/>
                        <a:pt x="4304" y="15238"/>
                        <a:pt x="5104" y="15672"/>
                      </a:cubicBezTo>
                      <a:cubicBezTo>
                        <a:pt x="5905" y="16105"/>
                        <a:pt x="6672" y="16773"/>
                        <a:pt x="6872" y="17673"/>
                      </a:cubicBezTo>
                      <a:cubicBezTo>
                        <a:pt x="6939" y="17873"/>
                        <a:pt x="6939" y="18074"/>
                        <a:pt x="7072" y="18240"/>
                      </a:cubicBezTo>
                      <a:cubicBezTo>
                        <a:pt x="7124" y="18327"/>
                        <a:pt x="7212" y="18404"/>
                        <a:pt x="7308" y="18445"/>
                      </a:cubicBezTo>
                      <a:lnTo>
                        <a:pt x="7308" y="18445"/>
                      </a:lnTo>
                      <a:cubicBezTo>
                        <a:pt x="9520" y="16431"/>
                        <a:pt x="11726" y="14412"/>
                        <a:pt x="13410" y="11969"/>
                      </a:cubicBezTo>
                      <a:cubicBezTo>
                        <a:pt x="15278" y="9301"/>
                        <a:pt x="17213" y="5364"/>
                        <a:pt x="15512" y="2229"/>
                      </a:cubicBezTo>
                      <a:cubicBezTo>
                        <a:pt x="14667" y="684"/>
                        <a:pt x="13165" y="0"/>
                        <a:pt x="11615" y="0"/>
                      </a:cubicBezTo>
                      <a:close/>
                      <a:moveTo>
                        <a:pt x="7873" y="18174"/>
                      </a:moveTo>
                      <a:lnTo>
                        <a:pt x="7573" y="18441"/>
                      </a:lnTo>
                      <a:cubicBezTo>
                        <a:pt x="7533" y="18464"/>
                        <a:pt x="7489" y="18475"/>
                        <a:pt x="7445" y="18475"/>
                      </a:cubicBezTo>
                      <a:cubicBezTo>
                        <a:pt x="7399" y="18475"/>
                        <a:pt x="7352" y="18464"/>
                        <a:pt x="7308" y="18445"/>
                      </a:cubicBezTo>
                      <a:lnTo>
                        <a:pt x="7308" y="18445"/>
                      </a:lnTo>
                      <a:cubicBezTo>
                        <a:pt x="7285" y="18466"/>
                        <a:pt x="7262" y="18486"/>
                        <a:pt x="7239" y="18507"/>
                      </a:cubicBezTo>
                      <a:cubicBezTo>
                        <a:pt x="7266" y="18511"/>
                        <a:pt x="7294" y="18512"/>
                        <a:pt x="7321" y="18512"/>
                      </a:cubicBezTo>
                      <a:cubicBezTo>
                        <a:pt x="7559" y="18512"/>
                        <a:pt x="7783" y="18383"/>
                        <a:pt x="7873" y="18174"/>
                      </a:cubicBezTo>
                      <a:close/>
                    </a:path>
                  </a:pathLst>
                </a:custGeom>
                <a:solidFill>
                  <a:srgbClr val="C4634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84" name="Google Shape;2584;p62"/>
                <p:cNvSpPr/>
                <p:nvPr/>
              </p:nvSpPr>
              <p:spPr>
                <a:xfrm>
                  <a:off x="6389405" y="1940934"/>
                  <a:ext cx="133851" cy="174220"/>
                </a:xfrm>
                <a:custGeom>
                  <a:rect b="b" l="l" r="r" t="t"/>
                  <a:pathLst>
                    <a:path extrusionOk="0" h="8381" w="6439">
                      <a:moveTo>
                        <a:pt x="2236" y="1"/>
                      </a:moveTo>
                      <a:cubicBezTo>
                        <a:pt x="1836" y="1"/>
                        <a:pt x="1402" y="67"/>
                        <a:pt x="1168" y="367"/>
                      </a:cubicBezTo>
                      <a:cubicBezTo>
                        <a:pt x="1068" y="501"/>
                        <a:pt x="1035" y="634"/>
                        <a:pt x="1002" y="801"/>
                      </a:cubicBezTo>
                      <a:cubicBezTo>
                        <a:pt x="768" y="1535"/>
                        <a:pt x="568" y="2302"/>
                        <a:pt x="401" y="3069"/>
                      </a:cubicBezTo>
                      <a:cubicBezTo>
                        <a:pt x="134" y="4237"/>
                        <a:pt x="1" y="5438"/>
                        <a:pt x="168" y="6605"/>
                      </a:cubicBezTo>
                      <a:cubicBezTo>
                        <a:pt x="268" y="7339"/>
                        <a:pt x="868" y="7806"/>
                        <a:pt x="1502" y="8106"/>
                      </a:cubicBezTo>
                      <a:cubicBezTo>
                        <a:pt x="1926" y="8288"/>
                        <a:pt x="2384" y="8380"/>
                        <a:pt x="2842" y="8380"/>
                      </a:cubicBezTo>
                      <a:cubicBezTo>
                        <a:pt x="3394" y="8380"/>
                        <a:pt x="3945" y="8246"/>
                        <a:pt x="4437" y="7973"/>
                      </a:cubicBezTo>
                      <a:cubicBezTo>
                        <a:pt x="5105" y="7606"/>
                        <a:pt x="5538" y="7006"/>
                        <a:pt x="5672" y="6238"/>
                      </a:cubicBezTo>
                      <a:cubicBezTo>
                        <a:pt x="5772" y="5738"/>
                        <a:pt x="5805" y="5238"/>
                        <a:pt x="5905" y="4771"/>
                      </a:cubicBezTo>
                      <a:cubicBezTo>
                        <a:pt x="6039" y="4037"/>
                        <a:pt x="6439" y="3336"/>
                        <a:pt x="6372" y="2569"/>
                      </a:cubicBezTo>
                      <a:cubicBezTo>
                        <a:pt x="6339" y="1668"/>
                        <a:pt x="5672" y="901"/>
                        <a:pt x="4871" y="501"/>
                      </a:cubicBezTo>
                      <a:cubicBezTo>
                        <a:pt x="4071" y="67"/>
                        <a:pt x="3137" y="1"/>
                        <a:pt x="2236" y="1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85" name="Google Shape;2585;p62"/>
                <p:cNvSpPr/>
                <p:nvPr/>
              </p:nvSpPr>
              <p:spPr>
                <a:xfrm>
                  <a:off x="6386640" y="1915698"/>
                  <a:ext cx="187940" cy="187919"/>
                </a:xfrm>
                <a:custGeom>
                  <a:rect b="b" l="l" r="r" t="t"/>
                  <a:pathLst>
                    <a:path extrusionOk="0" h="9040" w="9041">
                      <a:moveTo>
                        <a:pt x="4517" y="1"/>
                      </a:moveTo>
                      <a:cubicBezTo>
                        <a:pt x="4123" y="1"/>
                        <a:pt x="3730" y="33"/>
                        <a:pt x="3336" y="80"/>
                      </a:cubicBezTo>
                      <a:cubicBezTo>
                        <a:pt x="2402" y="214"/>
                        <a:pt x="1435" y="414"/>
                        <a:pt x="834" y="1081"/>
                      </a:cubicBezTo>
                      <a:cubicBezTo>
                        <a:pt x="468" y="1481"/>
                        <a:pt x="1" y="2415"/>
                        <a:pt x="668" y="2682"/>
                      </a:cubicBezTo>
                      <a:cubicBezTo>
                        <a:pt x="1071" y="2872"/>
                        <a:pt x="1525" y="3045"/>
                        <a:pt x="1970" y="3045"/>
                      </a:cubicBezTo>
                      <a:cubicBezTo>
                        <a:pt x="2150" y="3045"/>
                        <a:pt x="2329" y="3017"/>
                        <a:pt x="2502" y="2949"/>
                      </a:cubicBezTo>
                      <a:cubicBezTo>
                        <a:pt x="2664" y="2889"/>
                        <a:pt x="2983" y="2719"/>
                        <a:pt x="3181" y="2719"/>
                      </a:cubicBezTo>
                      <a:cubicBezTo>
                        <a:pt x="3311" y="2719"/>
                        <a:pt x="3389" y="2791"/>
                        <a:pt x="3336" y="3016"/>
                      </a:cubicBezTo>
                      <a:cubicBezTo>
                        <a:pt x="3236" y="3449"/>
                        <a:pt x="2669" y="3783"/>
                        <a:pt x="2836" y="4283"/>
                      </a:cubicBezTo>
                      <a:cubicBezTo>
                        <a:pt x="2903" y="4617"/>
                        <a:pt x="3270" y="4784"/>
                        <a:pt x="3503" y="5017"/>
                      </a:cubicBezTo>
                      <a:cubicBezTo>
                        <a:pt x="3803" y="5284"/>
                        <a:pt x="3937" y="5718"/>
                        <a:pt x="3903" y="6118"/>
                      </a:cubicBezTo>
                      <a:cubicBezTo>
                        <a:pt x="3903" y="6151"/>
                        <a:pt x="3870" y="6185"/>
                        <a:pt x="3870" y="6218"/>
                      </a:cubicBezTo>
                      <a:cubicBezTo>
                        <a:pt x="3837" y="6418"/>
                        <a:pt x="3803" y="6585"/>
                        <a:pt x="3870" y="6785"/>
                      </a:cubicBezTo>
                      <a:cubicBezTo>
                        <a:pt x="3970" y="7085"/>
                        <a:pt x="4337" y="7185"/>
                        <a:pt x="4604" y="7386"/>
                      </a:cubicBezTo>
                      <a:cubicBezTo>
                        <a:pt x="4971" y="7686"/>
                        <a:pt x="5171" y="8086"/>
                        <a:pt x="5538" y="8386"/>
                      </a:cubicBezTo>
                      <a:cubicBezTo>
                        <a:pt x="5896" y="8660"/>
                        <a:pt x="6493" y="9040"/>
                        <a:pt x="6993" y="9040"/>
                      </a:cubicBezTo>
                      <a:cubicBezTo>
                        <a:pt x="7286" y="9040"/>
                        <a:pt x="7546" y="8910"/>
                        <a:pt x="7706" y="8553"/>
                      </a:cubicBezTo>
                      <a:cubicBezTo>
                        <a:pt x="7806" y="8286"/>
                        <a:pt x="7839" y="8019"/>
                        <a:pt x="7873" y="7719"/>
                      </a:cubicBezTo>
                      <a:cubicBezTo>
                        <a:pt x="8040" y="6819"/>
                        <a:pt x="8540" y="6051"/>
                        <a:pt x="8773" y="5184"/>
                      </a:cubicBezTo>
                      <a:cubicBezTo>
                        <a:pt x="9040" y="4150"/>
                        <a:pt x="8907" y="2982"/>
                        <a:pt x="8340" y="2048"/>
                      </a:cubicBezTo>
                      <a:cubicBezTo>
                        <a:pt x="7806" y="1114"/>
                        <a:pt x="6872" y="414"/>
                        <a:pt x="5838" y="147"/>
                      </a:cubicBezTo>
                      <a:cubicBezTo>
                        <a:pt x="5398" y="41"/>
                        <a:pt x="4957" y="1"/>
                        <a:pt x="451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86" name="Google Shape;2586;p62"/>
                <p:cNvSpPr/>
                <p:nvPr/>
              </p:nvSpPr>
              <p:spPr>
                <a:xfrm>
                  <a:off x="6437258" y="2013046"/>
                  <a:ext cx="61739" cy="43009"/>
                </a:xfrm>
                <a:custGeom>
                  <a:rect b="b" l="l" r="r" t="t"/>
                  <a:pathLst>
                    <a:path extrusionOk="0" h="2069" w="2970">
                      <a:moveTo>
                        <a:pt x="1502" y="1"/>
                      </a:moveTo>
                      <a:cubicBezTo>
                        <a:pt x="1" y="1"/>
                        <a:pt x="1" y="2069"/>
                        <a:pt x="1502" y="2069"/>
                      </a:cubicBezTo>
                      <a:cubicBezTo>
                        <a:pt x="2969" y="2069"/>
                        <a:pt x="2969" y="1"/>
                        <a:pt x="1502" y="1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87" name="Google Shape;2587;p62"/>
                <p:cNvSpPr/>
                <p:nvPr/>
              </p:nvSpPr>
              <p:spPr>
                <a:xfrm>
                  <a:off x="5969892" y="4059305"/>
                  <a:ext cx="314141" cy="110964"/>
                </a:xfrm>
                <a:custGeom>
                  <a:rect b="b" l="l" r="r" t="t"/>
                  <a:pathLst>
                    <a:path extrusionOk="0" h="5338" w="15112">
                      <a:moveTo>
                        <a:pt x="8540" y="1"/>
                      </a:moveTo>
                      <a:cubicBezTo>
                        <a:pt x="7806" y="1"/>
                        <a:pt x="7306" y="1168"/>
                        <a:pt x="6506" y="1469"/>
                      </a:cubicBezTo>
                      <a:cubicBezTo>
                        <a:pt x="5238" y="1969"/>
                        <a:pt x="3904" y="2236"/>
                        <a:pt x="2669" y="2803"/>
                      </a:cubicBezTo>
                      <a:cubicBezTo>
                        <a:pt x="1635" y="3270"/>
                        <a:pt x="368" y="4170"/>
                        <a:pt x="1" y="5338"/>
                      </a:cubicBezTo>
                      <a:lnTo>
                        <a:pt x="14044" y="5338"/>
                      </a:lnTo>
                      <a:cubicBezTo>
                        <a:pt x="14645" y="5338"/>
                        <a:pt x="15112" y="4771"/>
                        <a:pt x="15012" y="4170"/>
                      </a:cubicBezTo>
                      <a:cubicBezTo>
                        <a:pt x="14845" y="3370"/>
                        <a:pt x="14745" y="2536"/>
                        <a:pt x="14845" y="1702"/>
                      </a:cubicBezTo>
                      <a:cubicBezTo>
                        <a:pt x="14845" y="1502"/>
                        <a:pt x="14878" y="1302"/>
                        <a:pt x="14845" y="1102"/>
                      </a:cubicBezTo>
                      <a:cubicBezTo>
                        <a:pt x="14811" y="935"/>
                        <a:pt x="14678" y="735"/>
                        <a:pt x="14478" y="668"/>
                      </a:cubicBezTo>
                      <a:cubicBezTo>
                        <a:pt x="14411" y="635"/>
                        <a:pt x="14344" y="626"/>
                        <a:pt x="14278" y="626"/>
                      </a:cubicBezTo>
                      <a:cubicBezTo>
                        <a:pt x="14211" y="626"/>
                        <a:pt x="14144" y="635"/>
                        <a:pt x="14078" y="635"/>
                      </a:cubicBezTo>
                      <a:cubicBezTo>
                        <a:pt x="13901" y="655"/>
                        <a:pt x="13727" y="663"/>
                        <a:pt x="13556" y="663"/>
                      </a:cubicBezTo>
                      <a:cubicBezTo>
                        <a:pt x="12949" y="663"/>
                        <a:pt x="12367" y="564"/>
                        <a:pt x="11772" y="564"/>
                      </a:cubicBezTo>
                      <a:cubicBezTo>
                        <a:pt x="11706" y="564"/>
                        <a:pt x="11641" y="565"/>
                        <a:pt x="11576" y="568"/>
                      </a:cubicBezTo>
                      <a:cubicBezTo>
                        <a:pt x="11109" y="568"/>
                        <a:pt x="10642" y="568"/>
                        <a:pt x="10175" y="501"/>
                      </a:cubicBezTo>
                      <a:cubicBezTo>
                        <a:pt x="9641" y="401"/>
                        <a:pt x="9041" y="34"/>
                        <a:pt x="854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88" name="Google Shape;2588;p62"/>
                <p:cNvSpPr/>
                <p:nvPr/>
              </p:nvSpPr>
              <p:spPr>
                <a:xfrm>
                  <a:off x="5922060" y="2171800"/>
                  <a:ext cx="50638" cy="58267"/>
                </a:xfrm>
                <a:custGeom>
                  <a:rect b="b" l="l" r="r" t="t"/>
                  <a:pathLst>
                    <a:path extrusionOk="0" h="2803" w="2436">
                      <a:moveTo>
                        <a:pt x="640" y="1"/>
                      </a:moveTo>
                      <a:cubicBezTo>
                        <a:pt x="326" y="1"/>
                        <a:pt x="55" y="140"/>
                        <a:pt x="34" y="570"/>
                      </a:cubicBezTo>
                      <a:cubicBezTo>
                        <a:pt x="0" y="736"/>
                        <a:pt x="34" y="903"/>
                        <a:pt x="134" y="1037"/>
                      </a:cubicBezTo>
                      <a:cubicBezTo>
                        <a:pt x="200" y="1137"/>
                        <a:pt x="300" y="1203"/>
                        <a:pt x="401" y="1270"/>
                      </a:cubicBezTo>
                      <a:cubicBezTo>
                        <a:pt x="567" y="1370"/>
                        <a:pt x="667" y="1504"/>
                        <a:pt x="801" y="1637"/>
                      </a:cubicBezTo>
                      <a:cubicBezTo>
                        <a:pt x="868" y="1737"/>
                        <a:pt x="934" y="1804"/>
                        <a:pt x="1001" y="1904"/>
                      </a:cubicBezTo>
                      <a:cubicBezTo>
                        <a:pt x="1131" y="2190"/>
                        <a:pt x="1343" y="2803"/>
                        <a:pt x="1684" y="2803"/>
                      </a:cubicBezTo>
                      <a:cubicBezTo>
                        <a:pt x="1779" y="2803"/>
                        <a:pt x="1885" y="2755"/>
                        <a:pt x="2002" y="2638"/>
                      </a:cubicBezTo>
                      <a:cubicBezTo>
                        <a:pt x="2135" y="2504"/>
                        <a:pt x="2202" y="2304"/>
                        <a:pt x="2269" y="2104"/>
                      </a:cubicBezTo>
                      <a:cubicBezTo>
                        <a:pt x="2369" y="1637"/>
                        <a:pt x="2435" y="1137"/>
                        <a:pt x="2202" y="736"/>
                      </a:cubicBezTo>
                      <a:cubicBezTo>
                        <a:pt x="2002" y="469"/>
                        <a:pt x="1701" y="303"/>
                        <a:pt x="1368" y="169"/>
                      </a:cubicBezTo>
                      <a:cubicBezTo>
                        <a:pt x="1301" y="136"/>
                        <a:pt x="1234" y="136"/>
                        <a:pt x="1168" y="103"/>
                      </a:cubicBezTo>
                      <a:cubicBezTo>
                        <a:pt x="1002" y="43"/>
                        <a:pt x="814" y="1"/>
                        <a:pt x="640" y="1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89" name="Google Shape;2589;p62"/>
                <p:cNvSpPr/>
                <p:nvPr/>
              </p:nvSpPr>
              <p:spPr>
                <a:xfrm>
                  <a:off x="6036059" y="4091214"/>
                  <a:ext cx="27481" cy="43695"/>
                </a:xfrm>
                <a:custGeom>
                  <a:rect b="b" l="l" r="r" t="t"/>
                  <a:pathLst>
                    <a:path extrusionOk="0" h="2102" w="1322">
                      <a:moveTo>
                        <a:pt x="206" y="1"/>
                      </a:moveTo>
                      <a:cubicBezTo>
                        <a:pt x="101" y="1"/>
                        <a:pt x="0" y="93"/>
                        <a:pt x="20" y="234"/>
                      </a:cubicBezTo>
                      <a:cubicBezTo>
                        <a:pt x="87" y="767"/>
                        <a:pt x="354" y="1335"/>
                        <a:pt x="687" y="1768"/>
                      </a:cubicBezTo>
                      <a:cubicBezTo>
                        <a:pt x="787" y="1902"/>
                        <a:pt x="887" y="2102"/>
                        <a:pt x="1088" y="2102"/>
                      </a:cubicBezTo>
                      <a:cubicBezTo>
                        <a:pt x="1188" y="2102"/>
                        <a:pt x="1254" y="2035"/>
                        <a:pt x="1288" y="1935"/>
                      </a:cubicBezTo>
                      <a:cubicBezTo>
                        <a:pt x="1321" y="1835"/>
                        <a:pt x="1288" y="1735"/>
                        <a:pt x="1221" y="1668"/>
                      </a:cubicBezTo>
                      <a:cubicBezTo>
                        <a:pt x="1088" y="1435"/>
                        <a:pt x="887" y="1201"/>
                        <a:pt x="754" y="968"/>
                      </a:cubicBezTo>
                      <a:cubicBezTo>
                        <a:pt x="621" y="701"/>
                        <a:pt x="487" y="401"/>
                        <a:pt x="387" y="134"/>
                      </a:cubicBezTo>
                      <a:cubicBezTo>
                        <a:pt x="347" y="41"/>
                        <a:pt x="276" y="1"/>
                        <a:pt x="206" y="1"/>
                      </a:cubicBezTo>
                      <a:close/>
                    </a:path>
                  </a:pathLst>
                </a:custGeom>
                <a:solidFill>
                  <a:srgbClr val="5CC9B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90" name="Google Shape;2590;p62"/>
                <p:cNvSpPr/>
                <p:nvPr/>
              </p:nvSpPr>
              <p:spPr>
                <a:xfrm>
                  <a:off x="6066970" y="4087971"/>
                  <a:ext cx="29144" cy="29227"/>
                </a:xfrm>
                <a:custGeom>
                  <a:rect b="b" l="l" r="r" t="t"/>
                  <a:pathLst>
                    <a:path extrusionOk="0" h="1406" w="1402">
                      <a:moveTo>
                        <a:pt x="175" y="1"/>
                      </a:moveTo>
                      <a:cubicBezTo>
                        <a:pt x="130" y="1"/>
                        <a:pt x="87" y="17"/>
                        <a:pt x="68" y="56"/>
                      </a:cubicBezTo>
                      <a:cubicBezTo>
                        <a:pt x="1" y="123"/>
                        <a:pt x="1" y="223"/>
                        <a:pt x="68" y="290"/>
                      </a:cubicBezTo>
                      <a:cubicBezTo>
                        <a:pt x="201" y="423"/>
                        <a:pt x="334" y="557"/>
                        <a:pt x="468" y="723"/>
                      </a:cubicBezTo>
                      <a:cubicBezTo>
                        <a:pt x="535" y="790"/>
                        <a:pt x="601" y="890"/>
                        <a:pt x="668" y="957"/>
                      </a:cubicBezTo>
                      <a:cubicBezTo>
                        <a:pt x="658" y="936"/>
                        <a:pt x="654" y="928"/>
                        <a:pt x="654" y="928"/>
                      </a:cubicBezTo>
                      <a:lnTo>
                        <a:pt x="654" y="928"/>
                      </a:lnTo>
                      <a:cubicBezTo>
                        <a:pt x="655" y="928"/>
                        <a:pt x="678" y="967"/>
                        <a:pt x="701" y="990"/>
                      </a:cubicBezTo>
                      <a:cubicBezTo>
                        <a:pt x="701" y="990"/>
                        <a:pt x="735" y="1024"/>
                        <a:pt x="735" y="1024"/>
                      </a:cubicBezTo>
                      <a:cubicBezTo>
                        <a:pt x="768" y="1090"/>
                        <a:pt x="801" y="1124"/>
                        <a:pt x="835" y="1157"/>
                      </a:cubicBezTo>
                      <a:cubicBezTo>
                        <a:pt x="891" y="1269"/>
                        <a:pt x="995" y="1406"/>
                        <a:pt x="1126" y="1406"/>
                      </a:cubicBezTo>
                      <a:cubicBezTo>
                        <a:pt x="1150" y="1406"/>
                        <a:pt x="1176" y="1401"/>
                        <a:pt x="1202" y="1390"/>
                      </a:cubicBezTo>
                      <a:cubicBezTo>
                        <a:pt x="1335" y="1357"/>
                        <a:pt x="1402" y="1224"/>
                        <a:pt x="1369" y="1090"/>
                      </a:cubicBezTo>
                      <a:lnTo>
                        <a:pt x="1369" y="1090"/>
                      </a:lnTo>
                      <a:lnTo>
                        <a:pt x="1369" y="1124"/>
                      </a:lnTo>
                      <a:cubicBezTo>
                        <a:pt x="1369" y="1057"/>
                        <a:pt x="1335" y="990"/>
                        <a:pt x="1268" y="923"/>
                      </a:cubicBezTo>
                      <a:cubicBezTo>
                        <a:pt x="1168" y="757"/>
                        <a:pt x="1002" y="590"/>
                        <a:pt x="835" y="456"/>
                      </a:cubicBezTo>
                      <a:cubicBezTo>
                        <a:pt x="668" y="290"/>
                        <a:pt x="468" y="123"/>
                        <a:pt x="268" y="23"/>
                      </a:cubicBezTo>
                      <a:cubicBezTo>
                        <a:pt x="240" y="9"/>
                        <a:pt x="207" y="1"/>
                        <a:pt x="175" y="1"/>
                      </a:cubicBezTo>
                      <a:close/>
                    </a:path>
                  </a:pathLst>
                </a:custGeom>
                <a:solidFill>
                  <a:srgbClr val="5CC9B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91" name="Google Shape;2591;p62"/>
                <p:cNvSpPr/>
                <p:nvPr/>
              </p:nvSpPr>
              <p:spPr>
                <a:xfrm>
                  <a:off x="6101643" y="4076226"/>
                  <a:ext cx="35048" cy="22866"/>
                </a:xfrm>
                <a:custGeom>
                  <a:rect b="b" l="l" r="r" t="t"/>
                  <a:pathLst>
                    <a:path extrusionOk="0" h="1100" w="1686">
                      <a:moveTo>
                        <a:pt x="193" y="1"/>
                      </a:moveTo>
                      <a:cubicBezTo>
                        <a:pt x="132" y="1"/>
                        <a:pt x="76" y="24"/>
                        <a:pt x="34" y="87"/>
                      </a:cubicBezTo>
                      <a:cubicBezTo>
                        <a:pt x="1" y="188"/>
                        <a:pt x="34" y="288"/>
                        <a:pt x="101" y="354"/>
                      </a:cubicBezTo>
                      <a:cubicBezTo>
                        <a:pt x="301" y="488"/>
                        <a:pt x="501" y="621"/>
                        <a:pt x="701" y="755"/>
                      </a:cubicBezTo>
                      <a:cubicBezTo>
                        <a:pt x="935" y="888"/>
                        <a:pt x="1135" y="1021"/>
                        <a:pt x="1368" y="1088"/>
                      </a:cubicBezTo>
                      <a:cubicBezTo>
                        <a:pt x="1393" y="1096"/>
                        <a:pt x="1416" y="1100"/>
                        <a:pt x="1438" y="1100"/>
                      </a:cubicBezTo>
                      <a:cubicBezTo>
                        <a:pt x="1597" y="1100"/>
                        <a:pt x="1686" y="905"/>
                        <a:pt x="1569" y="788"/>
                      </a:cubicBezTo>
                      <a:cubicBezTo>
                        <a:pt x="1368" y="588"/>
                        <a:pt x="1168" y="488"/>
                        <a:pt x="935" y="354"/>
                      </a:cubicBezTo>
                      <a:cubicBezTo>
                        <a:pt x="735" y="254"/>
                        <a:pt x="501" y="121"/>
                        <a:pt x="301" y="21"/>
                      </a:cubicBezTo>
                      <a:cubicBezTo>
                        <a:pt x="264" y="9"/>
                        <a:pt x="228" y="1"/>
                        <a:pt x="193" y="1"/>
                      </a:cubicBezTo>
                      <a:close/>
                    </a:path>
                  </a:pathLst>
                </a:custGeom>
                <a:solidFill>
                  <a:srgbClr val="5CC9B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92" name="Google Shape;2592;p62"/>
                <p:cNvSpPr/>
                <p:nvPr/>
              </p:nvSpPr>
              <p:spPr>
                <a:xfrm>
                  <a:off x="6581481" y="4067973"/>
                  <a:ext cx="29851" cy="30890"/>
                </a:xfrm>
                <a:custGeom>
                  <a:rect b="b" l="l" r="r" t="t"/>
                  <a:pathLst>
                    <a:path extrusionOk="0" h="1486" w="1436">
                      <a:moveTo>
                        <a:pt x="184" y="1"/>
                      </a:moveTo>
                      <a:cubicBezTo>
                        <a:pt x="143" y="1"/>
                        <a:pt x="101" y="17"/>
                        <a:pt x="68" y="51"/>
                      </a:cubicBezTo>
                      <a:cubicBezTo>
                        <a:pt x="34" y="84"/>
                        <a:pt x="1" y="184"/>
                        <a:pt x="34" y="251"/>
                      </a:cubicBezTo>
                      <a:cubicBezTo>
                        <a:pt x="168" y="484"/>
                        <a:pt x="334" y="718"/>
                        <a:pt x="535" y="918"/>
                      </a:cubicBezTo>
                      <a:cubicBezTo>
                        <a:pt x="601" y="1018"/>
                        <a:pt x="701" y="1118"/>
                        <a:pt x="801" y="1218"/>
                      </a:cubicBezTo>
                      <a:cubicBezTo>
                        <a:pt x="835" y="1285"/>
                        <a:pt x="868" y="1318"/>
                        <a:pt x="935" y="1352"/>
                      </a:cubicBezTo>
                      <a:cubicBezTo>
                        <a:pt x="968" y="1385"/>
                        <a:pt x="1002" y="1418"/>
                        <a:pt x="1035" y="1418"/>
                      </a:cubicBezTo>
                      <a:cubicBezTo>
                        <a:pt x="1068" y="1452"/>
                        <a:pt x="1102" y="1485"/>
                        <a:pt x="1168" y="1485"/>
                      </a:cubicBezTo>
                      <a:cubicBezTo>
                        <a:pt x="1235" y="1485"/>
                        <a:pt x="1302" y="1485"/>
                        <a:pt x="1369" y="1452"/>
                      </a:cubicBezTo>
                      <a:cubicBezTo>
                        <a:pt x="1402" y="1385"/>
                        <a:pt x="1435" y="1318"/>
                        <a:pt x="1402" y="1252"/>
                      </a:cubicBezTo>
                      <a:lnTo>
                        <a:pt x="1402" y="1218"/>
                      </a:lnTo>
                      <a:cubicBezTo>
                        <a:pt x="1402" y="1185"/>
                        <a:pt x="1369" y="1152"/>
                        <a:pt x="1369" y="1118"/>
                      </a:cubicBezTo>
                      <a:cubicBezTo>
                        <a:pt x="1335" y="1085"/>
                        <a:pt x="1302" y="1052"/>
                        <a:pt x="1268" y="1018"/>
                      </a:cubicBezTo>
                      <a:cubicBezTo>
                        <a:pt x="1235" y="985"/>
                        <a:pt x="1168" y="951"/>
                        <a:pt x="1135" y="885"/>
                      </a:cubicBezTo>
                      <a:cubicBezTo>
                        <a:pt x="1035" y="818"/>
                        <a:pt x="935" y="718"/>
                        <a:pt x="835" y="618"/>
                      </a:cubicBezTo>
                      <a:cubicBezTo>
                        <a:pt x="635" y="451"/>
                        <a:pt x="468" y="251"/>
                        <a:pt x="301" y="51"/>
                      </a:cubicBezTo>
                      <a:cubicBezTo>
                        <a:pt x="268" y="17"/>
                        <a:pt x="226" y="1"/>
                        <a:pt x="184" y="1"/>
                      </a:cubicBezTo>
                      <a:close/>
                    </a:path>
                  </a:pathLst>
                </a:custGeom>
                <a:solidFill>
                  <a:srgbClr val="5CC9B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93" name="Google Shape;2593;p62"/>
                <p:cNvSpPr/>
                <p:nvPr/>
              </p:nvSpPr>
              <p:spPr>
                <a:xfrm>
                  <a:off x="6613827" y="4055210"/>
                  <a:ext cx="34258" cy="34902"/>
                </a:xfrm>
                <a:custGeom>
                  <a:rect b="b" l="l" r="r" t="t"/>
                  <a:pathLst>
                    <a:path extrusionOk="0" h="1679" w="1648">
                      <a:moveTo>
                        <a:pt x="163" y="0"/>
                      </a:moveTo>
                      <a:cubicBezTo>
                        <a:pt x="67" y="0"/>
                        <a:pt x="1" y="126"/>
                        <a:pt x="79" y="231"/>
                      </a:cubicBezTo>
                      <a:cubicBezTo>
                        <a:pt x="313" y="465"/>
                        <a:pt x="546" y="732"/>
                        <a:pt x="780" y="998"/>
                      </a:cubicBezTo>
                      <a:cubicBezTo>
                        <a:pt x="880" y="1132"/>
                        <a:pt x="1013" y="1232"/>
                        <a:pt x="1147" y="1365"/>
                      </a:cubicBezTo>
                      <a:cubicBezTo>
                        <a:pt x="1147" y="1365"/>
                        <a:pt x="1147" y="1399"/>
                        <a:pt x="1180" y="1399"/>
                      </a:cubicBezTo>
                      <a:lnTo>
                        <a:pt x="1180" y="1432"/>
                      </a:lnTo>
                      <a:lnTo>
                        <a:pt x="1180" y="1465"/>
                      </a:lnTo>
                      <a:cubicBezTo>
                        <a:pt x="1180" y="1465"/>
                        <a:pt x="1180" y="1499"/>
                        <a:pt x="1180" y="1532"/>
                      </a:cubicBezTo>
                      <a:cubicBezTo>
                        <a:pt x="1214" y="1565"/>
                        <a:pt x="1214" y="1599"/>
                        <a:pt x="1247" y="1632"/>
                      </a:cubicBezTo>
                      <a:cubicBezTo>
                        <a:pt x="1292" y="1662"/>
                        <a:pt x="1344" y="1679"/>
                        <a:pt x="1393" y="1679"/>
                      </a:cubicBezTo>
                      <a:cubicBezTo>
                        <a:pt x="1453" y="1679"/>
                        <a:pt x="1510" y="1654"/>
                        <a:pt x="1547" y="1599"/>
                      </a:cubicBezTo>
                      <a:cubicBezTo>
                        <a:pt x="1647" y="1532"/>
                        <a:pt x="1647" y="1399"/>
                        <a:pt x="1614" y="1299"/>
                      </a:cubicBezTo>
                      <a:cubicBezTo>
                        <a:pt x="1580" y="1199"/>
                        <a:pt x="1514" y="1132"/>
                        <a:pt x="1447" y="1065"/>
                      </a:cubicBezTo>
                      <a:cubicBezTo>
                        <a:pt x="1380" y="998"/>
                        <a:pt x="1280" y="932"/>
                        <a:pt x="1214" y="865"/>
                      </a:cubicBezTo>
                      <a:cubicBezTo>
                        <a:pt x="1080" y="732"/>
                        <a:pt x="913" y="565"/>
                        <a:pt x="747" y="431"/>
                      </a:cubicBezTo>
                      <a:cubicBezTo>
                        <a:pt x="580" y="298"/>
                        <a:pt x="413" y="164"/>
                        <a:pt x="246" y="31"/>
                      </a:cubicBezTo>
                      <a:cubicBezTo>
                        <a:pt x="218" y="10"/>
                        <a:pt x="189" y="0"/>
                        <a:pt x="163" y="0"/>
                      </a:cubicBezTo>
                      <a:close/>
                    </a:path>
                  </a:pathLst>
                </a:custGeom>
                <a:solidFill>
                  <a:srgbClr val="5CC9B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94" name="Google Shape;2594;p62"/>
                <p:cNvSpPr/>
                <p:nvPr/>
              </p:nvSpPr>
              <p:spPr>
                <a:xfrm>
                  <a:off x="6557825" y="4082254"/>
                  <a:ext cx="34777" cy="34798"/>
                </a:xfrm>
                <a:custGeom>
                  <a:rect b="b" l="l" r="r" t="t"/>
                  <a:pathLst>
                    <a:path extrusionOk="0" h="1674" w="1673">
                      <a:moveTo>
                        <a:pt x="183" y="0"/>
                      </a:moveTo>
                      <a:cubicBezTo>
                        <a:pt x="80" y="0"/>
                        <a:pt x="0" y="119"/>
                        <a:pt x="105" y="198"/>
                      </a:cubicBezTo>
                      <a:cubicBezTo>
                        <a:pt x="338" y="465"/>
                        <a:pt x="572" y="731"/>
                        <a:pt x="805" y="998"/>
                      </a:cubicBezTo>
                      <a:cubicBezTo>
                        <a:pt x="905" y="1098"/>
                        <a:pt x="1039" y="1232"/>
                        <a:pt x="1139" y="1365"/>
                      </a:cubicBezTo>
                      <a:cubicBezTo>
                        <a:pt x="1172" y="1365"/>
                        <a:pt x="1172" y="1399"/>
                        <a:pt x="1206" y="1399"/>
                      </a:cubicBezTo>
                      <a:lnTo>
                        <a:pt x="1206" y="1432"/>
                      </a:lnTo>
                      <a:cubicBezTo>
                        <a:pt x="1206" y="1465"/>
                        <a:pt x="1206" y="1499"/>
                        <a:pt x="1206" y="1499"/>
                      </a:cubicBezTo>
                      <a:cubicBezTo>
                        <a:pt x="1239" y="1532"/>
                        <a:pt x="1239" y="1599"/>
                        <a:pt x="1272" y="1599"/>
                      </a:cubicBezTo>
                      <a:cubicBezTo>
                        <a:pt x="1322" y="1649"/>
                        <a:pt x="1381" y="1674"/>
                        <a:pt x="1435" y="1674"/>
                      </a:cubicBezTo>
                      <a:cubicBezTo>
                        <a:pt x="1489" y="1674"/>
                        <a:pt x="1539" y="1649"/>
                        <a:pt x="1573" y="1599"/>
                      </a:cubicBezTo>
                      <a:cubicBezTo>
                        <a:pt x="1673" y="1532"/>
                        <a:pt x="1673" y="1399"/>
                        <a:pt x="1639" y="1299"/>
                      </a:cubicBezTo>
                      <a:cubicBezTo>
                        <a:pt x="1606" y="1198"/>
                        <a:pt x="1539" y="1132"/>
                        <a:pt x="1472" y="1065"/>
                      </a:cubicBezTo>
                      <a:cubicBezTo>
                        <a:pt x="1406" y="998"/>
                        <a:pt x="1306" y="898"/>
                        <a:pt x="1239" y="832"/>
                      </a:cubicBezTo>
                      <a:cubicBezTo>
                        <a:pt x="1072" y="698"/>
                        <a:pt x="939" y="565"/>
                        <a:pt x="772" y="431"/>
                      </a:cubicBezTo>
                      <a:cubicBezTo>
                        <a:pt x="605" y="298"/>
                        <a:pt x="438" y="164"/>
                        <a:pt x="272" y="31"/>
                      </a:cubicBezTo>
                      <a:cubicBezTo>
                        <a:pt x="243" y="9"/>
                        <a:pt x="212" y="0"/>
                        <a:pt x="183" y="0"/>
                      </a:cubicBezTo>
                      <a:close/>
                    </a:path>
                  </a:pathLst>
                </a:custGeom>
                <a:solidFill>
                  <a:srgbClr val="5CC9B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95" name="Google Shape;2595;p62"/>
                <p:cNvSpPr/>
                <p:nvPr/>
              </p:nvSpPr>
              <p:spPr>
                <a:xfrm>
                  <a:off x="6638356" y="4084977"/>
                  <a:ext cx="21" cy="21"/>
                </a:xfrm>
                <a:custGeom>
                  <a:rect b="b" l="l" r="r" t="t"/>
                  <a:pathLst>
                    <a:path extrusionOk="0" h="1" w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CC9B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96" name="Google Shape;2596;p62"/>
                <p:cNvSpPr/>
                <p:nvPr/>
              </p:nvSpPr>
              <p:spPr>
                <a:xfrm>
                  <a:off x="6638356" y="4084977"/>
                  <a:ext cx="21" cy="21"/>
                </a:xfrm>
                <a:custGeom>
                  <a:rect b="b" l="l" r="r" t="t"/>
                  <a:pathLst>
                    <a:path extrusionOk="0" h="1" w="1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CC9B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97" name="Google Shape;2597;p62"/>
                <p:cNvSpPr/>
                <p:nvPr/>
              </p:nvSpPr>
              <p:spPr>
                <a:xfrm>
                  <a:off x="6267029" y="2386472"/>
                  <a:ext cx="123436" cy="152954"/>
                </a:xfrm>
                <a:custGeom>
                  <a:rect b="b" l="l" r="r" t="t"/>
                  <a:pathLst>
                    <a:path extrusionOk="0" h="7358" w="5938">
                      <a:moveTo>
                        <a:pt x="5774" y="1"/>
                      </a:moveTo>
                      <a:cubicBezTo>
                        <a:pt x="5744" y="1"/>
                        <a:pt x="5714" y="15"/>
                        <a:pt x="5688" y="50"/>
                      </a:cubicBezTo>
                      <a:cubicBezTo>
                        <a:pt x="5187" y="583"/>
                        <a:pt x="4821" y="1250"/>
                        <a:pt x="4387" y="1851"/>
                      </a:cubicBezTo>
                      <a:cubicBezTo>
                        <a:pt x="3953" y="2485"/>
                        <a:pt x="3453" y="3085"/>
                        <a:pt x="2986" y="3719"/>
                      </a:cubicBezTo>
                      <a:cubicBezTo>
                        <a:pt x="2519" y="4319"/>
                        <a:pt x="2052" y="4886"/>
                        <a:pt x="1552" y="5453"/>
                      </a:cubicBezTo>
                      <a:cubicBezTo>
                        <a:pt x="1051" y="6054"/>
                        <a:pt x="551" y="6621"/>
                        <a:pt x="50" y="7221"/>
                      </a:cubicBezTo>
                      <a:cubicBezTo>
                        <a:pt x="1" y="7271"/>
                        <a:pt x="62" y="7357"/>
                        <a:pt x="124" y="7357"/>
                      </a:cubicBezTo>
                      <a:cubicBezTo>
                        <a:pt x="145" y="7357"/>
                        <a:pt x="167" y="7347"/>
                        <a:pt x="184" y="7321"/>
                      </a:cubicBezTo>
                      <a:cubicBezTo>
                        <a:pt x="784" y="6821"/>
                        <a:pt x="1285" y="6221"/>
                        <a:pt x="1818" y="5654"/>
                      </a:cubicBezTo>
                      <a:cubicBezTo>
                        <a:pt x="2319" y="5086"/>
                        <a:pt x="2786" y="4519"/>
                        <a:pt x="3253" y="3919"/>
                      </a:cubicBezTo>
                      <a:cubicBezTo>
                        <a:pt x="3720" y="3352"/>
                        <a:pt x="4187" y="2751"/>
                        <a:pt x="4620" y="2151"/>
                      </a:cubicBezTo>
                      <a:cubicBezTo>
                        <a:pt x="4854" y="1851"/>
                        <a:pt x="5054" y="1517"/>
                        <a:pt x="5288" y="1184"/>
                      </a:cubicBezTo>
                      <a:cubicBezTo>
                        <a:pt x="5521" y="883"/>
                        <a:pt x="5721" y="550"/>
                        <a:pt x="5888" y="216"/>
                      </a:cubicBezTo>
                      <a:cubicBezTo>
                        <a:pt x="5937" y="118"/>
                        <a:pt x="5859" y="1"/>
                        <a:pt x="5774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98" name="Google Shape;2598;p62"/>
                <p:cNvSpPr/>
                <p:nvPr/>
              </p:nvSpPr>
              <p:spPr>
                <a:xfrm>
                  <a:off x="7550506" y="1824993"/>
                  <a:ext cx="22908" cy="13242"/>
                </a:xfrm>
                <a:custGeom>
                  <a:rect b="b" l="l" r="r" t="t"/>
                  <a:pathLst>
                    <a:path extrusionOk="0" h="637" w="1102">
                      <a:moveTo>
                        <a:pt x="768" y="0"/>
                      </a:moveTo>
                      <a:cubicBezTo>
                        <a:pt x="635" y="0"/>
                        <a:pt x="535" y="0"/>
                        <a:pt x="435" y="67"/>
                      </a:cubicBezTo>
                      <a:cubicBezTo>
                        <a:pt x="335" y="100"/>
                        <a:pt x="234" y="167"/>
                        <a:pt x="168" y="234"/>
                      </a:cubicBezTo>
                      <a:cubicBezTo>
                        <a:pt x="134" y="300"/>
                        <a:pt x="101" y="334"/>
                        <a:pt x="68" y="367"/>
                      </a:cubicBezTo>
                      <a:cubicBezTo>
                        <a:pt x="34" y="434"/>
                        <a:pt x="1" y="500"/>
                        <a:pt x="1" y="567"/>
                      </a:cubicBezTo>
                      <a:cubicBezTo>
                        <a:pt x="1" y="608"/>
                        <a:pt x="52" y="637"/>
                        <a:pt x="99" y="637"/>
                      </a:cubicBezTo>
                      <a:cubicBezTo>
                        <a:pt x="128" y="637"/>
                        <a:pt x="155" y="626"/>
                        <a:pt x="168" y="601"/>
                      </a:cubicBezTo>
                      <a:cubicBezTo>
                        <a:pt x="201" y="567"/>
                        <a:pt x="201" y="534"/>
                        <a:pt x="234" y="467"/>
                      </a:cubicBezTo>
                      <a:cubicBezTo>
                        <a:pt x="268" y="434"/>
                        <a:pt x="268" y="400"/>
                        <a:pt x="301" y="367"/>
                      </a:cubicBezTo>
                      <a:cubicBezTo>
                        <a:pt x="368" y="300"/>
                        <a:pt x="435" y="267"/>
                        <a:pt x="535" y="234"/>
                      </a:cubicBezTo>
                      <a:cubicBezTo>
                        <a:pt x="619" y="170"/>
                        <a:pt x="731" y="147"/>
                        <a:pt x="843" y="147"/>
                      </a:cubicBezTo>
                      <a:cubicBezTo>
                        <a:pt x="908" y="147"/>
                        <a:pt x="974" y="155"/>
                        <a:pt x="1035" y="167"/>
                      </a:cubicBezTo>
                      <a:cubicBezTo>
                        <a:pt x="1068" y="167"/>
                        <a:pt x="1102" y="100"/>
                        <a:pt x="1068" y="67"/>
                      </a:cubicBezTo>
                      <a:cubicBezTo>
                        <a:pt x="968" y="33"/>
                        <a:pt x="868" y="0"/>
                        <a:pt x="768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99" name="Google Shape;2599;p62"/>
                <p:cNvSpPr/>
                <p:nvPr/>
              </p:nvSpPr>
              <p:spPr>
                <a:xfrm>
                  <a:off x="6105697" y="2575472"/>
                  <a:ext cx="38956" cy="16256"/>
                </a:xfrm>
                <a:custGeom>
                  <a:rect b="b" l="l" r="r" t="t"/>
                  <a:pathLst>
                    <a:path extrusionOk="0" h="782" w="1874">
                      <a:moveTo>
                        <a:pt x="216" y="0"/>
                      </a:moveTo>
                      <a:cubicBezTo>
                        <a:pt x="103" y="0"/>
                        <a:pt x="1" y="126"/>
                        <a:pt x="106" y="231"/>
                      </a:cubicBezTo>
                      <a:cubicBezTo>
                        <a:pt x="423" y="548"/>
                        <a:pt x="887" y="782"/>
                        <a:pt x="1349" y="782"/>
                      </a:cubicBezTo>
                      <a:cubicBezTo>
                        <a:pt x="1469" y="782"/>
                        <a:pt x="1590" y="766"/>
                        <a:pt x="1707" y="731"/>
                      </a:cubicBezTo>
                      <a:cubicBezTo>
                        <a:pt x="1874" y="698"/>
                        <a:pt x="1841" y="498"/>
                        <a:pt x="1674" y="464"/>
                      </a:cubicBezTo>
                      <a:cubicBezTo>
                        <a:pt x="1440" y="464"/>
                        <a:pt x="1173" y="464"/>
                        <a:pt x="940" y="398"/>
                      </a:cubicBezTo>
                      <a:cubicBezTo>
                        <a:pt x="706" y="298"/>
                        <a:pt x="473" y="198"/>
                        <a:pt x="306" y="31"/>
                      </a:cubicBezTo>
                      <a:cubicBezTo>
                        <a:pt x="278" y="9"/>
                        <a:pt x="246" y="0"/>
                        <a:pt x="216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00" name="Google Shape;2600;p62"/>
                <p:cNvSpPr/>
                <p:nvPr/>
              </p:nvSpPr>
              <p:spPr>
                <a:xfrm>
                  <a:off x="6100666" y="2419919"/>
                  <a:ext cx="25091" cy="33509"/>
                </a:xfrm>
                <a:custGeom>
                  <a:rect b="b" l="l" r="r" t="t"/>
                  <a:pathLst>
                    <a:path extrusionOk="0" h="1612" w="1207">
                      <a:moveTo>
                        <a:pt x="139" y="0"/>
                      </a:moveTo>
                      <a:cubicBezTo>
                        <a:pt x="70" y="0"/>
                        <a:pt x="1" y="71"/>
                        <a:pt x="48" y="142"/>
                      </a:cubicBezTo>
                      <a:cubicBezTo>
                        <a:pt x="215" y="409"/>
                        <a:pt x="348" y="642"/>
                        <a:pt x="515" y="876"/>
                      </a:cubicBezTo>
                      <a:lnTo>
                        <a:pt x="748" y="1243"/>
                      </a:lnTo>
                      <a:cubicBezTo>
                        <a:pt x="815" y="1343"/>
                        <a:pt x="915" y="1476"/>
                        <a:pt x="1015" y="1576"/>
                      </a:cubicBezTo>
                      <a:cubicBezTo>
                        <a:pt x="1040" y="1601"/>
                        <a:pt x="1065" y="1612"/>
                        <a:pt x="1088" y="1612"/>
                      </a:cubicBezTo>
                      <a:cubicBezTo>
                        <a:pt x="1157" y="1612"/>
                        <a:pt x="1207" y="1518"/>
                        <a:pt x="1182" y="1443"/>
                      </a:cubicBezTo>
                      <a:cubicBezTo>
                        <a:pt x="1115" y="1309"/>
                        <a:pt x="1048" y="1209"/>
                        <a:pt x="982" y="1076"/>
                      </a:cubicBezTo>
                      <a:lnTo>
                        <a:pt x="715" y="742"/>
                      </a:lnTo>
                      <a:cubicBezTo>
                        <a:pt x="548" y="509"/>
                        <a:pt x="381" y="275"/>
                        <a:pt x="215" y="42"/>
                      </a:cubicBezTo>
                      <a:cubicBezTo>
                        <a:pt x="195" y="12"/>
                        <a:pt x="167" y="0"/>
                        <a:pt x="13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01" name="Google Shape;2601;p62"/>
                <p:cNvSpPr/>
                <p:nvPr/>
              </p:nvSpPr>
              <p:spPr>
                <a:xfrm>
                  <a:off x="6418528" y="2101559"/>
                  <a:ext cx="37833" cy="11101"/>
                </a:xfrm>
                <a:custGeom>
                  <a:rect b="b" l="l" r="r" t="t"/>
                  <a:pathLst>
                    <a:path extrusionOk="0" h="534" w="1820">
                      <a:moveTo>
                        <a:pt x="1659" y="1"/>
                      </a:moveTo>
                      <a:cubicBezTo>
                        <a:pt x="1642" y="1"/>
                        <a:pt x="1623" y="4"/>
                        <a:pt x="1602" y="12"/>
                      </a:cubicBezTo>
                      <a:cubicBezTo>
                        <a:pt x="1369" y="79"/>
                        <a:pt x="1135" y="146"/>
                        <a:pt x="868" y="213"/>
                      </a:cubicBezTo>
                      <a:cubicBezTo>
                        <a:pt x="635" y="279"/>
                        <a:pt x="368" y="279"/>
                        <a:pt x="134" y="313"/>
                      </a:cubicBezTo>
                      <a:cubicBezTo>
                        <a:pt x="1" y="313"/>
                        <a:pt x="1" y="513"/>
                        <a:pt x="134" y="513"/>
                      </a:cubicBezTo>
                      <a:cubicBezTo>
                        <a:pt x="243" y="526"/>
                        <a:pt x="354" y="533"/>
                        <a:pt x="464" y="533"/>
                      </a:cubicBezTo>
                      <a:cubicBezTo>
                        <a:pt x="896" y="533"/>
                        <a:pt x="1331" y="432"/>
                        <a:pt x="1702" y="246"/>
                      </a:cubicBezTo>
                      <a:cubicBezTo>
                        <a:pt x="1819" y="187"/>
                        <a:pt x="1782" y="1"/>
                        <a:pt x="1659" y="1"/>
                      </a:cubicBezTo>
                      <a:close/>
                    </a:path>
                  </a:pathLst>
                </a:custGeom>
                <a:solidFill>
                  <a:srgbClr val="C4634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02" name="Google Shape;2602;p62"/>
                <p:cNvSpPr/>
                <p:nvPr/>
              </p:nvSpPr>
              <p:spPr>
                <a:xfrm>
                  <a:off x="6651036" y="2315899"/>
                  <a:ext cx="71592" cy="618366"/>
                </a:xfrm>
                <a:custGeom>
                  <a:rect b="b" l="l" r="r" t="t"/>
                  <a:pathLst>
                    <a:path extrusionOk="0" h="29747" w="3444">
                      <a:moveTo>
                        <a:pt x="121" y="1"/>
                      </a:moveTo>
                      <a:cubicBezTo>
                        <a:pt x="60" y="1"/>
                        <a:pt x="0" y="71"/>
                        <a:pt x="24" y="142"/>
                      </a:cubicBezTo>
                      <a:cubicBezTo>
                        <a:pt x="858" y="1743"/>
                        <a:pt x="858" y="3678"/>
                        <a:pt x="1025" y="5446"/>
                      </a:cubicBezTo>
                      <a:cubicBezTo>
                        <a:pt x="1191" y="7381"/>
                        <a:pt x="1325" y="9315"/>
                        <a:pt x="1492" y="11250"/>
                      </a:cubicBezTo>
                      <a:cubicBezTo>
                        <a:pt x="1825" y="15186"/>
                        <a:pt x="2159" y="19089"/>
                        <a:pt x="2492" y="22992"/>
                      </a:cubicBezTo>
                      <a:cubicBezTo>
                        <a:pt x="2693" y="25193"/>
                        <a:pt x="2893" y="27395"/>
                        <a:pt x="3059" y="29597"/>
                      </a:cubicBezTo>
                      <a:cubicBezTo>
                        <a:pt x="3076" y="29697"/>
                        <a:pt x="3176" y="29747"/>
                        <a:pt x="3268" y="29747"/>
                      </a:cubicBezTo>
                      <a:cubicBezTo>
                        <a:pt x="3360" y="29747"/>
                        <a:pt x="3443" y="29697"/>
                        <a:pt x="3426" y="29597"/>
                      </a:cubicBezTo>
                      <a:cubicBezTo>
                        <a:pt x="3093" y="25627"/>
                        <a:pt x="2726" y="21691"/>
                        <a:pt x="2359" y="17755"/>
                      </a:cubicBezTo>
                      <a:lnTo>
                        <a:pt x="2359" y="17721"/>
                      </a:lnTo>
                      <a:cubicBezTo>
                        <a:pt x="1992" y="13785"/>
                        <a:pt x="1658" y="9816"/>
                        <a:pt x="1258" y="5846"/>
                      </a:cubicBezTo>
                      <a:cubicBezTo>
                        <a:pt x="1091" y="3912"/>
                        <a:pt x="1125" y="1810"/>
                        <a:pt x="191" y="42"/>
                      </a:cubicBezTo>
                      <a:cubicBezTo>
                        <a:pt x="171" y="13"/>
                        <a:pt x="146" y="1"/>
                        <a:pt x="121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03" name="Google Shape;2603;p62"/>
                <p:cNvSpPr/>
                <p:nvPr/>
              </p:nvSpPr>
              <p:spPr>
                <a:xfrm>
                  <a:off x="6456278" y="2957152"/>
                  <a:ext cx="66291" cy="261403"/>
                </a:xfrm>
                <a:custGeom>
                  <a:rect b="b" l="l" r="r" t="t"/>
                  <a:pathLst>
                    <a:path extrusionOk="0" h="12575" w="3189">
                      <a:moveTo>
                        <a:pt x="3035" y="0"/>
                      </a:moveTo>
                      <a:cubicBezTo>
                        <a:pt x="2999" y="0"/>
                        <a:pt x="2967" y="15"/>
                        <a:pt x="2955" y="50"/>
                      </a:cubicBezTo>
                      <a:cubicBezTo>
                        <a:pt x="2755" y="517"/>
                        <a:pt x="2688" y="1084"/>
                        <a:pt x="2555" y="1584"/>
                      </a:cubicBezTo>
                      <a:cubicBezTo>
                        <a:pt x="2421" y="2084"/>
                        <a:pt x="2321" y="2585"/>
                        <a:pt x="2188" y="3085"/>
                      </a:cubicBezTo>
                      <a:cubicBezTo>
                        <a:pt x="1954" y="4119"/>
                        <a:pt x="1687" y="5153"/>
                        <a:pt x="1454" y="6187"/>
                      </a:cubicBezTo>
                      <a:cubicBezTo>
                        <a:pt x="954" y="8289"/>
                        <a:pt x="487" y="10357"/>
                        <a:pt x="20" y="12425"/>
                      </a:cubicBezTo>
                      <a:cubicBezTo>
                        <a:pt x="0" y="12522"/>
                        <a:pt x="71" y="12574"/>
                        <a:pt x="141" y="12574"/>
                      </a:cubicBezTo>
                      <a:cubicBezTo>
                        <a:pt x="190" y="12574"/>
                        <a:pt x="239" y="12547"/>
                        <a:pt x="253" y="12492"/>
                      </a:cubicBezTo>
                      <a:cubicBezTo>
                        <a:pt x="753" y="10424"/>
                        <a:pt x="1254" y="8355"/>
                        <a:pt x="1754" y="6287"/>
                      </a:cubicBezTo>
                      <a:cubicBezTo>
                        <a:pt x="1988" y="5253"/>
                        <a:pt x="2255" y="4186"/>
                        <a:pt x="2488" y="3152"/>
                      </a:cubicBezTo>
                      <a:cubicBezTo>
                        <a:pt x="2588" y="2651"/>
                        <a:pt x="2722" y="2151"/>
                        <a:pt x="2822" y="1651"/>
                      </a:cubicBezTo>
                      <a:cubicBezTo>
                        <a:pt x="2955" y="1150"/>
                        <a:pt x="3155" y="617"/>
                        <a:pt x="3189" y="116"/>
                      </a:cubicBezTo>
                      <a:cubicBezTo>
                        <a:pt x="3189" y="51"/>
                        <a:pt x="3104" y="0"/>
                        <a:pt x="3035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04" name="Google Shape;2604;p62"/>
                <p:cNvSpPr/>
                <p:nvPr/>
              </p:nvSpPr>
              <p:spPr>
                <a:xfrm>
                  <a:off x="6447984" y="3489998"/>
                  <a:ext cx="568289" cy="701890"/>
                </a:xfrm>
                <a:custGeom>
                  <a:rect b="b" l="l" r="r" t="t"/>
                  <a:pathLst>
                    <a:path extrusionOk="0" h="33765" w="27338">
                      <a:moveTo>
                        <a:pt x="22334" y="11743"/>
                      </a:moveTo>
                      <a:cubicBezTo>
                        <a:pt x="22501" y="12644"/>
                        <a:pt x="22701" y="13578"/>
                        <a:pt x="22901" y="14512"/>
                      </a:cubicBezTo>
                      <a:cubicBezTo>
                        <a:pt x="23235" y="16113"/>
                        <a:pt x="23535" y="17714"/>
                        <a:pt x="23869" y="19349"/>
                      </a:cubicBezTo>
                      <a:cubicBezTo>
                        <a:pt x="22835" y="18948"/>
                        <a:pt x="21734" y="18615"/>
                        <a:pt x="20700" y="18248"/>
                      </a:cubicBezTo>
                      <a:cubicBezTo>
                        <a:pt x="19432" y="17814"/>
                        <a:pt x="18165" y="17381"/>
                        <a:pt x="16930" y="16947"/>
                      </a:cubicBezTo>
                      <a:cubicBezTo>
                        <a:pt x="15896" y="16613"/>
                        <a:pt x="14862" y="16246"/>
                        <a:pt x="13828" y="15880"/>
                      </a:cubicBezTo>
                      <a:cubicBezTo>
                        <a:pt x="15463" y="15246"/>
                        <a:pt x="17097" y="14612"/>
                        <a:pt x="18665" y="13811"/>
                      </a:cubicBezTo>
                      <a:cubicBezTo>
                        <a:pt x="19699" y="13311"/>
                        <a:pt x="20700" y="12744"/>
                        <a:pt x="21634" y="12077"/>
                      </a:cubicBezTo>
                      <a:cubicBezTo>
                        <a:pt x="21867" y="11977"/>
                        <a:pt x="22101" y="11843"/>
                        <a:pt x="22334" y="11743"/>
                      </a:cubicBezTo>
                      <a:close/>
                      <a:moveTo>
                        <a:pt x="5289" y="13511"/>
                      </a:moveTo>
                      <a:cubicBezTo>
                        <a:pt x="5422" y="13611"/>
                        <a:pt x="5556" y="13645"/>
                        <a:pt x="5722" y="13711"/>
                      </a:cubicBezTo>
                      <a:cubicBezTo>
                        <a:pt x="6023" y="13845"/>
                        <a:pt x="6356" y="13978"/>
                        <a:pt x="6690" y="14112"/>
                      </a:cubicBezTo>
                      <a:cubicBezTo>
                        <a:pt x="7324" y="14345"/>
                        <a:pt x="7991" y="14545"/>
                        <a:pt x="8624" y="14779"/>
                      </a:cubicBezTo>
                      <a:cubicBezTo>
                        <a:pt x="9759" y="15179"/>
                        <a:pt x="10926" y="15579"/>
                        <a:pt x="12094" y="15980"/>
                      </a:cubicBezTo>
                      <a:cubicBezTo>
                        <a:pt x="12060" y="15980"/>
                        <a:pt x="12027" y="15980"/>
                        <a:pt x="11994" y="16013"/>
                      </a:cubicBezTo>
                      <a:cubicBezTo>
                        <a:pt x="9659" y="16914"/>
                        <a:pt x="7324" y="17848"/>
                        <a:pt x="5122" y="19115"/>
                      </a:cubicBezTo>
                      <a:cubicBezTo>
                        <a:pt x="4655" y="19349"/>
                        <a:pt x="4155" y="19582"/>
                        <a:pt x="3688" y="19816"/>
                      </a:cubicBezTo>
                      <a:cubicBezTo>
                        <a:pt x="4188" y="17714"/>
                        <a:pt x="4755" y="15613"/>
                        <a:pt x="5289" y="13511"/>
                      </a:cubicBezTo>
                      <a:close/>
                      <a:moveTo>
                        <a:pt x="8620" y="0"/>
                      </a:moveTo>
                      <a:cubicBezTo>
                        <a:pt x="8531" y="0"/>
                        <a:pt x="8445" y="49"/>
                        <a:pt x="8391" y="168"/>
                      </a:cubicBezTo>
                      <a:cubicBezTo>
                        <a:pt x="8124" y="669"/>
                        <a:pt x="7991" y="1202"/>
                        <a:pt x="7824" y="1736"/>
                      </a:cubicBezTo>
                      <a:cubicBezTo>
                        <a:pt x="7690" y="2303"/>
                        <a:pt x="7524" y="2837"/>
                        <a:pt x="7357" y="3371"/>
                      </a:cubicBezTo>
                      <a:cubicBezTo>
                        <a:pt x="7057" y="4438"/>
                        <a:pt x="6723" y="5505"/>
                        <a:pt x="6423" y="6573"/>
                      </a:cubicBezTo>
                      <a:cubicBezTo>
                        <a:pt x="5822" y="8708"/>
                        <a:pt x="5255" y="10843"/>
                        <a:pt x="4688" y="13011"/>
                      </a:cubicBezTo>
                      <a:cubicBezTo>
                        <a:pt x="3521" y="17314"/>
                        <a:pt x="2420" y="21684"/>
                        <a:pt x="1486" y="26054"/>
                      </a:cubicBezTo>
                      <a:cubicBezTo>
                        <a:pt x="1219" y="27254"/>
                        <a:pt x="952" y="28489"/>
                        <a:pt x="685" y="29723"/>
                      </a:cubicBezTo>
                      <a:cubicBezTo>
                        <a:pt x="452" y="30924"/>
                        <a:pt x="185" y="32158"/>
                        <a:pt x="18" y="33392"/>
                      </a:cubicBezTo>
                      <a:cubicBezTo>
                        <a:pt x="0" y="33500"/>
                        <a:pt x="100" y="33560"/>
                        <a:pt x="200" y="33560"/>
                      </a:cubicBezTo>
                      <a:cubicBezTo>
                        <a:pt x="285" y="33560"/>
                        <a:pt x="370" y="33517"/>
                        <a:pt x="385" y="33425"/>
                      </a:cubicBezTo>
                      <a:cubicBezTo>
                        <a:pt x="719" y="32358"/>
                        <a:pt x="919" y="31291"/>
                        <a:pt x="1186" y="30190"/>
                      </a:cubicBezTo>
                      <a:cubicBezTo>
                        <a:pt x="1453" y="29122"/>
                        <a:pt x="1686" y="28055"/>
                        <a:pt x="1953" y="26954"/>
                      </a:cubicBezTo>
                      <a:cubicBezTo>
                        <a:pt x="2387" y="25120"/>
                        <a:pt x="2820" y="23285"/>
                        <a:pt x="3287" y="21417"/>
                      </a:cubicBezTo>
                      <a:cubicBezTo>
                        <a:pt x="3454" y="21317"/>
                        <a:pt x="3487" y="21083"/>
                        <a:pt x="3387" y="20950"/>
                      </a:cubicBezTo>
                      <a:cubicBezTo>
                        <a:pt x="3487" y="20883"/>
                        <a:pt x="3554" y="20816"/>
                        <a:pt x="3621" y="20783"/>
                      </a:cubicBezTo>
                      <a:cubicBezTo>
                        <a:pt x="3754" y="20683"/>
                        <a:pt x="3888" y="20583"/>
                        <a:pt x="4021" y="20483"/>
                      </a:cubicBezTo>
                      <a:cubicBezTo>
                        <a:pt x="4321" y="20283"/>
                        <a:pt x="4622" y="20116"/>
                        <a:pt x="4922" y="19916"/>
                      </a:cubicBezTo>
                      <a:cubicBezTo>
                        <a:pt x="5522" y="19549"/>
                        <a:pt x="6156" y="19215"/>
                        <a:pt x="6790" y="18882"/>
                      </a:cubicBezTo>
                      <a:cubicBezTo>
                        <a:pt x="8057" y="18215"/>
                        <a:pt x="9392" y="17647"/>
                        <a:pt x="10726" y="17114"/>
                      </a:cubicBezTo>
                      <a:cubicBezTo>
                        <a:pt x="11460" y="16814"/>
                        <a:pt x="12194" y="16547"/>
                        <a:pt x="12928" y="16246"/>
                      </a:cubicBezTo>
                      <a:cubicBezTo>
                        <a:pt x="15296" y="17047"/>
                        <a:pt x="17631" y="17881"/>
                        <a:pt x="19999" y="18682"/>
                      </a:cubicBezTo>
                      <a:cubicBezTo>
                        <a:pt x="20733" y="18948"/>
                        <a:pt x="21434" y="19182"/>
                        <a:pt x="22134" y="19449"/>
                      </a:cubicBezTo>
                      <a:cubicBezTo>
                        <a:pt x="22768" y="19649"/>
                        <a:pt x="23402" y="19882"/>
                        <a:pt x="24002" y="20083"/>
                      </a:cubicBezTo>
                      <a:cubicBezTo>
                        <a:pt x="24469" y="22284"/>
                        <a:pt x="24903" y="24486"/>
                        <a:pt x="25370" y="26687"/>
                      </a:cubicBezTo>
                      <a:cubicBezTo>
                        <a:pt x="25570" y="27821"/>
                        <a:pt x="25803" y="28956"/>
                        <a:pt x="26037" y="30090"/>
                      </a:cubicBezTo>
                      <a:cubicBezTo>
                        <a:pt x="26137" y="30657"/>
                        <a:pt x="26270" y="31257"/>
                        <a:pt x="26370" y="31824"/>
                      </a:cubicBezTo>
                      <a:cubicBezTo>
                        <a:pt x="26504" y="32391"/>
                        <a:pt x="26571" y="33025"/>
                        <a:pt x="26771" y="33559"/>
                      </a:cubicBezTo>
                      <a:cubicBezTo>
                        <a:pt x="26817" y="33697"/>
                        <a:pt x="26941" y="33765"/>
                        <a:pt x="27061" y="33765"/>
                      </a:cubicBezTo>
                      <a:cubicBezTo>
                        <a:pt x="27202" y="33765"/>
                        <a:pt x="27338" y="33672"/>
                        <a:pt x="27338" y="33492"/>
                      </a:cubicBezTo>
                      <a:cubicBezTo>
                        <a:pt x="27304" y="32992"/>
                        <a:pt x="27204" y="32491"/>
                        <a:pt x="27104" y="31991"/>
                      </a:cubicBezTo>
                      <a:cubicBezTo>
                        <a:pt x="27004" y="31491"/>
                        <a:pt x="26904" y="30990"/>
                        <a:pt x="26804" y="30490"/>
                      </a:cubicBezTo>
                      <a:cubicBezTo>
                        <a:pt x="26604" y="29456"/>
                        <a:pt x="26370" y="28422"/>
                        <a:pt x="26170" y="27388"/>
                      </a:cubicBezTo>
                      <a:cubicBezTo>
                        <a:pt x="25770" y="25353"/>
                        <a:pt x="25370" y="23352"/>
                        <a:pt x="24936" y="21317"/>
                      </a:cubicBezTo>
                      <a:cubicBezTo>
                        <a:pt x="24869" y="20883"/>
                        <a:pt x="24769" y="20450"/>
                        <a:pt x="24669" y="20016"/>
                      </a:cubicBezTo>
                      <a:cubicBezTo>
                        <a:pt x="24736" y="19916"/>
                        <a:pt x="24703" y="19749"/>
                        <a:pt x="24603" y="19649"/>
                      </a:cubicBezTo>
                      <a:cubicBezTo>
                        <a:pt x="23869" y="16146"/>
                        <a:pt x="23135" y="12644"/>
                        <a:pt x="22401" y="9141"/>
                      </a:cubicBezTo>
                      <a:cubicBezTo>
                        <a:pt x="22167" y="8007"/>
                        <a:pt x="21901" y="6906"/>
                        <a:pt x="21667" y="5772"/>
                      </a:cubicBezTo>
                      <a:cubicBezTo>
                        <a:pt x="21400" y="4605"/>
                        <a:pt x="21200" y="3437"/>
                        <a:pt x="20833" y="2303"/>
                      </a:cubicBezTo>
                      <a:cubicBezTo>
                        <a:pt x="20801" y="2224"/>
                        <a:pt x="20716" y="2182"/>
                        <a:pt x="20636" y="2182"/>
                      </a:cubicBezTo>
                      <a:cubicBezTo>
                        <a:pt x="20548" y="2182"/>
                        <a:pt x="20466" y="2232"/>
                        <a:pt x="20466" y="2337"/>
                      </a:cubicBezTo>
                      <a:cubicBezTo>
                        <a:pt x="20566" y="3371"/>
                        <a:pt x="20800" y="4338"/>
                        <a:pt x="21000" y="5339"/>
                      </a:cubicBezTo>
                      <a:cubicBezTo>
                        <a:pt x="21200" y="6373"/>
                        <a:pt x="21434" y="7407"/>
                        <a:pt x="21634" y="8441"/>
                      </a:cubicBezTo>
                      <a:cubicBezTo>
                        <a:pt x="21834" y="9375"/>
                        <a:pt x="22034" y="10309"/>
                        <a:pt x="22201" y="11243"/>
                      </a:cubicBezTo>
                      <a:cubicBezTo>
                        <a:pt x="21634" y="11476"/>
                        <a:pt x="21100" y="11777"/>
                        <a:pt x="20533" y="12043"/>
                      </a:cubicBezTo>
                      <a:cubicBezTo>
                        <a:pt x="19933" y="12344"/>
                        <a:pt x="19299" y="12644"/>
                        <a:pt x="18698" y="12911"/>
                      </a:cubicBezTo>
                      <a:cubicBezTo>
                        <a:pt x="17431" y="13511"/>
                        <a:pt x="16163" y="14112"/>
                        <a:pt x="14896" y="14679"/>
                      </a:cubicBezTo>
                      <a:cubicBezTo>
                        <a:pt x="14228" y="14979"/>
                        <a:pt x="13595" y="15279"/>
                        <a:pt x="12928" y="15579"/>
                      </a:cubicBezTo>
                      <a:cubicBezTo>
                        <a:pt x="11727" y="15179"/>
                        <a:pt x="10526" y="14779"/>
                        <a:pt x="9325" y="14378"/>
                      </a:cubicBezTo>
                      <a:cubicBezTo>
                        <a:pt x="8624" y="14145"/>
                        <a:pt x="7957" y="13911"/>
                        <a:pt x="7257" y="13678"/>
                      </a:cubicBezTo>
                      <a:cubicBezTo>
                        <a:pt x="6890" y="13578"/>
                        <a:pt x="6523" y="13444"/>
                        <a:pt x="6189" y="13344"/>
                      </a:cubicBezTo>
                      <a:cubicBezTo>
                        <a:pt x="5923" y="13278"/>
                        <a:pt x="5656" y="13178"/>
                        <a:pt x="5389" y="13178"/>
                      </a:cubicBezTo>
                      <a:cubicBezTo>
                        <a:pt x="5889" y="11310"/>
                        <a:pt x="6390" y="9475"/>
                        <a:pt x="6923" y="7607"/>
                      </a:cubicBezTo>
                      <a:cubicBezTo>
                        <a:pt x="7257" y="6439"/>
                        <a:pt x="7590" y="5239"/>
                        <a:pt x="7924" y="4071"/>
                      </a:cubicBezTo>
                      <a:cubicBezTo>
                        <a:pt x="8091" y="3471"/>
                        <a:pt x="8291" y="2870"/>
                        <a:pt x="8458" y="2270"/>
                      </a:cubicBezTo>
                      <a:cubicBezTo>
                        <a:pt x="8658" y="1669"/>
                        <a:pt x="8891" y="1069"/>
                        <a:pt x="8958" y="435"/>
                      </a:cubicBezTo>
                      <a:cubicBezTo>
                        <a:pt x="9003" y="210"/>
                        <a:pt x="8805" y="0"/>
                        <a:pt x="862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05" name="Google Shape;2605;p62"/>
                <p:cNvSpPr/>
                <p:nvPr/>
              </p:nvSpPr>
              <p:spPr>
                <a:xfrm>
                  <a:off x="6346666" y="2806421"/>
                  <a:ext cx="793043" cy="756436"/>
                </a:xfrm>
                <a:custGeom>
                  <a:rect b="b" l="l" r="r" t="t"/>
                  <a:pathLst>
                    <a:path extrusionOk="0" h="36389" w="38150">
                      <a:moveTo>
                        <a:pt x="28504" y="0"/>
                      </a:moveTo>
                      <a:cubicBezTo>
                        <a:pt x="27240" y="0"/>
                        <a:pt x="25981" y="201"/>
                        <a:pt x="24840" y="562"/>
                      </a:cubicBezTo>
                      <a:cubicBezTo>
                        <a:pt x="20437" y="1963"/>
                        <a:pt x="18836" y="6066"/>
                        <a:pt x="17935" y="10369"/>
                      </a:cubicBezTo>
                      <a:cubicBezTo>
                        <a:pt x="17234" y="13839"/>
                        <a:pt x="16968" y="17441"/>
                        <a:pt x="15833" y="20810"/>
                      </a:cubicBezTo>
                      <a:cubicBezTo>
                        <a:pt x="15400" y="22078"/>
                        <a:pt x="14833" y="23345"/>
                        <a:pt x="14066" y="24480"/>
                      </a:cubicBezTo>
                      <a:cubicBezTo>
                        <a:pt x="12831" y="26348"/>
                        <a:pt x="11163" y="27849"/>
                        <a:pt x="9095" y="28549"/>
                      </a:cubicBezTo>
                      <a:cubicBezTo>
                        <a:pt x="7461" y="29083"/>
                        <a:pt x="5626" y="29116"/>
                        <a:pt x="4125" y="29950"/>
                      </a:cubicBezTo>
                      <a:cubicBezTo>
                        <a:pt x="1" y="32223"/>
                        <a:pt x="2168" y="36331"/>
                        <a:pt x="6072" y="36331"/>
                      </a:cubicBezTo>
                      <a:cubicBezTo>
                        <a:pt x="6178" y="36331"/>
                        <a:pt x="6285" y="36327"/>
                        <a:pt x="6393" y="36321"/>
                      </a:cubicBezTo>
                      <a:cubicBezTo>
                        <a:pt x="8420" y="36208"/>
                        <a:pt x="10457" y="36148"/>
                        <a:pt x="12493" y="36148"/>
                      </a:cubicBezTo>
                      <a:cubicBezTo>
                        <a:pt x="14043" y="36148"/>
                        <a:pt x="15592" y="36183"/>
                        <a:pt x="17134" y="36255"/>
                      </a:cubicBezTo>
                      <a:cubicBezTo>
                        <a:pt x="18513" y="36308"/>
                        <a:pt x="19883" y="36389"/>
                        <a:pt x="21248" y="36389"/>
                      </a:cubicBezTo>
                      <a:cubicBezTo>
                        <a:pt x="22459" y="36389"/>
                        <a:pt x="23666" y="36325"/>
                        <a:pt x="24873" y="36121"/>
                      </a:cubicBezTo>
                      <a:cubicBezTo>
                        <a:pt x="27175" y="35754"/>
                        <a:pt x="30978" y="34420"/>
                        <a:pt x="32012" y="32118"/>
                      </a:cubicBezTo>
                      <a:cubicBezTo>
                        <a:pt x="34447" y="26915"/>
                        <a:pt x="36148" y="21377"/>
                        <a:pt x="37182" y="15707"/>
                      </a:cubicBezTo>
                      <a:cubicBezTo>
                        <a:pt x="37983" y="11203"/>
                        <a:pt x="38149" y="6033"/>
                        <a:pt x="35114" y="2597"/>
                      </a:cubicBezTo>
                      <a:cubicBezTo>
                        <a:pt x="33459" y="766"/>
                        <a:pt x="30973" y="0"/>
                        <a:pt x="2850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06" name="Google Shape;2606;p62"/>
                <p:cNvSpPr/>
                <p:nvPr/>
              </p:nvSpPr>
              <p:spPr>
                <a:xfrm>
                  <a:off x="4801801" y="3523091"/>
                  <a:ext cx="568309" cy="701744"/>
                </a:xfrm>
                <a:custGeom>
                  <a:rect b="b" l="l" r="r" t="t"/>
                  <a:pathLst>
                    <a:path extrusionOk="0" h="33758" w="27339">
                      <a:moveTo>
                        <a:pt x="22302" y="11719"/>
                      </a:moveTo>
                      <a:cubicBezTo>
                        <a:pt x="22502" y="12653"/>
                        <a:pt x="22702" y="13554"/>
                        <a:pt x="22869" y="14488"/>
                      </a:cubicBezTo>
                      <a:cubicBezTo>
                        <a:pt x="23203" y="16089"/>
                        <a:pt x="23536" y="17723"/>
                        <a:pt x="23870" y="19325"/>
                      </a:cubicBezTo>
                      <a:cubicBezTo>
                        <a:pt x="22836" y="18924"/>
                        <a:pt x="21735" y="18591"/>
                        <a:pt x="20701" y="18224"/>
                      </a:cubicBezTo>
                      <a:lnTo>
                        <a:pt x="20668" y="18224"/>
                      </a:lnTo>
                      <a:cubicBezTo>
                        <a:pt x="19433" y="17790"/>
                        <a:pt x="18166" y="17390"/>
                        <a:pt x="16932" y="16956"/>
                      </a:cubicBezTo>
                      <a:cubicBezTo>
                        <a:pt x="15897" y="16589"/>
                        <a:pt x="14863" y="16222"/>
                        <a:pt x="13829" y="15889"/>
                      </a:cubicBezTo>
                      <a:cubicBezTo>
                        <a:pt x="15464" y="15255"/>
                        <a:pt x="17098" y="14588"/>
                        <a:pt x="18666" y="13821"/>
                      </a:cubicBezTo>
                      <a:cubicBezTo>
                        <a:pt x="19700" y="13287"/>
                        <a:pt x="20701" y="12720"/>
                        <a:pt x="21635" y="12053"/>
                      </a:cubicBezTo>
                      <a:cubicBezTo>
                        <a:pt x="21868" y="11953"/>
                        <a:pt x="22102" y="11852"/>
                        <a:pt x="22302" y="11719"/>
                      </a:cubicBezTo>
                      <a:close/>
                      <a:moveTo>
                        <a:pt x="5290" y="13520"/>
                      </a:moveTo>
                      <a:cubicBezTo>
                        <a:pt x="5423" y="13587"/>
                        <a:pt x="5523" y="13654"/>
                        <a:pt x="5690" y="13720"/>
                      </a:cubicBezTo>
                      <a:cubicBezTo>
                        <a:pt x="6024" y="13854"/>
                        <a:pt x="6357" y="13954"/>
                        <a:pt x="6691" y="14087"/>
                      </a:cubicBezTo>
                      <a:cubicBezTo>
                        <a:pt x="7325" y="14321"/>
                        <a:pt x="7958" y="14554"/>
                        <a:pt x="8592" y="14755"/>
                      </a:cubicBezTo>
                      <a:cubicBezTo>
                        <a:pt x="9760" y="15155"/>
                        <a:pt x="10927" y="15555"/>
                        <a:pt x="12095" y="15955"/>
                      </a:cubicBezTo>
                      <a:cubicBezTo>
                        <a:pt x="12061" y="15955"/>
                        <a:pt x="12028" y="15989"/>
                        <a:pt x="11995" y="15989"/>
                      </a:cubicBezTo>
                      <a:cubicBezTo>
                        <a:pt x="9660" y="16889"/>
                        <a:pt x="7325" y="17857"/>
                        <a:pt x="5123" y="19124"/>
                      </a:cubicBezTo>
                      <a:cubicBezTo>
                        <a:pt x="4656" y="19358"/>
                        <a:pt x="4156" y="19591"/>
                        <a:pt x="3655" y="19825"/>
                      </a:cubicBezTo>
                      <a:cubicBezTo>
                        <a:pt x="4189" y="17723"/>
                        <a:pt x="4723" y="15588"/>
                        <a:pt x="5290" y="13520"/>
                      </a:cubicBezTo>
                      <a:close/>
                      <a:moveTo>
                        <a:pt x="8603" y="1"/>
                      </a:moveTo>
                      <a:cubicBezTo>
                        <a:pt x="8508" y="1"/>
                        <a:pt x="8416" y="52"/>
                        <a:pt x="8359" y="177"/>
                      </a:cubicBezTo>
                      <a:cubicBezTo>
                        <a:pt x="8125" y="678"/>
                        <a:pt x="7992" y="1212"/>
                        <a:pt x="7825" y="1745"/>
                      </a:cubicBezTo>
                      <a:cubicBezTo>
                        <a:pt x="7658" y="2279"/>
                        <a:pt x="7491" y="2813"/>
                        <a:pt x="7358" y="3380"/>
                      </a:cubicBezTo>
                      <a:cubicBezTo>
                        <a:pt x="7024" y="4414"/>
                        <a:pt x="6724" y="5481"/>
                        <a:pt x="6424" y="6549"/>
                      </a:cubicBezTo>
                      <a:cubicBezTo>
                        <a:pt x="5824" y="8684"/>
                        <a:pt x="5223" y="10852"/>
                        <a:pt x="4656" y="12987"/>
                      </a:cubicBezTo>
                      <a:cubicBezTo>
                        <a:pt x="3522" y="17323"/>
                        <a:pt x="2421" y="21660"/>
                        <a:pt x="1454" y="26029"/>
                      </a:cubicBezTo>
                      <a:cubicBezTo>
                        <a:pt x="1187" y="27264"/>
                        <a:pt x="920" y="28464"/>
                        <a:pt x="687" y="29699"/>
                      </a:cubicBezTo>
                      <a:cubicBezTo>
                        <a:pt x="453" y="30933"/>
                        <a:pt x="153" y="32134"/>
                        <a:pt x="19" y="33368"/>
                      </a:cubicBezTo>
                      <a:cubicBezTo>
                        <a:pt x="1" y="33498"/>
                        <a:pt x="96" y="33566"/>
                        <a:pt x="196" y="33566"/>
                      </a:cubicBezTo>
                      <a:cubicBezTo>
                        <a:pt x="275" y="33566"/>
                        <a:pt x="357" y="33523"/>
                        <a:pt x="386" y="33435"/>
                      </a:cubicBezTo>
                      <a:cubicBezTo>
                        <a:pt x="720" y="32367"/>
                        <a:pt x="920" y="31266"/>
                        <a:pt x="1187" y="30199"/>
                      </a:cubicBezTo>
                      <a:cubicBezTo>
                        <a:pt x="1420" y="29098"/>
                        <a:pt x="1687" y="28031"/>
                        <a:pt x="1954" y="26963"/>
                      </a:cubicBezTo>
                      <a:cubicBezTo>
                        <a:pt x="2388" y="25095"/>
                        <a:pt x="2821" y="23261"/>
                        <a:pt x="3255" y="21426"/>
                      </a:cubicBezTo>
                      <a:cubicBezTo>
                        <a:pt x="3422" y="21293"/>
                        <a:pt x="3489" y="21059"/>
                        <a:pt x="3389" y="20926"/>
                      </a:cubicBezTo>
                      <a:cubicBezTo>
                        <a:pt x="3455" y="20859"/>
                        <a:pt x="3555" y="20826"/>
                        <a:pt x="3622" y="20759"/>
                      </a:cubicBezTo>
                      <a:cubicBezTo>
                        <a:pt x="3755" y="20659"/>
                        <a:pt x="3889" y="20559"/>
                        <a:pt x="4022" y="20492"/>
                      </a:cubicBezTo>
                      <a:cubicBezTo>
                        <a:pt x="4323" y="20292"/>
                        <a:pt x="4623" y="20092"/>
                        <a:pt x="4923" y="19925"/>
                      </a:cubicBezTo>
                      <a:cubicBezTo>
                        <a:pt x="5523" y="19525"/>
                        <a:pt x="6157" y="19191"/>
                        <a:pt x="6791" y="18858"/>
                      </a:cubicBezTo>
                      <a:cubicBezTo>
                        <a:pt x="8059" y="18224"/>
                        <a:pt x="9393" y="17657"/>
                        <a:pt x="10727" y="17090"/>
                      </a:cubicBezTo>
                      <a:cubicBezTo>
                        <a:pt x="11428" y="16823"/>
                        <a:pt x="12161" y="16522"/>
                        <a:pt x="12895" y="16256"/>
                      </a:cubicBezTo>
                      <a:cubicBezTo>
                        <a:pt x="15264" y="17056"/>
                        <a:pt x="17632" y="17857"/>
                        <a:pt x="20000" y="18691"/>
                      </a:cubicBezTo>
                      <a:cubicBezTo>
                        <a:pt x="20701" y="18924"/>
                        <a:pt x="21435" y="19191"/>
                        <a:pt x="22135" y="19425"/>
                      </a:cubicBezTo>
                      <a:cubicBezTo>
                        <a:pt x="22769" y="19625"/>
                        <a:pt x="23369" y="19892"/>
                        <a:pt x="24003" y="20092"/>
                      </a:cubicBezTo>
                      <a:cubicBezTo>
                        <a:pt x="24437" y="22293"/>
                        <a:pt x="24904" y="24462"/>
                        <a:pt x="25338" y="26663"/>
                      </a:cubicBezTo>
                      <a:cubicBezTo>
                        <a:pt x="25571" y="27797"/>
                        <a:pt x="25805" y="28931"/>
                        <a:pt x="26005" y="30066"/>
                      </a:cubicBezTo>
                      <a:cubicBezTo>
                        <a:pt x="26138" y="30633"/>
                        <a:pt x="26238" y="31233"/>
                        <a:pt x="26372" y="31800"/>
                      </a:cubicBezTo>
                      <a:cubicBezTo>
                        <a:pt x="26472" y="32401"/>
                        <a:pt x="26538" y="33001"/>
                        <a:pt x="26772" y="33568"/>
                      </a:cubicBezTo>
                      <a:cubicBezTo>
                        <a:pt x="26818" y="33691"/>
                        <a:pt x="26942" y="33757"/>
                        <a:pt x="27062" y="33757"/>
                      </a:cubicBezTo>
                      <a:cubicBezTo>
                        <a:pt x="27203" y="33757"/>
                        <a:pt x="27339" y="33666"/>
                        <a:pt x="27339" y="33468"/>
                      </a:cubicBezTo>
                      <a:cubicBezTo>
                        <a:pt x="27306" y="32968"/>
                        <a:pt x="27172" y="32467"/>
                        <a:pt x="27072" y="32000"/>
                      </a:cubicBezTo>
                      <a:lnTo>
                        <a:pt x="27105" y="32000"/>
                      </a:lnTo>
                      <a:cubicBezTo>
                        <a:pt x="27005" y="31500"/>
                        <a:pt x="26905" y="30966"/>
                        <a:pt x="26805" y="30466"/>
                      </a:cubicBezTo>
                      <a:cubicBezTo>
                        <a:pt x="26572" y="29432"/>
                        <a:pt x="26372" y="28398"/>
                        <a:pt x="26171" y="27364"/>
                      </a:cubicBezTo>
                      <a:cubicBezTo>
                        <a:pt x="25771" y="25362"/>
                        <a:pt x="25338" y="23327"/>
                        <a:pt x="24937" y="21326"/>
                      </a:cubicBezTo>
                      <a:cubicBezTo>
                        <a:pt x="24837" y="20859"/>
                        <a:pt x="24770" y="20459"/>
                        <a:pt x="24670" y="20025"/>
                      </a:cubicBezTo>
                      <a:cubicBezTo>
                        <a:pt x="24737" y="19892"/>
                        <a:pt x="24704" y="19725"/>
                        <a:pt x="24604" y="19625"/>
                      </a:cubicBezTo>
                      <a:cubicBezTo>
                        <a:pt x="23870" y="16122"/>
                        <a:pt x="23136" y="12620"/>
                        <a:pt x="22402" y="9117"/>
                      </a:cubicBezTo>
                      <a:cubicBezTo>
                        <a:pt x="22135" y="8016"/>
                        <a:pt x="21902" y="6882"/>
                        <a:pt x="21668" y="5748"/>
                      </a:cubicBezTo>
                      <a:cubicBezTo>
                        <a:pt x="21401" y="4614"/>
                        <a:pt x="21201" y="3413"/>
                        <a:pt x="20801" y="2279"/>
                      </a:cubicBezTo>
                      <a:cubicBezTo>
                        <a:pt x="20787" y="2207"/>
                        <a:pt x="20716" y="2172"/>
                        <a:pt x="20643" y="2172"/>
                      </a:cubicBezTo>
                      <a:cubicBezTo>
                        <a:pt x="20548" y="2172"/>
                        <a:pt x="20448" y="2232"/>
                        <a:pt x="20467" y="2346"/>
                      </a:cubicBezTo>
                      <a:cubicBezTo>
                        <a:pt x="20567" y="3346"/>
                        <a:pt x="20801" y="4347"/>
                        <a:pt x="21001" y="5314"/>
                      </a:cubicBezTo>
                      <a:cubicBezTo>
                        <a:pt x="21201" y="6349"/>
                        <a:pt x="21401" y="7383"/>
                        <a:pt x="21635" y="8417"/>
                      </a:cubicBezTo>
                      <a:cubicBezTo>
                        <a:pt x="21802" y="9351"/>
                        <a:pt x="22002" y="10285"/>
                        <a:pt x="22202" y="11219"/>
                      </a:cubicBezTo>
                      <a:cubicBezTo>
                        <a:pt x="21635" y="11486"/>
                        <a:pt x="21101" y="11752"/>
                        <a:pt x="20534" y="12019"/>
                      </a:cubicBezTo>
                      <a:cubicBezTo>
                        <a:pt x="19900" y="12319"/>
                        <a:pt x="19300" y="12620"/>
                        <a:pt x="18666" y="12920"/>
                      </a:cubicBezTo>
                      <a:cubicBezTo>
                        <a:pt x="17399" y="13520"/>
                        <a:pt x="16164" y="14087"/>
                        <a:pt x="14897" y="14654"/>
                      </a:cubicBezTo>
                      <a:cubicBezTo>
                        <a:pt x="14230" y="14988"/>
                        <a:pt x="13562" y="15255"/>
                        <a:pt x="12895" y="15555"/>
                      </a:cubicBezTo>
                      <a:cubicBezTo>
                        <a:pt x="11728" y="15155"/>
                        <a:pt x="10527" y="14755"/>
                        <a:pt x="9326" y="14354"/>
                      </a:cubicBezTo>
                      <a:cubicBezTo>
                        <a:pt x="8626" y="14121"/>
                        <a:pt x="7925" y="13887"/>
                        <a:pt x="7225" y="13687"/>
                      </a:cubicBezTo>
                      <a:cubicBezTo>
                        <a:pt x="6891" y="13554"/>
                        <a:pt x="6524" y="13454"/>
                        <a:pt x="6157" y="13354"/>
                      </a:cubicBezTo>
                      <a:cubicBezTo>
                        <a:pt x="5949" y="13294"/>
                        <a:pt x="5688" y="13182"/>
                        <a:pt x="5468" y="13182"/>
                      </a:cubicBezTo>
                      <a:cubicBezTo>
                        <a:pt x="5441" y="13182"/>
                        <a:pt x="5415" y="13183"/>
                        <a:pt x="5390" y="13187"/>
                      </a:cubicBezTo>
                      <a:cubicBezTo>
                        <a:pt x="5857" y="11319"/>
                        <a:pt x="6391" y="9451"/>
                        <a:pt x="6891" y="7616"/>
                      </a:cubicBezTo>
                      <a:cubicBezTo>
                        <a:pt x="7225" y="6415"/>
                        <a:pt x="7558" y="5248"/>
                        <a:pt x="7925" y="4080"/>
                      </a:cubicBezTo>
                      <a:cubicBezTo>
                        <a:pt x="8092" y="3480"/>
                        <a:pt x="8259" y="2879"/>
                        <a:pt x="8459" y="2279"/>
                      </a:cubicBezTo>
                      <a:cubicBezTo>
                        <a:pt x="8626" y="1645"/>
                        <a:pt x="8859" y="1045"/>
                        <a:pt x="8959" y="411"/>
                      </a:cubicBezTo>
                      <a:cubicBezTo>
                        <a:pt x="8981" y="191"/>
                        <a:pt x="8786" y="1"/>
                        <a:pt x="860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07" name="Google Shape;2607;p62"/>
                <p:cNvSpPr/>
                <p:nvPr/>
              </p:nvSpPr>
              <p:spPr>
                <a:xfrm>
                  <a:off x="5779915" y="2963242"/>
                  <a:ext cx="135223" cy="116306"/>
                </a:xfrm>
                <a:custGeom>
                  <a:rect b="b" l="l" r="r" t="t"/>
                  <a:pathLst>
                    <a:path extrusionOk="0" h="5595" w="6505">
                      <a:moveTo>
                        <a:pt x="5066" y="0"/>
                      </a:moveTo>
                      <a:cubicBezTo>
                        <a:pt x="4863" y="0"/>
                        <a:pt x="4670" y="53"/>
                        <a:pt x="4503" y="157"/>
                      </a:cubicBezTo>
                      <a:lnTo>
                        <a:pt x="3036" y="957"/>
                      </a:lnTo>
                      <a:cubicBezTo>
                        <a:pt x="2965" y="981"/>
                        <a:pt x="2894" y="1005"/>
                        <a:pt x="2823" y="1005"/>
                      </a:cubicBezTo>
                      <a:cubicBezTo>
                        <a:pt x="2794" y="1005"/>
                        <a:pt x="2765" y="1001"/>
                        <a:pt x="2735" y="991"/>
                      </a:cubicBezTo>
                      <a:lnTo>
                        <a:pt x="400" y="290"/>
                      </a:lnTo>
                      <a:lnTo>
                        <a:pt x="0" y="3960"/>
                      </a:lnTo>
                      <a:lnTo>
                        <a:pt x="6505" y="5594"/>
                      </a:lnTo>
                      <a:lnTo>
                        <a:pt x="6238" y="1791"/>
                      </a:lnTo>
                      <a:lnTo>
                        <a:pt x="5437" y="57"/>
                      </a:lnTo>
                      <a:cubicBezTo>
                        <a:pt x="5312" y="19"/>
                        <a:pt x="5187" y="0"/>
                        <a:pt x="5066" y="0"/>
                      </a:cubicBezTo>
                      <a:close/>
                    </a:path>
                  </a:pathLst>
                </a:custGeom>
                <a:solidFill>
                  <a:srgbClr val="EDC4A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08" name="Google Shape;2608;p62"/>
                <p:cNvSpPr/>
                <p:nvPr/>
              </p:nvSpPr>
              <p:spPr>
                <a:xfrm>
                  <a:off x="4662816" y="2841802"/>
                  <a:ext cx="728103" cy="790902"/>
                </a:xfrm>
                <a:custGeom>
                  <a:rect b="b" l="l" r="r" t="t"/>
                  <a:pathLst>
                    <a:path extrusionOk="0" h="38047" w="35026">
                      <a:moveTo>
                        <a:pt x="11090" y="1"/>
                      </a:moveTo>
                      <a:cubicBezTo>
                        <a:pt x="9152" y="1"/>
                        <a:pt x="7298" y="510"/>
                        <a:pt x="5872" y="1829"/>
                      </a:cubicBezTo>
                      <a:cubicBezTo>
                        <a:pt x="3937" y="3597"/>
                        <a:pt x="3370" y="6399"/>
                        <a:pt x="3036" y="9001"/>
                      </a:cubicBezTo>
                      <a:cubicBezTo>
                        <a:pt x="1935" y="17841"/>
                        <a:pt x="1" y="32084"/>
                        <a:pt x="10108" y="36254"/>
                      </a:cubicBezTo>
                      <a:cubicBezTo>
                        <a:pt x="12309" y="37188"/>
                        <a:pt x="14745" y="37521"/>
                        <a:pt x="17113" y="37722"/>
                      </a:cubicBezTo>
                      <a:cubicBezTo>
                        <a:pt x="19522" y="37934"/>
                        <a:pt x="21932" y="38046"/>
                        <a:pt x="24342" y="38046"/>
                      </a:cubicBezTo>
                      <a:cubicBezTo>
                        <a:pt x="25335" y="38046"/>
                        <a:pt x="26327" y="38027"/>
                        <a:pt x="27320" y="37988"/>
                      </a:cubicBezTo>
                      <a:cubicBezTo>
                        <a:pt x="29388" y="37888"/>
                        <a:pt x="31423" y="37722"/>
                        <a:pt x="33391" y="37154"/>
                      </a:cubicBezTo>
                      <a:cubicBezTo>
                        <a:pt x="33858" y="37021"/>
                        <a:pt x="34392" y="36821"/>
                        <a:pt x="34659" y="36387"/>
                      </a:cubicBezTo>
                      <a:cubicBezTo>
                        <a:pt x="35026" y="35854"/>
                        <a:pt x="34826" y="35053"/>
                        <a:pt x="34392" y="34553"/>
                      </a:cubicBezTo>
                      <a:cubicBezTo>
                        <a:pt x="33958" y="34052"/>
                        <a:pt x="33324" y="33752"/>
                        <a:pt x="32724" y="33485"/>
                      </a:cubicBezTo>
                      <a:cubicBezTo>
                        <a:pt x="29555" y="31984"/>
                        <a:pt x="24251" y="29916"/>
                        <a:pt x="22317" y="26880"/>
                      </a:cubicBezTo>
                      <a:cubicBezTo>
                        <a:pt x="22283" y="26814"/>
                        <a:pt x="22250" y="26714"/>
                        <a:pt x="22183" y="26647"/>
                      </a:cubicBezTo>
                      <a:lnTo>
                        <a:pt x="22217" y="26647"/>
                      </a:lnTo>
                      <a:cubicBezTo>
                        <a:pt x="21583" y="25446"/>
                        <a:pt x="21750" y="24212"/>
                        <a:pt x="21750" y="22844"/>
                      </a:cubicBezTo>
                      <a:lnTo>
                        <a:pt x="21750" y="16206"/>
                      </a:lnTo>
                      <a:cubicBezTo>
                        <a:pt x="21750" y="12103"/>
                        <a:pt x="23317" y="6432"/>
                        <a:pt x="19982" y="3163"/>
                      </a:cubicBezTo>
                      <a:cubicBezTo>
                        <a:pt x="18914" y="2129"/>
                        <a:pt x="17513" y="1462"/>
                        <a:pt x="16112" y="962"/>
                      </a:cubicBezTo>
                      <a:cubicBezTo>
                        <a:pt x="14528" y="387"/>
                        <a:pt x="12778" y="1"/>
                        <a:pt x="1109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09" name="Google Shape;2609;p62"/>
                <p:cNvSpPr/>
                <p:nvPr/>
              </p:nvSpPr>
              <p:spPr>
                <a:xfrm>
                  <a:off x="5615569" y="3769465"/>
                  <a:ext cx="145637" cy="440362"/>
                </a:xfrm>
                <a:custGeom>
                  <a:rect b="b" l="l" r="r" t="t"/>
                  <a:pathLst>
                    <a:path extrusionOk="0" h="21184" w="7006">
                      <a:moveTo>
                        <a:pt x="4537" y="0"/>
                      </a:moveTo>
                      <a:cubicBezTo>
                        <a:pt x="4070" y="34"/>
                        <a:pt x="3636" y="234"/>
                        <a:pt x="3236" y="467"/>
                      </a:cubicBezTo>
                      <a:cubicBezTo>
                        <a:pt x="2069" y="1201"/>
                        <a:pt x="1235" y="2402"/>
                        <a:pt x="768" y="3703"/>
                      </a:cubicBezTo>
                      <a:cubicBezTo>
                        <a:pt x="301" y="5004"/>
                        <a:pt x="167" y="6405"/>
                        <a:pt x="100" y="7773"/>
                      </a:cubicBezTo>
                      <a:cubicBezTo>
                        <a:pt x="0" y="10008"/>
                        <a:pt x="167" y="12243"/>
                        <a:pt x="467" y="14478"/>
                      </a:cubicBezTo>
                      <a:cubicBezTo>
                        <a:pt x="601" y="15378"/>
                        <a:pt x="534" y="16279"/>
                        <a:pt x="668" y="17179"/>
                      </a:cubicBezTo>
                      <a:cubicBezTo>
                        <a:pt x="801" y="18314"/>
                        <a:pt x="901" y="19448"/>
                        <a:pt x="868" y="20549"/>
                      </a:cubicBezTo>
                      <a:cubicBezTo>
                        <a:pt x="868" y="20710"/>
                        <a:pt x="4805" y="21184"/>
                        <a:pt x="5481" y="21184"/>
                      </a:cubicBezTo>
                      <a:cubicBezTo>
                        <a:pt x="5504" y="21184"/>
                        <a:pt x="5523" y="21183"/>
                        <a:pt x="5538" y="21182"/>
                      </a:cubicBezTo>
                      <a:cubicBezTo>
                        <a:pt x="5771" y="18414"/>
                        <a:pt x="6005" y="15678"/>
                        <a:pt x="6238" y="12943"/>
                      </a:cubicBezTo>
                      <a:cubicBezTo>
                        <a:pt x="6472" y="10241"/>
                        <a:pt x="6505" y="7539"/>
                        <a:pt x="6805" y="4837"/>
                      </a:cubicBezTo>
                      <a:cubicBezTo>
                        <a:pt x="6905" y="3837"/>
                        <a:pt x="7005" y="2802"/>
                        <a:pt x="6705" y="1835"/>
                      </a:cubicBezTo>
                      <a:cubicBezTo>
                        <a:pt x="6405" y="868"/>
                        <a:pt x="5538" y="0"/>
                        <a:pt x="4537" y="0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10" name="Google Shape;2610;p62"/>
                <p:cNvSpPr/>
                <p:nvPr/>
              </p:nvSpPr>
              <p:spPr>
                <a:xfrm>
                  <a:off x="5053912" y="3233417"/>
                  <a:ext cx="749597" cy="330542"/>
                </a:xfrm>
                <a:custGeom>
                  <a:rect b="b" l="l" r="r" t="t"/>
                  <a:pathLst>
                    <a:path extrusionOk="0" h="15901" w="36060">
                      <a:moveTo>
                        <a:pt x="3502" y="0"/>
                      </a:moveTo>
                      <a:cubicBezTo>
                        <a:pt x="3164" y="0"/>
                        <a:pt x="2890" y="31"/>
                        <a:pt x="2702" y="102"/>
                      </a:cubicBezTo>
                      <a:cubicBezTo>
                        <a:pt x="0" y="1070"/>
                        <a:pt x="2368" y="6540"/>
                        <a:pt x="2435" y="9543"/>
                      </a:cubicBezTo>
                      <a:cubicBezTo>
                        <a:pt x="2535" y="12411"/>
                        <a:pt x="4503" y="15413"/>
                        <a:pt x="7606" y="15513"/>
                      </a:cubicBezTo>
                      <a:lnTo>
                        <a:pt x="7806" y="15513"/>
                      </a:lnTo>
                      <a:cubicBezTo>
                        <a:pt x="12442" y="15513"/>
                        <a:pt x="17112" y="15547"/>
                        <a:pt x="21749" y="15580"/>
                      </a:cubicBezTo>
                      <a:cubicBezTo>
                        <a:pt x="23951" y="15580"/>
                        <a:pt x="26152" y="15814"/>
                        <a:pt x="28354" y="15847"/>
                      </a:cubicBezTo>
                      <a:cubicBezTo>
                        <a:pt x="29048" y="15847"/>
                        <a:pt x="29811" y="15900"/>
                        <a:pt x="30575" y="15900"/>
                      </a:cubicBezTo>
                      <a:cubicBezTo>
                        <a:pt x="31721" y="15900"/>
                        <a:pt x="32870" y="15780"/>
                        <a:pt x="33791" y="15180"/>
                      </a:cubicBezTo>
                      <a:cubicBezTo>
                        <a:pt x="35359" y="14146"/>
                        <a:pt x="36059" y="12278"/>
                        <a:pt x="35792" y="10510"/>
                      </a:cubicBezTo>
                      <a:lnTo>
                        <a:pt x="35792" y="10510"/>
                      </a:lnTo>
                      <a:lnTo>
                        <a:pt x="35826" y="10543"/>
                      </a:lnTo>
                      <a:cubicBezTo>
                        <a:pt x="35759" y="10176"/>
                        <a:pt x="35559" y="9843"/>
                        <a:pt x="35525" y="9476"/>
                      </a:cubicBezTo>
                      <a:cubicBezTo>
                        <a:pt x="35192" y="2571"/>
                        <a:pt x="17379" y="1937"/>
                        <a:pt x="12709" y="1604"/>
                      </a:cubicBezTo>
                      <a:cubicBezTo>
                        <a:pt x="11309" y="1516"/>
                        <a:pt x="5853" y="0"/>
                        <a:pt x="3502" y="0"/>
                      </a:cubicBezTo>
                      <a:close/>
                    </a:path>
                  </a:pathLst>
                </a:custGeom>
                <a:solidFill>
                  <a:srgbClr val="73CAB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11" name="Google Shape;2611;p62"/>
                <p:cNvSpPr/>
                <p:nvPr/>
              </p:nvSpPr>
              <p:spPr>
                <a:xfrm>
                  <a:off x="4847263" y="3269575"/>
                  <a:ext cx="949989" cy="417413"/>
                </a:xfrm>
                <a:custGeom>
                  <a:rect b="b" l="l" r="r" t="t"/>
                  <a:pathLst>
                    <a:path extrusionOk="0" h="20080" w="45700">
                      <a:moveTo>
                        <a:pt x="5116" y="0"/>
                      </a:moveTo>
                      <a:cubicBezTo>
                        <a:pt x="3127" y="0"/>
                        <a:pt x="1212" y="384"/>
                        <a:pt x="468" y="2003"/>
                      </a:cubicBezTo>
                      <a:cubicBezTo>
                        <a:pt x="1" y="3037"/>
                        <a:pt x="1" y="4204"/>
                        <a:pt x="167" y="5338"/>
                      </a:cubicBezTo>
                      <a:cubicBezTo>
                        <a:pt x="301" y="6339"/>
                        <a:pt x="568" y="7306"/>
                        <a:pt x="1068" y="8207"/>
                      </a:cubicBezTo>
                      <a:cubicBezTo>
                        <a:pt x="2002" y="9942"/>
                        <a:pt x="3803" y="11076"/>
                        <a:pt x="5605" y="11976"/>
                      </a:cubicBezTo>
                      <a:cubicBezTo>
                        <a:pt x="9608" y="13911"/>
                        <a:pt x="13410" y="14078"/>
                        <a:pt x="17713" y="14612"/>
                      </a:cubicBezTo>
                      <a:cubicBezTo>
                        <a:pt x="21549" y="15112"/>
                        <a:pt x="25319" y="16446"/>
                        <a:pt x="29222" y="16846"/>
                      </a:cubicBezTo>
                      <a:cubicBezTo>
                        <a:pt x="32824" y="17180"/>
                        <a:pt x="35926" y="19148"/>
                        <a:pt x="39429" y="19949"/>
                      </a:cubicBezTo>
                      <a:cubicBezTo>
                        <a:pt x="39629" y="19982"/>
                        <a:pt x="39796" y="20015"/>
                        <a:pt x="39963" y="20049"/>
                      </a:cubicBezTo>
                      <a:cubicBezTo>
                        <a:pt x="40161" y="20070"/>
                        <a:pt x="40355" y="20080"/>
                        <a:pt x="40547" y="20080"/>
                      </a:cubicBezTo>
                      <a:cubicBezTo>
                        <a:pt x="42807" y="20080"/>
                        <a:pt x="44577" y="18650"/>
                        <a:pt x="45100" y="16313"/>
                      </a:cubicBezTo>
                      <a:cubicBezTo>
                        <a:pt x="45700" y="13511"/>
                        <a:pt x="44132" y="10909"/>
                        <a:pt x="41197" y="8941"/>
                      </a:cubicBezTo>
                      <a:cubicBezTo>
                        <a:pt x="37694" y="6639"/>
                        <a:pt x="23651" y="3203"/>
                        <a:pt x="21716" y="2470"/>
                      </a:cubicBezTo>
                      <a:cubicBezTo>
                        <a:pt x="17713" y="868"/>
                        <a:pt x="13677" y="501"/>
                        <a:pt x="9441" y="301"/>
                      </a:cubicBezTo>
                      <a:cubicBezTo>
                        <a:pt x="8319" y="242"/>
                        <a:pt x="6695" y="0"/>
                        <a:pt x="5116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12" name="Google Shape;2612;p62"/>
                <p:cNvSpPr/>
                <p:nvPr/>
              </p:nvSpPr>
              <p:spPr>
                <a:xfrm>
                  <a:off x="5445673" y="3417782"/>
                  <a:ext cx="349500" cy="675490"/>
                </a:xfrm>
                <a:custGeom>
                  <a:rect b="b" l="l" r="r" t="t"/>
                  <a:pathLst>
                    <a:path extrusionOk="0" h="32495" w="16813">
                      <a:moveTo>
                        <a:pt x="5734" y="1"/>
                      </a:moveTo>
                      <a:cubicBezTo>
                        <a:pt x="4102" y="1"/>
                        <a:pt x="2519" y="925"/>
                        <a:pt x="1669" y="2542"/>
                      </a:cubicBezTo>
                      <a:cubicBezTo>
                        <a:pt x="1" y="5710"/>
                        <a:pt x="1869" y="9847"/>
                        <a:pt x="2369" y="13082"/>
                      </a:cubicBezTo>
                      <a:cubicBezTo>
                        <a:pt x="2703" y="15351"/>
                        <a:pt x="2636" y="17586"/>
                        <a:pt x="3170" y="19854"/>
                      </a:cubicBezTo>
                      <a:cubicBezTo>
                        <a:pt x="3704" y="22222"/>
                        <a:pt x="4504" y="24557"/>
                        <a:pt x="5338" y="26826"/>
                      </a:cubicBezTo>
                      <a:cubicBezTo>
                        <a:pt x="5772" y="28060"/>
                        <a:pt x="6305" y="29528"/>
                        <a:pt x="7173" y="30662"/>
                      </a:cubicBezTo>
                      <a:cubicBezTo>
                        <a:pt x="7640" y="31262"/>
                        <a:pt x="8173" y="31762"/>
                        <a:pt x="8874" y="32096"/>
                      </a:cubicBezTo>
                      <a:cubicBezTo>
                        <a:pt x="9449" y="32368"/>
                        <a:pt x="10166" y="32494"/>
                        <a:pt x="10921" y="32494"/>
                      </a:cubicBezTo>
                      <a:cubicBezTo>
                        <a:pt x="12485" y="32494"/>
                        <a:pt x="14211" y="31951"/>
                        <a:pt x="15178" y="31029"/>
                      </a:cubicBezTo>
                      <a:cubicBezTo>
                        <a:pt x="16813" y="29528"/>
                        <a:pt x="15278" y="25525"/>
                        <a:pt x="14978" y="23623"/>
                      </a:cubicBezTo>
                      <a:cubicBezTo>
                        <a:pt x="14511" y="20755"/>
                        <a:pt x="14011" y="17886"/>
                        <a:pt x="13444" y="15017"/>
                      </a:cubicBezTo>
                      <a:cubicBezTo>
                        <a:pt x="12577" y="10514"/>
                        <a:pt x="12410" y="4009"/>
                        <a:pt x="8440" y="940"/>
                      </a:cubicBezTo>
                      <a:cubicBezTo>
                        <a:pt x="7606" y="300"/>
                        <a:pt x="6662" y="1"/>
                        <a:pt x="573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13" name="Google Shape;2613;p62"/>
                <p:cNvSpPr/>
                <p:nvPr/>
              </p:nvSpPr>
              <p:spPr>
                <a:xfrm>
                  <a:off x="5143360" y="2676624"/>
                  <a:ext cx="536026" cy="483746"/>
                </a:xfrm>
                <a:custGeom>
                  <a:rect b="b" l="l" r="r" t="t"/>
                  <a:pathLst>
                    <a:path extrusionOk="0" h="23271" w="25786">
                      <a:moveTo>
                        <a:pt x="2485" y="1"/>
                      </a:moveTo>
                      <a:cubicBezTo>
                        <a:pt x="1859" y="1"/>
                        <a:pt x="1342" y="233"/>
                        <a:pt x="1134" y="869"/>
                      </a:cubicBezTo>
                      <a:cubicBezTo>
                        <a:pt x="0" y="4138"/>
                        <a:pt x="1768" y="8307"/>
                        <a:pt x="3369" y="11310"/>
                      </a:cubicBezTo>
                      <a:cubicBezTo>
                        <a:pt x="4537" y="13578"/>
                        <a:pt x="5804" y="17080"/>
                        <a:pt x="7706" y="18748"/>
                      </a:cubicBezTo>
                      <a:cubicBezTo>
                        <a:pt x="11141" y="21750"/>
                        <a:pt x="15978" y="22451"/>
                        <a:pt x="20281" y="23218"/>
                      </a:cubicBezTo>
                      <a:cubicBezTo>
                        <a:pt x="20494" y="23254"/>
                        <a:pt x="20704" y="23270"/>
                        <a:pt x="20913" y="23270"/>
                      </a:cubicBezTo>
                      <a:cubicBezTo>
                        <a:pt x="22248" y="23270"/>
                        <a:pt x="23525" y="22619"/>
                        <a:pt x="24851" y="22418"/>
                      </a:cubicBezTo>
                      <a:cubicBezTo>
                        <a:pt x="25018" y="22017"/>
                        <a:pt x="25785" y="16947"/>
                        <a:pt x="25518" y="16914"/>
                      </a:cubicBezTo>
                      <a:cubicBezTo>
                        <a:pt x="23650" y="16647"/>
                        <a:pt x="21382" y="15880"/>
                        <a:pt x="19614" y="15413"/>
                      </a:cubicBezTo>
                      <a:cubicBezTo>
                        <a:pt x="17212" y="14745"/>
                        <a:pt x="14644" y="14378"/>
                        <a:pt x="12943" y="12244"/>
                      </a:cubicBezTo>
                      <a:cubicBezTo>
                        <a:pt x="10541" y="9175"/>
                        <a:pt x="10207" y="5172"/>
                        <a:pt x="7539" y="2403"/>
                      </a:cubicBezTo>
                      <a:cubicBezTo>
                        <a:pt x="7205" y="2070"/>
                        <a:pt x="6038" y="1469"/>
                        <a:pt x="5671" y="1202"/>
                      </a:cubicBezTo>
                      <a:cubicBezTo>
                        <a:pt x="4974" y="695"/>
                        <a:pt x="3567" y="1"/>
                        <a:pt x="248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14" name="Google Shape;2614;p62"/>
                <p:cNvSpPr/>
                <p:nvPr/>
              </p:nvSpPr>
              <p:spPr>
                <a:xfrm>
                  <a:off x="4836870" y="2666355"/>
                  <a:ext cx="465993" cy="689168"/>
                </a:xfrm>
                <a:custGeom>
                  <a:rect b="b" l="l" r="r" t="t"/>
                  <a:pathLst>
                    <a:path extrusionOk="0" h="33153" w="22417">
                      <a:moveTo>
                        <a:pt x="14987" y="0"/>
                      </a:moveTo>
                      <a:cubicBezTo>
                        <a:pt x="13073" y="0"/>
                        <a:pt x="11168" y="218"/>
                        <a:pt x="9307" y="929"/>
                      </a:cubicBezTo>
                      <a:cubicBezTo>
                        <a:pt x="4070" y="2997"/>
                        <a:pt x="2802" y="7467"/>
                        <a:pt x="2202" y="12638"/>
                      </a:cubicBezTo>
                      <a:cubicBezTo>
                        <a:pt x="1935" y="14806"/>
                        <a:pt x="2202" y="16073"/>
                        <a:pt x="1935" y="18242"/>
                      </a:cubicBezTo>
                      <a:cubicBezTo>
                        <a:pt x="1368" y="23045"/>
                        <a:pt x="0" y="28449"/>
                        <a:pt x="367" y="33152"/>
                      </a:cubicBezTo>
                      <a:cubicBezTo>
                        <a:pt x="7105" y="32185"/>
                        <a:pt x="14444" y="30851"/>
                        <a:pt x="20748" y="28249"/>
                      </a:cubicBezTo>
                      <a:cubicBezTo>
                        <a:pt x="20815" y="28249"/>
                        <a:pt x="20515" y="25247"/>
                        <a:pt x="20515" y="24946"/>
                      </a:cubicBezTo>
                      <a:cubicBezTo>
                        <a:pt x="20482" y="23846"/>
                        <a:pt x="20515" y="22711"/>
                        <a:pt x="20582" y="21611"/>
                      </a:cubicBezTo>
                      <a:cubicBezTo>
                        <a:pt x="20748" y="19376"/>
                        <a:pt x="21049" y="17174"/>
                        <a:pt x="21349" y="14973"/>
                      </a:cubicBezTo>
                      <a:cubicBezTo>
                        <a:pt x="21582" y="13038"/>
                        <a:pt x="21816" y="11103"/>
                        <a:pt x="21949" y="9168"/>
                      </a:cubicBezTo>
                      <a:cubicBezTo>
                        <a:pt x="22083" y="7234"/>
                        <a:pt x="21883" y="5299"/>
                        <a:pt x="21983" y="3398"/>
                      </a:cubicBezTo>
                      <a:cubicBezTo>
                        <a:pt x="21983" y="3331"/>
                        <a:pt x="21983" y="3298"/>
                        <a:pt x="21983" y="3231"/>
                      </a:cubicBezTo>
                      <a:cubicBezTo>
                        <a:pt x="21983" y="2931"/>
                        <a:pt x="22416" y="3164"/>
                        <a:pt x="22283" y="2897"/>
                      </a:cubicBezTo>
                      <a:cubicBezTo>
                        <a:pt x="22116" y="2597"/>
                        <a:pt x="21416" y="1830"/>
                        <a:pt x="21149" y="1630"/>
                      </a:cubicBezTo>
                      <a:cubicBezTo>
                        <a:pt x="19714" y="662"/>
                        <a:pt x="17980" y="62"/>
                        <a:pt x="16245" y="29"/>
                      </a:cubicBezTo>
                      <a:cubicBezTo>
                        <a:pt x="15826" y="11"/>
                        <a:pt x="15406" y="0"/>
                        <a:pt x="1498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15" name="Google Shape;2615;p62"/>
                <p:cNvSpPr/>
                <p:nvPr/>
              </p:nvSpPr>
              <p:spPr>
                <a:xfrm>
                  <a:off x="5087879" y="2444262"/>
                  <a:ext cx="178918" cy="276287"/>
                </a:xfrm>
                <a:custGeom>
                  <a:rect b="b" l="l" r="r" t="t"/>
                  <a:pathLst>
                    <a:path extrusionOk="0" h="13291" w="8607">
                      <a:moveTo>
                        <a:pt x="5096" y="0"/>
                      </a:moveTo>
                      <a:cubicBezTo>
                        <a:pt x="4219" y="0"/>
                        <a:pt x="3244" y="375"/>
                        <a:pt x="2469" y="539"/>
                      </a:cubicBezTo>
                      <a:cubicBezTo>
                        <a:pt x="968" y="839"/>
                        <a:pt x="1" y="2306"/>
                        <a:pt x="301" y="3808"/>
                      </a:cubicBezTo>
                      <a:cubicBezTo>
                        <a:pt x="401" y="4208"/>
                        <a:pt x="468" y="4608"/>
                        <a:pt x="568" y="5042"/>
                      </a:cubicBezTo>
                      <a:cubicBezTo>
                        <a:pt x="701" y="5609"/>
                        <a:pt x="634" y="6076"/>
                        <a:pt x="1001" y="6576"/>
                      </a:cubicBezTo>
                      <a:cubicBezTo>
                        <a:pt x="1135" y="6743"/>
                        <a:pt x="1302" y="6910"/>
                        <a:pt x="1368" y="7143"/>
                      </a:cubicBezTo>
                      <a:cubicBezTo>
                        <a:pt x="1402" y="7243"/>
                        <a:pt x="1402" y="7377"/>
                        <a:pt x="1402" y="7510"/>
                      </a:cubicBezTo>
                      <a:cubicBezTo>
                        <a:pt x="1435" y="8644"/>
                        <a:pt x="1001" y="9812"/>
                        <a:pt x="701" y="10913"/>
                      </a:cubicBezTo>
                      <a:cubicBezTo>
                        <a:pt x="601" y="11346"/>
                        <a:pt x="601" y="11780"/>
                        <a:pt x="701" y="12180"/>
                      </a:cubicBezTo>
                      <a:cubicBezTo>
                        <a:pt x="1455" y="12995"/>
                        <a:pt x="2727" y="13291"/>
                        <a:pt x="3852" y="13291"/>
                      </a:cubicBezTo>
                      <a:cubicBezTo>
                        <a:pt x="3971" y="13291"/>
                        <a:pt x="4088" y="13287"/>
                        <a:pt x="4204" y="13281"/>
                      </a:cubicBezTo>
                      <a:cubicBezTo>
                        <a:pt x="4671" y="13248"/>
                        <a:pt x="5171" y="13148"/>
                        <a:pt x="5671" y="12981"/>
                      </a:cubicBezTo>
                      <a:cubicBezTo>
                        <a:pt x="5838" y="12681"/>
                        <a:pt x="5972" y="12380"/>
                        <a:pt x="6038" y="12013"/>
                      </a:cubicBezTo>
                      <a:cubicBezTo>
                        <a:pt x="6172" y="10979"/>
                        <a:pt x="6205" y="9879"/>
                        <a:pt x="6272" y="8845"/>
                      </a:cubicBezTo>
                      <a:cubicBezTo>
                        <a:pt x="6305" y="8678"/>
                        <a:pt x="6305" y="8544"/>
                        <a:pt x="6372" y="8444"/>
                      </a:cubicBezTo>
                      <a:cubicBezTo>
                        <a:pt x="6439" y="8277"/>
                        <a:pt x="6605" y="8211"/>
                        <a:pt x="6705" y="8111"/>
                      </a:cubicBezTo>
                      <a:cubicBezTo>
                        <a:pt x="8607" y="6743"/>
                        <a:pt x="7906" y="4008"/>
                        <a:pt x="7306" y="2106"/>
                      </a:cubicBezTo>
                      <a:cubicBezTo>
                        <a:pt x="7139" y="1573"/>
                        <a:pt x="6939" y="1006"/>
                        <a:pt x="6572" y="605"/>
                      </a:cubicBezTo>
                      <a:cubicBezTo>
                        <a:pt x="6170" y="152"/>
                        <a:pt x="5653" y="0"/>
                        <a:pt x="5096" y="0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16" name="Google Shape;2616;p62"/>
                <p:cNvSpPr/>
                <p:nvPr/>
              </p:nvSpPr>
              <p:spPr>
                <a:xfrm>
                  <a:off x="4992194" y="3109067"/>
                  <a:ext cx="414669" cy="91818"/>
                </a:xfrm>
                <a:custGeom>
                  <a:rect b="b" l="l" r="r" t="t"/>
                  <a:pathLst>
                    <a:path extrusionOk="0" h="4417" w="19948">
                      <a:moveTo>
                        <a:pt x="2832" y="1"/>
                      </a:moveTo>
                      <a:cubicBezTo>
                        <a:pt x="2533" y="1"/>
                        <a:pt x="2242" y="40"/>
                        <a:pt x="1968" y="147"/>
                      </a:cubicBezTo>
                      <a:cubicBezTo>
                        <a:pt x="1535" y="314"/>
                        <a:pt x="1168" y="647"/>
                        <a:pt x="868" y="981"/>
                      </a:cubicBezTo>
                      <a:cubicBezTo>
                        <a:pt x="401" y="1514"/>
                        <a:pt x="0" y="2248"/>
                        <a:pt x="67" y="2982"/>
                      </a:cubicBezTo>
                      <a:cubicBezTo>
                        <a:pt x="231" y="4243"/>
                        <a:pt x="1544" y="4355"/>
                        <a:pt x="2617" y="4355"/>
                      </a:cubicBezTo>
                      <a:cubicBezTo>
                        <a:pt x="2851" y="4355"/>
                        <a:pt x="3073" y="4350"/>
                        <a:pt x="3269" y="4350"/>
                      </a:cubicBezTo>
                      <a:cubicBezTo>
                        <a:pt x="5882" y="4350"/>
                        <a:pt x="8521" y="4270"/>
                        <a:pt x="11136" y="4270"/>
                      </a:cubicBezTo>
                      <a:cubicBezTo>
                        <a:pt x="12661" y="4270"/>
                        <a:pt x="14179" y="4297"/>
                        <a:pt x="15678" y="4383"/>
                      </a:cubicBezTo>
                      <a:cubicBezTo>
                        <a:pt x="15889" y="4394"/>
                        <a:pt x="16101" y="4398"/>
                        <a:pt x="16311" y="4398"/>
                      </a:cubicBezTo>
                      <a:cubicBezTo>
                        <a:pt x="16731" y="4398"/>
                        <a:pt x="17146" y="4383"/>
                        <a:pt x="17546" y="4383"/>
                      </a:cubicBezTo>
                      <a:cubicBezTo>
                        <a:pt x="18313" y="4350"/>
                        <a:pt x="19214" y="4417"/>
                        <a:pt x="19948" y="4250"/>
                      </a:cubicBezTo>
                      <a:cubicBezTo>
                        <a:pt x="19948" y="2882"/>
                        <a:pt x="18614" y="1848"/>
                        <a:pt x="17446" y="1514"/>
                      </a:cubicBezTo>
                      <a:cubicBezTo>
                        <a:pt x="16445" y="1214"/>
                        <a:pt x="15478" y="1181"/>
                        <a:pt x="14477" y="1181"/>
                      </a:cubicBezTo>
                      <a:cubicBezTo>
                        <a:pt x="13777" y="1181"/>
                        <a:pt x="13043" y="1181"/>
                        <a:pt x="12309" y="1148"/>
                      </a:cubicBezTo>
                      <a:cubicBezTo>
                        <a:pt x="11342" y="1047"/>
                        <a:pt x="10374" y="781"/>
                        <a:pt x="9407" y="647"/>
                      </a:cubicBezTo>
                      <a:cubicBezTo>
                        <a:pt x="7773" y="380"/>
                        <a:pt x="6105" y="480"/>
                        <a:pt x="4470" y="214"/>
                      </a:cubicBezTo>
                      <a:cubicBezTo>
                        <a:pt x="3934" y="128"/>
                        <a:pt x="3370" y="1"/>
                        <a:pt x="2832" y="1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17" name="Google Shape;2617;p62"/>
                <p:cNvSpPr/>
                <p:nvPr/>
              </p:nvSpPr>
              <p:spPr>
                <a:xfrm>
                  <a:off x="4809139" y="2676645"/>
                  <a:ext cx="409119" cy="535943"/>
                </a:xfrm>
                <a:custGeom>
                  <a:rect b="b" l="l" r="r" t="t"/>
                  <a:pathLst>
                    <a:path extrusionOk="0" h="25782" w="19681">
                      <a:moveTo>
                        <a:pt x="12576" y="1"/>
                      </a:moveTo>
                      <a:lnTo>
                        <a:pt x="12576" y="1"/>
                      </a:lnTo>
                      <a:cubicBezTo>
                        <a:pt x="10774" y="201"/>
                        <a:pt x="9040" y="1001"/>
                        <a:pt x="7572" y="2069"/>
                      </a:cubicBezTo>
                      <a:cubicBezTo>
                        <a:pt x="3869" y="4804"/>
                        <a:pt x="1368" y="9107"/>
                        <a:pt x="500" y="13577"/>
                      </a:cubicBezTo>
                      <a:cubicBezTo>
                        <a:pt x="0" y="16212"/>
                        <a:pt x="100" y="19014"/>
                        <a:pt x="1334" y="21382"/>
                      </a:cubicBezTo>
                      <a:cubicBezTo>
                        <a:pt x="3197" y="24879"/>
                        <a:pt x="6981" y="25687"/>
                        <a:pt x="10584" y="25687"/>
                      </a:cubicBezTo>
                      <a:cubicBezTo>
                        <a:pt x="10659" y="25687"/>
                        <a:pt x="10733" y="25686"/>
                        <a:pt x="10808" y="25686"/>
                      </a:cubicBezTo>
                      <a:cubicBezTo>
                        <a:pt x="11200" y="25686"/>
                        <a:pt x="13000" y="25782"/>
                        <a:pt x="14767" y="25782"/>
                      </a:cubicBezTo>
                      <a:cubicBezTo>
                        <a:pt x="16607" y="25782"/>
                        <a:pt x="18410" y="25677"/>
                        <a:pt x="18547" y="25252"/>
                      </a:cubicBezTo>
                      <a:cubicBezTo>
                        <a:pt x="18580" y="25152"/>
                        <a:pt x="18780" y="24618"/>
                        <a:pt x="18813" y="24518"/>
                      </a:cubicBezTo>
                      <a:cubicBezTo>
                        <a:pt x="18980" y="23651"/>
                        <a:pt x="19547" y="21583"/>
                        <a:pt x="19681" y="20715"/>
                      </a:cubicBezTo>
                      <a:lnTo>
                        <a:pt x="7405" y="19715"/>
                      </a:lnTo>
                      <a:cubicBezTo>
                        <a:pt x="7706" y="17847"/>
                        <a:pt x="8273" y="15945"/>
                        <a:pt x="8706" y="14244"/>
                      </a:cubicBezTo>
                      <a:cubicBezTo>
                        <a:pt x="9940" y="9474"/>
                        <a:pt x="11708" y="4837"/>
                        <a:pt x="12576" y="1"/>
                      </a:cubicBezTo>
                      <a:close/>
                    </a:path>
                  </a:pathLst>
                </a:custGeom>
                <a:solidFill>
                  <a:srgbClr val="C4634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18" name="Google Shape;2618;p62"/>
                <p:cNvSpPr/>
                <p:nvPr/>
              </p:nvSpPr>
              <p:spPr>
                <a:xfrm>
                  <a:off x="4953363" y="2428837"/>
                  <a:ext cx="305119" cy="299257"/>
                </a:xfrm>
                <a:custGeom>
                  <a:rect b="b" l="l" r="r" t="t"/>
                  <a:pathLst>
                    <a:path extrusionOk="0" h="14396" w="14678">
                      <a:moveTo>
                        <a:pt x="12356" y="0"/>
                      </a:moveTo>
                      <a:cubicBezTo>
                        <a:pt x="11957" y="0"/>
                        <a:pt x="11553" y="76"/>
                        <a:pt x="11175" y="213"/>
                      </a:cubicBezTo>
                      <a:cubicBezTo>
                        <a:pt x="10641" y="447"/>
                        <a:pt x="10174" y="780"/>
                        <a:pt x="9641" y="980"/>
                      </a:cubicBezTo>
                      <a:cubicBezTo>
                        <a:pt x="9040" y="1180"/>
                        <a:pt x="8373" y="1214"/>
                        <a:pt x="7739" y="1381"/>
                      </a:cubicBezTo>
                      <a:cubicBezTo>
                        <a:pt x="6438" y="1681"/>
                        <a:pt x="5337" y="2682"/>
                        <a:pt x="4870" y="3949"/>
                      </a:cubicBezTo>
                      <a:cubicBezTo>
                        <a:pt x="4637" y="4616"/>
                        <a:pt x="4537" y="5350"/>
                        <a:pt x="4203" y="5951"/>
                      </a:cubicBezTo>
                      <a:cubicBezTo>
                        <a:pt x="3736" y="6818"/>
                        <a:pt x="2836" y="7352"/>
                        <a:pt x="2269" y="8119"/>
                      </a:cubicBezTo>
                      <a:cubicBezTo>
                        <a:pt x="2002" y="8419"/>
                        <a:pt x="1835" y="8786"/>
                        <a:pt x="1635" y="9120"/>
                      </a:cubicBezTo>
                      <a:cubicBezTo>
                        <a:pt x="1268" y="9687"/>
                        <a:pt x="801" y="10187"/>
                        <a:pt x="501" y="10754"/>
                      </a:cubicBezTo>
                      <a:cubicBezTo>
                        <a:pt x="167" y="11354"/>
                        <a:pt x="0" y="12088"/>
                        <a:pt x="267" y="12689"/>
                      </a:cubicBezTo>
                      <a:cubicBezTo>
                        <a:pt x="467" y="13156"/>
                        <a:pt x="901" y="13489"/>
                        <a:pt x="1335" y="13689"/>
                      </a:cubicBezTo>
                      <a:cubicBezTo>
                        <a:pt x="1802" y="13890"/>
                        <a:pt x="2335" y="13990"/>
                        <a:pt x="2802" y="14156"/>
                      </a:cubicBezTo>
                      <a:cubicBezTo>
                        <a:pt x="3169" y="14303"/>
                        <a:pt x="3535" y="14396"/>
                        <a:pt x="3914" y="14396"/>
                      </a:cubicBezTo>
                      <a:cubicBezTo>
                        <a:pt x="4053" y="14396"/>
                        <a:pt x="4194" y="14383"/>
                        <a:pt x="4337" y="14357"/>
                      </a:cubicBezTo>
                      <a:cubicBezTo>
                        <a:pt x="5504" y="14123"/>
                        <a:pt x="6438" y="13222"/>
                        <a:pt x="7005" y="12188"/>
                      </a:cubicBezTo>
                      <a:cubicBezTo>
                        <a:pt x="7539" y="11154"/>
                        <a:pt x="7873" y="9853"/>
                        <a:pt x="8173" y="8753"/>
                      </a:cubicBezTo>
                      <a:cubicBezTo>
                        <a:pt x="8373" y="8052"/>
                        <a:pt x="8306" y="7352"/>
                        <a:pt x="8240" y="6684"/>
                      </a:cubicBezTo>
                      <a:cubicBezTo>
                        <a:pt x="8206" y="6184"/>
                        <a:pt x="7973" y="5550"/>
                        <a:pt x="8406" y="5150"/>
                      </a:cubicBezTo>
                      <a:cubicBezTo>
                        <a:pt x="8573" y="4983"/>
                        <a:pt x="8840" y="4950"/>
                        <a:pt x="9073" y="4950"/>
                      </a:cubicBezTo>
                      <a:cubicBezTo>
                        <a:pt x="9219" y="4968"/>
                        <a:pt x="9375" y="4996"/>
                        <a:pt x="9525" y="4996"/>
                      </a:cubicBezTo>
                      <a:cubicBezTo>
                        <a:pt x="9649" y="4996"/>
                        <a:pt x="9768" y="4977"/>
                        <a:pt x="9874" y="4917"/>
                      </a:cubicBezTo>
                      <a:cubicBezTo>
                        <a:pt x="10174" y="4750"/>
                        <a:pt x="10174" y="4316"/>
                        <a:pt x="10241" y="3983"/>
                      </a:cubicBezTo>
                      <a:cubicBezTo>
                        <a:pt x="10441" y="3215"/>
                        <a:pt x="11175" y="2982"/>
                        <a:pt x="11909" y="2915"/>
                      </a:cubicBezTo>
                      <a:cubicBezTo>
                        <a:pt x="12476" y="2882"/>
                        <a:pt x="13043" y="2915"/>
                        <a:pt x="13577" y="2815"/>
                      </a:cubicBezTo>
                      <a:cubicBezTo>
                        <a:pt x="14210" y="2682"/>
                        <a:pt x="14544" y="2348"/>
                        <a:pt x="14577" y="1948"/>
                      </a:cubicBezTo>
                      <a:cubicBezTo>
                        <a:pt x="14677" y="1314"/>
                        <a:pt x="14144" y="547"/>
                        <a:pt x="13443" y="213"/>
                      </a:cubicBezTo>
                      <a:cubicBezTo>
                        <a:pt x="13103" y="67"/>
                        <a:pt x="12732" y="0"/>
                        <a:pt x="1235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19" name="Google Shape;2619;p62"/>
                <p:cNvSpPr/>
                <p:nvPr/>
              </p:nvSpPr>
              <p:spPr>
                <a:xfrm>
                  <a:off x="5385348" y="3186999"/>
                  <a:ext cx="427869" cy="15279"/>
                </a:xfrm>
                <a:custGeom>
                  <a:rect b="b" l="l" r="r" t="t"/>
                  <a:pathLst>
                    <a:path extrusionOk="0" h="735" w="20583">
                      <a:moveTo>
                        <a:pt x="701" y="0"/>
                      </a:moveTo>
                      <a:cubicBezTo>
                        <a:pt x="301" y="0"/>
                        <a:pt x="1" y="334"/>
                        <a:pt x="1" y="734"/>
                      </a:cubicBezTo>
                      <a:lnTo>
                        <a:pt x="20582" y="734"/>
                      </a:lnTo>
                      <a:lnTo>
                        <a:pt x="20582" y="0"/>
                      </a:lnTo>
                      <a:close/>
                    </a:path>
                  </a:pathLst>
                </a:custGeom>
                <a:solidFill>
                  <a:srgbClr val="4764A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20" name="Google Shape;2620;p62"/>
                <p:cNvSpPr/>
                <p:nvPr/>
              </p:nvSpPr>
              <p:spPr>
                <a:xfrm>
                  <a:off x="5458852" y="2947776"/>
                  <a:ext cx="504824" cy="239243"/>
                </a:xfrm>
                <a:custGeom>
                  <a:rect b="b" l="l" r="r" t="t"/>
                  <a:pathLst>
                    <a:path extrusionOk="0" h="11509" w="24285">
                      <a:moveTo>
                        <a:pt x="4604" y="0"/>
                      </a:moveTo>
                      <a:cubicBezTo>
                        <a:pt x="4170" y="0"/>
                        <a:pt x="3803" y="267"/>
                        <a:pt x="3670" y="634"/>
                      </a:cubicBezTo>
                      <a:lnTo>
                        <a:pt x="1" y="11508"/>
                      </a:lnTo>
                      <a:lnTo>
                        <a:pt x="20615" y="11508"/>
                      </a:lnTo>
                      <a:lnTo>
                        <a:pt x="24118" y="1168"/>
                      </a:lnTo>
                      <a:cubicBezTo>
                        <a:pt x="24285" y="567"/>
                        <a:pt x="23818" y="0"/>
                        <a:pt x="23184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21" name="Google Shape;2621;p62"/>
                <p:cNvSpPr/>
                <p:nvPr/>
              </p:nvSpPr>
              <p:spPr>
                <a:xfrm>
                  <a:off x="5456774" y="3186999"/>
                  <a:ext cx="430634" cy="15279"/>
                </a:xfrm>
                <a:custGeom>
                  <a:rect b="b" l="l" r="r" t="t"/>
                  <a:pathLst>
                    <a:path extrusionOk="0" h="735" w="20716">
                      <a:moveTo>
                        <a:pt x="1" y="0"/>
                      </a:moveTo>
                      <a:lnTo>
                        <a:pt x="1" y="734"/>
                      </a:lnTo>
                      <a:lnTo>
                        <a:pt x="20715" y="734"/>
                      </a:lnTo>
                      <a:lnTo>
                        <a:pt x="20715" y="0"/>
                      </a:lnTo>
                      <a:close/>
                    </a:path>
                  </a:pathLst>
                </a:custGeom>
                <a:solidFill>
                  <a:srgbClr val="4764A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22" name="Google Shape;2622;p62"/>
                <p:cNvSpPr/>
                <p:nvPr/>
              </p:nvSpPr>
              <p:spPr>
                <a:xfrm>
                  <a:off x="5698075" y="3045540"/>
                  <a:ext cx="34694" cy="30599"/>
                </a:xfrm>
                <a:custGeom>
                  <a:rect b="b" l="l" r="r" t="t"/>
                  <a:pathLst>
                    <a:path extrusionOk="0" h="1472" w="1669">
                      <a:moveTo>
                        <a:pt x="868" y="1"/>
                      </a:moveTo>
                      <a:cubicBezTo>
                        <a:pt x="435" y="1"/>
                        <a:pt x="68" y="334"/>
                        <a:pt x="34" y="734"/>
                      </a:cubicBezTo>
                      <a:cubicBezTo>
                        <a:pt x="1" y="1135"/>
                        <a:pt x="368" y="1435"/>
                        <a:pt x="768" y="1468"/>
                      </a:cubicBezTo>
                      <a:cubicBezTo>
                        <a:pt x="794" y="1470"/>
                        <a:pt x="819" y="1471"/>
                        <a:pt x="844" y="1471"/>
                      </a:cubicBezTo>
                      <a:cubicBezTo>
                        <a:pt x="1218" y="1471"/>
                        <a:pt x="1573" y="1245"/>
                        <a:pt x="1635" y="901"/>
                      </a:cubicBezTo>
                      <a:cubicBezTo>
                        <a:pt x="1669" y="501"/>
                        <a:pt x="1435" y="134"/>
                        <a:pt x="1035" y="34"/>
                      </a:cubicBezTo>
                      <a:lnTo>
                        <a:pt x="935" y="34"/>
                      </a:lnTo>
                      <a:cubicBezTo>
                        <a:pt x="935" y="1"/>
                        <a:pt x="902" y="1"/>
                        <a:pt x="868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23" name="Google Shape;2623;p62"/>
                <p:cNvSpPr/>
                <p:nvPr/>
              </p:nvSpPr>
              <p:spPr>
                <a:xfrm>
                  <a:off x="5105901" y="2519242"/>
                  <a:ext cx="52551" cy="52260"/>
                </a:xfrm>
                <a:custGeom>
                  <a:rect b="b" l="l" r="r" t="t"/>
                  <a:pathLst>
                    <a:path extrusionOk="0" h="2514" w="2528">
                      <a:moveTo>
                        <a:pt x="1402" y="0"/>
                      </a:moveTo>
                      <a:cubicBezTo>
                        <a:pt x="1235" y="0"/>
                        <a:pt x="1035" y="67"/>
                        <a:pt x="868" y="134"/>
                      </a:cubicBezTo>
                      <a:cubicBezTo>
                        <a:pt x="1" y="434"/>
                        <a:pt x="34" y="1602"/>
                        <a:pt x="568" y="2202"/>
                      </a:cubicBezTo>
                      <a:cubicBezTo>
                        <a:pt x="769" y="2421"/>
                        <a:pt x="1000" y="2513"/>
                        <a:pt x="1231" y="2513"/>
                      </a:cubicBezTo>
                      <a:cubicBezTo>
                        <a:pt x="1880" y="2513"/>
                        <a:pt x="2527" y="1781"/>
                        <a:pt x="2503" y="1068"/>
                      </a:cubicBezTo>
                      <a:cubicBezTo>
                        <a:pt x="2469" y="534"/>
                        <a:pt x="1969" y="0"/>
                        <a:pt x="1402" y="0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24" name="Google Shape;2624;p62"/>
                <p:cNvSpPr/>
                <p:nvPr/>
              </p:nvSpPr>
              <p:spPr>
                <a:xfrm>
                  <a:off x="5723747" y="3758343"/>
                  <a:ext cx="146323" cy="295453"/>
                </a:xfrm>
                <a:custGeom>
                  <a:rect b="b" l="l" r="r" t="t"/>
                  <a:pathLst>
                    <a:path extrusionOk="0" h="14213" w="7039">
                      <a:moveTo>
                        <a:pt x="3768" y="1"/>
                      </a:moveTo>
                      <a:cubicBezTo>
                        <a:pt x="3746" y="1"/>
                        <a:pt x="3724" y="1"/>
                        <a:pt x="3703" y="2"/>
                      </a:cubicBezTo>
                      <a:cubicBezTo>
                        <a:pt x="2702" y="35"/>
                        <a:pt x="1268" y="1369"/>
                        <a:pt x="801" y="2270"/>
                      </a:cubicBezTo>
                      <a:cubicBezTo>
                        <a:pt x="0" y="3738"/>
                        <a:pt x="667" y="6006"/>
                        <a:pt x="1034" y="7507"/>
                      </a:cubicBezTo>
                      <a:cubicBezTo>
                        <a:pt x="1234" y="8374"/>
                        <a:pt x="1434" y="9242"/>
                        <a:pt x="1668" y="10109"/>
                      </a:cubicBezTo>
                      <a:cubicBezTo>
                        <a:pt x="1868" y="10910"/>
                        <a:pt x="2068" y="11744"/>
                        <a:pt x="2268" y="12577"/>
                      </a:cubicBezTo>
                      <a:cubicBezTo>
                        <a:pt x="2640" y="14155"/>
                        <a:pt x="3125" y="14212"/>
                        <a:pt x="4551" y="14212"/>
                      </a:cubicBezTo>
                      <a:cubicBezTo>
                        <a:pt x="4662" y="14212"/>
                        <a:pt x="4780" y="14212"/>
                        <a:pt x="4904" y="14212"/>
                      </a:cubicBezTo>
                      <a:cubicBezTo>
                        <a:pt x="7038" y="14212"/>
                        <a:pt x="6505" y="12244"/>
                        <a:pt x="6505" y="10676"/>
                      </a:cubicBezTo>
                      <a:cubicBezTo>
                        <a:pt x="6505" y="8475"/>
                        <a:pt x="6805" y="3704"/>
                        <a:pt x="6672" y="1469"/>
                      </a:cubicBezTo>
                      <a:cubicBezTo>
                        <a:pt x="6656" y="1263"/>
                        <a:pt x="6622" y="1190"/>
                        <a:pt x="6573" y="1190"/>
                      </a:cubicBezTo>
                      <a:cubicBezTo>
                        <a:pt x="6454" y="1190"/>
                        <a:pt x="6250" y="1631"/>
                        <a:pt x="6039" y="1631"/>
                      </a:cubicBezTo>
                      <a:cubicBezTo>
                        <a:pt x="5960" y="1631"/>
                        <a:pt x="5881" y="1570"/>
                        <a:pt x="5804" y="1403"/>
                      </a:cubicBezTo>
                      <a:cubicBezTo>
                        <a:pt x="5414" y="654"/>
                        <a:pt x="4642" y="1"/>
                        <a:pt x="3768" y="1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25" name="Google Shape;2625;p62"/>
                <p:cNvSpPr/>
                <p:nvPr/>
              </p:nvSpPr>
              <p:spPr>
                <a:xfrm>
                  <a:off x="5758400" y="3963662"/>
                  <a:ext cx="307904" cy="118551"/>
                </a:xfrm>
                <a:custGeom>
                  <a:rect b="b" l="l" r="r" t="t"/>
                  <a:pathLst>
                    <a:path extrusionOk="0" h="5703" w="14812">
                      <a:moveTo>
                        <a:pt x="4875" y="1"/>
                      </a:moveTo>
                      <a:cubicBezTo>
                        <a:pt x="4197" y="1"/>
                        <a:pt x="3213" y="318"/>
                        <a:pt x="2703" y="399"/>
                      </a:cubicBezTo>
                      <a:cubicBezTo>
                        <a:pt x="1802" y="499"/>
                        <a:pt x="902" y="632"/>
                        <a:pt x="1" y="766"/>
                      </a:cubicBezTo>
                      <a:cubicBezTo>
                        <a:pt x="101" y="1867"/>
                        <a:pt x="234" y="2934"/>
                        <a:pt x="401" y="4001"/>
                      </a:cubicBezTo>
                      <a:cubicBezTo>
                        <a:pt x="501" y="4468"/>
                        <a:pt x="535" y="5035"/>
                        <a:pt x="701" y="5436"/>
                      </a:cubicBezTo>
                      <a:cubicBezTo>
                        <a:pt x="768" y="5536"/>
                        <a:pt x="802" y="5636"/>
                        <a:pt x="868" y="5703"/>
                      </a:cubicBezTo>
                      <a:cubicBezTo>
                        <a:pt x="1369" y="5603"/>
                        <a:pt x="1869" y="5536"/>
                        <a:pt x="2369" y="5502"/>
                      </a:cubicBezTo>
                      <a:cubicBezTo>
                        <a:pt x="3604" y="5369"/>
                        <a:pt x="4871" y="5336"/>
                        <a:pt x="6105" y="5269"/>
                      </a:cubicBezTo>
                      <a:cubicBezTo>
                        <a:pt x="7206" y="5169"/>
                        <a:pt x="8307" y="5069"/>
                        <a:pt x="9408" y="4935"/>
                      </a:cubicBezTo>
                      <a:cubicBezTo>
                        <a:pt x="11109" y="4769"/>
                        <a:pt x="13110" y="4935"/>
                        <a:pt x="14478" y="3701"/>
                      </a:cubicBezTo>
                      <a:cubicBezTo>
                        <a:pt x="14578" y="3634"/>
                        <a:pt x="14678" y="3534"/>
                        <a:pt x="14711" y="3434"/>
                      </a:cubicBezTo>
                      <a:cubicBezTo>
                        <a:pt x="14812" y="3067"/>
                        <a:pt x="14445" y="2801"/>
                        <a:pt x="14111" y="2667"/>
                      </a:cubicBezTo>
                      <a:cubicBezTo>
                        <a:pt x="12610" y="2067"/>
                        <a:pt x="10942" y="2133"/>
                        <a:pt x="9341" y="1867"/>
                      </a:cubicBezTo>
                      <a:cubicBezTo>
                        <a:pt x="8507" y="1700"/>
                        <a:pt x="7673" y="1466"/>
                        <a:pt x="6873" y="1133"/>
                      </a:cubicBezTo>
                      <a:cubicBezTo>
                        <a:pt x="6506" y="966"/>
                        <a:pt x="6039" y="799"/>
                        <a:pt x="5738" y="532"/>
                      </a:cubicBezTo>
                      <a:cubicBezTo>
                        <a:pt x="5572" y="432"/>
                        <a:pt x="5472" y="132"/>
                        <a:pt x="5305" y="65"/>
                      </a:cubicBezTo>
                      <a:cubicBezTo>
                        <a:pt x="5187" y="19"/>
                        <a:pt x="5040" y="1"/>
                        <a:pt x="487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26" name="Google Shape;2626;p62"/>
                <p:cNvSpPr/>
                <p:nvPr/>
              </p:nvSpPr>
              <p:spPr>
                <a:xfrm>
                  <a:off x="5595468" y="3303001"/>
                  <a:ext cx="294704" cy="622087"/>
                </a:xfrm>
                <a:custGeom>
                  <a:rect b="b" l="l" r="r" t="t"/>
                  <a:pathLst>
                    <a:path extrusionOk="0" h="29926" w="14177">
                      <a:moveTo>
                        <a:pt x="1364" y="1"/>
                      </a:moveTo>
                      <a:cubicBezTo>
                        <a:pt x="1286" y="1"/>
                        <a:pt x="1209" y="9"/>
                        <a:pt x="1134" y="28"/>
                      </a:cubicBezTo>
                      <a:cubicBezTo>
                        <a:pt x="300" y="194"/>
                        <a:pt x="100" y="1295"/>
                        <a:pt x="234" y="2129"/>
                      </a:cubicBezTo>
                      <a:cubicBezTo>
                        <a:pt x="400" y="3563"/>
                        <a:pt x="0" y="4864"/>
                        <a:pt x="100" y="6332"/>
                      </a:cubicBezTo>
                      <a:cubicBezTo>
                        <a:pt x="200" y="7700"/>
                        <a:pt x="534" y="9067"/>
                        <a:pt x="901" y="10402"/>
                      </a:cubicBezTo>
                      <a:cubicBezTo>
                        <a:pt x="1801" y="13804"/>
                        <a:pt x="1901" y="17774"/>
                        <a:pt x="2902" y="21143"/>
                      </a:cubicBezTo>
                      <a:cubicBezTo>
                        <a:pt x="2902" y="21209"/>
                        <a:pt x="2935" y="21243"/>
                        <a:pt x="2935" y="21276"/>
                      </a:cubicBezTo>
                      <a:cubicBezTo>
                        <a:pt x="3569" y="23745"/>
                        <a:pt x="4036" y="26213"/>
                        <a:pt x="4603" y="28681"/>
                      </a:cubicBezTo>
                      <a:cubicBezTo>
                        <a:pt x="4670" y="29015"/>
                        <a:pt x="4703" y="29816"/>
                        <a:pt x="5137" y="29916"/>
                      </a:cubicBezTo>
                      <a:cubicBezTo>
                        <a:pt x="5162" y="29923"/>
                        <a:pt x="5189" y="29926"/>
                        <a:pt x="5217" y="29926"/>
                      </a:cubicBezTo>
                      <a:cubicBezTo>
                        <a:pt x="5590" y="29926"/>
                        <a:pt x="6158" y="29335"/>
                        <a:pt x="6438" y="29148"/>
                      </a:cubicBezTo>
                      <a:cubicBezTo>
                        <a:pt x="7172" y="28681"/>
                        <a:pt x="7906" y="28748"/>
                        <a:pt x="8773" y="28648"/>
                      </a:cubicBezTo>
                      <a:cubicBezTo>
                        <a:pt x="9874" y="28515"/>
                        <a:pt x="10908" y="28214"/>
                        <a:pt x="11909" y="27814"/>
                      </a:cubicBezTo>
                      <a:cubicBezTo>
                        <a:pt x="12676" y="27481"/>
                        <a:pt x="13443" y="27014"/>
                        <a:pt x="13843" y="26280"/>
                      </a:cubicBezTo>
                      <a:cubicBezTo>
                        <a:pt x="14110" y="25779"/>
                        <a:pt x="14143" y="25179"/>
                        <a:pt x="14177" y="24578"/>
                      </a:cubicBezTo>
                      <a:cubicBezTo>
                        <a:pt x="14177" y="23011"/>
                        <a:pt x="13877" y="21510"/>
                        <a:pt x="13676" y="19975"/>
                      </a:cubicBezTo>
                      <a:cubicBezTo>
                        <a:pt x="13476" y="18407"/>
                        <a:pt x="13209" y="16840"/>
                        <a:pt x="12876" y="15272"/>
                      </a:cubicBezTo>
                      <a:cubicBezTo>
                        <a:pt x="12009" y="11236"/>
                        <a:pt x="11008" y="5865"/>
                        <a:pt x="7906" y="2896"/>
                      </a:cubicBezTo>
                      <a:cubicBezTo>
                        <a:pt x="7105" y="2129"/>
                        <a:pt x="6171" y="1562"/>
                        <a:pt x="5137" y="1128"/>
                      </a:cubicBezTo>
                      <a:cubicBezTo>
                        <a:pt x="4103" y="695"/>
                        <a:pt x="3036" y="395"/>
                        <a:pt x="1968" y="128"/>
                      </a:cubicBezTo>
                      <a:cubicBezTo>
                        <a:pt x="1776" y="56"/>
                        <a:pt x="1566" y="1"/>
                        <a:pt x="1364" y="1"/>
                      </a:cubicBezTo>
                      <a:close/>
                    </a:path>
                  </a:pathLst>
                </a:custGeom>
                <a:solidFill>
                  <a:srgbClr val="73CAB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27" name="Google Shape;2627;p62"/>
                <p:cNvSpPr/>
                <p:nvPr/>
              </p:nvSpPr>
              <p:spPr>
                <a:xfrm rot="2078284">
                  <a:off x="5162159" y="2609088"/>
                  <a:ext cx="63109" cy="20828"/>
                </a:xfrm>
                <a:custGeom>
                  <a:rect b="b" l="l" r="r" t="t"/>
                  <a:pathLst>
                    <a:path extrusionOk="0" h="1002" w="3036">
                      <a:moveTo>
                        <a:pt x="2535" y="1"/>
                      </a:moveTo>
                      <a:cubicBezTo>
                        <a:pt x="2269" y="101"/>
                        <a:pt x="2035" y="201"/>
                        <a:pt x="1768" y="301"/>
                      </a:cubicBezTo>
                      <a:cubicBezTo>
                        <a:pt x="1568" y="368"/>
                        <a:pt x="1368" y="434"/>
                        <a:pt x="1168" y="501"/>
                      </a:cubicBezTo>
                      <a:cubicBezTo>
                        <a:pt x="968" y="534"/>
                        <a:pt x="801" y="601"/>
                        <a:pt x="601" y="601"/>
                      </a:cubicBezTo>
                      <a:cubicBezTo>
                        <a:pt x="501" y="601"/>
                        <a:pt x="367" y="634"/>
                        <a:pt x="267" y="668"/>
                      </a:cubicBezTo>
                      <a:cubicBezTo>
                        <a:pt x="0" y="801"/>
                        <a:pt x="134" y="935"/>
                        <a:pt x="300" y="1001"/>
                      </a:cubicBezTo>
                      <a:lnTo>
                        <a:pt x="334" y="1001"/>
                      </a:lnTo>
                      <a:cubicBezTo>
                        <a:pt x="1234" y="968"/>
                        <a:pt x="2168" y="901"/>
                        <a:pt x="3036" y="668"/>
                      </a:cubicBezTo>
                      <a:cubicBezTo>
                        <a:pt x="3036" y="434"/>
                        <a:pt x="2836" y="234"/>
                        <a:pt x="2702" y="34"/>
                      </a:cubicBezTo>
                      <a:cubicBezTo>
                        <a:pt x="2669" y="34"/>
                        <a:pt x="2669" y="1"/>
                        <a:pt x="2635" y="1"/>
                      </a:cubicBezTo>
                      <a:close/>
                    </a:path>
                  </a:pathLst>
                </a:custGeom>
                <a:solidFill>
                  <a:srgbClr val="C4634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28" name="Google Shape;2628;p62"/>
                <p:cNvSpPr/>
                <p:nvPr/>
              </p:nvSpPr>
              <p:spPr>
                <a:xfrm>
                  <a:off x="5596549" y="3500953"/>
                  <a:ext cx="141584" cy="414149"/>
                </a:xfrm>
                <a:custGeom>
                  <a:rect b="b" l="l" r="r" t="t"/>
                  <a:pathLst>
                    <a:path extrusionOk="0" h="19923" w="6811">
                      <a:moveTo>
                        <a:pt x="154" y="1"/>
                      </a:moveTo>
                      <a:cubicBezTo>
                        <a:pt x="72" y="1"/>
                        <a:pt x="0" y="79"/>
                        <a:pt x="48" y="175"/>
                      </a:cubicBezTo>
                      <a:cubicBezTo>
                        <a:pt x="1316" y="2443"/>
                        <a:pt x="1616" y="5112"/>
                        <a:pt x="2183" y="7614"/>
                      </a:cubicBezTo>
                      <a:cubicBezTo>
                        <a:pt x="2817" y="10249"/>
                        <a:pt x="3517" y="12884"/>
                        <a:pt x="4351" y="15486"/>
                      </a:cubicBezTo>
                      <a:cubicBezTo>
                        <a:pt x="4818" y="16954"/>
                        <a:pt x="5319" y="18421"/>
                        <a:pt x="5886" y="19856"/>
                      </a:cubicBezTo>
                      <a:cubicBezTo>
                        <a:pt x="5919" y="19889"/>
                        <a:pt x="5952" y="19923"/>
                        <a:pt x="6019" y="19923"/>
                      </a:cubicBezTo>
                      <a:cubicBezTo>
                        <a:pt x="6253" y="19856"/>
                        <a:pt x="6486" y="19756"/>
                        <a:pt x="6720" y="19689"/>
                      </a:cubicBezTo>
                      <a:cubicBezTo>
                        <a:pt x="6811" y="19659"/>
                        <a:pt x="6791" y="19518"/>
                        <a:pt x="6686" y="19518"/>
                      </a:cubicBezTo>
                      <a:cubicBezTo>
                        <a:pt x="6676" y="19518"/>
                        <a:pt x="6665" y="19519"/>
                        <a:pt x="6653" y="19522"/>
                      </a:cubicBezTo>
                      <a:lnTo>
                        <a:pt x="6052" y="19689"/>
                      </a:lnTo>
                      <a:cubicBezTo>
                        <a:pt x="5152" y="17120"/>
                        <a:pt x="4284" y="14519"/>
                        <a:pt x="3551" y="11883"/>
                      </a:cubicBezTo>
                      <a:cubicBezTo>
                        <a:pt x="2817" y="9282"/>
                        <a:pt x="2283" y="6646"/>
                        <a:pt x="1683" y="4044"/>
                      </a:cubicBezTo>
                      <a:cubicBezTo>
                        <a:pt x="1349" y="2643"/>
                        <a:pt x="982" y="1276"/>
                        <a:pt x="248" y="42"/>
                      </a:cubicBezTo>
                      <a:cubicBezTo>
                        <a:pt x="220" y="13"/>
                        <a:pt x="186" y="1"/>
                        <a:pt x="154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29" name="Google Shape;2629;p62"/>
                <p:cNvSpPr/>
                <p:nvPr/>
              </p:nvSpPr>
              <p:spPr>
                <a:xfrm>
                  <a:off x="5197450" y="3342282"/>
                  <a:ext cx="403569" cy="159024"/>
                </a:xfrm>
                <a:custGeom>
                  <a:rect b="b" l="l" r="r" t="t"/>
                  <a:pathLst>
                    <a:path extrusionOk="0" h="7650" w="19414">
                      <a:moveTo>
                        <a:pt x="204" y="0"/>
                      </a:moveTo>
                      <a:cubicBezTo>
                        <a:pt x="0" y="0"/>
                        <a:pt x="10" y="337"/>
                        <a:pt x="234" y="369"/>
                      </a:cubicBezTo>
                      <a:cubicBezTo>
                        <a:pt x="3136" y="803"/>
                        <a:pt x="6038" y="1403"/>
                        <a:pt x="8906" y="2137"/>
                      </a:cubicBezTo>
                      <a:cubicBezTo>
                        <a:pt x="10274" y="2471"/>
                        <a:pt x="11675" y="2871"/>
                        <a:pt x="13043" y="3271"/>
                      </a:cubicBezTo>
                      <a:cubicBezTo>
                        <a:pt x="14344" y="3672"/>
                        <a:pt x="15678" y="4072"/>
                        <a:pt x="16845" y="4739"/>
                      </a:cubicBezTo>
                      <a:cubicBezTo>
                        <a:pt x="17412" y="5073"/>
                        <a:pt x="17946" y="5473"/>
                        <a:pt x="18346" y="5973"/>
                      </a:cubicBezTo>
                      <a:cubicBezTo>
                        <a:pt x="18780" y="6474"/>
                        <a:pt x="18980" y="7007"/>
                        <a:pt x="19214" y="7575"/>
                      </a:cubicBezTo>
                      <a:cubicBezTo>
                        <a:pt x="19230" y="7625"/>
                        <a:pt x="19280" y="7650"/>
                        <a:pt x="19326" y="7650"/>
                      </a:cubicBezTo>
                      <a:cubicBezTo>
                        <a:pt x="19372" y="7650"/>
                        <a:pt x="19414" y="7625"/>
                        <a:pt x="19414" y="7575"/>
                      </a:cubicBezTo>
                      <a:cubicBezTo>
                        <a:pt x="19414" y="6574"/>
                        <a:pt x="18580" y="5606"/>
                        <a:pt x="17746" y="4939"/>
                      </a:cubicBezTo>
                      <a:cubicBezTo>
                        <a:pt x="16712" y="4139"/>
                        <a:pt x="15411" y="3672"/>
                        <a:pt x="14143" y="3271"/>
                      </a:cubicBezTo>
                      <a:cubicBezTo>
                        <a:pt x="11241" y="2337"/>
                        <a:pt x="8306" y="1570"/>
                        <a:pt x="5304" y="936"/>
                      </a:cubicBezTo>
                      <a:cubicBezTo>
                        <a:pt x="3636" y="603"/>
                        <a:pt x="1935" y="269"/>
                        <a:pt x="234" y="2"/>
                      </a:cubicBezTo>
                      <a:cubicBezTo>
                        <a:pt x="223" y="1"/>
                        <a:pt x="214" y="0"/>
                        <a:pt x="204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30" name="Google Shape;2630;p62"/>
                <p:cNvSpPr/>
                <p:nvPr/>
              </p:nvSpPr>
              <p:spPr>
                <a:xfrm>
                  <a:off x="5897780" y="3977028"/>
                  <a:ext cx="13200" cy="33260"/>
                </a:xfrm>
                <a:custGeom>
                  <a:rect b="b" l="l" r="r" t="t"/>
                  <a:pathLst>
                    <a:path extrusionOk="0" h="1600" w="635">
                      <a:moveTo>
                        <a:pt x="586" y="1"/>
                      </a:moveTo>
                      <a:cubicBezTo>
                        <a:pt x="568" y="1"/>
                        <a:pt x="548" y="9"/>
                        <a:pt x="534" y="23"/>
                      </a:cubicBezTo>
                      <a:cubicBezTo>
                        <a:pt x="468" y="89"/>
                        <a:pt x="434" y="156"/>
                        <a:pt x="401" y="189"/>
                      </a:cubicBezTo>
                      <a:cubicBezTo>
                        <a:pt x="368" y="256"/>
                        <a:pt x="334" y="323"/>
                        <a:pt x="301" y="390"/>
                      </a:cubicBezTo>
                      <a:cubicBezTo>
                        <a:pt x="234" y="523"/>
                        <a:pt x="168" y="690"/>
                        <a:pt x="134" y="823"/>
                      </a:cubicBezTo>
                      <a:cubicBezTo>
                        <a:pt x="101" y="923"/>
                        <a:pt x="34" y="1057"/>
                        <a:pt x="1" y="1157"/>
                      </a:cubicBezTo>
                      <a:cubicBezTo>
                        <a:pt x="1" y="1257"/>
                        <a:pt x="1" y="1357"/>
                        <a:pt x="34" y="1457"/>
                      </a:cubicBezTo>
                      <a:cubicBezTo>
                        <a:pt x="89" y="1539"/>
                        <a:pt x="166" y="1599"/>
                        <a:pt x="248" y="1599"/>
                      </a:cubicBezTo>
                      <a:cubicBezTo>
                        <a:pt x="266" y="1599"/>
                        <a:pt x="283" y="1596"/>
                        <a:pt x="301" y="1590"/>
                      </a:cubicBezTo>
                      <a:cubicBezTo>
                        <a:pt x="434" y="1590"/>
                        <a:pt x="534" y="1524"/>
                        <a:pt x="534" y="1390"/>
                      </a:cubicBezTo>
                      <a:lnTo>
                        <a:pt x="534" y="1357"/>
                      </a:lnTo>
                      <a:lnTo>
                        <a:pt x="534" y="1290"/>
                      </a:lnTo>
                      <a:cubicBezTo>
                        <a:pt x="534" y="1290"/>
                        <a:pt x="534" y="1257"/>
                        <a:pt x="501" y="1224"/>
                      </a:cubicBezTo>
                      <a:lnTo>
                        <a:pt x="501" y="1190"/>
                      </a:lnTo>
                      <a:lnTo>
                        <a:pt x="501" y="1157"/>
                      </a:lnTo>
                      <a:cubicBezTo>
                        <a:pt x="501" y="1157"/>
                        <a:pt x="534" y="1123"/>
                        <a:pt x="534" y="1123"/>
                      </a:cubicBezTo>
                      <a:lnTo>
                        <a:pt x="534" y="1023"/>
                      </a:lnTo>
                      <a:lnTo>
                        <a:pt x="568" y="790"/>
                      </a:lnTo>
                      <a:cubicBezTo>
                        <a:pt x="601" y="690"/>
                        <a:pt x="601" y="556"/>
                        <a:pt x="635" y="456"/>
                      </a:cubicBezTo>
                      <a:cubicBezTo>
                        <a:pt x="635" y="323"/>
                        <a:pt x="635" y="189"/>
                        <a:pt x="635" y="56"/>
                      </a:cubicBezTo>
                      <a:cubicBezTo>
                        <a:pt x="635" y="17"/>
                        <a:pt x="612" y="1"/>
                        <a:pt x="586" y="1"/>
                      </a:cubicBezTo>
                      <a:close/>
                    </a:path>
                  </a:pathLst>
                </a:custGeom>
                <a:solidFill>
                  <a:srgbClr val="73CAB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31" name="Google Shape;2631;p62"/>
                <p:cNvSpPr/>
                <p:nvPr/>
              </p:nvSpPr>
              <p:spPr>
                <a:xfrm>
                  <a:off x="5926218" y="3980271"/>
                  <a:ext cx="12493" cy="30183"/>
                </a:xfrm>
                <a:custGeom>
                  <a:rect b="b" l="l" r="r" t="t"/>
                  <a:pathLst>
                    <a:path extrusionOk="0" h="1452" w="601">
                      <a:moveTo>
                        <a:pt x="301" y="0"/>
                      </a:moveTo>
                      <a:cubicBezTo>
                        <a:pt x="201" y="0"/>
                        <a:pt x="134" y="67"/>
                        <a:pt x="134" y="167"/>
                      </a:cubicBezTo>
                      <a:lnTo>
                        <a:pt x="134" y="234"/>
                      </a:lnTo>
                      <a:cubicBezTo>
                        <a:pt x="134" y="234"/>
                        <a:pt x="134" y="267"/>
                        <a:pt x="134" y="267"/>
                      </a:cubicBezTo>
                      <a:cubicBezTo>
                        <a:pt x="100" y="334"/>
                        <a:pt x="100" y="367"/>
                        <a:pt x="100" y="400"/>
                      </a:cubicBezTo>
                      <a:cubicBezTo>
                        <a:pt x="67" y="500"/>
                        <a:pt x="67" y="601"/>
                        <a:pt x="67" y="701"/>
                      </a:cubicBezTo>
                      <a:lnTo>
                        <a:pt x="0" y="1001"/>
                      </a:lnTo>
                      <a:cubicBezTo>
                        <a:pt x="0" y="1068"/>
                        <a:pt x="0" y="1134"/>
                        <a:pt x="34" y="1201"/>
                      </a:cubicBezTo>
                      <a:cubicBezTo>
                        <a:pt x="34" y="1301"/>
                        <a:pt x="100" y="1368"/>
                        <a:pt x="201" y="1401"/>
                      </a:cubicBezTo>
                      <a:cubicBezTo>
                        <a:pt x="234" y="1434"/>
                        <a:pt x="276" y="1451"/>
                        <a:pt x="317" y="1451"/>
                      </a:cubicBezTo>
                      <a:cubicBezTo>
                        <a:pt x="359" y="1451"/>
                        <a:pt x="401" y="1434"/>
                        <a:pt x="434" y="1401"/>
                      </a:cubicBezTo>
                      <a:cubicBezTo>
                        <a:pt x="501" y="1368"/>
                        <a:pt x="567" y="1301"/>
                        <a:pt x="601" y="1201"/>
                      </a:cubicBezTo>
                      <a:cubicBezTo>
                        <a:pt x="601" y="1134"/>
                        <a:pt x="601" y="1068"/>
                        <a:pt x="601" y="1001"/>
                      </a:cubicBezTo>
                      <a:cubicBezTo>
                        <a:pt x="601" y="901"/>
                        <a:pt x="567" y="834"/>
                        <a:pt x="567" y="734"/>
                      </a:cubicBezTo>
                      <a:cubicBezTo>
                        <a:pt x="567" y="634"/>
                        <a:pt x="534" y="534"/>
                        <a:pt x="501" y="434"/>
                      </a:cubicBezTo>
                      <a:cubicBezTo>
                        <a:pt x="501" y="367"/>
                        <a:pt x="501" y="334"/>
                        <a:pt x="501" y="300"/>
                      </a:cubicBezTo>
                      <a:cubicBezTo>
                        <a:pt x="501" y="267"/>
                        <a:pt x="467" y="267"/>
                        <a:pt x="467" y="234"/>
                      </a:cubicBezTo>
                      <a:cubicBezTo>
                        <a:pt x="467" y="234"/>
                        <a:pt x="467" y="234"/>
                        <a:pt x="467" y="200"/>
                      </a:cubicBezTo>
                      <a:lnTo>
                        <a:pt x="467" y="167"/>
                      </a:lnTo>
                      <a:cubicBezTo>
                        <a:pt x="467" y="100"/>
                        <a:pt x="401" y="0"/>
                        <a:pt x="301" y="0"/>
                      </a:cubicBezTo>
                      <a:close/>
                    </a:path>
                  </a:pathLst>
                </a:custGeom>
                <a:solidFill>
                  <a:srgbClr val="73CAB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32" name="Google Shape;2632;p62"/>
                <p:cNvSpPr/>
                <p:nvPr/>
              </p:nvSpPr>
              <p:spPr>
                <a:xfrm>
                  <a:off x="5960184" y="3989521"/>
                  <a:ext cx="13200" cy="29352"/>
                </a:xfrm>
                <a:custGeom>
                  <a:rect b="b" l="l" r="r" t="t"/>
                  <a:pathLst>
                    <a:path extrusionOk="0" h="1412" w="635">
                      <a:moveTo>
                        <a:pt x="248" y="0"/>
                      </a:moveTo>
                      <a:cubicBezTo>
                        <a:pt x="223" y="0"/>
                        <a:pt x="195" y="8"/>
                        <a:pt x="168" y="22"/>
                      </a:cubicBezTo>
                      <a:cubicBezTo>
                        <a:pt x="134" y="55"/>
                        <a:pt x="101" y="122"/>
                        <a:pt x="101" y="156"/>
                      </a:cubicBezTo>
                      <a:cubicBezTo>
                        <a:pt x="134" y="189"/>
                        <a:pt x="134" y="222"/>
                        <a:pt x="134" y="222"/>
                      </a:cubicBezTo>
                      <a:cubicBezTo>
                        <a:pt x="134" y="256"/>
                        <a:pt x="134" y="256"/>
                        <a:pt x="134" y="256"/>
                      </a:cubicBezTo>
                      <a:lnTo>
                        <a:pt x="134" y="289"/>
                      </a:lnTo>
                      <a:cubicBezTo>
                        <a:pt x="134" y="322"/>
                        <a:pt x="134" y="356"/>
                        <a:pt x="134" y="389"/>
                      </a:cubicBezTo>
                      <a:cubicBezTo>
                        <a:pt x="134" y="400"/>
                        <a:pt x="134" y="413"/>
                        <a:pt x="134" y="422"/>
                      </a:cubicBezTo>
                      <a:lnTo>
                        <a:pt x="134" y="522"/>
                      </a:lnTo>
                      <a:lnTo>
                        <a:pt x="134" y="589"/>
                      </a:lnTo>
                      <a:lnTo>
                        <a:pt x="134" y="623"/>
                      </a:lnTo>
                      <a:cubicBezTo>
                        <a:pt x="134" y="689"/>
                        <a:pt x="101" y="789"/>
                        <a:pt x="68" y="856"/>
                      </a:cubicBezTo>
                      <a:cubicBezTo>
                        <a:pt x="34" y="956"/>
                        <a:pt x="34" y="1056"/>
                        <a:pt x="34" y="1156"/>
                      </a:cubicBezTo>
                      <a:cubicBezTo>
                        <a:pt x="1" y="1256"/>
                        <a:pt x="101" y="1356"/>
                        <a:pt x="168" y="1390"/>
                      </a:cubicBezTo>
                      <a:cubicBezTo>
                        <a:pt x="209" y="1404"/>
                        <a:pt x="251" y="1412"/>
                        <a:pt x="290" y="1412"/>
                      </a:cubicBezTo>
                      <a:cubicBezTo>
                        <a:pt x="345" y="1412"/>
                        <a:pt x="395" y="1395"/>
                        <a:pt x="435" y="1356"/>
                      </a:cubicBezTo>
                      <a:cubicBezTo>
                        <a:pt x="468" y="1290"/>
                        <a:pt x="535" y="1256"/>
                        <a:pt x="568" y="1190"/>
                      </a:cubicBezTo>
                      <a:cubicBezTo>
                        <a:pt x="601" y="1123"/>
                        <a:pt x="635" y="1023"/>
                        <a:pt x="635" y="923"/>
                      </a:cubicBezTo>
                      <a:cubicBezTo>
                        <a:pt x="635" y="823"/>
                        <a:pt x="635" y="723"/>
                        <a:pt x="601" y="589"/>
                      </a:cubicBezTo>
                      <a:lnTo>
                        <a:pt x="601" y="623"/>
                      </a:lnTo>
                      <a:cubicBezTo>
                        <a:pt x="601" y="522"/>
                        <a:pt x="568" y="422"/>
                        <a:pt x="535" y="322"/>
                      </a:cubicBezTo>
                      <a:cubicBezTo>
                        <a:pt x="501" y="256"/>
                        <a:pt x="468" y="222"/>
                        <a:pt x="435" y="156"/>
                      </a:cubicBezTo>
                      <a:cubicBezTo>
                        <a:pt x="401" y="156"/>
                        <a:pt x="401" y="122"/>
                        <a:pt x="401" y="122"/>
                      </a:cubicBezTo>
                      <a:cubicBezTo>
                        <a:pt x="368" y="89"/>
                        <a:pt x="368" y="55"/>
                        <a:pt x="334" y="55"/>
                      </a:cubicBezTo>
                      <a:cubicBezTo>
                        <a:pt x="315" y="16"/>
                        <a:pt x="284" y="0"/>
                        <a:pt x="248" y="0"/>
                      </a:cubicBezTo>
                      <a:close/>
                    </a:path>
                  </a:pathLst>
                </a:custGeom>
                <a:solidFill>
                  <a:srgbClr val="73CAB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33" name="Google Shape;2633;p62"/>
                <p:cNvSpPr/>
                <p:nvPr/>
              </p:nvSpPr>
              <p:spPr>
                <a:xfrm>
                  <a:off x="5122739" y="2529573"/>
                  <a:ext cx="24799" cy="19145"/>
                </a:xfrm>
                <a:custGeom>
                  <a:rect b="b" l="l" r="r" t="t"/>
                  <a:pathLst>
                    <a:path extrusionOk="0" h="921" w="1193">
                      <a:moveTo>
                        <a:pt x="391" y="0"/>
                      </a:moveTo>
                      <a:cubicBezTo>
                        <a:pt x="280" y="0"/>
                        <a:pt x="167" y="32"/>
                        <a:pt x="58" y="104"/>
                      </a:cubicBezTo>
                      <a:cubicBezTo>
                        <a:pt x="1" y="133"/>
                        <a:pt x="42" y="211"/>
                        <a:pt x="97" y="211"/>
                      </a:cubicBezTo>
                      <a:cubicBezTo>
                        <a:pt x="106" y="211"/>
                        <a:pt x="116" y="209"/>
                        <a:pt x="125" y="204"/>
                      </a:cubicBezTo>
                      <a:cubicBezTo>
                        <a:pt x="171" y="185"/>
                        <a:pt x="223" y="177"/>
                        <a:pt x="277" y="177"/>
                      </a:cubicBezTo>
                      <a:cubicBezTo>
                        <a:pt x="414" y="177"/>
                        <a:pt x="562" y="232"/>
                        <a:pt x="659" y="304"/>
                      </a:cubicBezTo>
                      <a:cubicBezTo>
                        <a:pt x="725" y="371"/>
                        <a:pt x="792" y="471"/>
                        <a:pt x="859" y="538"/>
                      </a:cubicBezTo>
                      <a:cubicBezTo>
                        <a:pt x="892" y="638"/>
                        <a:pt x="925" y="771"/>
                        <a:pt x="959" y="871"/>
                      </a:cubicBezTo>
                      <a:cubicBezTo>
                        <a:pt x="982" y="906"/>
                        <a:pt x="1017" y="921"/>
                        <a:pt x="1054" y="921"/>
                      </a:cubicBezTo>
                      <a:cubicBezTo>
                        <a:pt x="1122" y="921"/>
                        <a:pt x="1192" y="870"/>
                        <a:pt x="1192" y="804"/>
                      </a:cubicBezTo>
                      <a:cubicBezTo>
                        <a:pt x="1166" y="412"/>
                        <a:pt x="792" y="0"/>
                        <a:pt x="391" y="0"/>
                      </a:cubicBezTo>
                      <a:close/>
                    </a:path>
                  </a:pathLst>
                </a:custGeom>
                <a:solidFill>
                  <a:srgbClr val="C4634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34" name="Google Shape;2634;p62"/>
                <p:cNvSpPr/>
                <p:nvPr/>
              </p:nvSpPr>
              <p:spPr>
                <a:xfrm>
                  <a:off x="4884951" y="3180700"/>
                  <a:ext cx="297074" cy="50306"/>
                </a:xfrm>
                <a:custGeom>
                  <a:rect b="b" l="l" r="r" t="t"/>
                  <a:pathLst>
                    <a:path extrusionOk="0" h="2420" w="14291">
                      <a:moveTo>
                        <a:pt x="222" y="0"/>
                      </a:moveTo>
                      <a:cubicBezTo>
                        <a:pt x="49" y="0"/>
                        <a:pt x="1" y="239"/>
                        <a:pt x="189" y="270"/>
                      </a:cubicBezTo>
                      <a:cubicBezTo>
                        <a:pt x="3825" y="1204"/>
                        <a:pt x="7561" y="1871"/>
                        <a:pt x="11264" y="2272"/>
                      </a:cubicBezTo>
                      <a:cubicBezTo>
                        <a:pt x="11800" y="2346"/>
                        <a:pt x="12347" y="2420"/>
                        <a:pt x="12893" y="2420"/>
                      </a:cubicBezTo>
                      <a:cubicBezTo>
                        <a:pt x="13331" y="2420"/>
                        <a:pt x="13768" y="2372"/>
                        <a:pt x="14199" y="2238"/>
                      </a:cubicBezTo>
                      <a:cubicBezTo>
                        <a:pt x="14290" y="2177"/>
                        <a:pt x="14271" y="2034"/>
                        <a:pt x="14166" y="2034"/>
                      </a:cubicBezTo>
                      <a:cubicBezTo>
                        <a:pt x="14155" y="2034"/>
                        <a:pt x="14144" y="2035"/>
                        <a:pt x="14132" y="2038"/>
                      </a:cubicBezTo>
                      <a:cubicBezTo>
                        <a:pt x="13768" y="2155"/>
                        <a:pt x="13392" y="2195"/>
                        <a:pt x="13013" y="2195"/>
                      </a:cubicBezTo>
                      <a:cubicBezTo>
                        <a:pt x="12525" y="2195"/>
                        <a:pt x="12034" y="2128"/>
                        <a:pt x="11564" y="2071"/>
                      </a:cubicBezTo>
                      <a:cubicBezTo>
                        <a:pt x="10597" y="1938"/>
                        <a:pt x="9663" y="1805"/>
                        <a:pt x="8729" y="1671"/>
                      </a:cubicBezTo>
                      <a:cubicBezTo>
                        <a:pt x="6927" y="1404"/>
                        <a:pt x="5126" y="1071"/>
                        <a:pt x="3325" y="704"/>
                      </a:cubicBezTo>
                      <a:cubicBezTo>
                        <a:pt x="2291" y="470"/>
                        <a:pt x="1290" y="237"/>
                        <a:pt x="256" y="3"/>
                      </a:cubicBezTo>
                      <a:cubicBezTo>
                        <a:pt x="244" y="1"/>
                        <a:pt x="233" y="0"/>
                        <a:pt x="222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35" name="Google Shape;2635;p62"/>
                <p:cNvSpPr/>
                <p:nvPr/>
              </p:nvSpPr>
              <p:spPr>
                <a:xfrm>
                  <a:off x="4972071" y="2815838"/>
                  <a:ext cx="250136" cy="299132"/>
                </a:xfrm>
                <a:custGeom>
                  <a:rect b="b" l="l" r="r" t="t"/>
                  <a:pathLst>
                    <a:path extrusionOk="0" h="14390" w="12033">
                      <a:moveTo>
                        <a:pt x="3309" y="0"/>
                      </a:moveTo>
                      <a:cubicBezTo>
                        <a:pt x="3283" y="0"/>
                        <a:pt x="3257" y="12"/>
                        <a:pt x="3237" y="43"/>
                      </a:cubicBezTo>
                      <a:cubicBezTo>
                        <a:pt x="2770" y="610"/>
                        <a:pt x="2469" y="1310"/>
                        <a:pt x="2136" y="1944"/>
                      </a:cubicBezTo>
                      <a:cubicBezTo>
                        <a:pt x="1802" y="2611"/>
                        <a:pt x="1502" y="3245"/>
                        <a:pt x="1202" y="3912"/>
                      </a:cubicBezTo>
                      <a:cubicBezTo>
                        <a:pt x="668" y="5246"/>
                        <a:pt x="234" y="6647"/>
                        <a:pt x="134" y="8082"/>
                      </a:cubicBezTo>
                      <a:cubicBezTo>
                        <a:pt x="68" y="8682"/>
                        <a:pt x="1" y="9449"/>
                        <a:pt x="301" y="10016"/>
                      </a:cubicBezTo>
                      <a:cubicBezTo>
                        <a:pt x="635" y="10550"/>
                        <a:pt x="1369" y="10684"/>
                        <a:pt x="1902" y="10884"/>
                      </a:cubicBezTo>
                      <a:cubicBezTo>
                        <a:pt x="3470" y="11417"/>
                        <a:pt x="5038" y="11985"/>
                        <a:pt x="6606" y="12552"/>
                      </a:cubicBezTo>
                      <a:cubicBezTo>
                        <a:pt x="7440" y="12852"/>
                        <a:pt x="8307" y="13152"/>
                        <a:pt x="9141" y="13452"/>
                      </a:cubicBezTo>
                      <a:cubicBezTo>
                        <a:pt x="10041" y="13752"/>
                        <a:pt x="10909" y="14119"/>
                        <a:pt x="11809" y="14386"/>
                      </a:cubicBezTo>
                      <a:cubicBezTo>
                        <a:pt x="11820" y="14389"/>
                        <a:pt x="11829" y="14390"/>
                        <a:pt x="11839" y="14390"/>
                      </a:cubicBezTo>
                      <a:cubicBezTo>
                        <a:pt x="11957" y="14390"/>
                        <a:pt x="12033" y="14214"/>
                        <a:pt x="11909" y="14153"/>
                      </a:cubicBezTo>
                      <a:cubicBezTo>
                        <a:pt x="11242" y="13853"/>
                        <a:pt x="10508" y="13619"/>
                        <a:pt x="9808" y="13386"/>
                      </a:cubicBezTo>
                      <a:cubicBezTo>
                        <a:pt x="9074" y="13119"/>
                        <a:pt x="8340" y="12852"/>
                        <a:pt x="7606" y="12585"/>
                      </a:cubicBezTo>
                      <a:cubicBezTo>
                        <a:pt x="6172" y="12085"/>
                        <a:pt x="4704" y="11551"/>
                        <a:pt x="3237" y="11017"/>
                      </a:cubicBezTo>
                      <a:cubicBezTo>
                        <a:pt x="2536" y="10784"/>
                        <a:pt x="1836" y="10550"/>
                        <a:pt x="1135" y="10283"/>
                      </a:cubicBezTo>
                      <a:cubicBezTo>
                        <a:pt x="768" y="10117"/>
                        <a:pt x="535" y="9916"/>
                        <a:pt x="468" y="9516"/>
                      </a:cubicBezTo>
                      <a:cubicBezTo>
                        <a:pt x="368" y="9216"/>
                        <a:pt x="401" y="8849"/>
                        <a:pt x="401" y="8515"/>
                      </a:cubicBezTo>
                      <a:cubicBezTo>
                        <a:pt x="468" y="7114"/>
                        <a:pt x="835" y="5713"/>
                        <a:pt x="1335" y="4412"/>
                      </a:cubicBezTo>
                      <a:cubicBezTo>
                        <a:pt x="1635" y="3645"/>
                        <a:pt x="1969" y="2911"/>
                        <a:pt x="2336" y="2211"/>
                      </a:cubicBezTo>
                      <a:cubicBezTo>
                        <a:pt x="2703" y="1510"/>
                        <a:pt x="3137" y="843"/>
                        <a:pt x="3403" y="109"/>
                      </a:cubicBezTo>
                      <a:cubicBezTo>
                        <a:pt x="3427" y="63"/>
                        <a:pt x="3369" y="0"/>
                        <a:pt x="330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36" name="Google Shape;2636;p62"/>
                <p:cNvSpPr/>
                <p:nvPr/>
              </p:nvSpPr>
              <p:spPr>
                <a:xfrm>
                  <a:off x="5270933" y="2833196"/>
                  <a:ext cx="18064" cy="190871"/>
                </a:xfrm>
                <a:custGeom>
                  <a:rect b="b" l="l" r="r" t="t"/>
                  <a:pathLst>
                    <a:path extrusionOk="0" h="9182" w="869">
                      <a:moveTo>
                        <a:pt x="707" y="0"/>
                      </a:moveTo>
                      <a:cubicBezTo>
                        <a:pt x="656" y="0"/>
                        <a:pt x="588" y="48"/>
                        <a:pt x="568" y="108"/>
                      </a:cubicBezTo>
                      <a:cubicBezTo>
                        <a:pt x="535" y="742"/>
                        <a:pt x="568" y="1409"/>
                        <a:pt x="535" y="2043"/>
                      </a:cubicBezTo>
                      <a:cubicBezTo>
                        <a:pt x="535" y="2744"/>
                        <a:pt x="501" y="3411"/>
                        <a:pt x="468" y="4078"/>
                      </a:cubicBezTo>
                      <a:cubicBezTo>
                        <a:pt x="401" y="5412"/>
                        <a:pt x="134" y="7881"/>
                        <a:pt x="1" y="9181"/>
                      </a:cubicBezTo>
                      <a:cubicBezTo>
                        <a:pt x="268" y="7881"/>
                        <a:pt x="635" y="5412"/>
                        <a:pt x="735" y="4078"/>
                      </a:cubicBezTo>
                      <a:cubicBezTo>
                        <a:pt x="768" y="3411"/>
                        <a:pt x="801" y="2710"/>
                        <a:pt x="801" y="2043"/>
                      </a:cubicBezTo>
                      <a:cubicBezTo>
                        <a:pt x="835" y="1409"/>
                        <a:pt x="868" y="709"/>
                        <a:pt x="768" y="75"/>
                      </a:cubicBezTo>
                      <a:cubicBezTo>
                        <a:pt x="768" y="22"/>
                        <a:pt x="741" y="0"/>
                        <a:pt x="707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37" name="Google Shape;2637;p62"/>
                <p:cNvSpPr/>
                <p:nvPr/>
              </p:nvSpPr>
              <p:spPr>
                <a:xfrm>
                  <a:off x="5480575" y="3583957"/>
                  <a:ext cx="25901" cy="48539"/>
                </a:xfrm>
                <a:custGeom>
                  <a:rect b="b" l="l" r="r" t="t"/>
                  <a:pathLst>
                    <a:path extrusionOk="0" h="2335" w="1246">
                      <a:moveTo>
                        <a:pt x="1061" y="1"/>
                      </a:moveTo>
                      <a:cubicBezTo>
                        <a:pt x="1010" y="1"/>
                        <a:pt x="959" y="26"/>
                        <a:pt x="924" y="85"/>
                      </a:cubicBezTo>
                      <a:cubicBezTo>
                        <a:pt x="724" y="418"/>
                        <a:pt x="590" y="785"/>
                        <a:pt x="457" y="1119"/>
                      </a:cubicBezTo>
                      <a:cubicBezTo>
                        <a:pt x="290" y="1486"/>
                        <a:pt x="157" y="1853"/>
                        <a:pt x="23" y="2186"/>
                      </a:cubicBezTo>
                      <a:cubicBezTo>
                        <a:pt x="1" y="2275"/>
                        <a:pt x="68" y="2335"/>
                        <a:pt x="134" y="2335"/>
                      </a:cubicBezTo>
                      <a:cubicBezTo>
                        <a:pt x="168" y="2335"/>
                        <a:pt x="201" y="2320"/>
                        <a:pt x="223" y="2286"/>
                      </a:cubicBezTo>
                      <a:cubicBezTo>
                        <a:pt x="390" y="1953"/>
                        <a:pt x="590" y="1619"/>
                        <a:pt x="757" y="1252"/>
                      </a:cubicBezTo>
                      <a:cubicBezTo>
                        <a:pt x="924" y="919"/>
                        <a:pt x="1091" y="585"/>
                        <a:pt x="1224" y="218"/>
                      </a:cubicBezTo>
                      <a:cubicBezTo>
                        <a:pt x="1246" y="88"/>
                        <a:pt x="1155" y="1"/>
                        <a:pt x="1061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38" name="Google Shape;2638;p62"/>
                <p:cNvSpPr/>
                <p:nvPr/>
              </p:nvSpPr>
              <p:spPr>
                <a:xfrm>
                  <a:off x="5201877" y="2571751"/>
                  <a:ext cx="40536" cy="12535"/>
                </a:xfrm>
                <a:custGeom>
                  <a:rect b="b" l="l" r="r" t="t"/>
                  <a:pathLst>
                    <a:path extrusionOk="0" h="603" w="1950">
                      <a:moveTo>
                        <a:pt x="1858" y="1"/>
                      </a:moveTo>
                      <a:cubicBezTo>
                        <a:pt x="1846" y="1"/>
                        <a:pt x="1834" y="3"/>
                        <a:pt x="1822" y="10"/>
                      </a:cubicBezTo>
                      <a:cubicBezTo>
                        <a:pt x="1688" y="76"/>
                        <a:pt x="1588" y="210"/>
                        <a:pt x="1455" y="276"/>
                      </a:cubicBezTo>
                      <a:cubicBezTo>
                        <a:pt x="1321" y="343"/>
                        <a:pt x="1155" y="377"/>
                        <a:pt x="1021" y="410"/>
                      </a:cubicBezTo>
                      <a:cubicBezTo>
                        <a:pt x="921" y="432"/>
                        <a:pt x="817" y="443"/>
                        <a:pt x="714" y="443"/>
                      </a:cubicBezTo>
                      <a:cubicBezTo>
                        <a:pt x="506" y="443"/>
                        <a:pt x="298" y="399"/>
                        <a:pt x="121" y="310"/>
                      </a:cubicBezTo>
                      <a:cubicBezTo>
                        <a:pt x="101" y="297"/>
                        <a:pt x="84" y="291"/>
                        <a:pt x="70" y="291"/>
                      </a:cubicBezTo>
                      <a:cubicBezTo>
                        <a:pt x="11" y="291"/>
                        <a:pt x="0" y="383"/>
                        <a:pt x="54" y="410"/>
                      </a:cubicBezTo>
                      <a:cubicBezTo>
                        <a:pt x="277" y="534"/>
                        <a:pt x="518" y="602"/>
                        <a:pt x="763" y="602"/>
                      </a:cubicBezTo>
                      <a:cubicBezTo>
                        <a:pt x="849" y="602"/>
                        <a:pt x="935" y="594"/>
                        <a:pt x="1021" y="577"/>
                      </a:cubicBezTo>
                      <a:cubicBezTo>
                        <a:pt x="1188" y="577"/>
                        <a:pt x="1355" y="510"/>
                        <a:pt x="1522" y="443"/>
                      </a:cubicBezTo>
                      <a:cubicBezTo>
                        <a:pt x="1688" y="377"/>
                        <a:pt x="1855" y="276"/>
                        <a:pt x="1922" y="110"/>
                      </a:cubicBezTo>
                      <a:cubicBezTo>
                        <a:pt x="1949" y="55"/>
                        <a:pt x="1910" y="1"/>
                        <a:pt x="1858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39" name="Google Shape;2639;p62"/>
                <p:cNvSpPr/>
                <p:nvPr/>
              </p:nvSpPr>
              <p:spPr>
                <a:xfrm>
                  <a:off x="4855578" y="3100315"/>
                  <a:ext cx="29851" cy="31930"/>
                </a:xfrm>
                <a:custGeom>
                  <a:rect b="b" l="l" r="r" t="t"/>
                  <a:pathLst>
                    <a:path extrusionOk="0" h="1536" w="1436">
                      <a:moveTo>
                        <a:pt x="134" y="1"/>
                      </a:moveTo>
                      <a:cubicBezTo>
                        <a:pt x="84" y="1"/>
                        <a:pt x="34" y="34"/>
                        <a:pt x="34" y="101"/>
                      </a:cubicBezTo>
                      <a:cubicBezTo>
                        <a:pt x="1" y="434"/>
                        <a:pt x="134" y="801"/>
                        <a:pt x="368" y="1068"/>
                      </a:cubicBezTo>
                      <a:cubicBezTo>
                        <a:pt x="468" y="1202"/>
                        <a:pt x="601" y="1335"/>
                        <a:pt x="768" y="1402"/>
                      </a:cubicBezTo>
                      <a:cubicBezTo>
                        <a:pt x="835" y="1435"/>
                        <a:pt x="935" y="1468"/>
                        <a:pt x="1035" y="1502"/>
                      </a:cubicBezTo>
                      <a:cubicBezTo>
                        <a:pt x="1068" y="1535"/>
                        <a:pt x="1102" y="1535"/>
                        <a:pt x="1168" y="1535"/>
                      </a:cubicBezTo>
                      <a:lnTo>
                        <a:pt x="1302" y="1535"/>
                      </a:lnTo>
                      <a:cubicBezTo>
                        <a:pt x="1435" y="1502"/>
                        <a:pt x="1402" y="1335"/>
                        <a:pt x="1302" y="1302"/>
                      </a:cubicBezTo>
                      <a:cubicBezTo>
                        <a:pt x="1269" y="1268"/>
                        <a:pt x="1235" y="1268"/>
                        <a:pt x="1202" y="1235"/>
                      </a:cubicBezTo>
                      <a:lnTo>
                        <a:pt x="1102" y="1235"/>
                      </a:lnTo>
                      <a:cubicBezTo>
                        <a:pt x="1035" y="1202"/>
                        <a:pt x="968" y="1202"/>
                        <a:pt x="902" y="1168"/>
                      </a:cubicBezTo>
                      <a:cubicBezTo>
                        <a:pt x="768" y="1102"/>
                        <a:pt x="635" y="1001"/>
                        <a:pt x="535" y="901"/>
                      </a:cubicBezTo>
                      <a:cubicBezTo>
                        <a:pt x="335" y="668"/>
                        <a:pt x="234" y="401"/>
                        <a:pt x="234" y="101"/>
                      </a:cubicBezTo>
                      <a:cubicBezTo>
                        <a:pt x="234" y="34"/>
                        <a:pt x="184" y="1"/>
                        <a:pt x="134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40" name="Google Shape;2640;p62"/>
                <p:cNvSpPr/>
                <p:nvPr/>
              </p:nvSpPr>
              <p:spPr>
                <a:xfrm>
                  <a:off x="7327233" y="3485840"/>
                  <a:ext cx="568289" cy="701890"/>
                </a:xfrm>
                <a:custGeom>
                  <a:rect b="b" l="l" r="r" t="t"/>
                  <a:pathLst>
                    <a:path extrusionOk="0" h="33765" w="27338">
                      <a:moveTo>
                        <a:pt x="22301" y="11743"/>
                      </a:moveTo>
                      <a:cubicBezTo>
                        <a:pt x="22501" y="12644"/>
                        <a:pt x="22701" y="13578"/>
                        <a:pt x="22868" y="14512"/>
                      </a:cubicBezTo>
                      <a:cubicBezTo>
                        <a:pt x="23201" y="16113"/>
                        <a:pt x="23535" y="17714"/>
                        <a:pt x="23869" y="19349"/>
                      </a:cubicBezTo>
                      <a:cubicBezTo>
                        <a:pt x="22834" y="18948"/>
                        <a:pt x="21734" y="18615"/>
                        <a:pt x="20700" y="18248"/>
                      </a:cubicBezTo>
                      <a:lnTo>
                        <a:pt x="20666" y="18248"/>
                      </a:lnTo>
                      <a:cubicBezTo>
                        <a:pt x="19432" y="17814"/>
                        <a:pt x="18164" y="17380"/>
                        <a:pt x="16930" y="16947"/>
                      </a:cubicBezTo>
                      <a:cubicBezTo>
                        <a:pt x="15896" y="16613"/>
                        <a:pt x="14862" y="16246"/>
                        <a:pt x="13828" y="15879"/>
                      </a:cubicBezTo>
                      <a:cubicBezTo>
                        <a:pt x="15463" y="15246"/>
                        <a:pt x="17097" y="14612"/>
                        <a:pt x="18665" y="13811"/>
                      </a:cubicBezTo>
                      <a:cubicBezTo>
                        <a:pt x="19699" y="13311"/>
                        <a:pt x="20700" y="12744"/>
                        <a:pt x="21634" y="12077"/>
                      </a:cubicBezTo>
                      <a:cubicBezTo>
                        <a:pt x="21867" y="11977"/>
                        <a:pt x="22101" y="11843"/>
                        <a:pt x="22301" y="11743"/>
                      </a:cubicBezTo>
                      <a:close/>
                      <a:moveTo>
                        <a:pt x="5289" y="13511"/>
                      </a:moveTo>
                      <a:cubicBezTo>
                        <a:pt x="5389" y="13611"/>
                        <a:pt x="5522" y="13644"/>
                        <a:pt x="5689" y="13711"/>
                      </a:cubicBezTo>
                      <a:cubicBezTo>
                        <a:pt x="6022" y="13845"/>
                        <a:pt x="6356" y="13978"/>
                        <a:pt x="6690" y="14111"/>
                      </a:cubicBezTo>
                      <a:cubicBezTo>
                        <a:pt x="7323" y="14345"/>
                        <a:pt x="7957" y="14545"/>
                        <a:pt x="8591" y="14779"/>
                      </a:cubicBezTo>
                      <a:cubicBezTo>
                        <a:pt x="9758" y="15179"/>
                        <a:pt x="10926" y="15579"/>
                        <a:pt x="12060" y="15979"/>
                      </a:cubicBezTo>
                      <a:cubicBezTo>
                        <a:pt x="12060" y="15979"/>
                        <a:pt x="12027" y="15979"/>
                        <a:pt x="11993" y="16013"/>
                      </a:cubicBezTo>
                      <a:cubicBezTo>
                        <a:pt x="9658" y="16913"/>
                        <a:pt x="7323" y="17847"/>
                        <a:pt x="5122" y="19115"/>
                      </a:cubicBezTo>
                      <a:cubicBezTo>
                        <a:pt x="4621" y="19349"/>
                        <a:pt x="4154" y="19582"/>
                        <a:pt x="3654" y="19816"/>
                      </a:cubicBezTo>
                      <a:cubicBezTo>
                        <a:pt x="4188" y="17714"/>
                        <a:pt x="4722" y="15613"/>
                        <a:pt x="5289" y="13511"/>
                      </a:cubicBezTo>
                      <a:close/>
                      <a:moveTo>
                        <a:pt x="8603" y="0"/>
                      </a:moveTo>
                      <a:cubicBezTo>
                        <a:pt x="8512" y="0"/>
                        <a:pt x="8423" y="49"/>
                        <a:pt x="8357" y="168"/>
                      </a:cubicBezTo>
                      <a:cubicBezTo>
                        <a:pt x="8124" y="669"/>
                        <a:pt x="7991" y="1202"/>
                        <a:pt x="7824" y="1736"/>
                      </a:cubicBezTo>
                      <a:cubicBezTo>
                        <a:pt x="7657" y="2303"/>
                        <a:pt x="7524" y="2837"/>
                        <a:pt x="7357" y="3370"/>
                      </a:cubicBezTo>
                      <a:cubicBezTo>
                        <a:pt x="7023" y="4438"/>
                        <a:pt x="6723" y="5505"/>
                        <a:pt x="6423" y="6573"/>
                      </a:cubicBezTo>
                      <a:cubicBezTo>
                        <a:pt x="5822" y="8708"/>
                        <a:pt x="5222" y="10842"/>
                        <a:pt x="4655" y="13011"/>
                      </a:cubicBezTo>
                      <a:cubicBezTo>
                        <a:pt x="3521" y="17314"/>
                        <a:pt x="2420" y="21684"/>
                        <a:pt x="1453" y="26053"/>
                      </a:cubicBezTo>
                      <a:cubicBezTo>
                        <a:pt x="1186" y="27254"/>
                        <a:pt x="919" y="28488"/>
                        <a:pt x="685" y="29723"/>
                      </a:cubicBezTo>
                      <a:cubicBezTo>
                        <a:pt x="452" y="30924"/>
                        <a:pt x="152" y="32158"/>
                        <a:pt x="18" y="33392"/>
                      </a:cubicBezTo>
                      <a:cubicBezTo>
                        <a:pt x="0" y="33500"/>
                        <a:pt x="90" y="33560"/>
                        <a:pt x="186" y="33560"/>
                      </a:cubicBezTo>
                      <a:cubicBezTo>
                        <a:pt x="268" y="33560"/>
                        <a:pt x="355" y="33517"/>
                        <a:pt x="385" y="33425"/>
                      </a:cubicBezTo>
                      <a:cubicBezTo>
                        <a:pt x="719" y="32358"/>
                        <a:pt x="919" y="31290"/>
                        <a:pt x="1186" y="30190"/>
                      </a:cubicBezTo>
                      <a:cubicBezTo>
                        <a:pt x="1453" y="29122"/>
                        <a:pt x="1686" y="28055"/>
                        <a:pt x="1953" y="26954"/>
                      </a:cubicBezTo>
                      <a:cubicBezTo>
                        <a:pt x="2387" y="25119"/>
                        <a:pt x="2820" y="23285"/>
                        <a:pt x="3287" y="21417"/>
                      </a:cubicBezTo>
                      <a:cubicBezTo>
                        <a:pt x="3421" y="21317"/>
                        <a:pt x="3487" y="21083"/>
                        <a:pt x="3387" y="20950"/>
                      </a:cubicBezTo>
                      <a:cubicBezTo>
                        <a:pt x="3454" y="20883"/>
                        <a:pt x="3554" y="20816"/>
                        <a:pt x="3621" y="20783"/>
                      </a:cubicBezTo>
                      <a:cubicBezTo>
                        <a:pt x="3754" y="20683"/>
                        <a:pt x="3888" y="20583"/>
                        <a:pt x="4021" y="20483"/>
                      </a:cubicBezTo>
                      <a:cubicBezTo>
                        <a:pt x="4321" y="20283"/>
                        <a:pt x="4621" y="20116"/>
                        <a:pt x="4922" y="19916"/>
                      </a:cubicBezTo>
                      <a:cubicBezTo>
                        <a:pt x="5522" y="19549"/>
                        <a:pt x="6156" y="19215"/>
                        <a:pt x="6790" y="18882"/>
                      </a:cubicBezTo>
                      <a:cubicBezTo>
                        <a:pt x="8057" y="18214"/>
                        <a:pt x="9392" y="17647"/>
                        <a:pt x="10726" y="17114"/>
                      </a:cubicBezTo>
                      <a:cubicBezTo>
                        <a:pt x="11460" y="16813"/>
                        <a:pt x="12160" y="16547"/>
                        <a:pt x="12894" y="16246"/>
                      </a:cubicBezTo>
                      <a:cubicBezTo>
                        <a:pt x="15262" y="17047"/>
                        <a:pt x="17631" y="17881"/>
                        <a:pt x="19999" y="18681"/>
                      </a:cubicBezTo>
                      <a:cubicBezTo>
                        <a:pt x="20700" y="18948"/>
                        <a:pt x="21433" y="19182"/>
                        <a:pt x="22134" y="19449"/>
                      </a:cubicBezTo>
                      <a:cubicBezTo>
                        <a:pt x="22768" y="19649"/>
                        <a:pt x="23368" y="19882"/>
                        <a:pt x="24002" y="20082"/>
                      </a:cubicBezTo>
                      <a:cubicBezTo>
                        <a:pt x="24469" y="22284"/>
                        <a:pt x="24903" y="24486"/>
                        <a:pt x="25336" y="26687"/>
                      </a:cubicBezTo>
                      <a:cubicBezTo>
                        <a:pt x="25570" y="27821"/>
                        <a:pt x="25803" y="28955"/>
                        <a:pt x="26037" y="30090"/>
                      </a:cubicBezTo>
                      <a:cubicBezTo>
                        <a:pt x="26137" y="30657"/>
                        <a:pt x="26270" y="31257"/>
                        <a:pt x="26370" y="31824"/>
                      </a:cubicBezTo>
                      <a:cubicBezTo>
                        <a:pt x="26470" y="32391"/>
                        <a:pt x="26570" y="33025"/>
                        <a:pt x="26771" y="33559"/>
                      </a:cubicBezTo>
                      <a:cubicBezTo>
                        <a:pt x="26817" y="33697"/>
                        <a:pt x="26941" y="33765"/>
                        <a:pt x="27061" y="33765"/>
                      </a:cubicBezTo>
                      <a:cubicBezTo>
                        <a:pt x="27202" y="33765"/>
                        <a:pt x="27338" y="33672"/>
                        <a:pt x="27338" y="33492"/>
                      </a:cubicBezTo>
                      <a:cubicBezTo>
                        <a:pt x="27304" y="32992"/>
                        <a:pt x="27204" y="32491"/>
                        <a:pt x="27104" y="31991"/>
                      </a:cubicBezTo>
                      <a:cubicBezTo>
                        <a:pt x="27004" y="31491"/>
                        <a:pt x="26904" y="30990"/>
                        <a:pt x="26804" y="30490"/>
                      </a:cubicBezTo>
                      <a:cubicBezTo>
                        <a:pt x="26604" y="29456"/>
                        <a:pt x="26370" y="28422"/>
                        <a:pt x="26170" y="27388"/>
                      </a:cubicBezTo>
                      <a:cubicBezTo>
                        <a:pt x="25770" y="25353"/>
                        <a:pt x="25370" y="23351"/>
                        <a:pt x="24936" y="21317"/>
                      </a:cubicBezTo>
                      <a:cubicBezTo>
                        <a:pt x="24836" y="20883"/>
                        <a:pt x="24769" y="20449"/>
                        <a:pt x="24669" y="20016"/>
                      </a:cubicBezTo>
                      <a:cubicBezTo>
                        <a:pt x="24736" y="19916"/>
                        <a:pt x="24702" y="19749"/>
                        <a:pt x="24602" y="19649"/>
                      </a:cubicBezTo>
                      <a:cubicBezTo>
                        <a:pt x="23869" y="16146"/>
                        <a:pt x="23135" y="12644"/>
                        <a:pt x="22401" y="9141"/>
                      </a:cubicBezTo>
                      <a:cubicBezTo>
                        <a:pt x="22134" y="8007"/>
                        <a:pt x="21900" y="6906"/>
                        <a:pt x="21667" y="5772"/>
                      </a:cubicBezTo>
                      <a:cubicBezTo>
                        <a:pt x="21400" y="4605"/>
                        <a:pt x="21200" y="3437"/>
                        <a:pt x="20800" y="2303"/>
                      </a:cubicBezTo>
                      <a:cubicBezTo>
                        <a:pt x="20784" y="2223"/>
                        <a:pt x="20700" y="2182"/>
                        <a:pt x="20619" y="2182"/>
                      </a:cubicBezTo>
                      <a:cubicBezTo>
                        <a:pt x="20532" y="2182"/>
                        <a:pt x="20449" y="2232"/>
                        <a:pt x="20466" y="2336"/>
                      </a:cubicBezTo>
                      <a:cubicBezTo>
                        <a:pt x="20566" y="3370"/>
                        <a:pt x="20800" y="4338"/>
                        <a:pt x="21000" y="5339"/>
                      </a:cubicBezTo>
                      <a:cubicBezTo>
                        <a:pt x="21200" y="6373"/>
                        <a:pt x="21400" y="7407"/>
                        <a:pt x="21634" y="8441"/>
                      </a:cubicBezTo>
                      <a:cubicBezTo>
                        <a:pt x="21834" y="9375"/>
                        <a:pt x="22001" y="10309"/>
                        <a:pt x="22201" y="11243"/>
                      </a:cubicBezTo>
                      <a:cubicBezTo>
                        <a:pt x="21634" y="11476"/>
                        <a:pt x="21100" y="11776"/>
                        <a:pt x="20533" y="12043"/>
                      </a:cubicBezTo>
                      <a:cubicBezTo>
                        <a:pt x="19932" y="12344"/>
                        <a:pt x="19299" y="12644"/>
                        <a:pt x="18665" y="12911"/>
                      </a:cubicBezTo>
                      <a:cubicBezTo>
                        <a:pt x="17431" y="13511"/>
                        <a:pt x="16163" y="14111"/>
                        <a:pt x="14895" y="14679"/>
                      </a:cubicBezTo>
                      <a:cubicBezTo>
                        <a:pt x="14228" y="14979"/>
                        <a:pt x="13561" y="15279"/>
                        <a:pt x="12927" y="15579"/>
                      </a:cubicBezTo>
                      <a:cubicBezTo>
                        <a:pt x="11727" y="15179"/>
                        <a:pt x="10526" y="14779"/>
                        <a:pt x="9325" y="14378"/>
                      </a:cubicBezTo>
                      <a:cubicBezTo>
                        <a:pt x="8624" y="14145"/>
                        <a:pt x="7924" y="13911"/>
                        <a:pt x="7257" y="13678"/>
                      </a:cubicBezTo>
                      <a:cubicBezTo>
                        <a:pt x="6890" y="13578"/>
                        <a:pt x="6523" y="13444"/>
                        <a:pt x="6156" y="13344"/>
                      </a:cubicBezTo>
                      <a:cubicBezTo>
                        <a:pt x="5922" y="13278"/>
                        <a:pt x="5656" y="13177"/>
                        <a:pt x="5389" y="13177"/>
                      </a:cubicBezTo>
                      <a:cubicBezTo>
                        <a:pt x="5889" y="11309"/>
                        <a:pt x="6389" y="9475"/>
                        <a:pt x="6890" y="7607"/>
                      </a:cubicBezTo>
                      <a:cubicBezTo>
                        <a:pt x="7223" y="6439"/>
                        <a:pt x="7590" y="5238"/>
                        <a:pt x="7924" y="4071"/>
                      </a:cubicBezTo>
                      <a:cubicBezTo>
                        <a:pt x="8091" y="3471"/>
                        <a:pt x="8257" y="2870"/>
                        <a:pt x="8458" y="2270"/>
                      </a:cubicBezTo>
                      <a:cubicBezTo>
                        <a:pt x="8624" y="1669"/>
                        <a:pt x="8858" y="1069"/>
                        <a:pt x="8958" y="435"/>
                      </a:cubicBezTo>
                      <a:cubicBezTo>
                        <a:pt x="8980" y="210"/>
                        <a:pt x="8790" y="0"/>
                        <a:pt x="860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41" name="Google Shape;2641;p62"/>
                <p:cNvSpPr/>
                <p:nvPr/>
              </p:nvSpPr>
              <p:spPr>
                <a:xfrm>
                  <a:off x="7021802" y="2743061"/>
                  <a:ext cx="472230" cy="427537"/>
                </a:xfrm>
                <a:custGeom>
                  <a:rect b="b" l="l" r="r" t="t"/>
                  <a:pathLst>
                    <a:path extrusionOk="0" h="20567" w="22717">
                      <a:moveTo>
                        <a:pt x="18845" y="1"/>
                      </a:moveTo>
                      <a:cubicBezTo>
                        <a:pt x="17687" y="1"/>
                        <a:pt x="16865" y="1107"/>
                        <a:pt x="16379" y="2443"/>
                      </a:cubicBezTo>
                      <a:cubicBezTo>
                        <a:pt x="16012" y="3410"/>
                        <a:pt x="15812" y="4444"/>
                        <a:pt x="15578" y="5445"/>
                      </a:cubicBezTo>
                      <a:cubicBezTo>
                        <a:pt x="15245" y="6846"/>
                        <a:pt x="14878" y="7947"/>
                        <a:pt x="14244" y="9281"/>
                      </a:cubicBezTo>
                      <a:cubicBezTo>
                        <a:pt x="13811" y="10115"/>
                        <a:pt x="13410" y="10982"/>
                        <a:pt x="12877" y="11750"/>
                      </a:cubicBezTo>
                      <a:cubicBezTo>
                        <a:pt x="12243" y="12650"/>
                        <a:pt x="11476" y="13451"/>
                        <a:pt x="10608" y="14118"/>
                      </a:cubicBezTo>
                      <a:cubicBezTo>
                        <a:pt x="8974" y="15385"/>
                        <a:pt x="7039" y="16286"/>
                        <a:pt x="5104" y="17020"/>
                      </a:cubicBezTo>
                      <a:cubicBezTo>
                        <a:pt x="4004" y="17420"/>
                        <a:pt x="2903" y="17821"/>
                        <a:pt x="1769" y="18154"/>
                      </a:cubicBezTo>
                      <a:cubicBezTo>
                        <a:pt x="1001" y="18388"/>
                        <a:pt x="1" y="18855"/>
                        <a:pt x="201" y="19488"/>
                      </a:cubicBezTo>
                      <a:lnTo>
                        <a:pt x="201" y="19455"/>
                      </a:lnTo>
                      <a:cubicBezTo>
                        <a:pt x="268" y="19689"/>
                        <a:pt x="501" y="19955"/>
                        <a:pt x="968" y="20222"/>
                      </a:cubicBezTo>
                      <a:cubicBezTo>
                        <a:pt x="1483" y="20493"/>
                        <a:pt x="2063" y="20566"/>
                        <a:pt x="2620" y="20566"/>
                      </a:cubicBezTo>
                      <a:cubicBezTo>
                        <a:pt x="2750" y="20566"/>
                        <a:pt x="2877" y="20562"/>
                        <a:pt x="3003" y="20556"/>
                      </a:cubicBezTo>
                      <a:cubicBezTo>
                        <a:pt x="6505" y="20489"/>
                        <a:pt x="9974" y="20089"/>
                        <a:pt x="13377" y="19355"/>
                      </a:cubicBezTo>
                      <a:cubicBezTo>
                        <a:pt x="14444" y="19121"/>
                        <a:pt x="15612" y="18821"/>
                        <a:pt x="16446" y="18054"/>
                      </a:cubicBezTo>
                      <a:cubicBezTo>
                        <a:pt x="16946" y="17554"/>
                        <a:pt x="17313" y="16920"/>
                        <a:pt x="17647" y="16253"/>
                      </a:cubicBezTo>
                      <a:cubicBezTo>
                        <a:pt x="19114" y="13417"/>
                        <a:pt x="20115" y="10382"/>
                        <a:pt x="21116" y="7346"/>
                      </a:cubicBezTo>
                      <a:cubicBezTo>
                        <a:pt x="21883" y="5078"/>
                        <a:pt x="22717" y="2109"/>
                        <a:pt x="20282" y="508"/>
                      </a:cubicBezTo>
                      <a:cubicBezTo>
                        <a:pt x="19756" y="155"/>
                        <a:pt x="19277" y="1"/>
                        <a:pt x="18845" y="1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42" name="Google Shape;2642;p62"/>
                <p:cNvSpPr/>
                <p:nvPr/>
              </p:nvSpPr>
              <p:spPr>
                <a:xfrm>
                  <a:off x="7261025" y="2768318"/>
                  <a:ext cx="757933" cy="790382"/>
                </a:xfrm>
                <a:custGeom>
                  <a:rect b="b" l="l" r="r" t="t"/>
                  <a:pathLst>
                    <a:path extrusionOk="0" h="38022" w="36461">
                      <a:moveTo>
                        <a:pt x="24563" y="0"/>
                      </a:moveTo>
                      <a:cubicBezTo>
                        <a:pt x="22813" y="0"/>
                        <a:pt x="21065" y="485"/>
                        <a:pt x="19481" y="1595"/>
                      </a:cubicBezTo>
                      <a:cubicBezTo>
                        <a:pt x="13911" y="5464"/>
                        <a:pt x="14978" y="11569"/>
                        <a:pt x="14978" y="17406"/>
                      </a:cubicBezTo>
                      <a:cubicBezTo>
                        <a:pt x="14978" y="20975"/>
                        <a:pt x="15512" y="24711"/>
                        <a:pt x="14511" y="27580"/>
                      </a:cubicBezTo>
                      <a:cubicBezTo>
                        <a:pt x="13811" y="29615"/>
                        <a:pt x="12310" y="31216"/>
                        <a:pt x="9274" y="32017"/>
                      </a:cubicBezTo>
                      <a:cubicBezTo>
                        <a:pt x="7006" y="32650"/>
                        <a:pt x="4738" y="33251"/>
                        <a:pt x="2436" y="33885"/>
                      </a:cubicBezTo>
                      <a:cubicBezTo>
                        <a:pt x="1702" y="34085"/>
                        <a:pt x="902" y="34318"/>
                        <a:pt x="535" y="34985"/>
                      </a:cubicBezTo>
                      <a:cubicBezTo>
                        <a:pt x="1" y="35886"/>
                        <a:pt x="668" y="37120"/>
                        <a:pt x="1602" y="37587"/>
                      </a:cubicBezTo>
                      <a:cubicBezTo>
                        <a:pt x="2216" y="37916"/>
                        <a:pt x="2901" y="38000"/>
                        <a:pt x="3602" y="38000"/>
                      </a:cubicBezTo>
                      <a:cubicBezTo>
                        <a:pt x="3968" y="38000"/>
                        <a:pt x="4338" y="37977"/>
                        <a:pt x="4704" y="37954"/>
                      </a:cubicBezTo>
                      <a:cubicBezTo>
                        <a:pt x="6731" y="37841"/>
                        <a:pt x="8768" y="37781"/>
                        <a:pt x="10804" y="37781"/>
                      </a:cubicBezTo>
                      <a:cubicBezTo>
                        <a:pt x="12354" y="37781"/>
                        <a:pt x="13903" y="37815"/>
                        <a:pt x="15445" y="37887"/>
                      </a:cubicBezTo>
                      <a:cubicBezTo>
                        <a:pt x="16807" y="37941"/>
                        <a:pt x="18177" y="38022"/>
                        <a:pt x="19547" y="38022"/>
                      </a:cubicBezTo>
                      <a:cubicBezTo>
                        <a:pt x="20762" y="38022"/>
                        <a:pt x="21977" y="37958"/>
                        <a:pt x="23184" y="37754"/>
                      </a:cubicBezTo>
                      <a:cubicBezTo>
                        <a:pt x="25486" y="37387"/>
                        <a:pt x="29255" y="36053"/>
                        <a:pt x="30323" y="33751"/>
                      </a:cubicBezTo>
                      <a:cubicBezTo>
                        <a:pt x="32724" y="28547"/>
                        <a:pt x="34459" y="23010"/>
                        <a:pt x="35493" y="17339"/>
                      </a:cubicBezTo>
                      <a:cubicBezTo>
                        <a:pt x="36294" y="12836"/>
                        <a:pt x="36460" y="7666"/>
                        <a:pt x="33391" y="4230"/>
                      </a:cubicBezTo>
                      <a:cubicBezTo>
                        <a:pt x="31168" y="1723"/>
                        <a:pt x="27863" y="0"/>
                        <a:pt x="2456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43" name="Google Shape;2643;p62"/>
                <p:cNvSpPr/>
                <p:nvPr/>
              </p:nvSpPr>
              <p:spPr>
                <a:xfrm>
                  <a:off x="7137609" y="3910154"/>
                  <a:ext cx="136615" cy="244503"/>
                </a:xfrm>
                <a:custGeom>
                  <a:rect b="b" l="l" r="r" t="t"/>
                  <a:pathLst>
                    <a:path extrusionOk="0" h="11762" w="6572">
                      <a:moveTo>
                        <a:pt x="3447" y="0"/>
                      </a:moveTo>
                      <a:cubicBezTo>
                        <a:pt x="2922" y="0"/>
                        <a:pt x="2407" y="200"/>
                        <a:pt x="2035" y="571"/>
                      </a:cubicBezTo>
                      <a:cubicBezTo>
                        <a:pt x="1635" y="971"/>
                        <a:pt x="701" y="771"/>
                        <a:pt x="534" y="1305"/>
                      </a:cubicBezTo>
                      <a:cubicBezTo>
                        <a:pt x="0" y="3173"/>
                        <a:pt x="534" y="5875"/>
                        <a:pt x="334" y="7810"/>
                      </a:cubicBezTo>
                      <a:cubicBezTo>
                        <a:pt x="301" y="8410"/>
                        <a:pt x="234" y="8977"/>
                        <a:pt x="167" y="9544"/>
                      </a:cubicBezTo>
                      <a:cubicBezTo>
                        <a:pt x="134" y="9844"/>
                        <a:pt x="134" y="10145"/>
                        <a:pt x="234" y="10411"/>
                      </a:cubicBezTo>
                      <a:cubicBezTo>
                        <a:pt x="367" y="10745"/>
                        <a:pt x="667" y="11312"/>
                        <a:pt x="968" y="11546"/>
                      </a:cubicBezTo>
                      <a:cubicBezTo>
                        <a:pt x="1210" y="11715"/>
                        <a:pt x="1522" y="11762"/>
                        <a:pt x="1828" y="11762"/>
                      </a:cubicBezTo>
                      <a:cubicBezTo>
                        <a:pt x="1944" y="11762"/>
                        <a:pt x="2059" y="11755"/>
                        <a:pt x="2169" y="11746"/>
                      </a:cubicBezTo>
                      <a:lnTo>
                        <a:pt x="4203" y="11679"/>
                      </a:lnTo>
                      <a:cubicBezTo>
                        <a:pt x="4737" y="11646"/>
                        <a:pt x="5337" y="11612"/>
                        <a:pt x="5704" y="11212"/>
                      </a:cubicBezTo>
                      <a:cubicBezTo>
                        <a:pt x="5971" y="10945"/>
                        <a:pt x="6038" y="10545"/>
                        <a:pt x="6138" y="10178"/>
                      </a:cubicBezTo>
                      <a:cubicBezTo>
                        <a:pt x="6271" y="9511"/>
                        <a:pt x="6338" y="8844"/>
                        <a:pt x="6372" y="8210"/>
                      </a:cubicBezTo>
                      <a:lnTo>
                        <a:pt x="6405" y="8210"/>
                      </a:lnTo>
                      <a:cubicBezTo>
                        <a:pt x="6472" y="7243"/>
                        <a:pt x="6472" y="6309"/>
                        <a:pt x="6538" y="5341"/>
                      </a:cubicBezTo>
                      <a:cubicBezTo>
                        <a:pt x="6572" y="4441"/>
                        <a:pt x="6505" y="3473"/>
                        <a:pt x="6372" y="2573"/>
                      </a:cubicBezTo>
                      <a:cubicBezTo>
                        <a:pt x="6338" y="2106"/>
                        <a:pt x="6238" y="1672"/>
                        <a:pt x="6005" y="1272"/>
                      </a:cubicBezTo>
                      <a:cubicBezTo>
                        <a:pt x="5804" y="938"/>
                        <a:pt x="5504" y="705"/>
                        <a:pt x="5171" y="504"/>
                      </a:cubicBezTo>
                      <a:cubicBezTo>
                        <a:pt x="4704" y="204"/>
                        <a:pt x="4137" y="4"/>
                        <a:pt x="3570" y="4"/>
                      </a:cubicBezTo>
                      <a:cubicBezTo>
                        <a:pt x="3529" y="2"/>
                        <a:pt x="3488" y="0"/>
                        <a:pt x="3447" y="0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44" name="Google Shape;2644;p62"/>
                <p:cNvSpPr/>
                <p:nvPr/>
              </p:nvSpPr>
              <p:spPr>
                <a:xfrm>
                  <a:off x="6965634" y="4075083"/>
                  <a:ext cx="309297" cy="123208"/>
                </a:xfrm>
                <a:custGeom>
                  <a:rect b="b" l="l" r="r" t="t"/>
                  <a:pathLst>
                    <a:path extrusionOk="0" h="5927" w="14879">
                      <a:moveTo>
                        <a:pt x="8521" y="0"/>
                      </a:moveTo>
                      <a:cubicBezTo>
                        <a:pt x="8302" y="0"/>
                        <a:pt x="8107" y="70"/>
                        <a:pt x="7973" y="276"/>
                      </a:cubicBezTo>
                      <a:cubicBezTo>
                        <a:pt x="7840" y="509"/>
                        <a:pt x="7806" y="810"/>
                        <a:pt x="7673" y="1043"/>
                      </a:cubicBezTo>
                      <a:cubicBezTo>
                        <a:pt x="7339" y="1677"/>
                        <a:pt x="6539" y="1910"/>
                        <a:pt x="5838" y="2077"/>
                      </a:cubicBezTo>
                      <a:cubicBezTo>
                        <a:pt x="4304" y="2444"/>
                        <a:pt x="2769" y="2944"/>
                        <a:pt x="1302" y="3578"/>
                      </a:cubicBezTo>
                      <a:cubicBezTo>
                        <a:pt x="901" y="3745"/>
                        <a:pt x="501" y="3945"/>
                        <a:pt x="268" y="4312"/>
                      </a:cubicBezTo>
                      <a:cubicBezTo>
                        <a:pt x="1" y="4746"/>
                        <a:pt x="67" y="5213"/>
                        <a:pt x="468" y="5546"/>
                      </a:cubicBezTo>
                      <a:cubicBezTo>
                        <a:pt x="748" y="5784"/>
                        <a:pt x="1043" y="5826"/>
                        <a:pt x="1360" y="5826"/>
                      </a:cubicBezTo>
                      <a:cubicBezTo>
                        <a:pt x="1534" y="5826"/>
                        <a:pt x="1714" y="5813"/>
                        <a:pt x="1902" y="5813"/>
                      </a:cubicBezTo>
                      <a:cubicBezTo>
                        <a:pt x="2469" y="5847"/>
                        <a:pt x="3070" y="5880"/>
                        <a:pt x="3637" y="5913"/>
                      </a:cubicBezTo>
                      <a:cubicBezTo>
                        <a:pt x="3923" y="5922"/>
                        <a:pt x="4209" y="5926"/>
                        <a:pt x="4495" y="5926"/>
                      </a:cubicBezTo>
                      <a:cubicBezTo>
                        <a:pt x="6344" y="5926"/>
                        <a:pt x="8197" y="5753"/>
                        <a:pt x="10075" y="5580"/>
                      </a:cubicBezTo>
                      <a:cubicBezTo>
                        <a:pt x="11009" y="5480"/>
                        <a:pt x="11943" y="5413"/>
                        <a:pt x="12877" y="5313"/>
                      </a:cubicBezTo>
                      <a:cubicBezTo>
                        <a:pt x="13227" y="5272"/>
                        <a:pt x="13603" y="5243"/>
                        <a:pt x="13973" y="5243"/>
                      </a:cubicBezTo>
                      <a:cubicBezTo>
                        <a:pt x="14202" y="5243"/>
                        <a:pt x="14428" y="5254"/>
                        <a:pt x="14645" y="5279"/>
                      </a:cubicBezTo>
                      <a:cubicBezTo>
                        <a:pt x="14745" y="5113"/>
                        <a:pt x="14778" y="4879"/>
                        <a:pt x="14778" y="4679"/>
                      </a:cubicBezTo>
                      <a:cubicBezTo>
                        <a:pt x="14778" y="3512"/>
                        <a:pt x="14878" y="2311"/>
                        <a:pt x="14778" y="1143"/>
                      </a:cubicBezTo>
                      <a:cubicBezTo>
                        <a:pt x="14759" y="778"/>
                        <a:pt x="14574" y="701"/>
                        <a:pt x="14318" y="701"/>
                      </a:cubicBezTo>
                      <a:cubicBezTo>
                        <a:pt x="14130" y="701"/>
                        <a:pt x="13904" y="743"/>
                        <a:pt x="13677" y="743"/>
                      </a:cubicBezTo>
                      <a:cubicBezTo>
                        <a:pt x="13077" y="743"/>
                        <a:pt x="12443" y="676"/>
                        <a:pt x="11809" y="609"/>
                      </a:cubicBezTo>
                      <a:cubicBezTo>
                        <a:pt x="11109" y="543"/>
                        <a:pt x="10375" y="443"/>
                        <a:pt x="9674" y="276"/>
                      </a:cubicBezTo>
                      <a:cubicBezTo>
                        <a:pt x="9356" y="212"/>
                        <a:pt x="8903" y="0"/>
                        <a:pt x="8521" y="0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45" name="Google Shape;2645;p62"/>
                <p:cNvSpPr/>
                <p:nvPr/>
              </p:nvSpPr>
              <p:spPr>
                <a:xfrm>
                  <a:off x="7463516" y="3081606"/>
                  <a:ext cx="707" cy="1393"/>
                </a:xfrm>
                <a:custGeom>
                  <a:rect b="b" l="l" r="r" t="t"/>
                  <a:pathLst>
                    <a:path extrusionOk="0" h="67" w="34">
                      <a:moveTo>
                        <a:pt x="34" y="0"/>
                      </a:moveTo>
                      <a:lnTo>
                        <a:pt x="0" y="67"/>
                      </a:lnTo>
                      <a:cubicBezTo>
                        <a:pt x="34" y="67"/>
                        <a:pt x="34" y="33"/>
                        <a:pt x="34" y="0"/>
                      </a:cubicBezTo>
                      <a:close/>
                    </a:path>
                  </a:pathLst>
                </a:custGeom>
                <a:solidFill>
                  <a:srgbClr val="7A483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46" name="Google Shape;2646;p62"/>
                <p:cNvSpPr/>
                <p:nvPr/>
              </p:nvSpPr>
              <p:spPr>
                <a:xfrm>
                  <a:off x="7488481" y="2716162"/>
                  <a:ext cx="1393" cy="6964"/>
                </a:xfrm>
                <a:custGeom>
                  <a:rect b="b" l="l" r="r" t="t"/>
                  <a:pathLst>
                    <a:path extrusionOk="0" h="335" w="67">
                      <a:moveTo>
                        <a:pt x="67" y="1"/>
                      </a:moveTo>
                      <a:lnTo>
                        <a:pt x="0" y="334"/>
                      </a:lnTo>
                      <a:lnTo>
                        <a:pt x="0" y="334"/>
                      </a:lnTo>
                      <a:close/>
                    </a:path>
                  </a:pathLst>
                </a:custGeom>
                <a:solidFill>
                  <a:srgbClr val="7A483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47" name="Google Shape;2647;p62"/>
                <p:cNvSpPr/>
                <p:nvPr/>
              </p:nvSpPr>
              <p:spPr>
                <a:xfrm>
                  <a:off x="7338687" y="2635673"/>
                  <a:ext cx="184926" cy="266350"/>
                </a:xfrm>
                <a:custGeom>
                  <a:rect b="b" l="l" r="r" t="t"/>
                  <a:pathLst>
                    <a:path extrusionOk="0" h="12813" w="8896">
                      <a:moveTo>
                        <a:pt x="5812" y="1"/>
                      </a:moveTo>
                      <a:cubicBezTo>
                        <a:pt x="5195" y="1"/>
                        <a:pt x="4561" y="206"/>
                        <a:pt x="4004" y="671"/>
                      </a:cubicBezTo>
                      <a:cubicBezTo>
                        <a:pt x="3603" y="971"/>
                        <a:pt x="3270" y="1304"/>
                        <a:pt x="2970" y="1671"/>
                      </a:cubicBezTo>
                      <a:cubicBezTo>
                        <a:pt x="2436" y="2305"/>
                        <a:pt x="2036" y="3006"/>
                        <a:pt x="1735" y="3773"/>
                      </a:cubicBezTo>
                      <a:cubicBezTo>
                        <a:pt x="1035" y="5541"/>
                        <a:pt x="401" y="8543"/>
                        <a:pt x="1" y="10378"/>
                      </a:cubicBezTo>
                      <a:cubicBezTo>
                        <a:pt x="1836" y="11678"/>
                        <a:pt x="4171" y="11845"/>
                        <a:pt x="6172" y="12813"/>
                      </a:cubicBezTo>
                      <a:cubicBezTo>
                        <a:pt x="7540" y="10378"/>
                        <a:pt x="7840" y="7709"/>
                        <a:pt x="8307" y="5007"/>
                      </a:cubicBezTo>
                      <a:cubicBezTo>
                        <a:pt x="8407" y="4440"/>
                        <a:pt x="8507" y="3840"/>
                        <a:pt x="8607" y="3239"/>
                      </a:cubicBezTo>
                      <a:cubicBezTo>
                        <a:pt x="8896" y="1385"/>
                        <a:pt x="7413" y="1"/>
                        <a:pt x="581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48" name="Google Shape;2648;p62"/>
                <p:cNvSpPr/>
                <p:nvPr/>
              </p:nvSpPr>
              <p:spPr>
                <a:xfrm>
                  <a:off x="6934432" y="3177499"/>
                  <a:ext cx="680271" cy="790985"/>
                </a:xfrm>
                <a:custGeom>
                  <a:rect b="b" l="l" r="r" t="t"/>
                  <a:pathLst>
                    <a:path extrusionOk="0" h="38051" w="32725">
                      <a:moveTo>
                        <a:pt x="29486" y="1"/>
                      </a:moveTo>
                      <a:cubicBezTo>
                        <a:pt x="29260" y="1"/>
                        <a:pt x="29013" y="67"/>
                        <a:pt x="28788" y="124"/>
                      </a:cubicBezTo>
                      <a:cubicBezTo>
                        <a:pt x="24151" y="1492"/>
                        <a:pt x="19515" y="2859"/>
                        <a:pt x="15078" y="4761"/>
                      </a:cubicBezTo>
                      <a:cubicBezTo>
                        <a:pt x="11009" y="6462"/>
                        <a:pt x="7106" y="8030"/>
                        <a:pt x="4104" y="11365"/>
                      </a:cubicBezTo>
                      <a:cubicBezTo>
                        <a:pt x="1" y="15935"/>
                        <a:pt x="3403" y="22707"/>
                        <a:pt x="5238" y="27443"/>
                      </a:cubicBezTo>
                      <a:cubicBezTo>
                        <a:pt x="6505" y="30746"/>
                        <a:pt x="11042" y="34749"/>
                        <a:pt x="12309" y="38051"/>
                      </a:cubicBezTo>
                      <a:cubicBezTo>
                        <a:pt x="12243" y="37884"/>
                        <a:pt x="20949" y="33915"/>
                        <a:pt x="21383" y="33715"/>
                      </a:cubicBezTo>
                      <a:cubicBezTo>
                        <a:pt x="21816" y="33481"/>
                        <a:pt x="18847" y="26943"/>
                        <a:pt x="18714" y="26176"/>
                      </a:cubicBezTo>
                      <a:cubicBezTo>
                        <a:pt x="18280" y="23441"/>
                        <a:pt x="15245" y="21939"/>
                        <a:pt x="14678" y="19238"/>
                      </a:cubicBezTo>
                      <a:cubicBezTo>
                        <a:pt x="14444" y="18170"/>
                        <a:pt x="14244" y="16802"/>
                        <a:pt x="13977" y="15335"/>
                      </a:cubicBezTo>
                      <a:cubicBezTo>
                        <a:pt x="14811" y="15168"/>
                        <a:pt x="15645" y="15035"/>
                        <a:pt x="16479" y="15001"/>
                      </a:cubicBezTo>
                      <a:cubicBezTo>
                        <a:pt x="17249" y="14967"/>
                        <a:pt x="18021" y="14954"/>
                        <a:pt x="18795" y="14954"/>
                      </a:cubicBezTo>
                      <a:cubicBezTo>
                        <a:pt x="21459" y="14954"/>
                        <a:pt x="24143" y="15110"/>
                        <a:pt x="26800" y="15110"/>
                      </a:cubicBezTo>
                      <a:cubicBezTo>
                        <a:pt x="27152" y="15110"/>
                        <a:pt x="27503" y="15107"/>
                        <a:pt x="27854" y="15101"/>
                      </a:cubicBezTo>
                      <a:lnTo>
                        <a:pt x="28054" y="15101"/>
                      </a:lnTo>
                      <a:cubicBezTo>
                        <a:pt x="30723" y="15035"/>
                        <a:pt x="32724" y="12166"/>
                        <a:pt x="32524" y="8630"/>
                      </a:cubicBezTo>
                      <a:cubicBezTo>
                        <a:pt x="32457" y="7329"/>
                        <a:pt x="31923" y="6328"/>
                        <a:pt x="31523" y="5161"/>
                      </a:cubicBezTo>
                      <a:cubicBezTo>
                        <a:pt x="31023" y="3760"/>
                        <a:pt x="30723" y="2292"/>
                        <a:pt x="30356" y="891"/>
                      </a:cubicBezTo>
                      <a:cubicBezTo>
                        <a:pt x="30256" y="624"/>
                        <a:pt x="30189" y="324"/>
                        <a:pt x="29955" y="157"/>
                      </a:cubicBezTo>
                      <a:cubicBezTo>
                        <a:pt x="29824" y="41"/>
                        <a:pt x="29662" y="1"/>
                        <a:pt x="2948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49" name="Google Shape;2649;p62"/>
                <p:cNvSpPr/>
                <p:nvPr/>
              </p:nvSpPr>
              <p:spPr>
                <a:xfrm>
                  <a:off x="7094621" y="3100232"/>
                  <a:ext cx="746812" cy="887086"/>
                </a:xfrm>
                <a:custGeom>
                  <a:rect b="b" l="l" r="r" t="t"/>
                  <a:pathLst>
                    <a:path extrusionOk="0" h="42674" w="35926">
                      <a:moveTo>
                        <a:pt x="30134" y="1"/>
                      </a:moveTo>
                      <a:cubicBezTo>
                        <a:pt x="29274" y="1"/>
                        <a:pt x="28405" y="182"/>
                        <a:pt x="27620" y="505"/>
                      </a:cubicBezTo>
                      <a:cubicBezTo>
                        <a:pt x="25919" y="1206"/>
                        <a:pt x="24484" y="2473"/>
                        <a:pt x="23150" y="3774"/>
                      </a:cubicBezTo>
                      <a:cubicBezTo>
                        <a:pt x="21382" y="5475"/>
                        <a:pt x="19814" y="6810"/>
                        <a:pt x="17679" y="7944"/>
                      </a:cubicBezTo>
                      <a:cubicBezTo>
                        <a:pt x="16178" y="8711"/>
                        <a:pt x="14677" y="9412"/>
                        <a:pt x="13176" y="10145"/>
                      </a:cubicBezTo>
                      <a:cubicBezTo>
                        <a:pt x="11375" y="11046"/>
                        <a:pt x="8740" y="12047"/>
                        <a:pt x="6638" y="13381"/>
                      </a:cubicBezTo>
                      <a:cubicBezTo>
                        <a:pt x="5437" y="13615"/>
                        <a:pt x="4403" y="13981"/>
                        <a:pt x="3403" y="15116"/>
                      </a:cubicBezTo>
                      <a:cubicBezTo>
                        <a:pt x="3269" y="15249"/>
                        <a:pt x="3169" y="15416"/>
                        <a:pt x="3036" y="15549"/>
                      </a:cubicBezTo>
                      <a:cubicBezTo>
                        <a:pt x="2035" y="16884"/>
                        <a:pt x="1468" y="18551"/>
                        <a:pt x="1101" y="20219"/>
                      </a:cubicBezTo>
                      <a:cubicBezTo>
                        <a:pt x="434" y="23155"/>
                        <a:pt x="300" y="26224"/>
                        <a:pt x="167" y="29226"/>
                      </a:cubicBezTo>
                      <a:cubicBezTo>
                        <a:pt x="0" y="33762"/>
                        <a:pt x="334" y="37432"/>
                        <a:pt x="934" y="42469"/>
                      </a:cubicBezTo>
                      <a:cubicBezTo>
                        <a:pt x="2313" y="42626"/>
                        <a:pt x="3695" y="42673"/>
                        <a:pt x="5081" y="42673"/>
                      </a:cubicBezTo>
                      <a:cubicBezTo>
                        <a:pt x="7211" y="42673"/>
                        <a:pt x="9347" y="42561"/>
                        <a:pt x="11483" y="42561"/>
                      </a:cubicBezTo>
                      <a:cubicBezTo>
                        <a:pt x="11792" y="42561"/>
                        <a:pt x="12100" y="42563"/>
                        <a:pt x="12409" y="42569"/>
                      </a:cubicBezTo>
                      <a:cubicBezTo>
                        <a:pt x="13043" y="39833"/>
                        <a:pt x="12709" y="36798"/>
                        <a:pt x="12843" y="34029"/>
                      </a:cubicBezTo>
                      <a:cubicBezTo>
                        <a:pt x="12909" y="32295"/>
                        <a:pt x="12909" y="30560"/>
                        <a:pt x="12943" y="28825"/>
                      </a:cubicBezTo>
                      <a:cubicBezTo>
                        <a:pt x="12943" y="28058"/>
                        <a:pt x="12976" y="27291"/>
                        <a:pt x="12943" y="26490"/>
                      </a:cubicBezTo>
                      <a:cubicBezTo>
                        <a:pt x="12909" y="25890"/>
                        <a:pt x="12743" y="24989"/>
                        <a:pt x="13143" y="24456"/>
                      </a:cubicBezTo>
                      <a:cubicBezTo>
                        <a:pt x="13310" y="24289"/>
                        <a:pt x="13476" y="24155"/>
                        <a:pt x="13677" y="24055"/>
                      </a:cubicBezTo>
                      <a:cubicBezTo>
                        <a:pt x="14544" y="23588"/>
                        <a:pt x="15478" y="23255"/>
                        <a:pt x="16445" y="22955"/>
                      </a:cubicBezTo>
                      <a:cubicBezTo>
                        <a:pt x="17646" y="22588"/>
                        <a:pt x="18880" y="22254"/>
                        <a:pt x="20148" y="21954"/>
                      </a:cubicBezTo>
                      <a:cubicBezTo>
                        <a:pt x="21315" y="21654"/>
                        <a:pt x="22750" y="21587"/>
                        <a:pt x="23884" y="21120"/>
                      </a:cubicBezTo>
                      <a:cubicBezTo>
                        <a:pt x="26152" y="20186"/>
                        <a:pt x="28487" y="19452"/>
                        <a:pt x="30822" y="18685"/>
                      </a:cubicBezTo>
                      <a:cubicBezTo>
                        <a:pt x="35559" y="17084"/>
                        <a:pt x="35926" y="11713"/>
                        <a:pt x="35659" y="7477"/>
                      </a:cubicBezTo>
                      <a:cubicBezTo>
                        <a:pt x="35492" y="5008"/>
                        <a:pt x="35025" y="2206"/>
                        <a:pt x="32957" y="805"/>
                      </a:cubicBezTo>
                      <a:cubicBezTo>
                        <a:pt x="32130" y="248"/>
                        <a:pt x="31139" y="1"/>
                        <a:pt x="3013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50" name="Google Shape;2650;p62"/>
                <p:cNvSpPr/>
                <p:nvPr/>
              </p:nvSpPr>
              <p:spPr>
                <a:xfrm>
                  <a:off x="7390697" y="2618211"/>
                  <a:ext cx="465307" cy="657197"/>
                </a:xfrm>
                <a:custGeom>
                  <a:rect b="b" l="l" r="r" t="t"/>
                  <a:pathLst>
                    <a:path extrusionOk="0" h="31615" w="22384">
                      <a:moveTo>
                        <a:pt x="6775" y="1"/>
                      </a:moveTo>
                      <a:cubicBezTo>
                        <a:pt x="4890" y="1"/>
                        <a:pt x="3051" y="633"/>
                        <a:pt x="1802" y="2178"/>
                      </a:cubicBezTo>
                      <a:lnTo>
                        <a:pt x="1769" y="2178"/>
                      </a:lnTo>
                      <a:cubicBezTo>
                        <a:pt x="1335" y="2711"/>
                        <a:pt x="968" y="3312"/>
                        <a:pt x="668" y="3946"/>
                      </a:cubicBezTo>
                      <a:cubicBezTo>
                        <a:pt x="1" y="5413"/>
                        <a:pt x="1" y="7248"/>
                        <a:pt x="201" y="8816"/>
                      </a:cubicBezTo>
                      <a:cubicBezTo>
                        <a:pt x="401" y="10584"/>
                        <a:pt x="735" y="12318"/>
                        <a:pt x="1101" y="14053"/>
                      </a:cubicBezTo>
                      <a:cubicBezTo>
                        <a:pt x="1402" y="15487"/>
                        <a:pt x="1468" y="16788"/>
                        <a:pt x="1669" y="18223"/>
                      </a:cubicBezTo>
                      <a:cubicBezTo>
                        <a:pt x="1869" y="19924"/>
                        <a:pt x="1969" y="21625"/>
                        <a:pt x="1869" y="23326"/>
                      </a:cubicBezTo>
                      <a:cubicBezTo>
                        <a:pt x="1769" y="24660"/>
                        <a:pt x="735" y="27362"/>
                        <a:pt x="2102" y="28330"/>
                      </a:cubicBezTo>
                      <a:cubicBezTo>
                        <a:pt x="2803" y="28864"/>
                        <a:pt x="4471" y="28730"/>
                        <a:pt x="5338" y="28897"/>
                      </a:cubicBezTo>
                      <a:cubicBezTo>
                        <a:pt x="6439" y="29064"/>
                        <a:pt x="7506" y="29297"/>
                        <a:pt x="8607" y="29564"/>
                      </a:cubicBezTo>
                      <a:cubicBezTo>
                        <a:pt x="12439" y="30444"/>
                        <a:pt x="16344" y="31614"/>
                        <a:pt x="20301" y="31614"/>
                      </a:cubicBezTo>
                      <a:cubicBezTo>
                        <a:pt x="20994" y="31614"/>
                        <a:pt x="21688" y="31578"/>
                        <a:pt x="22383" y="31499"/>
                      </a:cubicBezTo>
                      <a:cubicBezTo>
                        <a:pt x="21583" y="30198"/>
                        <a:pt x="21983" y="28530"/>
                        <a:pt x="21783" y="27096"/>
                      </a:cubicBezTo>
                      <a:cubicBezTo>
                        <a:pt x="21549" y="25461"/>
                        <a:pt x="20682" y="23893"/>
                        <a:pt x="20282" y="22292"/>
                      </a:cubicBezTo>
                      <a:cubicBezTo>
                        <a:pt x="20115" y="21592"/>
                        <a:pt x="19948" y="20891"/>
                        <a:pt x="19715" y="20257"/>
                      </a:cubicBezTo>
                      <a:cubicBezTo>
                        <a:pt x="18714" y="17655"/>
                        <a:pt x="17780" y="15187"/>
                        <a:pt x="17080" y="12452"/>
                      </a:cubicBezTo>
                      <a:cubicBezTo>
                        <a:pt x="16679" y="10917"/>
                        <a:pt x="16846" y="9450"/>
                        <a:pt x="16279" y="7949"/>
                      </a:cubicBezTo>
                      <a:cubicBezTo>
                        <a:pt x="15045" y="4613"/>
                        <a:pt x="13444" y="1844"/>
                        <a:pt x="9974" y="577"/>
                      </a:cubicBezTo>
                      <a:cubicBezTo>
                        <a:pt x="8962" y="211"/>
                        <a:pt x="7861" y="1"/>
                        <a:pt x="6775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51" name="Google Shape;2651;p62"/>
                <p:cNvSpPr/>
                <p:nvPr/>
              </p:nvSpPr>
              <p:spPr>
                <a:xfrm>
                  <a:off x="7384461" y="2418215"/>
                  <a:ext cx="159502" cy="250136"/>
                </a:xfrm>
                <a:custGeom>
                  <a:rect b="b" l="l" r="r" t="t"/>
                  <a:pathLst>
                    <a:path extrusionOk="0" h="12033" w="7673">
                      <a:moveTo>
                        <a:pt x="4273" y="1"/>
                      </a:moveTo>
                      <a:cubicBezTo>
                        <a:pt x="3564" y="1"/>
                        <a:pt x="2853" y="104"/>
                        <a:pt x="2202" y="391"/>
                      </a:cubicBezTo>
                      <a:cubicBezTo>
                        <a:pt x="1635" y="657"/>
                        <a:pt x="1135" y="1058"/>
                        <a:pt x="834" y="1591"/>
                      </a:cubicBezTo>
                      <a:cubicBezTo>
                        <a:pt x="467" y="2158"/>
                        <a:pt x="467" y="2826"/>
                        <a:pt x="334" y="3459"/>
                      </a:cubicBezTo>
                      <a:cubicBezTo>
                        <a:pt x="101" y="4527"/>
                        <a:pt x="0" y="5628"/>
                        <a:pt x="301" y="6695"/>
                      </a:cubicBezTo>
                      <a:cubicBezTo>
                        <a:pt x="434" y="7095"/>
                        <a:pt x="634" y="7496"/>
                        <a:pt x="934" y="7763"/>
                      </a:cubicBezTo>
                      <a:cubicBezTo>
                        <a:pt x="1268" y="8063"/>
                        <a:pt x="1668" y="8029"/>
                        <a:pt x="1702" y="8530"/>
                      </a:cubicBezTo>
                      <a:lnTo>
                        <a:pt x="1702" y="8563"/>
                      </a:lnTo>
                      <a:cubicBezTo>
                        <a:pt x="1802" y="9497"/>
                        <a:pt x="1969" y="10364"/>
                        <a:pt x="1702" y="11265"/>
                      </a:cubicBezTo>
                      <a:cubicBezTo>
                        <a:pt x="2202" y="11665"/>
                        <a:pt x="2802" y="11999"/>
                        <a:pt x="3470" y="12032"/>
                      </a:cubicBezTo>
                      <a:cubicBezTo>
                        <a:pt x="4137" y="12032"/>
                        <a:pt x="4837" y="11832"/>
                        <a:pt x="5404" y="11499"/>
                      </a:cubicBezTo>
                      <a:cubicBezTo>
                        <a:pt x="6071" y="11065"/>
                        <a:pt x="6505" y="10364"/>
                        <a:pt x="6872" y="9597"/>
                      </a:cubicBezTo>
                      <a:cubicBezTo>
                        <a:pt x="6839" y="9530"/>
                        <a:pt x="6805" y="9464"/>
                        <a:pt x="6805" y="9364"/>
                      </a:cubicBezTo>
                      <a:cubicBezTo>
                        <a:pt x="6672" y="8763"/>
                        <a:pt x="6538" y="8163"/>
                        <a:pt x="6472" y="7562"/>
                      </a:cubicBezTo>
                      <a:cubicBezTo>
                        <a:pt x="6438" y="7129"/>
                        <a:pt x="6238" y="6428"/>
                        <a:pt x="6438" y="5995"/>
                      </a:cubicBezTo>
                      <a:cubicBezTo>
                        <a:pt x="6505" y="5828"/>
                        <a:pt x="6639" y="5694"/>
                        <a:pt x="6705" y="5528"/>
                      </a:cubicBezTo>
                      <a:cubicBezTo>
                        <a:pt x="6905" y="5161"/>
                        <a:pt x="7072" y="4827"/>
                        <a:pt x="7206" y="4427"/>
                      </a:cubicBezTo>
                      <a:cubicBezTo>
                        <a:pt x="7506" y="3726"/>
                        <a:pt x="7673" y="2959"/>
                        <a:pt x="7639" y="2192"/>
                      </a:cubicBezTo>
                      <a:cubicBezTo>
                        <a:pt x="7639" y="1925"/>
                        <a:pt x="7606" y="1491"/>
                        <a:pt x="7472" y="1258"/>
                      </a:cubicBezTo>
                      <a:cubicBezTo>
                        <a:pt x="7339" y="1058"/>
                        <a:pt x="7239" y="891"/>
                        <a:pt x="7106" y="724"/>
                      </a:cubicBezTo>
                      <a:cubicBezTo>
                        <a:pt x="6572" y="190"/>
                        <a:pt x="5571" y="90"/>
                        <a:pt x="4871" y="24"/>
                      </a:cubicBezTo>
                      <a:cubicBezTo>
                        <a:pt x="4673" y="9"/>
                        <a:pt x="4473" y="1"/>
                        <a:pt x="4273" y="1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52" name="Google Shape;2652;p62"/>
                <p:cNvSpPr/>
                <p:nvPr/>
              </p:nvSpPr>
              <p:spPr>
                <a:xfrm>
                  <a:off x="7380989" y="2392230"/>
                  <a:ext cx="174075" cy="153994"/>
                </a:xfrm>
                <a:custGeom>
                  <a:rect b="b" l="l" r="r" t="t"/>
                  <a:pathLst>
                    <a:path extrusionOk="0" h="7408" w="8374">
                      <a:moveTo>
                        <a:pt x="1490" y="1"/>
                      </a:moveTo>
                      <a:cubicBezTo>
                        <a:pt x="1161" y="1"/>
                        <a:pt x="844" y="130"/>
                        <a:pt x="634" y="340"/>
                      </a:cubicBezTo>
                      <a:cubicBezTo>
                        <a:pt x="234" y="707"/>
                        <a:pt x="1" y="1240"/>
                        <a:pt x="67" y="1774"/>
                      </a:cubicBezTo>
                      <a:cubicBezTo>
                        <a:pt x="134" y="2308"/>
                        <a:pt x="468" y="2808"/>
                        <a:pt x="935" y="3042"/>
                      </a:cubicBezTo>
                      <a:cubicBezTo>
                        <a:pt x="1268" y="3219"/>
                        <a:pt x="1631" y="3264"/>
                        <a:pt x="2005" y="3264"/>
                      </a:cubicBezTo>
                      <a:cubicBezTo>
                        <a:pt x="2191" y="3264"/>
                        <a:pt x="2380" y="3253"/>
                        <a:pt x="2569" y="3242"/>
                      </a:cubicBezTo>
                      <a:cubicBezTo>
                        <a:pt x="2934" y="3219"/>
                        <a:pt x="3314" y="3165"/>
                        <a:pt x="3688" y="3165"/>
                      </a:cubicBezTo>
                      <a:cubicBezTo>
                        <a:pt x="3862" y="3165"/>
                        <a:pt x="4035" y="3177"/>
                        <a:pt x="4204" y="3208"/>
                      </a:cubicBezTo>
                      <a:cubicBezTo>
                        <a:pt x="4604" y="3308"/>
                        <a:pt x="5238" y="3575"/>
                        <a:pt x="5338" y="4009"/>
                      </a:cubicBezTo>
                      <a:cubicBezTo>
                        <a:pt x="5405" y="4376"/>
                        <a:pt x="5038" y="4643"/>
                        <a:pt x="5138" y="5043"/>
                      </a:cubicBezTo>
                      <a:cubicBezTo>
                        <a:pt x="5197" y="5162"/>
                        <a:pt x="5310" y="5282"/>
                        <a:pt x="5453" y="5282"/>
                      </a:cubicBezTo>
                      <a:cubicBezTo>
                        <a:pt x="5470" y="5282"/>
                        <a:pt x="5487" y="5280"/>
                        <a:pt x="5505" y="5277"/>
                      </a:cubicBezTo>
                      <a:cubicBezTo>
                        <a:pt x="5580" y="5201"/>
                        <a:pt x="5899" y="4826"/>
                        <a:pt x="6068" y="4826"/>
                      </a:cubicBezTo>
                      <a:cubicBezTo>
                        <a:pt x="6124" y="4826"/>
                        <a:pt x="6163" y="4868"/>
                        <a:pt x="6172" y="4976"/>
                      </a:cubicBezTo>
                      <a:cubicBezTo>
                        <a:pt x="6205" y="5176"/>
                        <a:pt x="6005" y="5510"/>
                        <a:pt x="5938" y="5710"/>
                      </a:cubicBezTo>
                      <a:cubicBezTo>
                        <a:pt x="5838" y="6077"/>
                        <a:pt x="5805" y="6444"/>
                        <a:pt x="5938" y="6811"/>
                      </a:cubicBezTo>
                      <a:cubicBezTo>
                        <a:pt x="6042" y="7069"/>
                        <a:pt x="6265" y="7408"/>
                        <a:pt x="6562" y="7408"/>
                      </a:cubicBezTo>
                      <a:cubicBezTo>
                        <a:pt x="6648" y="7408"/>
                        <a:pt x="6741" y="7379"/>
                        <a:pt x="6839" y="7311"/>
                      </a:cubicBezTo>
                      <a:cubicBezTo>
                        <a:pt x="7106" y="7078"/>
                        <a:pt x="7039" y="6644"/>
                        <a:pt x="7239" y="6311"/>
                      </a:cubicBezTo>
                      <a:cubicBezTo>
                        <a:pt x="7406" y="6044"/>
                        <a:pt x="7573" y="5777"/>
                        <a:pt x="7740" y="5510"/>
                      </a:cubicBezTo>
                      <a:cubicBezTo>
                        <a:pt x="8006" y="4976"/>
                        <a:pt x="8240" y="4409"/>
                        <a:pt x="8307" y="3709"/>
                      </a:cubicBezTo>
                      <a:cubicBezTo>
                        <a:pt x="8373" y="2908"/>
                        <a:pt x="8173" y="2074"/>
                        <a:pt x="7639" y="1474"/>
                      </a:cubicBezTo>
                      <a:cubicBezTo>
                        <a:pt x="7306" y="1140"/>
                        <a:pt x="6906" y="907"/>
                        <a:pt x="6472" y="740"/>
                      </a:cubicBezTo>
                      <a:cubicBezTo>
                        <a:pt x="5761" y="424"/>
                        <a:pt x="4989" y="274"/>
                        <a:pt x="4219" y="274"/>
                      </a:cubicBezTo>
                      <a:cubicBezTo>
                        <a:pt x="4013" y="274"/>
                        <a:pt x="3807" y="285"/>
                        <a:pt x="3603" y="306"/>
                      </a:cubicBezTo>
                      <a:cubicBezTo>
                        <a:pt x="3371" y="348"/>
                        <a:pt x="3126" y="391"/>
                        <a:pt x="2884" y="391"/>
                      </a:cubicBezTo>
                      <a:cubicBezTo>
                        <a:pt x="2743" y="391"/>
                        <a:pt x="2604" y="376"/>
                        <a:pt x="2469" y="340"/>
                      </a:cubicBezTo>
                      <a:cubicBezTo>
                        <a:pt x="2169" y="240"/>
                        <a:pt x="1902" y="73"/>
                        <a:pt x="1602" y="6"/>
                      </a:cubicBezTo>
                      <a:cubicBezTo>
                        <a:pt x="1564" y="3"/>
                        <a:pt x="1527" y="1"/>
                        <a:pt x="149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53" name="Google Shape;2653;p62"/>
                <p:cNvSpPr/>
                <p:nvPr/>
              </p:nvSpPr>
              <p:spPr>
                <a:xfrm>
                  <a:off x="7229137" y="2754889"/>
                  <a:ext cx="479859" cy="421758"/>
                </a:xfrm>
                <a:custGeom>
                  <a:rect b="b" l="l" r="r" t="t"/>
                  <a:pathLst>
                    <a:path extrusionOk="0" h="20289" w="23084">
                      <a:moveTo>
                        <a:pt x="19621" y="0"/>
                      </a:moveTo>
                      <a:cubicBezTo>
                        <a:pt x="18743" y="0"/>
                        <a:pt x="17878" y="454"/>
                        <a:pt x="17279" y="1107"/>
                      </a:cubicBezTo>
                      <a:cubicBezTo>
                        <a:pt x="16546" y="1907"/>
                        <a:pt x="16112" y="2941"/>
                        <a:pt x="15845" y="4009"/>
                      </a:cubicBezTo>
                      <a:cubicBezTo>
                        <a:pt x="14878" y="7411"/>
                        <a:pt x="14944" y="11014"/>
                        <a:pt x="15011" y="14550"/>
                      </a:cubicBezTo>
                      <a:cubicBezTo>
                        <a:pt x="14807" y="14515"/>
                        <a:pt x="14589" y="14499"/>
                        <a:pt x="14362" y="14499"/>
                      </a:cubicBezTo>
                      <a:cubicBezTo>
                        <a:pt x="12404" y="14499"/>
                        <a:pt x="9706" y="15683"/>
                        <a:pt x="7973" y="16251"/>
                      </a:cubicBezTo>
                      <a:cubicBezTo>
                        <a:pt x="5238" y="17151"/>
                        <a:pt x="2569" y="18252"/>
                        <a:pt x="0" y="19553"/>
                      </a:cubicBezTo>
                      <a:cubicBezTo>
                        <a:pt x="0" y="19953"/>
                        <a:pt x="501" y="20054"/>
                        <a:pt x="901" y="20054"/>
                      </a:cubicBezTo>
                      <a:cubicBezTo>
                        <a:pt x="3606" y="20148"/>
                        <a:pt x="6385" y="20288"/>
                        <a:pt x="9161" y="20288"/>
                      </a:cubicBezTo>
                      <a:cubicBezTo>
                        <a:pt x="12240" y="20288"/>
                        <a:pt x="15316" y="20116"/>
                        <a:pt x="18280" y="19520"/>
                      </a:cubicBezTo>
                      <a:cubicBezTo>
                        <a:pt x="19047" y="19353"/>
                        <a:pt x="19514" y="18619"/>
                        <a:pt x="19881" y="17952"/>
                      </a:cubicBezTo>
                      <a:cubicBezTo>
                        <a:pt x="20115" y="17518"/>
                        <a:pt x="20348" y="17051"/>
                        <a:pt x="20548" y="16584"/>
                      </a:cubicBezTo>
                      <a:cubicBezTo>
                        <a:pt x="21583" y="14316"/>
                        <a:pt x="22250" y="11881"/>
                        <a:pt x="22517" y="9413"/>
                      </a:cubicBezTo>
                      <a:cubicBezTo>
                        <a:pt x="22783" y="7178"/>
                        <a:pt x="23084" y="4209"/>
                        <a:pt x="22250" y="2107"/>
                      </a:cubicBezTo>
                      <a:cubicBezTo>
                        <a:pt x="21916" y="1173"/>
                        <a:pt x="21182" y="306"/>
                        <a:pt x="20215" y="73"/>
                      </a:cubicBezTo>
                      <a:cubicBezTo>
                        <a:pt x="20018" y="23"/>
                        <a:pt x="19819" y="0"/>
                        <a:pt x="19621" y="0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54" name="Google Shape;2654;p62"/>
                <p:cNvSpPr/>
                <p:nvPr/>
              </p:nvSpPr>
              <p:spPr>
                <a:xfrm>
                  <a:off x="7516212" y="2648208"/>
                  <a:ext cx="204528" cy="301668"/>
                </a:xfrm>
                <a:custGeom>
                  <a:rect b="b" l="l" r="r" t="t"/>
                  <a:pathLst>
                    <a:path extrusionOk="0" h="14512" w="9839">
                      <a:moveTo>
                        <a:pt x="4470" y="1"/>
                      </a:moveTo>
                      <a:cubicBezTo>
                        <a:pt x="4037" y="34"/>
                        <a:pt x="3670" y="201"/>
                        <a:pt x="3369" y="501"/>
                      </a:cubicBezTo>
                      <a:cubicBezTo>
                        <a:pt x="3136" y="768"/>
                        <a:pt x="3036" y="1102"/>
                        <a:pt x="2902" y="1402"/>
                      </a:cubicBezTo>
                      <a:cubicBezTo>
                        <a:pt x="2302" y="3003"/>
                        <a:pt x="1735" y="4571"/>
                        <a:pt x="1401" y="6205"/>
                      </a:cubicBezTo>
                      <a:cubicBezTo>
                        <a:pt x="1401" y="6339"/>
                        <a:pt x="1368" y="6472"/>
                        <a:pt x="1335" y="6572"/>
                      </a:cubicBezTo>
                      <a:cubicBezTo>
                        <a:pt x="1201" y="7306"/>
                        <a:pt x="0" y="11209"/>
                        <a:pt x="367" y="11643"/>
                      </a:cubicBezTo>
                      <a:cubicBezTo>
                        <a:pt x="1034" y="12410"/>
                        <a:pt x="2068" y="12677"/>
                        <a:pt x="3036" y="12910"/>
                      </a:cubicBezTo>
                      <a:cubicBezTo>
                        <a:pt x="5237" y="13444"/>
                        <a:pt x="7472" y="13978"/>
                        <a:pt x="9707" y="14511"/>
                      </a:cubicBezTo>
                      <a:cubicBezTo>
                        <a:pt x="9708" y="14511"/>
                        <a:pt x="9709" y="14511"/>
                        <a:pt x="9709" y="14511"/>
                      </a:cubicBezTo>
                      <a:cubicBezTo>
                        <a:pt x="9839" y="14511"/>
                        <a:pt x="9607" y="10940"/>
                        <a:pt x="9607" y="10575"/>
                      </a:cubicBezTo>
                      <a:cubicBezTo>
                        <a:pt x="9574" y="8874"/>
                        <a:pt x="9674" y="7206"/>
                        <a:pt x="9440" y="5572"/>
                      </a:cubicBezTo>
                      <a:cubicBezTo>
                        <a:pt x="9340" y="4938"/>
                        <a:pt x="8973" y="4371"/>
                        <a:pt x="8540" y="3870"/>
                      </a:cubicBezTo>
                      <a:cubicBezTo>
                        <a:pt x="8506" y="3837"/>
                        <a:pt x="8473" y="3804"/>
                        <a:pt x="8473" y="3770"/>
                      </a:cubicBezTo>
                      <a:cubicBezTo>
                        <a:pt x="8406" y="3637"/>
                        <a:pt x="8340" y="3537"/>
                        <a:pt x="8240" y="3403"/>
                      </a:cubicBezTo>
                      <a:cubicBezTo>
                        <a:pt x="8240" y="3403"/>
                        <a:pt x="8206" y="3370"/>
                        <a:pt x="8206" y="3370"/>
                      </a:cubicBezTo>
                      <a:cubicBezTo>
                        <a:pt x="8173" y="3303"/>
                        <a:pt x="8139" y="3270"/>
                        <a:pt x="8073" y="3237"/>
                      </a:cubicBezTo>
                      <a:cubicBezTo>
                        <a:pt x="8006" y="3136"/>
                        <a:pt x="7906" y="3070"/>
                        <a:pt x="7806" y="2970"/>
                      </a:cubicBezTo>
                      <a:cubicBezTo>
                        <a:pt x="7778" y="2942"/>
                        <a:pt x="7751" y="2914"/>
                        <a:pt x="7704" y="2887"/>
                      </a:cubicBezTo>
                      <a:lnTo>
                        <a:pt x="7704" y="2887"/>
                      </a:lnTo>
                      <a:cubicBezTo>
                        <a:pt x="7696" y="2875"/>
                        <a:pt x="7606" y="2803"/>
                        <a:pt x="7606" y="2803"/>
                      </a:cubicBezTo>
                      <a:cubicBezTo>
                        <a:pt x="7172" y="2503"/>
                        <a:pt x="6738" y="2236"/>
                        <a:pt x="6338" y="1936"/>
                      </a:cubicBezTo>
                      <a:cubicBezTo>
                        <a:pt x="5638" y="1402"/>
                        <a:pt x="5037" y="701"/>
                        <a:pt x="447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55" name="Google Shape;2655;p62"/>
                <p:cNvSpPr/>
                <p:nvPr/>
              </p:nvSpPr>
              <p:spPr>
                <a:xfrm>
                  <a:off x="7493325" y="2491512"/>
                  <a:ext cx="34008" cy="46564"/>
                </a:xfrm>
                <a:custGeom>
                  <a:rect b="b" l="l" r="r" t="t"/>
                  <a:pathLst>
                    <a:path extrusionOk="0" h="2240" w="1636">
                      <a:moveTo>
                        <a:pt x="774" y="1"/>
                      </a:moveTo>
                      <a:cubicBezTo>
                        <a:pt x="708" y="1"/>
                        <a:pt x="639" y="11"/>
                        <a:pt x="568" y="33"/>
                      </a:cubicBezTo>
                      <a:cubicBezTo>
                        <a:pt x="301" y="134"/>
                        <a:pt x="101" y="367"/>
                        <a:pt x="1" y="601"/>
                      </a:cubicBezTo>
                      <a:lnTo>
                        <a:pt x="434" y="2235"/>
                      </a:lnTo>
                      <a:cubicBezTo>
                        <a:pt x="462" y="2238"/>
                        <a:pt x="491" y="2239"/>
                        <a:pt x="519" y="2239"/>
                      </a:cubicBezTo>
                      <a:cubicBezTo>
                        <a:pt x="829" y="2239"/>
                        <a:pt x="1152" y="2076"/>
                        <a:pt x="1335" y="1801"/>
                      </a:cubicBezTo>
                      <a:cubicBezTo>
                        <a:pt x="1568" y="1535"/>
                        <a:pt x="1635" y="1168"/>
                        <a:pt x="1568" y="834"/>
                      </a:cubicBezTo>
                      <a:cubicBezTo>
                        <a:pt x="1482" y="430"/>
                        <a:pt x="1195" y="1"/>
                        <a:pt x="774" y="1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56" name="Google Shape;2656;p62"/>
                <p:cNvSpPr/>
                <p:nvPr/>
              </p:nvSpPr>
              <p:spPr>
                <a:xfrm>
                  <a:off x="7526606" y="2747364"/>
                  <a:ext cx="27065" cy="151187"/>
                </a:xfrm>
                <a:custGeom>
                  <a:rect b="b" l="l" r="r" t="t"/>
                  <a:pathLst>
                    <a:path extrusionOk="0" h="7273" w="1302">
                      <a:moveTo>
                        <a:pt x="1302" y="1"/>
                      </a:moveTo>
                      <a:cubicBezTo>
                        <a:pt x="368" y="2303"/>
                        <a:pt x="1" y="4804"/>
                        <a:pt x="234" y="7273"/>
                      </a:cubicBezTo>
                      <a:lnTo>
                        <a:pt x="1302" y="1"/>
                      </a:lnTo>
                      <a:close/>
                    </a:path>
                  </a:pathLst>
                </a:custGeom>
                <a:solidFill>
                  <a:srgbClr val="5CC9B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57" name="Google Shape;2657;p62"/>
                <p:cNvSpPr/>
                <p:nvPr/>
              </p:nvSpPr>
              <p:spPr>
                <a:xfrm>
                  <a:off x="7224979" y="3901216"/>
                  <a:ext cx="189312" cy="185861"/>
                </a:xfrm>
                <a:custGeom>
                  <a:rect b="b" l="l" r="r" t="t"/>
                  <a:pathLst>
                    <a:path extrusionOk="0" h="8941" w="9107">
                      <a:moveTo>
                        <a:pt x="5838" y="0"/>
                      </a:moveTo>
                      <a:cubicBezTo>
                        <a:pt x="3903" y="834"/>
                        <a:pt x="1935" y="1668"/>
                        <a:pt x="0" y="2536"/>
                      </a:cubicBezTo>
                      <a:cubicBezTo>
                        <a:pt x="868" y="3803"/>
                        <a:pt x="2035" y="5071"/>
                        <a:pt x="2702" y="6272"/>
                      </a:cubicBezTo>
                      <a:cubicBezTo>
                        <a:pt x="3002" y="6772"/>
                        <a:pt x="3303" y="7272"/>
                        <a:pt x="3570" y="7773"/>
                      </a:cubicBezTo>
                      <a:cubicBezTo>
                        <a:pt x="3736" y="8039"/>
                        <a:pt x="3870" y="8306"/>
                        <a:pt x="4137" y="8440"/>
                      </a:cubicBezTo>
                      <a:cubicBezTo>
                        <a:pt x="4437" y="8640"/>
                        <a:pt x="5004" y="8940"/>
                        <a:pt x="5371" y="8940"/>
                      </a:cubicBezTo>
                      <a:cubicBezTo>
                        <a:pt x="5804" y="8940"/>
                        <a:pt x="6171" y="8673"/>
                        <a:pt x="6505" y="8406"/>
                      </a:cubicBezTo>
                      <a:cubicBezTo>
                        <a:pt x="7039" y="7973"/>
                        <a:pt x="7572" y="7572"/>
                        <a:pt x="8106" y="7172"/>
                      </a:cubicBezTo>
                      <a:cubicBezTo>
                        <a:pt x="8506" y="6839"/>
                        <a:pt x="8973" y="6438"/>
                        <a:pt x="9040" y="5905"/>
                      </a:cubicBezTo>
                      <a:cubicBezTo>
                        <a:pt x="9107" y="5538"/>
                        <a:pt x="8940" y="5171"/>
                        <a:pt x="8773" y="4837"/>
                      </a:cubicBezTo>
                      <a:cubicBezTo>
                        <a:pt x="8506" y="4203"/>
                        <a:pt x="8206" y="3636"/>
                        <a:pt x="7839" y="3069"/>
                      </a:cubicBezTo>
                      <a:cubicBezTo>
                        <a:pt x="7372" y="2269"/>
                        <a:pt x="6839" y="1501"/>
                        <a:pt x="6305" y="668"/>
                      </a:cubicBezTo>
                      <a:cubicBezTo>
                        <a:pt x="6171" y="467"/>
                        <a:pt x="6005" y="234"/>
                        <a:pt x="5838" y="0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58" name="Google Shape;2658;p62"/>
                <p:cNvSpPr/>
                <p:nvPr/>
              </p:nvSpPr>
              <p:spPr>
                <a:xfrm>
                  <a:off x="7190306" y="3954598"/>
                  <a:ext cx="255894" cy="275476"/>
                </a:xfrm>
                <a:custGeom>
                  <a:rect b="b" l="l" r="r" t="t"/>
                  <a:pathLst>
                    <a:path extrusionOk="0" h="13252" w="12310">
                      <a:moveTo>
                        <a:pt x="9541" y="1"/>
                      </a:moveTo>
                      <a:cubicBezTo>
                        <a:pt x="7873" y="1268"/>
                        <a:pt x="5938" y="2236"/>
                        <a:pt x="4370" y="3637"/>
                      </a:cubicBezTo>
                      <a:cubicBezTo>
                        <a:pt x="4037" y="3937"/>
                        <a:pt x="3837" y="4204"/>
                        <a:pt x="4037" y="4638"/>
                      </a:cubicBezTo>
                      <a:cubicBezTo>
                        <a:pt x="4103" y="4771"/>
                        <a:pt x="4237" y="4804"/>
                        <a:pt x="4270" y="4971"/>
                      </a:cubicBezTo>
                      <a:cubicBezTo>
                        <a:pt x="4304" y="5205"/>
                        <a:pt x="4170" y="5605"/>
                        <a:pt x="4103" y="5805"/>
                      </a:cubicBezTo>
                      <a:cubicBezTo>
                        <a:pt x="3870" y="6439"/>
                        <a:pt x="3436" y="6939"/>
                        <a:pt x="3036" y="7440"/>
                      </a:cubicBezTo>
                      <a:cubicBezTo>
                        <a:pt x="2369" y="8240"/>
                        <a:pt x="1702" y="9041"/>
                        <a:pt x="1035" y="9875"/>
                      </a:cubicBezTo>
                      <a:cubicBezTo>
                        <a:pt x="467" y="10608"/>
                        <a:pt x="0" y="11276"/>
                        <a:pt x="34" y="12243"/>
                      </a:cubicBezTo>
                      <a:cubicBezTo>
                        <a:pt x="67" y="12510"/>
                        <a:pt x="101" y="12810"/>
                        <a:pt x="301" y="13010"/>
                      </a:cubicBezTo>
                      <a:cubicBezTo>
                        <a:pt x="468" y="13178"/>
                        <a:pt x="706" y="13252"/>
                        <a:pt x="936" y="13252"/>
                      </a:cubicBezTo>
                      <a:cubicBezTo>
                        <a:pt x="980" y="13252"/>
                        <a:pt x="1025" y="13249"/>
                        <a:pt x="1068" y="13244"/>
                      </a:cubicBezTo>
                      <a:lnTo>
                        <a:pt x="1101" y="13244"/>
                      </a:lnTo>
                      <a:cubicBezTo>
                        <a:pt x="1969" y="12643"/>
                        <a:pt x="2903" y="12076"/>
                        <a:pt x="3803" y="11509"/>
                      </a:cubicBezTo>
                      <a:cubicBezTo>
                        <a:pt x="5604" y="10308"/>
                        <a:pt x="7206" y="8907"/>
                        <a:pt x="8840" y="7506"/>
                      </a:cubicBezTo>
                      <a:cubicBezTo>
                        <a:pt x="9541" y="6872"/>
                        <a:pt x="10274" y="6272"/>
                        <a:pt x="11008" y="5638"/>
                      </a:cubicBezTo>
                      <a:cubicBezTo>
                        <a:pt x="11342" y="5338"/>
                        <a:pt x="12109" y="4971"/>
                        <a:pt x="12176" y="4471"/>
                      </a:cubicBezTo>
                      <a:cubicBezTo>
                        <a:pt x="12309" y="3770"/>
                        <a:pt x="11475" y="2803"/>
                        <a:pt x="11142" y="2269"/>
                      </a:cubicBezTo>
                      <a:cubicBezTo>
                        <a:pt x="10641" y="1502"/>
                        <a:pt x="10108" y="768"/>
                        <a:pt x="9541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59" name="Google Shape;2659;p62"/>
                <p:cNvSpPr/>
                <p:nvPr/>
              </p:nvSpPr>
              <p:spPr>
                <a:xfrm>
                  <a:off x="7188227" y="3885875"/>
                  <a:ext cx="178024" cy="82610"/>
                </a:xfrm>
                <a:custGeom>
                  <a:rect b="b" l="l" r="r" t="t"/>
                  <a:pathLst>
                    <a:path extrusionOk="0" h="3974" w="8564">
                      <a:moveTo>
                        <a:pt x="8369" y="1"/>
                      </a:moveTo>
                      <a:cubicBezTo>
                        <a:pt x="8360" y="1"/>
                        <a:pt x="8350" y="2"/>
                        <a:pt x="8340" y="4"/>
                      </a:cubicBezTo>
                      <a:lnTo>
                        <a:pt x="8306" y="4"/>
                      </a:lnTo>
                      <a:cubicBezTo>
                        <a:pt x="7973" y="105"/>
                        <a:pt x="7606" y="271"/>
                        <a:pt x="7272" y="405"/>
                      </a:cubicBezTo>
                      <a:cubicBezTo>
                        <a:pt x="6939" y="572"/>
                        <a:pt x="6572" y="705"/>
                        <a:pt x="6238" y="872"/>
                      </a:cubicBezTo>
                      <a:cubicBezTo>
                        <a:pt x="5538" y="1172"/>
                        <a:pt x="4804" y="1506"/>
                        <a:pt x="4103" y="1806"/>
                      </a:cubicBezTo>
                      <a:cubicBezTo>
                        <a:pt x="3436" y="2139"/>
                        <a:pt x="2736" y="2440"/>
                        <a:pt x="2069" y="2773"/>
                      </a:cubicBezTo>
                      <a:cubicBezTo>
                        <a:pt x="1702" y="2973"/>
                        <a:pt x="1368" y="3140"/>
                        <a:pt x="1001" y="3307"/>
                      </a:cubicBezTo>
                      <a:cubicBezTo>
                        <a:pt x="701" y="3474"/>
                        <a:pt x="301" y="3607"/>
                        <a:pt x="67" y="3874"/>
                      </a:cubicBezTo>
                      <a:cubicBezTo>
                        <a:pt x="0" y="3907"/>
                        <a:pt x="67" y="3974"/>
                        <a:pt x="134" y="3974"/>
                      </a:cubicBezTo>
                      <a:cubicBezTo>
                        <a:pt x="467" y="3907"/>
                        <a:pt x="834" y="3707"/>
                        <a:pt x="1135" y="3540"/>
                      </a:cubicBezTo>
                      <a:lnTo>
                        <a:pt x="2102" y="3073"/>
                      </a:lnTo>
                      <a:cubicBezTo>
                        <a:pt x="2802" y="2740"/>
                        <a:pt x="3503" y="2440"/>
                        <a:pt x="4237" y="2106"/>
                      </a:cubicBezTo>
                      <a:cubicBezTo>
                        <a:pt x="4904" y="1806"/>
                        <a:pt x="5604" y="1472"/>
                        <a:pt x="6305" y="1172"/>
                      </a:cubicBezTo>
                      <a:cubicBezTo>
                        <a:pt x="6638" y="1039"/>
                        <a:pt x="7005" y="872"/>
                        <a:pt x="7339" y="738"/>
                      </a:cubicBezTo>
                      <a:cubicBezTo>
                        <a:pt x="7706" y="572"/>
                        <a:pt x="8106" y="471"/>
                        <a:pt x="8440" y="271"/>
                      </a:cubicBezTo>
                      <a:cubicBezTo>
                        <a:pt x="8563" y="179"/>
                        <a:pt x="8487" y="1"/>
                        <a:pt x="8369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60" name="Google Shape;2660;p62"/>
                <p:cNvSpPr/>
                <p:nvPr/>
              </p:nvSpPr>
              <p:spPr>
                <a:xfrm>
                  <a:off x="7209264" y="3456717"/>
                  <a:ext cx="170520" cy="426788"/>
                </a:xfrm>
                <a:custGeom>
                  <a:rect b="b" l="l" r="r" t="t"/>
                  <a:pathLst>
                    <a:path extrusionOk="0" h="20531" w="8203">
                      <a:moveTo>
                        <a:pt x="95" y="0"/>
                      </a:moveTo>
                      <a:cubicBezTo>
                        <a:pt x="49" y="0"/>
                        <a:pt x="1" y="37"/>
                        <a:pt x="22" y="101"/>
                      </a:cubicBezTo>
                      <a:cubicBezTo>
                        <a:pt x="523" y="1369"/>
                        <a:pt x="1123" y="2637"/>
                        <a:pt x="1690" y="3904"/>
                      </a:cubicBezTo>
                      <a:cubicBezTo>
                        <a:pt x="2257" y="5238"/>
                        <a:pt x="2791" y="6573"/>
                        <a:pt x="3325" y="7907"/>
                      </a:cubicBezTo>
                      <a:cubicBezTo>
                        <a:pt x="4392" y="10509"/>
                        <a:pt x="5393" y="13177"/>
                        <a:pt x="6294" y="15846"/>
                      </a:cubicBezTo>
                      <a:cubicBezTo>
                        <a:pt x="6827" y="17347"/>
                        <a:pt x="7294" y="18882"/>
                        <a:pt x="7761" y="20383"/>
                      </a:cubicBezTo>
                      <a:cubicBezTo>
                        <a:pt x="7800" y="20487"/>
                        <a:pt x="7880" y="20530"/>
                        <a:pt x="7959" y="20530"/>
                      </a:cubicBezTo>
                      <a:cubicBezTo>
                        <a:pt x="8082" y="20530"/>
                        <a:pt x="8202" y="20425"/>
                        <a:pt x="8162" y="20283"/>
                      </a:cubicBezTo>
                      <a:cubicBezTo>
                        <a:pt x="6460" y="14879"/>
                        <a:pt x="4459" y="9542"/>
                        <a:pt x="2191" y="4338"/>
                      </a:cubicBezTo>
                      <a:cubicBezTo>
                        <a:pt x="1557" y="2903"/>
                        <a:pt x="923" y="1436"/>
                        <a:pt x="156" y="35"/>
                      </a:cubicBezTo>
                      <a:cubicBezTo>
                        <a:pt x="144" y="11"/>
                        <a:pt x="120" y="0"/>
                        <a:pt x="95" y="0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61" name="Google Shape;2661;p62"/>
                <p:cNvSpPr/>
                <p:nvPr/>
              </p:nvSpPr>
              <p:spPr>
                <a:xfrm>
                  <a:off x="7094101" y="3833074"/>
                  <a:ext cx="93731" cy="132125"/>
                </a:xfrm>
                <a:custGeom>
                  <a:rect b="b" l="l" r="r" t="t"/>
                  <a:pathLst>
                    <a:path extrusionOk="0" h="6356" w="4509">
                      <a:moveTo>
                        <a:pt x="234" y="1"/>
                      </a:moveTo>
                      <a:cubicBezTo>
                        <a:pt x="112" y="1"/>
                        <a:pt x="1" y="106"/>
                        <a:pt x="92" y="243"/>
                      </a:cubicBezTo>
                      <a:cubicBezTo>
                        <a:pt x="759" y="1310"/>
                        <a:pt x="1493" y="2311"/>
                        <a:pt x="2193" y="3345"/>
                      </a:cubicBezTo>
                      <a:cubicBezTo>
                        <a:pt x="2560" y="3845"/>
                        <a:pt x="2894" y="4346"/>
                        <a:pt x="3227" y="4846"/>
                      </a:cubicBezTo>
                      <a:cubicBezTo>
                        <a:pt x="3594" y="5347"/>
                        <a:pt x="3928" y="5880"/>
                        <a:pt x="4328" y="6314"/>
                      </a:cubicBezTo>
                      <a:cubicBezTo>
                        <a:pt x="4348" y="6343"/>
                        <a:pt x="4373" y="6355"/>
                        <a:pt x="4397" y="6355"/>
                      </a:cubicBezTo>
                      <a:cubicBezTo>
                        <a:pt x="4456" y="6355"/>
                        <a:pt x="4509" y="6285"/>
                        <a:pt x="4462" y="6214"/>
                      </a:cubicBezTo>
                      <a:cubicBezTo>
                        <a:pt x="4195" y="5680"/>
                        <a:pt x="3828" y="5180"/>
                        <a:pt x="3494" y="4679"/>
                      </a:cubicBezTo>
                      <a:cubicBezTo>
                        <a:pt x="3161" y="4146"/>
                        <a:pt x="2794" y="3645"/>
                        <a:pt x="2460" y="3112"/>
                      </a:cubicBezTo>
                      <a:cubicBezTo>
                        <a:pt x="1760" y="2111"/>
                        <a:pt x="1093" y="1077"/>
                        <a:pt x="392" y="76"/>
                      </a:cubicBezTo>
                      <a:cubicBezTo>
                        <a:pt x="350" y="23"/>
                        <a:pt x="291" y="1"/>
                        <a:pt x="234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62" name="Google Shape;2662;p62"/>
                <p:cNvSpPr/>
                <p:nvPr/>
              </p:nvSpPr>
              <p:spPr>
                <a:xfrm>
                  <a:off x="7207601" y="3280730"/>
                  <a:ext cx="262858" cy="176091"/>
                </a:xfrm>
                <a:custGeom>
                  <a:rect b="b" l="l" r="r" t="t"/>
                  <a:pathLst>
                    <a:path extrusionOk="0" h="8471" w="12645">
                      <a:moveTo>
                        <a:pt x="12555" y="1"/>
                      </a:moveTo>
                      <a:cubicBezTo>
                        <a:pt x="12523" y="1"/>
                        <a:pt x="12492" y="19"/>
                        <a:pt x="12478" y="61"/>
                      </a:cubicBezTo>
                      <a:cubicBezTo>
                        <a:pt x="12044" y="1896"/>
                        <a:pt x="10210" y="2730"/>
                        <a:pt x="8642" y="3397"/>
                      </a:cubicBezTo>
                      <a:cubicBezTo>
                        <a:pt x="6674" y="4231"/>
                        <a:pt x="4772" y="5065"/>
                        <a:pt x="2971" y="6166"/>
                      </a:cubicBezTo>
                      <a:cubicBezTo>
                        <a:pt x="2004" y="6766"/>
                        <a:pt x="1070" y="7433"/>
                        <a:pt x="136" y="8167"/>
                      </a:cubicBezTo>
                      <a:cubicBezTo>
                        <a:pt x="1" y="8275"/>
                        <a:pt x="150" y="8470"/>
                        <a:pt x="300" y="8470"/>
                      </a:cubicBezTo>
                      <a:cubicBezTo>
                        <a:pt x="335" y="8470"/>
                        <a:pt x="371" y="8460"/>
                        <a:pt x="403" y="8434"/>
                      </a:cubicBezTo>
                      <a:cubicBezTo>
                        <a:pt x="2104" y="7100"/>
                        <a:pt x="3905" y="5932"/>
                        <a:pt x="5840" y="4998"/>
                      </a:cubicBezTo>
                      <a:cubicBezTo>
                        <a:pt x="6841" y="4531"/>
                        <a:pt x="7875" y="4098"/>
                        <a:pt x="8875" y="3664"/>
                      </a:cubicBezTo>
                      <a:cubicBezTo>
                        <a:pt x="9743" y="3297"/>
                        <a:pt x="10577" y="2930"/>
                        <a:pt x="11310" y="2330"/>
                      </a:cubicBezTo>
                      <a:cubicBezTo>
                        <a:pt x="12011" y="1763"/>
                        <a:pt x="12611" y="995"/>
                        <a:pt x="12645" y="95"/>
                      </a:cubicBezTo>
                      <a:cubicBezTo>
                        <a:pt x="12645" y="37"/>
                        <a:pt x="12600" y="1"/>
                        <a:pt x="12555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63" name="Google Shape;2663;p62"/>
                <p:cNvSpPr/>
                <p:nvPr/>
              </p:nvSpPr>
              <p:spPr>
                <a:xfrm>
                  <a:off x="7192135" y="4089488"/>
                  <a:ext cx="76311" cy="99718"/>
                </a:xfrm>
                <a:custGeom>
                  <a:rect b="b" l="l" r="r" t="t"/>
                  <a:pathLst>
                    <a:path extrusionOk="0" h="4797" w="3671">
                      <a:moveTo>
                        <a:pt x="3551" y="0"/>
                      </a:moveTo>
                      <a:cubicBezTo>
                        <a:pt x="3521" y="0"/>
                        <a:pt x="3493" y="15"/>
                        <a:pt x="3482" y="50"/>
                      </a:cubicBezTo>
                      <a:cubicBezTo>
                        <a:pt x="3248" y="484"/>
                        <a:pt x="2981" y="884"/>
                        <a:pt x="2648" y="1251"/>
                      </a:cubicBezTo>
                      <a:cubicBezTo>
                        <a:pt x="2314" y="1618"/>
                        <a:pt x="1947" y="1951"/>
                        <a:pt x="1614" y="2285"/>
                      </a:cubicBezTo>
                      <a:cubicBezTo>
                        <a:pt x="980" y="2952"/>
                        <a:pt x="446" y="3753"/>
                        <a:pt x="46" y="4586"/>
                      </a:cubicBezTo>
                      <a:cubicBezTo>
                        <a:pt x="1" y="4699"/>
                        <a:pt x="93" y="4797"/>
                        <a:pt x="178" y="4797"/>
                      </a:cubicBezTo>
                      <a:cubicBezTo>
                        <a:pt x="219" y="4797"/>
                        <a:pt x="258" y="4774"/>
                        <a:pt x="279" y="4720"/>
                      </a:cubicBezTo>
                      <a:cubicBezTo>
                        <a:pt x="713" y="3819"/>
                        <a:pt x="1247" y="3019"/>
                        <a:pt x="1947" y="2318"/>
                      </a:cubicBezTo>
                      <a:cubicBezTo>
                        <a:pt x="2614" y="1651"/>
                        <a:pt x="3315" y="1017"/>
                        <a:pt x="3648" y="117"/>
                      </a:cubicBezTo>
                      <a:cubicBezTo>
                        <a:pt x="3670" y="51"/>
                        <a:pt x="3607" y="0"/>
                        <a:pt x="3551" y="0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64" name="Google Shape;2664;p62"/>
                <p:cNvSpPr/>
                <p:nvPr/>
              </p:nvSpPr>
              <p:spPr>
                <a:xfrm>
                  <a:off x="7242129" y="3983701"/>
                  <a:ext cx="33489" cy="36981"/>
                </a:xfrm>
                <a:custGeom>
                  <a:rect b="b" l="l" r="r" t="t"/>
                  <a:pathLst>
                    <a:path extrusionOk="0" h="1779" w="1611">
                      <a:moveTo>
                        <a:pt x="191" y="0"/>
                      </a:moveTo>
                      <a:cubicBezTo>
                        <a:pt x="96" y="0"/>
                        <a:pt x="0" y="101"/>
                        <a:pt x="76" y="202"/>
                      </a:cubicBezTo>
                      <a:cubicBezTo>
                        <a:pt x="276" y="469"/>
                        <a:pt x="510" y="736"/>
                        <a:pt x="743" y="1003"/>
                      </a:cubicBezTo>
                      <a:cubicBezTo>
                        <a:pt x="843" y="1136"/>
                        <a:pt x="977" y="1269"/>
                        <a:pt x="1077" y="1403"/>
                      </a:cubicBezTo>
                      <a:cubicBezTo>
                        <a:pt x="1143" y="1470"/>
                        <a:pt x="1177" y="1536"/>
                        <a:pt x="1243" y="1603"/>
                      </a:cubicBezTo>
                      <a:cubicBezTo>
                        <a:pt x="1310" y="1670"/>
                        <a:pt x="1377" y="1770"/>
                        <a:pt x="1444" y="1770"/>
                      </a:cubicBezTo>
                      <a:cubicBezTo>
                        <a:pt x="1456" y="1776"/>
                        <a:pt x="1469" y="1779"/>
                        <a:pt x="1483" y="1779"/>
                      </a:cubicBezTo>
                      <a:cubicBezTo>
                        <a:pt x="1544" y="1779"/>
                        <a:pt x="1610" y="1724"/>
                        <a:pt x="1610" y="1670"/>
                      </a:cubicBezTo>
                      <a:cubicBezTo>
                        <a:pt x="1577" y="1503"/>
                        <a:pt x="1410" y="1370"/>
                        <a:pt x="1310" y="1236"/>
                      </a:cubicBezTo>
                      <a:cubicBezTo>
                        <a:pt x="1210" y="1103"/>
                        <a:pt x="1077" y="969"/>
                        <a:pt x="977" y="836"/>
                      </a:cubicBezTo>
                      <a:cubicBezTo>
                        <a:pt x="743" y="569"/>
                        <a:pt x="510" y="269"/>
                        <a:pt x="276" y="35"/>
                      </a:cubicBezTo>
                      <a:cubicBezTo>
                        <a:pt x="252" y="11"/>
                        <a:pt x="221" y="0"/>
                        <a:pt x="191" y="0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65" name="Google Shape;2665;p62"/>
                <p:cNvSpPr/>
                <p:nvPr/>
              </p:nvSpPr>
              <p:spPr>
                <a:xfrm>
                  <a:off x="7535628" y="2760086"/>
                  <a:ext cx="10415" cy="147404"/>
                </a:xfrm>
                <a:custGeom>
                  <a:rect b="b" l="l" r="r" t="t"/>
                  <a:pathLst>
                    <a:path extrusionOk="0" h="7091" w="501">
                      <a:moveTo>
                        <a:pt x="452" y="1"/>
                      </a:moveTo>
                      <a:cubicBezTo>
                        <a:pt x="434" y="1"/>
                        <a:pt x="414" y="9"/>
                        <a:pt x="401" y="23"/>
                      </a:cubicBezTo>
                      <a:cubicBezTo>
                        <a:pt x="234" y="1190"/>
                        <a:pt x="100" y="2358"/>
                        <a:pt x="67" y="3525"/>
                      </a:cubicBezTo>
                      <a:cubicBezTo>
                        <a:pt x="0" y="4693"/>
                        <a:pt x="0" y="5894"/>
                        <a:pt x="167" y="7028"/>
                      </a:cubicBezTo>
                      <a:cubicBezTo>
                        <a:pt x="167" y="7073"/>
                        <a:pt x="194" y="7091"/>
                        <a:pt x="224" y="7091"/>
                      </a:cubicBezTo>
                      <a:cubicBezTo>
                        <a:pt x="260" y="7091"/>
                        <a:pt x="301" y="7064"/>
                        <a:pt x="301" y="7028"/>
                      </a:cubicBezTo>
                      <a:cubicBezTo>
                        <a:pt x="334" y="5860"/>
                        <a:pt x="267" y="4693"/>
                        <a:pt x="301" y="3525"/>
                      </a:cubicBezTo>
                      <a:cubicBezTo>
                        <a:pt x="334" y="2358"/>
                        <a:pt x="401" y="1190"/>
                        <a:pt x="501" y="56"/>
                      </a:cubicBezTo>
                      <a:cubicBezTo>
                        <a:pt x="501" y="17"/>
                        <a:pt x="478" y="1"/>
                        <a:pt x="452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66" name="Google Shape;2666;p62"/>
                <p:cNvSpPr/>
                <p:nvPr/>
              </p:nvSpPr>
              <p:spPr>
                <a:xfrm>
                  <a:off x="7699350" y="2803719"/>
                  <a:ext cx="23511" cy="143434"/>
                </a:xfrm>
                <a:custGeom>
                  <a:rect b="b" l="l" r="r" t="t"/>
                  <a:pathLst>
                    <a:path extrusionOk="0" h="6900" w="1131">
                      <a:moveTo>
                        <a:pt x="1014" y="0"/>
                      </a:moveTo>
                      <a:cubicBezTo>
                        <a:pt x="956" y="0"/>
                        <a:pt x="897" y="42"/>
                        <a:pt x="897" y="125"/>
                      </a:cubicBezTo>
                      <a:lnTo>
                        <a:pt x="864" y="125"/>
                      </a:lnTo>
                      <a:cubicBezTo>
                        <a:pt x="831" y="1226"/>
                        <a:pt x="764" y="2327"/>
                        <a:pt x="697" y="3428"/>
                      </a:cubicBezTo>
                      <a:cubicBezTo>
                        <a:pt x="664" y="3961"/>
                        <a:pt x="597" y="4528"/>
                        <a:pt x="564" y="5062"/>
                      </a:cubicBezTo>
                      <a:cubicBezTo>
                        <a:pt x="530" y="5329"/>
                        <a:pt x="497" y="5596"/>
                        <a:pt x="497" y="5829"/>
                      </a:cubicBezTo>
                      <a:cubicBezTo>
                        <a:pt x="466" y="6044"/>
                        <a:pt x="492" y="6712"/>
                        <a:pt x="184" y="6712"/>
                      </a:cubicBezTo>
                      <a:cubicBezTo>
                        <a:pt x="157" y="6712"/>
                        <a:pt x="128" y="6707"/>
                        <a:pt x="97" y="6697"/>
                      </a:cubicBezTo>
                      <a:cubicBezTo>
                        <a:pt x="89" y="6693"/>
                        <a:pt x="82" y="6691"/>
                        <a:pt x="76" y="6691"/>
                      </a:cubicBezTo>
                      <a:cubicBezTo>
                        <a:pt x="23" y="6691"/>
                        <a:pt x="0" y="6800"/>
                        <a:pt x="30" y="6830"/>
                      </a:cubicBezTo>
                      <a:cubicBezTo>
                        <a:pt x="103" y="6879"/>
                        <a:pt x="171" y="6900"/>
                        <a:pt x="232" y="6900"/>
                      </a:cubicBezTo>
                      <a:cubicBezTo>
                        <a:pt x="509" y="6900"/>
                        <a:pt x="670" y="6481"/>
                        <a:pt x="697" y="6263"/>
                      </a:cubicBezTo>
                      <a:cubicBezTo>
                        <a:pt x="797" y="5596"/>
                        <a:pt x="864" y="4929"/>
                        <a:pt x="931" y="4262"/>
                      </a:cubicBezTo>
                      <a:cubicBezTo>
                        <a:pt x="1031" y="2894"/>
                        <a:pt x="1097" y="1526"/>
                        <a:pt x="1131" y="125"/>
                      </a:cubicBezTo>
                      <a:cubicBezTo>
                        <a:pt x="1131" y="42"/>
                        <a:pt x="1072" y="0"/>
                        <a:pt x="1014" y="0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67" name="Google Shape;2667;p62"/>
                <p:cNvSpPr/>
                <p:nvPr/>
              </p:nvSpPr>
              <p:spPr>
                <a:xfrm>
                  <a:off x="7387641" y="2742749"/>
                  <a:ext cx="24301" cy="142561"/>
                </a:xfrm>
                <a:custGeom>
                  <a:rect b="b" l="l" r="r" t="t"/>
                  <a:pathLst>
                    <a:path extrusionOk="0" h="6858" w="1169">
                      <a:moveTo>
                        <a:pt x="165" y="1"/>
                      </a:moveTo>
                      <a:cubicBezTo>
                        <a:pt x="87" y="1"/>
                        <a:pt x="0" y="95"/>
                        <a:pt x="48" y="190"/>
                      </a:cubicBezTo>
                      <a:cubicBezTo>
                        <a:pt x="581" y="1157"/>
                        <a:pt x="448" y="2324"/>
                        <a:pt x="481" y="3359"/>
                      </a:cubicBezTo>
                      <a:cubicBezTo>
                        <a:pt x="548" y="4493"/>
                        <a:pt x="715" y="5660"/>
                        <a:pt x="915" y="6761"/>
                      </a:cubicBezTo>
                      <a:cubicBezTo>
                        <a:pt x="928" y="6828"/>
                        <a:pt x="974" y="6858"/>
                        <a:pt x="1022" y="6858"/>
                      </a:cubicBezTo>
                      <a:cubicBezTo>
                        <a:pt x="1093" y="6858"/>
                        <a:pt x="1168" y="6794"/>
                        <a:pt x="1148" y="6694"/>
                      </a:cubicBezTo>
                      <a:cubicBezTo>
                        <a:pt x="915" y="5493"/>
                        <a:pt x="781" y="4259"/>
                        <a:pt x="715" y="3025"/>
                      </a:cubicBezTo>
                      <a:cubicBezTo>
                        <a:pt x="681" y="2024"/>
                        <a:pt x="748" y="990"/>
                        <a:pt x="248" y="56"/>
                      </a:cubicBezTo>
                      <a:cubicBezTo>
                        <a:pt x="228" y="17"/>
                        <a:pt x="197" y="1"/>
                        <a:pt x="165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68" name="Google Shape;2668;p62"/>
                <p:cNvSpPr/>
                <p:nvPr/>
              </p:nvSpPr>
              <p:spPr>
                <a:xfrm>
                  <a:off x="7500268" y="2501905"/>
                  <a:ext cx="17358" cy="17004"/>
                </a:xfrm>
                <a:custGeom>
                  <a:rect b="b" l="l" r="r" t="t"/>
                  <a:pathLst>
                    <a:path extrusionOk="0" h="818" w="835">
                      <a:moveTo>
                        <a:pt x="767" y="1"/>
                      </a:moveTo>
                      <a:cubicBezTo>
                        <a:pt x="667" y="1"/>
                        <a:pt x="567" y="34"/>
                        <a:pt x="467" y="67"/>
                      </a:cubicBezTo>
                      <a:cubicBezTo>
                        <a:pt x="367" y="101"/>
                        <a:pt x="300" y="167"/>
                        <a:pt x="234" y="234"/>
                      </a:cubicBezTo>
                      <a:cubicBezTo>
                        <a:pt x="100" y="367"/>
                        <a:pt x="0" y="568"/>
                        <a:pt x="0" y="768"/>
                      </a:cubicBezTo>
                      <a:cubicBezTo>
                        <a:pt x="0" y="801"/>
                        <a:pt x="25" y="818"/>
                        <a:pt x="54" y="818"/>
                      </a:cubicBezTo>
                      <a:cubicBezTo>
                        <a:pt x="84" y="818"/>
                        <a:pt x="117" y="801"/>
                        <a:pt x="134" y="768"/>
                      </a:cubicBezTo>
                      <a:cubicBezTo>
                        <a:pt x="134" y="601"/>
                        <a:pt x="234" y="468"/>
                        <a:pt x="334" y="334"/>
                      </a:cubicBezTo>
                      <a:cubicBezTo>
                        <a:pt x="400" y="301"/>
                        <a:pt x="467" y="267"/>
                        <a:pt x="534" y="201"/>
                      </a:cubicBezTo>
                      <a:cubicBezTo>
                        <a:pt x="601" y="167"/>
                        <a:pt x="701" y="134"/>
                        <a:pt x="767" y="134"/>
                      </a:cubicBezTo>
                      <a:cubicBezTo>
                        <a:pt x="834" y="101"/>
                        <a:pt x="801" y="34"/>
                        <a:pt x="767" y="1"/>
                      </a:cubicBezTo>
                      <a:close/>
                    </a:path>
                  </a:pathLst>
                </a:custGeom>
                <a:solidFill>
                  <a:srgbClr val="C4634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69" name="Google Shape;2669;p62"/>
                <p:cNvSpPr/>
                <p:nvPr/>
              </p:nvSpPr>
              <p:spPr>
                <a:xfrm>
                  <a:off x="7417284" y="2586885"/>
                  <a:ext cx="37230" cy="6569"/>
                </a:xfrm>
                <a:custGeom>
                  <a:rect b="b" l="l" r="r" t="t"/>
                  <a:pathLst>
                    <a:path extrusionOk="0" h="316" w="1791">
                      <a:moveTo>
                        <a:pt x="1557" y="1"/>
                      </a:moveTo>
                      <a:cubicBezTo>
                        <a:pt x="1468" y="1"/>
                        <a:pt x="1379" y="15"/>
                        <a:pt x="1290" y="15"/>
                      </a:cubicBezTo>
                      <a:cubicBezTo>
                        <a:pt x="1157" y="49"/>
                        <a:pt x="1023" y="49"/>
                        <a:pt x="923" y="49"/>
                      </a:cubicBezTo>
                      <a:cubicBezTo>
                        <a:pt x="790" y="49"/>
                        <a:pt x="656" y="49"/>
                        <a:pt x="523" y="15"/>
                      </a:cubicBezTo>
                      <a:lnTo>
                        <a:pt x="123" y="15"/>
                      </a:lnTo>
                      <a:cubicBezTo>
                        <a:pt x="112" y="12"/>
                        <a:pt x="102" y="10"/>
                        <a:pt x="92" y="10"/>
                      </a:cubicBezTo>
                      <a:cubicBezTo>
                        <a:pt x="17" y="10"/>
                        <a:pt x="0" y="119"/>
                        <a:pt x="89" y="149"/>
                      </a:cubicBezTo>
                      <a:cubicBezTo>
                        <a:pt x="156" y="149"/>
                        <a:pt x="223" y="182"/>
                        <a:pt x="256" y="216"/>
                      </a:cubicBezTo>
                      <a:cubicBezTo>
                        <a:pt x="323" y="249"/>
                        <a:pt x="390" y="249"/>
                        <a:pt x="456" y="249"/>
                      </a:cubicBezTo>
                      <a:cubicBezTo>
                        <a:pt x="590" y="282"/>
                        <a:pt x="756" y="282"/>
                        <a:pt x="890" y="316"/>
                      </a:cubicBezTo>
                      <a:cubicBezTo>
                        <a:pt x="1023" y="316"/>
                        <a:pt x="1157" y="316"/>
                        <a:pt x="1290" y="282"/>
                      </a:cubicBezTo>
                      <a:cubicBezTo>
                        <a:pt x="1457" y="282"/>
                        <a:pt x="1590" y="282"/>
                        <a:pt x="1724" y="182"/>
                      </a:cubicBezTo>
                      <a:cubicBezTo>
                        <a:pt x="1791" y="149"/>
                        <a:pt x="1791" y="49"/>
                        <a:pt x="1690" y="15"/>
                      </a:cubicBezTo>
                      <a:cubicBezTo>
                        <a:pt x="1646" y="4"/>
                        <a:pt x="1602" y="1"/>
                        <a:pt x="1557" y="1"/>
                      </a:cubicBezTo>
                      <a:close/>
                    </a:path>
                  </a:pathLst>
                </a:custGeom>
                <a:solidFill>
                  <a:srgbClr val="C4634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70" name="Google Shape;2670;p62"/>
                <p:cNvSpPr/>
                <p:nvPr/>
              </p:nvSpPr>
              <p:spPr>
                <a:xfrm>
                  <a:off x="7411609" y="2607215"/>
                  <a:ext cx="123083" cy="64150"/>
                </a:xfrm>
                <a:custGeom>
                  <a:rect b="b" l="l" r="r" t="t"/>
                  <a:pathLst>
                    <a:path extrusionOk="0" h="3086" w="5921">
                      <a:moveTo>
                        <a:pt x="5775" y="1"/>
                      </a:moveTo>
                      <a:cubicBezTo>
                        <a:pt x="5733" y="1"/>
                        <a:pt x="5691" y="23"/>
                        <a:pt x="5666" y="72"/>
                      </a:cubicBezTo>
                      <a:cubicBezTo>
                        <a:pt x="5499" y="272"/>
                        <a:pt x="5399" y="539"/>
                        <a:pt x="5232" y="772"/>
                      </a:cubicBezTo>
                      <a:cubicBezTo>
                        <a:pt x="5099" y="1039"/>
                        <a:pt x="4932" y="1306"/>
                        <a:pt x="4765" y="1539"/>
                      </a:cubicBezTo>
                      <a:cubicBezTo>
                        <a:pt x="4399" y="1973"/>
                        <a:pt x="3965" y="2306"/>
                        <a:pt x="3465" y="2540"/>
                      </a:cubicBezTo>
                      <a:cubicBezTo>
                        <a:pt x="3046" y="2724"/>
                        <a:pt x="2619" y="2809"/>
                        <a:pt x="2196" y="2809"/>
                      </a:cubicBezTo>
                      <a:cubicBezTo>
                        <a:pt x="1472" y="2809"/>
                        <a:pt x="761" y="2561"/>
                        <a:pt x="129" y="2140"/>
                      </a:cubicBezTo>
                      <a:cubicBezTo>
                        <a:pt x="120" y="2135"/>
                        <a:pt x="110" y="2133"/>
                        <a:pt x="101" y="2133"/>
                      </a:cubicBezTo>
                      <a:cubicBezTo>
                        <a:pt x="45" y="2133"/>
                        <a:pt x="0" y="2211"/>
                        <a:pt x="29" y="2240"/>
                      </a:cubicBezTo>
                      <a:cubicBezTo>
                        <a:pt x="636" y="2803"/>
                        <a:pt x="1426" y="3085"/>
                        <a:pt x="2226" y="3085"/>
                      </a:cubicBezTo>
                      <a:cubicBezTo>
                        <a:pt x="2656" y="3085"/>
                        <a:pt x="3089" y="3004"/>
                        <a:pt x="3498" y="2840"/>
                      </a:cubicBezTo>
                      <a:cubicBezTo>
                        <a:pt x="4032" y="2640"/>
                        <a:pt x="4532" y="2273"/>
                        <a:pt x="4932" y="1806"/>
                      </a:cubicBezTo>
                      <a:cubicBezTo>
                        <a:pt x="5132" y="1573"/>
                        <a:pt x="5299" y="1306"/>
                        <a:pt x="5466" y="1006"/>
                      </a:cubicBezTo>
                      <a:cubicBezTo>
                        <a:pt x="5633" y="739"/>
                        <a:pt x="5800" y="472"/>
                        <a:pt x="5900" y="172"/>
                      </a:cubicBezTo>
                      <a:cubicBezTo>
                        <a:pt x="5921" y="66"/>
                        <a:pt x="5848" y="1"/>
                        <a:pt x="5775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71" name="Google Shape;2671;p62"/>
                <p:cNvSpPr/>
                <p:nvPr/>
              </p:nvSpPr>
              <p:spPr>
                <a:xfrm>
                  <a:off x="7607137" y="3126112"/>
                  <a:ext cx="16879" cy="18750"/>
                </a:xfrm>
                <a:custGeom>
                  <a:rect b="b" l="l" r="r" t="t"/>
                  <a:pathLst>
                    <a:path extrusionOk="0" h="902" w="812">
                      <a:moveTo>
                        <a:pt x="696" y="0"/>
                      </a:moveTo>
                      <a:cubicBezTo>
                        <a:pt x="672" y="0"/>
                        <a:pt x="649" y="9"/>
                        <a:pt x="630" y="27"/>
                      </a:cubicBezTo>
                      <a:lnTo>
                        <a:pt x="330" y="394"/>
                      </a:lnTo>
                      <a:cubicBezTo>
                        <a:pt x="263" y="461"/>
                        <a:pt x="230" y="528"/>
                        <a:pt x="163" y="561"/>
                      </a:cubicBezTo>
                      <a:cubicBezTo>
                        <a:pt x="130" y="594"/>
                        <a:pt x="96" y="661"/>
                        <a:pt x="96" y="694"/>
                      </a:cubicBezTo>
                      <a:cubicBezTo>
                        <a:pt x="63" y="728"/>
                        <a:pt x="29" y="761"/>
                        <a:pt x="29" y="795"/>
                      </a:cubicBezTo>
                      <a:cubicBezTo>
                        <a:pt x="1" y="823"/>
                        <a:pt x="46" y="901"/>
                        <a:pt x="102" y="901"/>
                      </a:cubicBezTo>
                      <a:cubicBezTo>
                        <a:pt x="111" y="901"/>
                        <a:pt x="120" y="899"/>
                        <a:pt x="130" y="895"/>
                      </a:cubicBezTo>
                      <a:cubicBezTo>
                        <a:pt x="163" y="861"/>
                        <a:pt x="196" y="828"/>
                        <a:pt x="230" y="795"/>
                      </a:cubicBezTo>
                      <a:cubicBezTo>
                        <a:pt x="263" y="795"/>
                        <a:pt x="263" y="761"/>
                        <a:pt x="296" y="728"/>
                      </a:cubicBezTo>
                      <a:cubicBezTo>
                        <a:pt x="363" y="661"/>
                        <a:pt x="396" y="594"/>
                        <a:pt x="463" y="528"/>
                      </a:cubicBezTo>
                      <a:cubicBezTo>
                        <a:pt x="563" y="394"/>
                        <a:pt x="663" y="261"/>
                        <a:pt x="763" y="127"/>
                      </a:cubicBezTo>
                      <a:cubicBezTo>
                        <a:pt x="811" y="55"/>
                        <a:pt x="756" y="0"/>
                        <a:pt x="696" y="0"/>
                      </a:cubicBezTo>
                      <a:close/>
                    </a:path>
                  </a:pathLst>
                </a:custGeom>
                <a:solidFill>
                  <a:srgbClr val="C4634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72" name="Google Shape;2672;p62"/>
                <p:cNvSpPr/>
                <p:nvPr/>
              </p:nvSpPr>
              <p:spPr>
                <a:xfrm>
                  <a:off x="7351866" y="3095472"/>
                  <a:ext cx="39559" cy="14572"/>
                </a:xfrm>
                <a:custGeom>
                  <a:rect b="b" l="l" r="r" t="t"/>
                  <a:pathLst>
                    <a:path extrusionOk="0" h="701" w="1903">
                      <a:moveTo>
                        <a:pt x="1802" y="0"/>
                      </a:moveTo>
                      <a:cubicBezTo>
                        <a:pt x="1502" y="34"/>
                        <a:pt x="1168" y="100"/>
                        <a:pt x="868" y="200"/>
                      </a:cubicBezTo>
                      <a:cubicBezTo>
                        <a:pt x="735" y="267"/>
                        <a:pt x="601" y="300"/>
                        <a:pt x="434" y="367"/>
                      </a:cubicBezTo>
                      <a:cubicBezTo>
                        <a:pt x="301" y="434"/>
                        <a:pt x="167" y="501"/>
                        <a:pt x="34" y="601"/>
                      </a:cubicBezTo>
                      <a:cubicBezTo>
                        <a:pt x="1" y="634"/>
                        <a:pt x="34" y="701"/>
                        <a:pt x="101" y="701"/>
                      </a:cubicBezTo>
                      <a:cubicBezTo>
                        <a:pt x="234" y="634"/>
                        <a:pt x="368" y="567"/>
                        <a:pt x="501" y="501"/>
                      </a:cubicBezTo>
                      <a:cubicBezTo>
                        <a:pt x="668" y="434"/>
                        <a:pt x="801" y="367"/>
                        <a:pt x="935" y="334"/>
                      </a:cubicBezTo>
                      <a:cubicBezTo>
                        <a:pt x="1235" y="200"/>
                        <a:pt x="1535" y="134"/>
                        <a:pt x="1835" y="100"/>
                      </a:cubicBezTo>
                      <a:cubicBezTo>
                        <a:pt x="1902" y="100"/>
                        <a:pt x="1869" y="0"/>
                        <a:pt x="1802" y="0"/>
                      </a:cubicBezTo>
                      <a:close/>
                    </a:path>
                  </a:pathLst>
                </a:custGeom>
                <a:solidFill>
                  <a:srgbClr val="C4634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73" name="Google Shape;2673;p62"/>
                <p:cNvSpPr/>
                <p:nvPr/>
              </p:nvSpPr>
              <p:spPr>
                <a:xfrm>
                  <a:off x="7036374" y="4116595"/>
                  <a:ext cx="43009" cy="37043"/>
                </a:xfrm>
                <a:custGeom>
                  <a:rect b="b" l="l" r="r" t="t"/>
                  <a:pathLst>
                    <a:path extrusionOk="0" h="1782" w="2069">
                      <a:moveTo>
                        <a:pt x="147" y="0"/>
                      </a:moveTo>
                      <a:cubicBezTo>
                        <a:pt x="100" y="0"/>
                        <a:pt x="58" y="31"/>
                        <a:pt x="34" y="80"/>
                      </a:cubicBezTo>
                      <a:cubicBezTo>
                        <a:pt x="0" y="147"/>
                        <a:pt x="34" y="214"/>
                        <a:pt x="100" y="247"/>
                      </a:cubicBezTo>
                      <a:cubicBezTo>
                        <a:pt x="267" y="380"/>
                        <a:pt x="434" y="547"/>
                        <a:pt x="601" y="714"/>
                      </a:cubicBezTo>
                      <a:cubicBezTo>
                        <a:pt x="767" y="847"/>
                        <a:pt x="867" y="1014"/>
                        <a:pt x="1001" y="1214"/>
                      </a:cubicBezTo>
                      <a:cubicBezTo>
                        <a:pt x="1034" y="1281"/>
                        <a:pt x="1034" y="1314"/>
                        <a:pt x="1068" y="1348"/>
                      </a:cubicBezTo>
                      <a:cubicBezTo>
                        <a:pt x="1068" y="1381"/>
                        <a:pt x="1101" y="1414"/>
                        <a:pt x="1101" y="1448"/>
                      </a:cubicBezTo>
                      <a:cubicBezTo>
                        <a:pt x="1101" y="1448"/>
                        <a:pt x="1134" y="1481"/>
                        <a:pt x="1134" y="1481"/>
                      </a:cubicBezTo>
                      <a:cubicBezTo>
                        <a:pt x="1168" y="1581"/>
                        <a:pt x="1201" y="1681"/>
                        <a:pt x="1268" y="1715"/>
                      </a:cubicBezTo>
                      <a:cubicBezTo>
                        <a:pt x="1368" y="1781"/>
                        <a:pt x="1501" y="1781"/>
                        <a:pt x="1568" y="1781"/>
                      </a:cubicBezTo>
                      <a:cubicBezTo>
                        <a:pt x="1868" y="1715"/>
                        <a:pt x="2068" y="1448"/>
                        <a:pt x="2002" y="1148"/>
                      </a:cubicBezTo>
                      <a:lnTo>
                        <a:pt x="1968" y="1148"/>
                      </a:lnTo>
                      <a:cubicBezTo>
                        <a:pt x="1950" y="1073"/>
                        <a:pt x="1878" y="1029"/>
                        <a:pt x="1807" y="1029"/>
                      </a:cubicBezTo>
                      <a:cubicBezTo>
                        <a:pt x="1752" y="1029"/>
                        <a:pt x="1697" y="1056"/>
                        <a:pt x="1668" y="1114"/>
                      </a:cubicBezTo>
                      <a:cubicBezTo>
                        <a:pt x="1668" y="1114"/>
                        <a:pt x="1635" y="1148"/>
                        <a:pt x="1635" y="1148"/>
                      </a:cubicBezTo>
                      <a:cubicBezTo>
                        <a:pt x="1601" y="1181"/>
                        <a:pt x="1601" y="1181"/>
                        <a:pt x="1601" y="1181"/>
                      </a:cubicBezTo>
                      <a:cubicBezTo>
                        <a:pt x="1601" y="1181"/>
                        <a:pt x="1568" y="1181"/>
                        <a:pt x="1568" y="1214"/>
                      </a:cubicBezTo>
                      <a:cubicBezTo>
                        <a:pt x="1234" y="681"/>
                        <a:pt x="767" y="214"/>
                        <a:pt x="200" y="13"/>
                      </a:cubicBezTo>
                      <a:cubicBezTo>
                        <a:pt x="182" y="5"/>
                        <a:pt x="165" y="0"/>
                        <a:pt x="147" y="0"/>
                      </a:cubicBezTo>
                      <a:close/>
                    </a:path>
                  </a:pathLst>
                </a:custGeom>
                <a:solidFill>
                  <a:srgbClr val="73CAB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74" name="Google Shape;2674;p62"/>
                <p:cNvSpPr/>
                <p:nvPr/>
              </p:nvSpPr>
              <p:spPr>
                <a:xfrm>
                  <a:off x="7073625" y="4106430"/>
                  <a:ext cx="34881" cy="38249"/>
                </a:xfrm>
                <a:custGeom>
                  <a:rect b="b" l="l" r="r" t="t"/>
                  <a:pathLst>
                    <a:path extrusionOk="0" h="1840" w="1678">
                      <a:moveTo>
                        <a:pt x="208" y="1"/>
                      </a:moveTo>
                      <a:cubicBezTo>
                        <a:pt x="98" y="1"/>
                        <a:pt x="0" y="109"/>
                        <a:pt x="76" y="236"/>
                      </a:cubicBezTo>
                      <a:cubicBezTo>
                        <a:pt x="243" y="502"/>
                        <a:pt x="410" y="769"/>
                        <a:pt x="577" y="1003"/>
                      </a:cubicBezTo>
                      <a:cubicBezTo>
                        <a:pt x="777" y="1270"/>
                        <a:pt x="943" y="1537"/>
                        <a:pt x="1210" y="1770"/>
                      </a:cubicBezTo>
                      <a:cubicBezTo>
                        <a:pt x="1272" y="1811"/>
                        <a:pt x="1347" y="1840"/>
                        <a:pt x="1418" y="1840"/>
                      </a:cubicBezTo>
                      <a:cubicBezTo>
                        <a:pt x="1463" y="1840"/>
                        <a:pt x="1506" y="1829"/>
                        <a:pt x="1544" y="1803"/>
                      </a:cubicBezTo>
                      <a:cubicBezTo>
                        <a:pt x="1644" y="1703"/>
                        <a:pt x="1677" y="1570"/>
                        <a:pt x="1611" y="1436"/>
                      </a:cubicBezTo>
                      <a:cubicBezTo>
                        <a:pt x="1444" y="1170"/>
                        <a:pt x="1210" y="936"/>
                        <a:pt x="977" y="703"/>
                      </a:cubicBezTo>
                      <a:cubicBezTo>
                        <a:pt x="777" y="469"/>
                        <a:pt x="543" y="269"/>
                        <a:pt x="310" y="35"/>
                      </a:cubicBezTo>
                      <a:cubicBezTo>
                        <a:pt x="278" y="12"/>
                        <a:pt x="242" y="1"/>
                        <a:pt x="208" y="1"/>
                      </a:cubicBezTo>
                      <a:close/>
                    </a:path>
                  </a:pathLst>
                </a:custGeom>
                <a:solidFill>
                  <a:srgbClr val="73CAB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75" name="Google Shape;2675;p62"/>
                <p:cNvSpPr/>
                <p:nvPr/>
              </p:nvSpPr>
              <p:spPr>
                <a:xfrm>
                  <a:off x="7228700" y="4110941"/>
                  <a:ext cx="26816" cy="20226"/>
                </a:xfrm>
                <a:custGeom>
                  <a:rect b="b" l="l" r="r" t="t"/>
                  <a:pathLst>
                    <a:path extrusionOk="0" h="973" w="1290">
                      <a:moveTo>
                        <a:pt x="114" y="0"/>
                      </a:moveTo>
                      <a:cubicBezTo>
                        <a:pt x="56" y="0"/>
                        <a:pt x="1" y="98"/>
                        <a:pt x="55" y="152"/>
                      </a:cubicBezTo>
                      <a:lnTo>
                        <a:pt x="88" y="185"/>
                      </a:lnTo>
                      <a:cubicBezTo>
                        <a:pt x="88" y="185"/>
                        <a:pt x="122" y="219"/>
                        <a:pt x="122" y="252"/>
                      </a:cubicBezTo>
                      <a:cubicBezTo>
                        <a:pt x="155" y="252"/>
                        <a:pt x="155" y="285"/>
                        <a:pt x="155" y="285"/>
                      </a:cubicBezTo>
                      <a:cubicBezTo>
                        <a:pt x="188" y="319"/>
                        <a:pt x="222" y="386"/>
                        <a:pt x="255" y="386"/>
                      </a:cubicBezTo>
                      <a:cubicBezTo>
                        <a:pt x="255" y="419"/>
                        <a:pt x="288" y="419"/>
                        <a:pt x="288" y="452"/>
                      </a:cubicBezTo>
                      <a:cubicBezTo>
                        <a:pt x="322" y="452"/>
                        <a:pt x="322" y="486"/>
                        <a:pt x="355" y="486"/>
                      </a:cubicBezTo>
                      <a:lnTo>
                        <a:pt x="422" y="586"/>
                      </a:lnTo>
                      <a:cubicBezTo>
                        <a:pt x="488" y="652"/>
                        <a:pt x="555" y="719"/>
                        <a:pt x="622" y="786"/>
                      </a:cubicBezTo>
                      <a:cubicBezTo>
                        <a:pt x="655" y="819"/>
                        <a:pt x="722" y="853"/>
                        <a:pt x="755" y="886"/>
                      </a:cubicBezTo>
                      <a:cubicBezTo>
                        <a:pt x="789" y="919"/>
                        <a:pt x="855" y="919"/>
                        <a:pt x="889" y="953"/>
                      </a:cubicBezTo>
                      <a:cubicBezTo>
                        <a:pt x="925" y="965"/>
                        <a:pt x="967" y="973"/>
                        <a:pt x="1007" y="973"/>
                      </a:cubicBezTo>
                      <a:cubicBezTo>
                        <a:pt x="1078" y="973"/>
                        <a:pt x="1147" y="949"/>
                        <a:pt x="1189" y="886"/>
                      </a:cubicBezTo>
                      <a:cubicBezTo>
                        <a:pt x="1289" y="786"/>
                        <a:pt x="1256" y="652"/>
                        <a:pt x="1189" y="586"/>
                      </a:cubicBezTo>
                      <a:cubicBezTo>
                        <a:pt x="1122" y="486"/>
                        <a:pt x="1056" y="419"/>
                        <a:pt x="955" y="386"/>
                      </a:cubicBezTo>
                      <a:cubicBezTo>
                        <a:pt x="855" y="319"/>
                        <a:pt x="789" y="285"/>
                        <a:pt x="722" y="252"/>
                      </a:cubicBezTo>
                      <a:cubicBezTo>
                        <a:pt x="655" y="219"/>
                        <a:pt x="622" y="219"/>
                        <a:pt x="589" y="185"/>
                      </a:cubicBezTo>
                      <a:cubicBezTo>
                        <a:pt x="555" y="185"/>
                        <a:pt x="555" y="152"/>
                        <a:pt x="522" y="152"/>
                      </a:cubicBezTo>
                      <a:lnTo>
                        <a:pt x="455" y="119"/>
                      </a:lnTo>
                      <a:cubicBezTo>
                        <a:pt x="422" y="119"/>
                        <a:pt x="388" y="85"/>
                        <a:pt x="322" y="52"/>
                      </a:cubicBezTo>
                      <a:lnTo>
                        <a:pt x="222" y="52"/>
                      </a:lnTo>
                      <a:lnTo>
                        <a:pt x="155" y="19"/>
                      </a:lnTo>
                      <a:cubicBezTo>
                        <a:pt x="142" y="6"/>
                        <a:pt x="128" y="0"/>
                        <a:pt x="114" y="0"/>
                      </a:cubicBezTo>
                      <a:close/>
                    </a:path>
                  </a:pathLst>
                </a:custGeom>
                <a:solidFill>
                  <a:srgbClr val="73CAB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76" name="Google Shape;2676;p62"/>
                <p:cNvSpPr/>
                <p:nvPr/>
              </p:nvSpPr>
              <p:spPr>
                <a:xfrm>
                  <a:off x="7251712" y="4079968"/>
                  <a:ext cx="32927" cy="21286"/>
                </a:xfrm>
                <a:custGeom>
                  <a:rect b="b" l="l" r="r" t="t"/>
                  <a:pathLst>
                    <a:path extrusionOk="0" h="1024" w="1584">
                      <a:moveTo>
                        <a:pt x="181" y="0"/>
                      </a:moveTo>
                      <a:cubicBezTo>
                        <a:pt x="90" y="0"/>
                        <a:pt x="1" y="79"/>
                        <a:pt x="49" y="174"/>
                      </a:cubicBezTo>
                      <a:cubicBezTo>
                        <a:pt x="82" y="308"/>
                        <a:pt x="149" y="441"/>
                        <a:pt x="249" y="541"/>
                      </a:cubicBezTo>
                      <a:cubicBezTo>
                        <a:pt x="249" y="541"/>
                        <a:pt x="249" y="575"/>
                        <a:pt x="249" y="575"/>
                      </a:cubicBezTo>
                      <a:cubicBezTo>
                        <a:pt x="249" y="608"/>
                        <a:pt x="282" y="608"/>
                        <a:pt x="282" y="641"/>
                      </a:cubicBezTo>
                      <a:cubicBezTo>
                        <a:pt x="315" y="641"/>
                        <a:pt x="349" y="675"/>
                        <a:pt x="349" y="675"/>
                      </a:cubicBezTo>
                      <a:cubicBezTo>
                        <a:pt x="416" y="741"/>
                        <a:pt x="482" y="775"/>
                        <a:pt x="549" y="841"/>
                      </a:cubicBezTo>
                      <a:cubicBezTo>
                        <a:pt x="649" y="908"/>
                        <a:pt x="782" y="975"/>
                        <a:pt x="916" y="1008"/>
                      </a:cubicBezTo>
                      <a:cubicBezTo>
                        <a:pt x="983" y="1008"/>
                        <a:pt x="1064" y="1023"/>
                        <a:pt x="1131" y="1023"/>
                      </a:cubicBezTo>
                      <a:cubicBezTo>
                        <a:pt x="1164" y="1023"/>
                        <a:pt x="1194" y="1019"/>
                        <a:pt x="1216" y="1008"/>
                      </a:cubicBezTo>
                      <a:lnTo>
                        <a:pt x="1316" y="1008"/>
                      </a:lnTo>
                      <a:cubicBezTo>
                        <a:pt x="1350" y="975"/>
                        <a:pt x="1416" y="975"/>
                        <a:pt x="1450" y="942"/>
                      </a:cubicBezTo>
                      <a:cubicBezTo>
                        <a:pt x="1516" y="908"/>
                        <a:pt x="1583" y="808"/>
                        <a:pt x="1550" y="708"/>
                      </a:cubicBezTo>
                      <a:cubicBezTo>
                        <a:pt x="1550" y="608"/>
                        <a:pt x="1483" y="541"/>
                        <a:pt x="1383" y="508"/>
                      </a:cubicBezTo>
                      <a:cubicBezTo>
                        <a:pt x="1350" y="508"/>
                        <a:pt x="1350" y="508"/>
                        <a:pt x="1316" y="475"/>
                      </a:cubicBezTo>
                      <a:lnTo>
                        <a:pt x="1249" y="475"/>
                      </a:lnTo>
                      <a:cubicBezTo>
                        <a:pt x="1216" y="441"/>
                        <a:pt x="1149" y="441"/>
                        <a:pt x="1083" y="441"/>
                      </a:cubicBezTo>
                      <a:cubicBezTo>
                        <a:pt x="983" y="408"/>
                        <a:pt x="849" y="374"/>
                        <a:pt x="749" y="341"/>
                      </a:cubicBezTo>
                      <a:cubicBezTo>
                        <a:pt x="716" y="341"/>
                        <a:pt x="716" y="308"/>
                        <a:pt x="682" y="308"/>
                      </a:cubicBezTo>
                      <a:lnTo>
                        <a:pt x="649" y="308"/>
                      </a:lnTo>
                      <a:cubicBezTo>
                        <a:pt x="649" y="308"/>
                        <a:pt x="616" y="274"/>
                        <a:pt x="582" y="274"/>
                      </a:cubicBezTo>
                      <a:cubicBezTo>
                        <a:pt x="582" y="241"/>
                        <a:pt x="549" y="241"/>
                        <a:pt x="516" y="241"/>
                      </a:cubicBezTo>
                      <a:cubicBezTo>
                        <a:pt x="482" y="208"/>
                        <a:pt x="416" y="174"/>
                        <a:pt x="382" y="141"/>
                      </a:cubicBezTo>
                      <a:cubicBezTo>
                        <a:pt x="382" y="141"/>
                        <a:pt x="349" y="108"/>
                        <a:pt x="349" y="108"/>
                      </a:cubicBezTo>
                      <a:cubicBezTo>
                        <a:pt x="315" y="74"/>
                        <a:pt x="315" y="74"/>
                        <a:pt x="282" y="41"/>
                      </a:cubicBezTo>
                      <a:cubicBezTo>
                        <a:pt x="254" y="13"/>
                        <a:pt x="217" y="0"/>
                        <a:pt x="181" y="0"/>
                      </a:cubicBezTo>
                      <a:close/>
                    </a:path>
                  </a:pathLst>
                </a:custGeom>
                <a:solidFill>
                  <a:srgbClr val="73CAB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77" name="Google Shape;2677;p62"/>
                <p:cNvSpPr/>
                <p:nvPr/>
              </p:nvSpPr>
              <p:spPr>
                <a:xfrm>
                  <a:off x="7395686" y="2537265"/>
                  <a:ext cx="34570" cy="11121"/>
                </a:xfrm>
                <a:custGeom>
                  <a:rect b="b" l="l" r="r" t="t"/>
                  <a:pathLst>
                    <a:path extrusionOk="0" h="535" w="1663">
                      <a:moveTo>
                        <a:pt x="1495" y="1"/>
                      </a:moveTo>
                      <a:cubicBezTo>
                        <a:pt x="1362" y="34"/>
                        <a:pt x="1262" y="67"/>
                        <a:pt x="1162" y="134"/>
                      </a:cubicBezTo>
                      <a:cubicBezTo>
                        <a:pt x="1028" y="168"/>
                        <a:pt x="928" y="168"/>
                        <a:pt x="828" y="201"/>
                      </a:cubicBezTo>
                      <a:cubicBezTo>
                        <a:pt x="561" y="201"/>
                        <a:pt x="361" y="101"/>
                        <a:pt x="128" y="67"/>
                      </a:cubicBezTo>
                      <a:cubicBezTo>
                        <a:pt x="116" y="62"/>
                        <a:pt x="104" y="59"/>
                        <a:pt x="93" y="59"/>
                      </a:cubicBezTo>
                      <a:cubicBezTo>
                        <a:pt x="40" y="59"/>
                        <a:pt x="0" y="119"/>
                        <a:pt x="28" y="201"/>
                      </a:cubicBezTo>
                      <a:cubicBezTo>
                        <a:pt x="194" y="468"/>
                        <a:pt x="528" y="534"/>
                        <a:pt x="828" y="534"/>
                      </a:cubicBezTo>
                      <a:cubicBezTo>
                        <a:pt x="962" y="534"/>
                        <a:pt x="1128" y="501"/>
                        <a:pt x="1262" y="468"/>
                      </a:cubicBezTo>
                      <a:cubicBezTo>
                        <a:pt x="1328" y="434"/>
                        <a:pt x="1395" y="401"/>
                        <a:pt x="1462" y="368"/>
                      </a:cubicBezTo>
                      <a:cubicBezTo>
                        <a:pt x="1562" y="301"/>
                        <a:pt x="1595" y="234"/>
                        <a:pt x="1629" y="168"/>
                      </a:cubicBezTo>
                      <a:cubicBezTo>
                        <a:pt x="1662" y="67"/>
                        <a:pt x="1562" y="1"/>
                        <a:pt x="1495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78" name="Google Shape;2678;p62"/>
                <p:cNvSpPr/>
                <p:nvPr/>
              </p:nvSpPr>
              <p:spPr>
                <a:xfrm>
                  <a:off x="7057162" y="3166897"/>
                  <a:ext cx="379330" cy="13179"/>
                </a:xfrm>
                <a:custGeom>
                  <a:rect b="b" l="l" r="r" t="t"/>
                  <a:pathLst>
                    <a:path extrusionOk="0" h="634" w="18248">
                      <a:moveTo>
                        <a:pt x="1" y="0"/>
                      </a:moveTo>
                      <a:lnTo>
                        <a:pt x="1" y="634"/>
                      </a:lnTo>
                      <a:lnTo>
                        <a:pt x="18247" y="634"/>
                      </a:lnTo>
                      <a:cubicBezTo>
                        <a:pt x="18247" y="267"/>
                        <a:pt x="17947" y="0"/>
                        <a:pt x="17613" y="0"/>
                      </a:cubicBezTo>
                      <a:close/>
                    </a:path>
                  </a:pathLst>
                </a:custGeom>
                <a:solidFill>
                  <a:srgbClr val="D6D6D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79" name="Google Shape;2679;p62"/>
                <p:cNvSpPr/>
                <p:nvPr/>
              </p:nvSpPr>
              <p:spPr>
                <a:xfrm>
                  <a:off x="6923332" y="2954699"/>
                  <a:ext cx="447285" cy="212220"/>
                </a:xfrm>
                <a:custGeom>
                  <a:rect b="b" l="l" r="r" t="t"/>
                  <a:pathLst>
                    <a:path extrusionOk="0" h="10209" w="21517">
                      <a:moveTo>
                        <a:pt x="1002" y="1"/>
                      </a:moveTo>
                      <a:cubicBezTo>
                        <a:pt x="435" y="1"/>
                        <a:pt x="1" y="534"/>
                        <a:pt x="201" y="1035"/>
                      </a:cubicBezTo>
                      <a:lnTo>
                        <a:pt x="3270" y="10208"/>
                      </a:lnTo>
                      <a:lnTo>
                        <a:pt x="21516" y="10208"/>
                      </a:lnTo>
                      <a:lnTo>
                        <a:pt x="18281" y="568"/>
                      </a:lnTo>
                      <a:cubicBezTo>
                        <a:pt x="18147" y="234"/>
                        <a:pt x="17847" y="1"/>
                        <a:pt x="1744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80" name="Google Shape;2680;p62"/>
                <p:cNvSpPr/>
                <p:nvPr/>
              </p:nvSpPr>
              <p:spPr>
                <a:xfrm>
                  <a:off x="6991993" y="3166897"/>
                  <a:ext cx="380702" cy="13179"/>
                </a:xfrm>
                <a:custGeom>
                  <a:rect b="b" l="l" r="r" t="t"/>
                  <a:pathLst>
                    <a:path extrusionOk="0" h="634" w="18314">
                      <a:moveTo>
                        <a:pt x="0" y="0"/>
                      </a:moveTo>
                      <a:lnTo>
                        <a:pt x="0" y="634"/>
                      </a:lnTo>
                      <a:lnTo>
                        <a:pt x="18313" y="634"/>
                      </a:lnTo>
                      <a:lnTo>
                        <a:pt x="18313" y="0"/>
                      </a:lnTo>
                      <a:close/>
                    </a:path>
                  </a:pathLst>
                </a:custGeom>
                <a:solidFill>
                  <a:srgbClr val="D6D6D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81" name="Google Shape;2681;p62"/>
                <p:cNvSpPr/>
                <p:nvPr/>
              </p:nvSpPr>
              <p:spPr>
                <a:xfrm>
                  <a:off x="7125823" y="3039948"/>
                  <a:ext cx="35380" cy="30641"/>
                </a:xfrm>
                <a:custGeom>
                  <a:rect b="b" l="l" r="r" t="t"/>
                  <a:pathLst>
                    <a:path extrusionOk="0" h="1474" w="1702">
                      <a:moveTo>
                        <a:pt x="860" y="1"/>
                      </a:moveTo>
                      <a:cubicBezTo>
                        <a:pt x="840" y="1"/>
                        <a:pt x="821" y="1"/>
                        <a:pt x="801" y="3"/>
                      </a:cubicBezTo>
                      <a:lnTo>
                        <a:pt x="667" y="3"/>
                      </a:lnTo>
                      <a:cubicBezTo>
                        <a:pt x="267" y="103"/>
                        <a:pt x="0" y="503"/>
                        <a:pt x="67" y="870"/>
                      </a:cubicBezTo>
                      <a:lnTo>
                        <a:pt x="67" y="903"/>
                      </a:lnTo>
                      <a:cubicBezTo>
                        <a:pt x="129" y="1247"/>
                        <a:pt x="484" y="1474"/>
                        <a:pt x="858" y="1474"/>
                      </a:cubicBezTo>
                      <a:cubicBezTo>
                        <a:pt x="883" y="1474"/>
                        <a:pt x="909" y="1473"/>
                        <a:pt x="934" y="1470"/>
                      </a:cubicBezTo>
                      <a:cubicBezTo>
                        <a:pt x="1335" y="1437"/>
                        <a:pt x="1701" y="1137"/>
                        <a:pt x="1668" y="737"/>
                      </a:cubicBezTo>
                      <a:cubicBezTo>
                        <a:pt x="1636" y="353"/>
                        <a:pt x="1298" y="1"/>
                        <a:pt x="860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82" name="Google Shape;2682;p62"/>
                <p:cNvSpPr/>
                <p:nvPr/>
              </p:nvSpPr>
              <p:spPr>
                <a:xfrm>
                  <a:off x="4493626" y="3196021"/>
                  <a:ext cx="133851" cy="1018629"/>
                </a:xfrm>
                <a:custGeom>
                  <a:rect b="b" l="l" r="r" t="t"/>
                  <a:pathLst>
                    <a:path extrusionOk="0" h="49002" w="6439">
                      <a:moveTo>
                        <a:pt x="5104" y="0"/>
                      </a:moveTo>
                      <a:lnTo>
                        <a:pt x="1" y="48868"/>
                      </a:lnTo>
                      <a:lnTo>
                        <a:pt x="1335" y="49002"/>
                      </a:lnTo>
                      <a:lnTo>
                        <a:pt x="6438" y="134"/>
                      </a:lnTo>
                      <a:lnTo>
                        <a:pt x="510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83" name="Google Shape;2683;p62"/>
                <p:cNvSpPr/>
                <p:nvPr/>
              </p:nvSpPr>
              <p:spPr>
                <a:xfrm>
                  <a:off x="7892736" y="3196021"/>
                  <a:ext cx="133851" cy="1018629"/>
                </a:xfrm>
                <a:custGeom>
                  <a:rect b="b" l="l" r="r" t="t"/>
                  <a:pathLst>
                    <a:path extrusionOk="0" h="49002" w="6439">
                      <a:moveTo>
                        <a:pt x="1335" y="0"/>
                      </a:moveTo>
                      <a:lnTo>
                        <a:pt x="0" y="134"/>
                      </a:lnTo>
                      <a:lnTo>
                        <a:pt x="5104" y="49002"/>
                      </a:lnTo>
                      <a:lnTo>
                        <a:pt x="6438" y="48868"/>
                      </a:lnTo>
                      <a:lnTo>
                        <a:pt x="133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84" name="Google Shape;2684;p62"/>
                <p:cNvSpPr/>
                <p:nvPr/>
              </p:nvSpPr>
              <p:spPr>
                <a:xfrm>
                  <a:off x="4429144" y="3180763"/>
                  <a:ext cx="3657062" cy="22887"/>
                </a:xfrm>
                <a:custGeom>
                  <a:rect b="b" l="l" r="r" t="t"/>
                  <a:pathLst>
                    <a:path extrusionOk="0" h="1101" w="175926">
                      <a:moveTo>
                        <a:pt x="567" y="0"/>
                      </a:moveTo>
                      <a:cubicBezTo>
                        <a:pt x="267" y="0"/>
                        <a:pt x="0" y="234"/>
                        <a:pt x="0" y="534"/>
                      </a:cubicBezTo>
                      <a:cubicBezTo>
                        <a:pt x="0" y="834"/>
                        <a:pt x="267" y="1101"/>
                        <a:pt x="567" y="1101"/>
                      </a:cubicBezTo>
                      <a:lnTo>
                        <a:pt x="175359" y="1101"/>
                      </a:lnTo>
                      <a:cubicBezTo>
                        <a:pt x="175659" y="1101"/>
                        <a:pt x="175926" y="834"/>
                        <a:pt x="175926" y="534"/>
                      </a:cubicBezTo>
                      <a:cubicBezTo>
                        <a:pt x="175926" y="234"/>
                        <a:pt x="175659" y="0"/>
                        <a:pt x="17535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85" name="Google Shape;2685;p62"/>
                <p:cNvSpPr/>
                <p:nvPr/>
              </p:nvSpPr>
              <p:spPr>
                <a:xfrm>
                  <a:off x="6076678" y="3052379"/>
                  <a:ext cx="85312" cy="109675"/>
                </a:xfrm>
                <a:custGeom>
                  <a:rect b="b" l="l" r="r" t="t"/>
                  <a:pathLst>
                    <a:path extrusionOk="0" h="5276" w="4104">
                      <a:moveTo>
                        <a:pt x="1436" y="0"/>
                      </a:moveTo>
                      <a:cubicBezTo>
                        <a:pt x="978" y="0"/>
                        <a:pt x="506" y="107"/>
                        <a:pt x="34" y="305"/>
                      </a:cubicBezTo>
                      <a:lnTo>
                        <a:pt x="334" y="1039"/>
                      </a:lnTo>
                      <a:cubicBezTo>
                        <a:pt x="713" y="862"/>
                        <a:pt x="1092" y="781"/>
                        <a:pt x="1442" y="781"/>
                      </a:cubicBezTo>
                      <a:cubicBezTo>
                        <a:pt x="1554" y="781"/>
                        <a:pt x="1664" y="790"/>
                        <a:pt x="1769" y="806"/>
                      </a:cubicBezTo>
                      <a:cubicBezTo>
                        <a:pt x="2269" y="906"/>
                        <a:pt x="2669" y="1139"/>
                        <a:pt x="2936" y="1473"/>
                      </a:cubicBezTo>
                      <a:cubicBezTo>
                        <a:pt x="3203" y="1873"/>
                        <a:pt x="3270" y="2440"/>
                        <a:pt x="3136" y="2941"/>
                      </a:cubicBezTo>
                      <a:cubicBezTo>
                        <a:pt x="2736" y="4175"/>
                        <a:pt x="1702" y="4442"/>
                        <a:pt x="1" y="4508"/>
                      </a:cubicBezTo>
                      <a:lnTo>
                        <a:pt x="34" y="5276"/>
                      </a:lnTo>
                      <a:cubicBezTo>
                        <a:pt x="1135" y="5242"/>
                        <a:pt x="3237" y="5209"/>
                        <a:pt x="3870" y="3207"/>
                      </a:cubicBezTo>
                      <a:cubicBezTo>
                        <a:pt x="4104" y="2440"/>
                        <a:pt x="4004" y="1640"/>
                        <a:pt x="3570" y="1039"/>
                      </a:cubicBezTo>
                      <a:cubicBezTo>
                        <a:pt x="3203" y="505"/>
                        <a:pt x="2603" y="139"/>
                        <a:pt x="1902" y="38"/>
                      </a:cubicBezTo>
                      <a:cubicBezTo>
                        <a:pt x="1749" y="13"/>
                        <a:pt x="1593" y="0"/>
                        <a:pt x="143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86" name="Google Shape;2686;p62"/>
                <p:cNvSpPr/>
                <p:nvPr/>
              </p:nvSpPr>
              <p:spPr>
                <a:xfrm>
                  <a:off x="5980993" y="3026810"/>
                  <a:ext cx="124143" cy="151894"/>
                </a:xfrm>
                <a:custGeom>
                  <a:rect b="b" l="l" r="r" t="t"/>
                  <a:pathLst>
                    <a:path extrusionOk="0" h="7307" w="5972">
                      <a:moveTo>
                        <a:pt x="1" y="1"/>
                      </a:moveTo>
                      <a:lnTo>
                        <a:pt x="267" y="7306"/>
                      </a:lnTo>
                      <a:lnTo>
                        <a:pt x="5705" y="7306"/>
                      </a:lnTo>
                      <a:lnTo>
                        <a:pt x="597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687" name="Google Shape;2687;p62"/>
              <p:cNvGrpSpPr/>
              <p:nvPr/>
            </p:nvGrpSpPr>
            <p:grpSpPr>
              <a:xfrm>
                <a:off x="5646401" y="4293402"/>
                <a:ext cx="284331" cy="95290"/>
                <a:chOff x="5646401" y="4293402"/>
                <a:chExt cx="284331" cy="95290"/>
              </a:xfrm>
            </p:grpSpPr>
            <p:sp>
              <p:nvSpPr>
                <p:cNvPr id="2688" name="Google Shape;2688;p62"/>
                <p:cNvSpPr/>
                <p:nvPr/>
              </p:nvSpPr>
              <p:spPr>
                <a:xfrm>
                  <a:off x="5646401" y="4293402"/>
                  <a:ext cx="284331" cy="95290"/>
                </a:xfrm>
                <a:custGeom>
                  <a:rect b="b" l="l" r="r" t="t"/>
                  <a:pathLst>
                    <a:path extrusionOk="0" h="4584" w="13678">
                      <a:moveTo>
                        <a:pt x="1911" y="1"/>
                      </a:moveTo>
                      <a:cubicBezTo>
                        <a:pt x="1272" y="1"/>
                        <a:pt x="635" y="8"/>
                        <a:pt x="1" y="30"/>
                      </a:cubicBezTo>
                      <a:cubicBezTo>
                        <a:pt x="1" y="797"/>
                        <a:pt x="101" y="1598"/>
                        <a:pt x="101" y="2365"/>
                      </a:cubicBezTo>
                      <a:cubicBezTo>
                        <a:pt x="134" y="2866"/>
                        <a:pt x="168" y="3433"/>
                        <a:pt x="468" y="3866"/>
                      </a:cubicBezTo>
                      <a:cubicBezTo>
                        <a:pt x="568" y="4033"/>
                        <a:pt x="701" y="4167"/>
                        <a:pt x="868" y="4267"/>
                      </a:cubicBezTo>
                      <a:cubicBezTo>
                        <a:pt x="2402" y="4300"/>
                        <a:pt x="3937" y="4400"/>
                        <a:pt x="5438" y="4467"/>
                      </a:cubicBezTo>
                      <a:cubicBezTo>
                        <a:pt x="6555" y="4533"/>
                        <a:pt x="7681" y="4583"/>
                        <a:pt x="8807" y="4583"/>
                      </a:cubicBezTo>
                      <a:cubicBezTo>
                        <a:pt x="9933" y="4583"/>
                        <a:pt x="11059" y="4533"/>
                        <a:pt x="12176" y="4400"/>
                      </a:cubicBezTo>
                      <a:cubicBezTo>
                        <a:pt x="12777" y="4333"/>
                        <a:pt x="13510" y="4133"/>
                        <a:pt x="13610" y="3533"/>
                      </a:cubicBezTo>
                      <a:cubicBezTo>
                        <a:pt x="13677" y="2932"/>
                        <a:pt x="13043" y="2532"/>
                        <a:pt x="12476" y="2332"/>
                      </a:cubicBezTo>
                      <a:cubicBezTo>
                        <a:pt x="11309" y="1865"/>
                        <a:pt x="10075" y="1531"/>
                        <a:pt x="8840" y="1331"/>
                      </a:cubicBezTo>
                      <a:cubicBezTo>
                        <a:pt x="7740" y="1131"/>
                        <a:pt x="6539" y="964"/>
                        <a:pt x="5805" y="97"/>
                      </a:cubicBezTo>
                      <a:cubicBezTo>
                        <a:pt x="5772" y="64"/>
                        <a:pt x="5738" y="30"/>
                        <a:pt x="5738" y="30"/>
                      </a:cubicBezTo>
                      <a:cubicBezTo>
                        <a:pt x="4471" y="30"/>
                        <a:pt x="3188" y="1"/>
                        <a:pt x="191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689" name="Google Shape;2689;p62"/>
                <p:cNvGrpSpPr/>
                <p:nvPr/>
              </p:nvGrpSpPr>
              <p:grpSpPr>
                <a:xfrm>
                  <a:off x="5774365" y="4298183"/>
                  <a:ext cx="74897" cy="46606"/>
                  <a:chOff x="5774365" y="4173033"/>
                  <a:chExt cx="74897" cy="46606"/>
                </a:xfrm>
              </p:grpSpPr>
              <p:sp>
                <p:nvSpPr>
                  <p:cNvPr id="2690" name="Google Shape;2690;p62"/>
                  <p:cNvSpPr/>
                  <p:nvPr/>
                </p:nvSpPr>
                <p:spPr>
                  <a:xfrm>
                    <a:off x="5774365" y="4173033"/>
                    <a:ext cx="18730" cy="35651"/>
                  </a:xfrm>
                  <a:custGeom>
                    <a:rect b="b" l="l" r="r" t="t"/>
                    <a:pathLst>
                      <a:path extrusionOk="0" h="1715" w="901">
                        <a:moveTo>
                          <a:pt x="767" y="0"/>
                        </a:moveTo>
                        <a:lnTo>
                          <a:pt x="767" y="34"/>
                        </a:lnTo>
                        <a:cubicBezTo>
                          <a:pt x="749" y="28"/>
                          <a:pt x="732" y="25"/>
                          <a:pt x="716" y="25"/>
                        </a:cubicBezTo>
                        <a:cubicBezTo>
                          <a:pt x="644" y="25"/>
                          <a:pt x="594" y="79"/>
                          <a:pt x="567" y="134"/>
                        </a:cubicBezTo>
                        <a:cubicBezTo>
                          <a:pt x="467" y="367"/>
                          <a:pt x="400" y="601"/>
                          <a:pt x="300" y="834"/>
                        </a:cubicBezTo>
                        <a:cubicBezTo>
                          <a:pt x="234" y="934"/>
                          <a:pt x="200" y="1068"/>
                          <a:pt x="134" y="1168"/>
                        </a:cubicBezTo>
                        <a:cubicBezTo>
                          <a:pt x="100" y="1301"/>
                          <a:pt x="0" y="1468"/>
                          <a:pt x="67" y="1602"/>
                        </a:cubicBezTo>
                        <a:cubicBezTo>
                          <a:pt x="117" y="1677"/>
                          <a:pt x="186" y="1714"/>
                          <a:pt x="245" y="1714"/>
                        </a:cubicBezTo>
                        <a:cubicBezTo>
                          <a:pt x="265" y="1714"/>
                          <a:pt x="284" y="1710"/>
                          <a:pt x="300" y="1702"/>
                        </a:cubicBezTo>
                        <a:cubicBezTo>
                          <a:pt x="367" y="1702"/>
                          <a:pt x="434" y="1668"/>
                          <a:pt x="467" y="1602"/>
                        </a:cubicBezTo>
                        <a:cubicBezTo>
                          <a:pt x="501" y="1568"/>
                          <a:pt x="501" y="1535"/>
                          <a:pt x="501" y="1501"/>
                        </a:cubicBezTo>
                        <a:cubicBezTo>
                          <a:pt x="534" y="1435"/>
                          <a:pt x="534" y="1368"/>
                          <a:pt x="567" y="1301"/>
                        </a:cubicBezTo>
                        <a:cubicBezTo>
                          <a:pt x="601" y="1201"/>
                          <a:pt x="634" y="1068"/>
                          <a:pt x="667" y="934"/>
                        </a:cubicBezTo>
                        <a:cubicBezTo>
                          <a:pt x="734" y="701"/>
                          <a:pt x="801" y="467"/>
                          <a:pt x="867" y="234"/>
                        </a:cubicBezTo>
                        <a:cubicBezTo>
                          <a:pt x="901" y="134"/>
                          <a:pt x="834" y="34"/>
                          <a:pt x="767" y="0"/>
                        </a:cubicBezTo>
                        <a:close/>
                      </a:path>
                    </a:pathLst>
                  </a:custGeom>
                  <a:solidFill>
                    <a:srgbClr val="73CABE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91" name="Google Shape;2691;p62"/>
                  <p:cNvSpPr/>
                  <p:nvPr/>
                </p:nvSpPr>
                <p:spPr>
                  <a:xfrm>
                    <a:off x="5804860" y="4184362"/>
                    <a:ext cx="14593" cy="24571"/>
                  </a:xfrm>
                  <a:custGeom>
                    <a:rect b="b" l="l" r="r" t="t"/>
                    <a:pathLst>
                      <a:path extrusionOk="0" h="1182" w="702">
                        <a:moveTo>
                          <a:pt x="574" y="1"/>
                        </a:moveTo>
                        <a:cubicBezTo>
                          <a:pt x="562" y="1"/>
                          <a:pt x="548" y="9"/>
                          <a:pt x="535" y="22"/>
                        </a:cubicBezTo>
                        <a:lnTo>
                          <a:pt x="501" y="22"/>
                        </a:lnTo>
                        <a:cubicBezTo>
                          <a:pt x="435" y="56"/>
                          <a:pt x="368" y="123"/>
                          <a:pt x="334" y="189"/>
                        </a:cubicBezTo>
                        <a:cubicBezTo>
                          <a:pt x="301" y="256"/>
                          <a:pt x="268" y="356"/>
                          <a:pt x="234" y="423"/>
                        </a:cubicBezTo>
                        <a:cubicBezTo>
                          <a:pt x="201" y="489"/>
                          <a:pt x="168" y="556"/>
                          <a:pt x="134" y="623"/>
                        </a:cubicBezTo>
                        <a:cubicBezTo>
                          <a:pt x="68" y="723"/>
                          <a:pt x="1" y="856"/>
                          <a:pt x="34" y="990"/>
                        </a:cubicBezTo>
                        <a:cubicBezTo>
                          <a:pt x="68" y="1057"/>
                          <a:pt x="101" y="1123"/>
                          <a:pt x="168" y="1157"/>
                        </a:cubicBezTo>
                        <a:cubicBezTo>
                          <a:pt x="218" y="1173"/>
                          <a:pt x="259" y="1182"/>
                          <a:pt x="297" y="1182"/>
                        </a:cubicBezTo>
                        <a:cubicBezTo>
                          <a:pt x="334" y="1182"/>
                          <a:pt x="368" y="1173"/>
                          <a:pt x="401" y="1157"/>
                        </a:cubicBezTo>
                        <a:cubicBezTo>
                          <a:pt x="535" y="1090"/>
                          <a:pt x="568" y="923"/>
                          <a:pt x="601" y="823"/>
                        </a:cubicBezTo>
                        <a:cubicBezTo>
                          <a:pt x="601" y="723"/>
                          <a:pt x="635" y="656"/>
                          <a:pt x="635" y="556"/>
                        </a:cubicBezTo>
                        <a:cubicBezTo>
                          <a:pt x="668" y="489"/>
                          <a:pt x="668" y="389"/>
                          <a:pt x="668" y="289"/>
                        </a:cubicBezTo>
                        <a:cubicBezTo>
                          <a:pt x="701" y="223"/>
                          <a:pt x="668" y="123"/>
                          <a:pt x="601" y="56"/>
                        </a:cubicBezTo>
                        <a:cubicBezTo>
                          <a:pt x="601" y="17"/>
                          <a:pt x="590" y="1"/>
                          <a:pt x="574" y="1"/>
                        </a:cubicBezTo>
                        <a:close/>
                      </a:path>
                    </a:pathLst>
                  </a:custGeom>
                  <a:solidFill>
                    <a:srgbClr val="73CABE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92" name="Google Shape;2692;p62"/>
                  <p:cNvSpPr/>
                  <p:nvPr/>
                </p:nvSpPr>
                <p:spPr>
                  <a:xfrm>
                    <a:off x="5834690" y="4192449"/>
                    <a:ext cx="14572" cy="27190"/>
                  </a:xfrm>
                  <a:custGeom>
                    <a:rect b="b" l="l" r="r" t="t"/>
                    <a:pathLst>
                      <a:path extrusionOk="0" h="1308" w="701">
                        <a:moveTo>
                          <a:pt x="534" y="0"/>
                        </a:moveTo>
                        <a:cubicBezTo>
                          <a:pt x="434" y="0"/>
                          <a:pt x="334" y="100"/>
                          <a:pt x="300" y="201"/>
                        </a:cubicBezTo>
                        <a:cubicBezTo>
                          <a:pt x="267" y="267"/>
                          <a:pt x="234" y="334"/>
                          <a:pt x="200" y="401"/>
                        </a:cubicBezTo>
                        <a:cubicBezTo>
                          <a:pt x="167" y="501"/>
                          <a:pt x="134" y="601"/>
                          <a:pt x="100" y="701"/>
                        </a:cubicBezTo>
                        <a:cubicBezTo>
                          <a:pt x="67" y="768"/>
                          <a:pt x="34" y="834"/>
                          <a:pt x="0" y="934"/>
                        </a:cubicBezTo>
                        <a:cubicBezTo>
                          <a:pt x="0" y="1001"/>
                          <a:pt x="0" y="1101"/>
                          <a:pt x="34" y="1168"/>
                        </a:cubicBezTo>
                        <a:cubicBezTo>
                          <a:pt x="67" y="1235"/>
                          <a:pt x="167" y="1268"/>
                          <a:pt x="234" y="1301"/>
                        </a:cubicBezTo>
                        <a:cubicBezTo>
                          <a:pt x="256" y="1306"/>
                          <a:pt x="277" y="1308"/>
                          <a:pt x="298" y="1308"/>
                        </a:cubicBezTo>
                        <a:cubicBezTo>
                          <a:pt x="434" y="1308"/>
                          <a:pt x="538" y="1217"/>
                          <a:pt x="567" y="1101"/>
                        </a:cubicBezTo>
                        <a:cubicBezTo>
                          <a:pt x="601" y="1001"/>
                          <a:pt x="634" y="901"/>
                          <a:pt x="634" y="834"/>
                        </a:cubicBezTo>
                        <a:cubicBezTo>
                          <a:pt x="634" y="734"/>
                          <a:pt x="667" y="634"/>
                          <a:pt x="667" y="534"/>
                        </a:cubicBezTo>
                        <a:cubicBezTo>
                          <a:pt x="667" y="434"/>
                          <a:pt x="701" y="367"/>
                          <a:pt x="701" y="267"/>
                        </a:cubicBezTo>
                        <a:cubicBezTo>
                          <a:pt x="701" y="167"/>
                          <a:pt x="667" y="0"/>
                          <a:pt x="534" y="0"/>
                        </a:cubicBezTo>
                        <a:close/>
                      </a:path>
                    </a:pathLst>
                  </a:custGeom>
                  <a:solidFill>
                    <a:srgbClr val="73CABE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</p:grpSp>
      <p:sp>
        <p:nvSpPr>
          <p:cNvPr id="2693" name="Google Shape;2693;p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94" name="Google Shape;2694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500" y="872918"/>
            <a:ext cx="5976331" cy="3493856"/>
          </a:xfrm>
          <a:prstGeom prst="rect">
            <a:avLst/>
          </a:prstGeom>
          <a:noFill/>
          <a:ln>
            <a:noFill/>
          </a:ln>
        </p:spPr>
      </p:pic>
      <p:sp>
        <p:nvSpPr>
          <p:cNvPr id="2695" name="Google Shape;2695;p62"/>
          <p:cNvSpPr txBox="1"/>
          <p:nvPr/>
        </p:nvSpPr>
        <p:spPr>
          <a:xfrm>
            <a:off x="84675" y="4443400"/>
            <a:ext cx="83502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3"/>
                </a:solidFill>
              </a:rPr>
              <a:t>Critical Path:  </a:t>
            </a:r>
            <a:r>
              <a:rPr lang="en" sz="1200">
                <a:solidFill>
                  <a:schemeClr val="accent3"/>
                </a:solidFill>
              </a:rPr>
              <a:t>10 → 100 → 200 → 300 → 400 → 690</a:t>
            </a:r>
            <a:r>
              <a:rPr b="1" lang="en" sz="1200">
                <a:solidFill>
                  <a:schemeClr val="accent3"/>
                </a:solidFill>
              </a:rPr>
              <a:t> </a:t>
            </a:r>
            <a:r>
              <a:rPr lang="en" sz="1200">
                <a:solidFill>
                  <a:schemeClr val="accent3"/>
                </a:solidFill>
              </a:rPr>
              <a:t>→ 800 → 860 → 970 → 1070 → 1150→ 1200 → 1440 → 1480  </a:t>
            </a:r>
            <a:endParaRPr sz="1200">
              <a:solidFill>
                <a:schemeClr val="accent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3"/>
                </a:solidFill>
              </a:rPr>
              <a:t>Total Time for whole Project:</a:t>
            </a:r>
            <a:r>
              <a:rPr lang="en" sz="1200">
                <a:solidFill>
                  <a:schemeClr val="accent3"/>
                </a:solidFill>
              </a:rPr>
              <a:t> 7 + 7 + 10 + 10 + 40 + 10 + 8 + 7 + 7 + 10 + 9 + 10 + 12 = 147 days</a:t>
            </a:r>
            <a:endParaRPr sz="1200">
              <a:solidFill>
                <a:schemeClr val="accent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3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9" name="Shape 2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0" name="Google Shape;2700;p63"/>
          <p:cNvGrpSpPr/>
          <p:nvPr/>
        </p:nvGrpSpPr>
        <p:grpSpPr>
          <a:xfrm>
            <a:off x="0" y="-36579"/>
            <a:ext cx="8081937" cy="841421"/>
            <a:chOff x="-75" y="157521"/>
            <a:chExt cx="8081937" cy="841421"/>
          </a:xfrm>
        </p:grpSpPr>
        <p:sp>
          <p:nvSpPr>
            <p:cNvPr id="2701" name="Google Shape;2701;p63"/>
            <p:cNvSpPr/>
            <p:nvPr/>
          </p:nvSpPr>
          <p:spPr>
            <a:xfrm rot="5400000">
              <a:off x="2878875" y="-2659225"/>
              <a:ext cx="717000" cy="6474900"/>
            </a:xfrm>
            <a:prstGeom prst="round2SameRect">
              <a:avLst>
                <a:gd fmla="val 48054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2" name="Google Shape;2702;p63"/>
            <p:cNvSpPr txBox="1"/>
            <p:nvPr/>
          </p:nvSpPr>
          <p:spPr>
            <a:xfrm>
              <a:off x="32775" y="290275"/>
              <a:ext cx="6409200" cy="48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300">
                  <a:solidFill>
                    <a:srgbClr val="FFE5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 Depth</a:t>
              </a:r>
              <a:r>
                <a:rPr b="1" lang="en" sz="2300">
                  <a:solidFill>
                    <a:srgbClr val="FFE5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Network Diagram </a:t>
              </a:r>
              <a:r>
                <a:rPr b="1" lang="en" sz="2300">
                  <a:solidFill>
                    <a:schemeClr val="accent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1.1 Project Planning</a:t>
              </a:r>
              <a:endParaRPr b="1" sz="23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703" name="Google Shape;2703;p63"/>
            <p:cNvGrpSpPr/>
            <p:nvPr/>
          </p:nvGrpSpPr>
          <p:grpSpPr>
            <a:xfrm>
              <a:off x="6862400" y="157521"/>
              <a:ext cx="1219462" cy="841421"/>
              <a:chOff x="6733375" y="1343796"/>
              <a:chExt cx="1219462" cy="841421"/>
            </a:xfrm>
          </p:grpSpPr>
          <p:grpSp>
            <p:nvGrpSpPr>
              <p:cNvPr id="2704" name="Google Shape;2704;p63"/>
              <p:cNvGrpSpPr/>
              <p:nvPr/>
            </p:nvGrpSpPr>
            <p:grpSpPr>
              <a:xfrm>
                <a:off x="6958180" y="1612448"/>
                <a:ext cx="560626" cy="572765"/>
                <a:chOff x="1961475" y="2492375"/>
                <a:chExt cx="1421825" cy="1451875"/>
              </a:xfrm>
            </p:grpSpPr>
            <p:sp>
              <p:nvSpPr>
                <p:cNvPr id="2705" name="Google Shape;2705;p63"/>
                <p:cNvSpPr/>
                <p:nvPr/>
              </p:nvSpPr>
              <p:spPr>
                <a:xfrm>
                  <a:off x="1961475" y="2492375"/>
                  <a:ext cx="1421825" cy="1451875"/>
                </a:xfrm>
                <a:custGeom>
                  <a:rect b="b" l="l" r="r" t="t"/>
                  <a:pathLst>
                    <a:path extrusionOk="0" h="58075" w="56873">
                      <a:moveTo>
                        <a:pt x="28469" y="9443"/>
                      </a:moveTo>
                      <a:cubicBezTo>
                        <a:pt x="29104" y="9443"/>
                        <a:pt x="29744" y="9475"/>
                        <a:pt x="30389" y="9540"/>
                      </a:cubicBezTo>
                      <a:cubicBezTo>
                        <a:pt x="40930" y="10641"/>
                        <a:pt x="48602" y="20248"/>
                        <a:pt x="47535" y="30989"/>
                      </a:cubicBezTo>
                      <a:cubicBezTo>
                        <a:pt x="46535" y="41054"/>
                        <a:pt x="38211" y="48571"/>
                        <a:pt x="28494" y="48571"/>
                      </a:cubicBezTo>
                      <a:cubicBezTo>
                        <a:pt x="27841" y="48571"/>
                        <a:pt x="27183" y="48537"/>
                        <a:pt x="26520" y="48468"/>
                      </a:cubicBezTo>
                      <a:cubicBezTo>
                        <a:pt x="15979" y="47367"/>
                        <a:pt x="8307" y="37794"/>
                        <a:pt x="9374" y="27053"/>
                      </a:cubicBezTo>
                      <a:cubicBezTo>
                        <a:pt x="10376" y="16969"/>
                        <a:pt x="18728" y="9443"/>
                        <a:pt x="28469" y="9443"/>
                      </a:cubicBezTo>
                      <a:close/>
                      <a:moveTo>
                        <a:pt x="26420" y="0"/>
                      </a:moveTo>
                      <a:cubicBezTo>
                        <a:pt x="24552" y="133"/>
                        <a:pt x="22717" y="467"/>
                        <a:pt x="20949" y="967"/>
                      </a:cubicBezTo>
                      <a:cubicBezTo>
                        <a:pt x="21049" y="1134"/>
                        <a:pt x="21149" y="1301"/>
                        <a:pt x="21249" y="1501"/>
                      </a:cubicBezTo>
                      <a:cubicBezTo>
                        <a:pt x="22317" y="3903"/>
                        <a:pt x="21249" y="6738"/>
                        <a:pt x="18881" y="7839"/>
                      </a:cubicBezTo>
                      <a:cubicBezTo>
                        <a:pt x="18255" y="8130"/>
                        <a:pt x="17601" y="8267"/>
                        <a:pt x="16958" y="8267"/>
                      </a:cubicBezTo>
                      <a:cubicBezTo>
                        <a:pt x="15168" y="8267"/>
                        <a:pt x="13462" y="7204"/>
                        <a:pt x="12677" y="5437"/>
                      </a:cubicBezTo>
                      <a:cubicBezTo>
                        <a:pt x="12610" y="5270"/>
                        <a:pt x="12543" y="5104"/>
                        <a:pt x="12510" y="4904"/>
                      </a:cubicBezTo>
                      <a:cubicBezTo>
                        <a:pt x="10975" y="5971"/>
                        <a:pt x="9541" y="7172"/>
                        <a:pt x="8240" y="8506"/>
                      </a:cubicBezTo>
                      <a:cubicBezTo>
                        <a:pt x="8407" y="8606"/>
                        <a:pt x="8574" y="8673"/>
                        <a:pt x="8707" y="8773"/>
                      </a:cubicBezTo>
                      <a:cubicBezTo>
                        <a:pt x="10809" y="10341"/>
                        <a:pt x="11309" y="13343"/>
                        <a:pt x="9775" y="15478"/>
                      </a:cubicBezTo>
                      <a:cubicBezTo>
                        <a:pt x="8866" y="16789"/>
                        <a:pt x="7433" y="17479"/>
                        <a:pt x="5970" y="17479"/>
                      </a:cubicBezTo>
                      <a:cubicBezTo>
                        <a:pt x="5015" y="17479"/>
                        <a:pt x="4047" y="17185"/>
                        <a:pt x="3203" y="16579"/>
                      </a:cubicBezTo>
                      <a:cubicBezTo>
                        <a:pt x="3070" y="16478"/>
                        <a:pt x="2970" y="16345"/>
                        <a:pt x="2836" y="16245"/>
                      </a:cubicBezTo>
                      <a:cubicBezTo>
                        <a:pt x="2036" y="17913"/>
                        <a:pt x="1402" y="19681"/>
                        <a:pt x="902" y="21515"/>
                      </a:cubicBezTo>
                      <a:cubicBezTo>
                        <a:pt x="1035" y="21515"/>
                        <a:pt x="1154" y="21501"/>
                        <a:pt x="1267" y="21501"/>
                      </a:cubicBezTo>
                      <a:cubicBezTo>
                        <a:pt x="1324" y="21501"/>
                        <a:pt x="1380" y="21504"/>
                        <a:pt x="1435" y="21515"/>
                      </a:cubicBezTo>
                      <a:cubicBezTo>
                        <a:pt x="4004" y="21782"/>
                        <a:pt x="5905" y="24117"/>
                        <a:pt x="5638" y="26752"/>
                      </a:cubicBezTo>
                      <a:cubicBezTo>
                        <a:pt x="5388" y="29253"/>
                        <a:pt x="3351" y="31081"/>
                        <a:pt x="954" y="31081"/>
                      </a:cubicBezTo>
                      <a:cubicBezTo>
                        <a:pt x="794" y="31081"/>
                        <a:pt x="631" y="31072"/>
                        <a:pt x="468" y="31056"/>
                      </a:cubicBezTo>
                      <a:cubicBezTo>
                        <a:pt x="301" y="31056"/>
                        <a:pt x="168" y="30989"/>
                        <a:pt x="1" y="30955"/>
                      </a:cubicBezTo>
                      <a:lnTo>
                        <a:pt x="1" y="30955"/>
                      </a:lnTo>
                      <a:cubicBezTo>
                        <a:pt x="134" y="32857"/>
                        <a:pt x="435" y="34725"/>
                        <a:pt x="902" y="36493"/>
                      </a:cubicBezTo>
                      <a:cubicBezTo>
                        <a:pt x="1035" y="36426"/>
                        <a:pt x="1202" y="36326"/>
                        <a:pt x="1335" y="36226"/>
                      </a:cubicBezTo>
                      <a:cubicBezTo>
                        <a:pt x="1958" y="35945"/>
                        <a:pt x="2611" y="35812"/>
                        <a:pt x="3254" y="35812"/>
                      </a:cubicBezTo>
                      <a:cubicBezTo>
                        <a:pt x="5057" y="35812"/>
                        <a:pt x="6786" y="36858"/>
                        <a:pt x="7573" y="38628"/>
                      </a:cubicBezTo>
                      <a:cubicBezTo>
                        <a:pt x="8640" y="41063"/>
                        <a:pt x="7573" y="43898"/>
                        <a:pt x="5205" y="44999"/>
                      </a:cubicBezTo>
                      <a:cubicBezTo>
                        <a:pt x="5038" y="45066"/>
                        <a:pt x="4871" y="45099"/>
                        <a:pt x="4704" y="45166"/>
                      </a:cubicBezTo>
                      <a:cubicBezTo>
                        <a:pt x="5738" y="46733"/>
                        <a:pt x="6906" y="48201"/>
                        <a:pt x="8207" y="49535"/>
                      </a:cubicBezTo>
                      <a:cubicBezTo>
                        <a:pt x="8307" y="49369"/>
                        <a:pt x="8374" y="49202"/>
                        <a:pt x="8507" y="49035"/>
                      </a:cubicBezTo>
                      <a:cubicBezTo>
                        <a:pt x="9415" y="47723"/>
                        <a:pt x="10848" y="47034"/>
                        <a:pt x="12304" y="47034"/>
                      </a:cubicBezTo>
                      <a:cubicBezTo>
                        <a:pt x="13254" y="47034"/>
                        <a:pt x="14215" y="47328"/>
                        <a:pt x="15045" y="47934"/>
                      </a:cubicBezTo>
                      <a:cubicBezTo>
                        <a:pt x="17180" y="49502"/>
                        <a:pt x="17647" y="52504"/>
                        <a:pt x="16112" y="54639"/>
                      </a:cubicBezTo>
                      <a:cubicBezTo>
                        <a:pt x="16012" y="54806"/>
                        <a:pt x="15879" y="54939"/>
                        <a:pt x="15745" y="55073"/>
                      </a:cubicBezTo>
                      <a:cubicBezTo>
                        <a:pt x="17380" y="55907"/>
                        <a:pt x="19115" y="56574"/>
                        <a:pt x="20949" y="57108"/>
                      </a:cubicBezTo>
                      <a:cubicBezTo>
                        <a:pt x="20949" y="56874"/>
                        <a:pt x="20916" y="56674"/>
                        <a:pt x="20949" y="56474"/>
                      </a:cubicBezTo>
                      <a:cubicBezTo>
                        <a:pt x="21200" y="54002"/>
                        <a:pt x="23240" y="52146"/>
                        <a:pt x="25640" y="52146"/>
                      </a:cubicBezTo>
                      <a:cubicBezTo>
                        <a:pt x="25799" y="52146"/>
                        <a:pt x="25958" y="52154"/>
                        <a:pt x="26120" y="52171"/>
                      </a:cubicBezTo>
                      <a:cubicBezTo>
                        <a:pt x="28688" y="52438"/>
                        <a:pt x="30556" y="54806"/>
                        <a:pt x="30323" y="57441"/>
                      </a:cubicBezTo>
                      <a:cubicBezTo>
                        <a:pt x="30289" y="57641"/>
                        <a:pt x="30222" y="57841"/>
                        <a:pt x="30189" y="58075"/>
                      </a:cubicBezTo>
                      <a:cubicBezTo>
                        <a:pt x="31857" y="57975"/>
                        <a:pt x="33458" y="57708"/>
                        <a:pt x="35059" y="57308"/>
                      </a:cubicBezTo>
                      <a:cubicBezTo>
                        <a:pt x="35393" y="57241"/>
                        <a:pt x="35526" y="56874"/>
                        <a:pt x="35393" y="56574"/>
                      </a:cubicBezTo>
                      <a:cubicBezTo>
                        <a:pt x="35393" y="56574"/>
                        <a:pt x="35393" y="56540"/>
                        <a:pt x="35393" y="56540"/>
                      </a:cubicBezTo>
                      <a:cubicBezTo>
                        <a:pt x="34325" y="54105"/>
                        <a:pt x="35359" y="51270"/>
                        <a:pt x="37728" y="50203"/>
                      </a:cubicBezTo>
                      <a:cubicBezTo>
                        <a:pt x="38360" y="49909"/>
                        <a:pt x="39023" y="49769"/>
                        <a:pt x="39676" y="49769"/>
                      </a:cubicBezTo>
                      <a:cubicBezTo>
                        <a:pt x="41469" y="49769"/>
                        <a:pt x="43183" y="50819"/>
                        <a:pt x="43966" y="52604"/>
                      </a:cubicBezTo>
                      <a:cubicBezTo>
                        <a:pt x="44056" y="52831"/>
                        <a:pt x="44270" y="52965"/>
                        <a:pt x="44482" y="52965"/>
                      </a:cubicBezTo>
                      <a:cubicBezTo>
                        <a:pt x="44581" y="52965"/>
                        <a:pt x="44681" y="52935"/>
                        <a:pt x="44766" y="52871"/>
                      </a:cubicBezTo>
                      <a:cubicBezTo>
                        <a:pt x="45934" y="52037"/>
                        <a:pt x="47034" y="51103"/>
                        <a:pt x="48069" y="50103"/>
                      </a:cubicBezTo>
                      <a:cubicBezTo>
                        <a:pt x="48302" y="49869"/>
                        <a:pt x="48269" y="49469"/>
                        <a:pt x="48002" y="49302"/>
                      </a:cubicBezTo>
                      <a:cubicBezTo>
                        <a:pt x="47968" y="49269"/>
                        <a:pt x="47935" y="49269"/>
                        <a:pt x="47902" y="49235"/>
                      </a:cubicBezTo>
                      <a:cubicBezTo>
                        <a:pt x="45800" y="47667"/>
                        <a:pt x="45333" y="44699"/>
                        <a:pt x="46868" y="42530"/>
                      </a:cubicBezTo>
                      <a:cubicBezTo>
                        <a:pt x="47780" y="41233"/>
                        <a:pt x="49222" y="40539"/>
                        <a:pt x="50685" y="40539"/>
                      </a:cubicBezTo>
                      <a:cubicBezTo>
                        <a:pt x="51629" y="40539"/>
                        <a:pt x="52582" y="40828"/>
                        <a:pt x="53406" y="41430"/>
                      </a:cubicBezTo>
                      <a:lnTo>
                        <a:pt x="53472" y="41496"/>
                      </a:lnTo>
                      <a:cubicBezTo>
                        <a:pt x="53567" y="41567"/>
                        <a:pt x="53678" y="41600"/>
                        <a:pt x="53788" y="41600"/>
                      </a:cubicBezTo>
                      <a:cubicBezTo>
                        <a:pt x="53989" y="41600"/>
                        <a:pt x="54187" y="41490"/>
                        <a:pt x="54273" y="41296"/>
                      </a:cubicBezTo>
                      <a:cubicBezTo>
                        <a:pt x="54873" y="39995"/>
                        <a:pt x="55407" y="38628"/>
                        <a:pt x="55807" y="37193"/>
                      </a:cubicBezTo>
                      <a:cubicBezTo>
                        <a:pt x="55874" y="36860"/>
                        <a:pt x="55641" y="36560"/>
                        <a:pt x="55307" y="36526"/>
                      </a:cubicBezTo>
                      <a:lnTo>
                        <a:pt x="55207" y="36526"/>
                      </a:lnTo>
                      <a:cubicBezTo>
                        <a:pt x="52605" y="36259"/>
                        <a:pt x="50737" y="33891"/>
                        <a:pt x="51004" y="31256"/>
                      </a:cubicBezTo>
                      <a:cubicBezTo>
                        <a:pt x="51254" y="28784"/>
                        <a:pt x="53295" y="26928"/>
                        <a:pt x="55667" y="26928"/>
                      </a:cubicBezTo>
                      <a:cubicBezTo>
                        <a:pt x="55824" y="26928"/>
                        <a:pt x="55982" y="26936"/>
                        <a:pt x="56141" y="26953"/>
                      </a:cubicBezTo>
                      <a:cubicBezTo>
                        <a:pt x="56174" y="26953"/>
                        <a:pt x="56208" y="26986"/>
                        <a:pt x="56208" y="26986"/>
                      </a:cubicBezTo>
                      <a:cubicBezTo>
                        <a:pt x="56229" y="26988"/>
                        <a:pt x="56249" y="26989"/>
                        <a:pt x="56270" y="26989"/>
                      </a:cubicBezTo>
                      <a:cubicBezTo>
                        <a:pt x="56608" y="26989"/>
                        <a:pt x="56873" y="26734"/>
                        <a:pt x="56841" y="26419"/>
                      </a:cubicBezTo>
                      <a:cubicBezTo>
                        <a:pt x="56708" y="24951"/>
                        <a:pt x="56475" y="23483"/>
                        <a:pt x="56141" y="22082"/>
                      </a:cubicBezTo>
                      <a:cubicBezTo>
                        <a:pt x="56068" y="21838"/>
                        <a:pt x="55851" y="21683"/>
                        <a:pt x="55623" y="21683"/>
                      </a:cubicBezTo>
                      <a:cubicBezTo>
                        <a:pt x="55539" y="21683"/>
                        <a:pt x="55454" y="21704"/>
                        <a:pt x="55374" y="21749"/>
                      </a:cubicBezTo>
                      <a:cubicBezTo>
                        <a:pt x="55340" y="21749"/>
                        <a:pt x="55307" y="21782"/>
                        <a:pt x="55274" y="21782"/>
                      </a:cubicBezTo>
                      <a:cubicBezTo>
                        <a:pt x="54641" y="22076"/>
                        <a:pt x="53980" y="22216"/>
                        <a:pt x="53331" y="22216"/>
                      </a:cubicBezTo>
                      <a:cubicBezTo>
                        <a:pt x="51548" y="22216"/>
                        <a:pt x="49852" y="21165"/>
                        <a:pt x="49069" y="19381"/>
                      </a:cubicBezTo>
                      <a:cubicBezTo>
                        <a:pt x="48002" y="16979"/>
                        <a:pt x="49069" y="14110"/>
                        <a:pt x="51438" y="13043"/>
                      </a:cubicBezTo>
                      <a:cubicBezTo>
                        <a:pt x="51438" y="13043"/>
                        <a:pt x="51471" y="13009"/>
                        <a:pt x="51471" y="13009"/>
                      </a:cubicBezTo>
                      <a:cubicBezTo>
                        <a:pt x="51771" y="12876"/>
                        <a:pt x="51905" y="12509"/>
                        <a:pt x="51704" y="12209"/>
                      </a:cubicBezTo>
                      <a:cubicBezTo>
                        <a:pt x="50904" y="11041"/>
                        <a:pt x="49970" y="9907"/>
                        <a:pt x="49003" y="8873"/>
                      </a:cubicBezTo>
                      <a:cubicBezTo>
                        <a:pt x="48900" y="8756"/>
                        <a:pt x="48766" y="8703"/>
                        <a:pt x="48630" y="8703"/>
                      </a:cubicBezTo>
                      <a:cubicBezTo>
                        <a:pt x="48457" y="8703"/>
                        <a:pt x="48281" y="8790"/>
                        <a:pt x="48169" y="8940"/>
                      </a:cubicBezTo>
                      <a:cubicBezTo>
                        <a:pt x="48169" y="8973"/>
                        <a:pt x="48135" y="8973"/>
                        <a:pt x="48135" y="9006"/>
                      </a:cubicBezTo>
                      <a:cubicBezTo>
                        <a:pt x="47228" y="10297"/>
                        <a:pt x="45784" y="10990"/>
                        <a:pt x="44319" y="10990"/>
                      </a:cubicBezTo>
                      <a:cubicBezTo>
                        <a:pt x="43361" y="10990"/>
                        <a:pt x="42395" y="10694"/>
                        <a:pt x="41564" y="10074"/>
                      </a:cubicBezTo>
                      <a:cubicBezTo>
                        <a:pt x="39462" y="8539"/>
                        <a:pt x="38995" y="5537"/>
                        <a:pt x="40496" y="3369"/>
                      </a:cubicBezTo>
                      <a:cubicBezTo>
                        <a:pt x="40697" y="3102"/>
                        <a:pt x="40630" y="2702"/>
                        <a:pt x="40330" y="2569"/>
                      </a:cubicBezTo>
                      <a:cubicBezTo>
                        <a:pt x="39062" y="1968"/>
                        <a:pt x="37728" y="1468"/>
                        <a:pt x="36360" y="1067"/>
                      </a:cubicBezTo>
                      <a:cubicBezTo>
                        <a:pt x="36312" y="1053"/>
                        <a:pt x="36264" y="1046"/>
                        <a:pt x="36218" y="1046"/>
                      </a:cubicBezTo>
                      <a:cubicBezTo>
                        <a:pt x="35945" y="1046"/>
                        <a:pt x="35722" y="1283"/>
                        <a:pt x="35693" y="1568"/>
                      </a:cubicBezTo>
                      <a:cubicBezTo>
                        <a:pt x="35443" y="4040"/>
                        <a:pt x="33402" y="5895"/>
                        <a:pt x="31002" y="5895"/>
                      </a:cubicBezTo>
                      <a:cubicBezTo>
                        <a:pt x="30844" y="5895"/>
                        <a:pt x="30684" y="5887"/>
                        <a:pt x="30523" y="5871"/>
                      </a:cubicBezTo>
                      <a:cubicBezTo>
                        <a:pt x="27954" y="5604"/>
                        <a:pt x="26053" y="3236"/>
                        <a:pt x="26320" y="600"/>
                      </a:cubicBezTo>
                      <a:cubicBezTo>
                        <a:pt x="26353" y="400"/>
                        <a:pt x="26386" y="200"/>
                        <a:pt x="2642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06" name="Google Shape;2706;p63"/>
                <p:cNvSpPr/>
                <p:nvPr/>
              </p:nvSpPr>
              <p:spPr>
                <a:xfrm>
                  <a:off x="2093250" y="2662475"/>
                  <a:ext cx="1159175" cy="1111650"/>
                </a:xfrm>
                <a:custGeom>
                  <a:rect b="b" l="l" r="r" t="t"/>
                  <a:pathLst>
                    <a:path extrusionOk="0" h="44466" w="46367">
                      <a:moveTo>
                        <a:pt x="23185" y="7304"/>
                      </a:moveTo>
                      <a:cubicBezTo>
                        <a:pt x="30397" y="7304"/>
                        <a:pt x="36684" y="12752"/>
                        <a:pt x="37694" y="20249"/>
                      </a:cubicBezTo>
                      <a:cubicBezTo>
                        <a:pt x="38761" y="28388"/>
                        <a:pt x="33124" y="35927"/>
                        <a:pt x="25118" y="37027"/>
                      </a:cubicBezTo>
                      <a:cubicBezTo>
                        <a:pt x="24459" y="37118"/>
                        <a:pt x="23804" y="37163"/>
                        <a:pt x="23155" y="37163"/>
                      </a:cubicBezTo>
                      <a:cubicBezTo>
                        <a:pt x="15965" y="37163"/>
                        <a:pt x="9652" y="31715"/>
                        <a:pt x="8673" y="24218"/>
                      </a:cubicBezTo>
                      <a:cubicBezTo>
                        <a:pt x="7606" y="16046"/>
                        <a:pt x="13210" y="8540"/>
                        <a:pt x="21215" y="7440"/>
                      </a:cubicBezTo>
                      <a:cubicBezTo>
                        <a:pt x="21877" y="7349"/>
                        <a:pt x="22535" y="7304"/>
                        <a:pt x="23185" y="7304"/>
                      </a:cubicBezTo>
                      <a:close/>
                      <a:moveTo>
                        <a:pt x="23173" y="1"/>
                      </a:moveTo>
                      <a:cubicBezTo>
                        <a:pt x="22208" y="1"/>
                        <a:pt x="21231" y="66"/>
                        <a:pt x="20248" y="201"/>
                      </a:cubicBezTo>
                      <a:lnTo>
                        <a:pt x="20281" y="201"/>
                      </a:lnTo>
                      <a:cubicBezTo>
                        <a:pt x="8373" y="1836"/>
                        <a:pt x="0" y="13044"/>
                        <a:pt x="1601" y="25186"/>
                      </a:cubicBezTo>
                      <a:cubicBezTo>
                        <a:pt x="3071" y="36329"/>
                        <a:pt x="12435" y="44466"/>
                        <a:pt x="23170" y="44466"/>
                      </a:cubicBezTo>
                      <a:cubicBezTo>
                        <a:pt x="24133" y="44466"/>
                        <a:pt x="25106" y="44400"/>
                        <a:pt x="26086" y="44266"/>
                      </a:cubicBezTo>
                      <a:cubicBezTo>
                        <a:pt x="37994" y="42631"/>
                        <a:pt x="46367" y="31390"/>
                        <a:pt x="44766" y="19248"/>
                      </a:cubicBezTo>
                      <a:cubicBezTo>
                        <a:pt x="43297" y="8108"/>
                        <a:pt x="33909" y="1"/>
                        <a:pt x="2317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707" name="Google Shape;2707;p63"/>
              <p:cNvGrpSpPr/>
              <p:nvPr/>
            </p:nvGrpSpPr>
            <p:grpSpPr>
              <a:xfrm>
                <a:off x="7518896" y="1343796"/>
                <a:ext cx="433941" cy="443257"/>
                <a:chOff x="1961475" y="2492375"/>
                <a:chExt cx="1421825" cy="1451875"/>
              </a:xfrm>
            </p:grpSpPr>
            <p:sp>
              <p:nvSpPr>
                <p:cNvPr id="2708" name="Google Shape;2708;p63"/>
                <p:cNvSpPr/>
                <p:nvPr/>
              </p:nvSpPr>
              <p:spPr>
                <a:xfrm>
                  <a:off x="1961475" y="2492375"/>
                  <a:ext cx="1421825" cy="1451875"/>
                </a:xfrm>
                <a:custGeom>
                  <a:rect b="b" l="l" r="r" t="t"/>
                  <a:pathLst>
                    <a:path extrusionOk="0" h="58075" w="56873">
                      <a:moveTo>
                        <a:pt x="28469" y="9443"/>
                      </a:moveTo>
                      <a:cubicBezTo>
                        <a:pt x="29104" y="9443"/>
                        <a:pt x="29744" y="9475"/>
                        <a:pt x="30389" y="9540"/>
                      </a:cubicBezTo>
                      <a:cubicBezTo>
                        <a:pt x="40930" y="10641"/>
                        <a:pt x="48602" y="20248"/>
                        <a:pt x="47535" y="30989"/>
                      </a:cubicBezTo>
                      <a:cubicBezTo>
                        <a:pt x="46535" y="41054"/>
                        <a:pt x="38211" y="48571"/>
                        <a:pt x="28494" y="48571"/>
                      </a:cubicBezTo>
                      <a:cubicBezTo>
                        <a:pt x="27841" y="48571"/>
                        <a:pt x="27183" y="48537"/>
                        <a:pt x="26520" y="48468"/>
                      </a:cubicBezTo>
                      <a:cubicBezTo>
                        <a:pt x="15979" y="47367"/>
                        <a:pt x="8307" y="37794"/>
                        <a:pt x="9374" y="27053"/>
                      </a:cubicBezTo>
                      <a:cubicBezTo>
                        <a:pt x="10376" y="16969"/>
                        <a:pt x="18728" y="9443"/>
                        <a:pt x="28469" y="9443"/>
                      </a:cubicBezTo>
                      <a:close/>
                      <a:moveTo>
                        <a:pt x="26420" y="0"/>
                      </a:moveTo>
                      <a:cubicBezTo>
                        <a:pt x="24552" y="133"/>
                        <a:pt x="22717" y="467"/>
                        <a:pt x="20949" y="967"/>
                      </a:cubicBezTo>
                      <a:cubicBezTo>
                        <a:pt x="21049" y="1134"/>
                        <a:pt x="21149" y="1301"/>
                        <a:pt x="21249" y="1501"/>
                      </a:cubicBezTo>
                      <a:cubicBezTo>
                        <a:pt x="22317" y="3903"/>
                        <a:pt x="21249" y="6738"/>
                        <a:pt x="18881" y="7839"/>
                      </a:cubicBezTo>
                      <a:cubicBezTo>
                        <a:pt x="18255" y="8130"/>
                        <a:pt x="17601" y="8267"/>
                        <a:pt x="16958" y="8267"/>
                      </a:cubicBezTo>
                      <a:cubicBezTo>
                        <a:pt x="15168" y="8267"/>
                        <a:pt x="13462" y="7204"/>
                        <a:pt x="12677" y="5437"/>
                      </a:cubicBezTo>
                      <a:cubicBezTo>
                        <a:pt x="12610" y="5270"/>
                        <a:pt x="12543" y="5104"/>
                        <a:pt x="12510" y="4904"/>
                      </a:cubicBezTo>
                      <a:cubicBezTo>
                        <a:pt x="10975" y="5971"/>
                        <a:pt x="9541" y="7172"/>
                        <a:pt x="8240" y="8506"/>
                      </a:cubicBezTo>
                      <a:cubicBezTo>
                        <a:pt x="8407" y="8606"/>
                        <a:pt x="8574" y="8673"/>
                        <a:pt x="8707" y="8773"/>
                      </a:cubicBezTo>
                      <a:cubicBezTo>
                        <a:pt x="10809" y="10341"/>
                        <a:pt x="11309" y="13343"/>
                        <a:pt x="9775" y="15478"/>
                      </a:cubicBezTo>
                      <a:cubicBezTo>
                        <a:pt x="8866" y="16789"/>
                        <a:pt x="7433" y="17479"/>
                        <a:pt x="5970" y="17479"/>
                      </a:cubicBezTo>
                      <a:cubicBezTo>
                        <a:pt x="5015" y="17479"/>
                        <a:pt x="4047" y="17185"/>
                        <a:pt x="3203" y="16579"/>
                      </a:cubicBezTo>
                      <a:cubicBezTo>
                        <a:pt x="3070" y="16478"/>
                        <a:pt x="2970" y="16345"/>
                        <a:pt x="2836" y="16245"/>
                      </a:cubicBezTo>
                      <a:cubicBezTo>
                        <a:pt x="2036" y="17913"/>
                        <a:pt x="1402" y="19681"/>
                        <a:pt x="902" y="21515"/>
                      </a:cubicBezTo>
                      <a:cubicBezTo>
                        <a:pt x="1035" y="21515"/>
                        <a:pt x="1154" y="21501"/>
                        <a:pt x="1267" y="21501"/>
                      </a:cubicBezTo>
                      <a:cubicBezTo>
                        <a:pt x="1324" y="21501"/>
                        <a:pt x="1380" y="21504"/>
                        <a:pt x="1435" y="21515"/>
                      </a:cubicBezTo>
                      <a:cubicBezTo>
                        <a:pt x="4004" y="21782"/>
                        <a:pt x="5905" y="24117"/>
                        <a:pt x="5638" y="26752"/>
                      </a:cubicBezTo>
                      <a:cubicBezTo>
                        <a:pt x="5388" y="29253"/>
                        <a:pt x="3351" y="31081"/>
                        <a:pt x="954" y="31081"/>
                      </a:cubicBezTo>
                      <a:cubicBezTo>
                        <a:pt x="794" y="31081"/>
                        <a:pt x="631" y="31072"/>
                        <a:pt x="468" y="31056"/>
                      </a:cubicBezTo>
                      <a:cubicBezTo>
                        <a:pt x="301" y="31056"/>
                        <a:pt x="168" y="30989"/>
                        <a:pt x="1" y="30955"/>
                      </a:cubicBezTo>
                      <a:lnTo>
                        <a:pt x="1" y="30955"/>
                      </a:lnTo>
                      <a:cubicBezTo>
                        <a:pt x="134" y="32857"/>
                        <a:pt x="435" y="34725"/>
                        <a:pt x="902" y="36493"/>
                      </a:cubicBezTo>
                      <a:cubicBezTo>
                        <a:pt x="1035" y="36426"/>
                        <a:pt x="1202" y="36326"/>
                        <a:pt x="1335" y="36226"/>
                      </a:cubicBezTo>
                      <a:cubicBezTo>
                        <a:pt x="1958" y="35945"/>
                        <a:pt x="2611" y="35812"/>
                        <a:pt x="3254" y="35812"/>
                      </a:cubicBezTo>
                      <a:cubicBezTo>
                        <a:pt x="5057" y="35812"/>
                        <a:pt x="6786" y="36858"/>
                        <a:pt x="7573" y="38628"/>
                      </a:cubicBezTo>
                      <a:cubicBezTo>
                        <a:pt x="8640" y="41063"/>
                        <a:pt x="7573" y="43898"/>
                        <a:pt x="5205" y="44999"/>
                      </a:cubicBezTo>
                      <a:cubicBezTo>
                        <a:pt x="5038" y="45066"/>
                        <a:pt x="4871" y="45099"/>
                        <a:pt x="4704" y="45166"/>
                      </a:cubicBezTo>
                      <a:cubicBezTo>
                        <a:pt x="5738" y="46733"/>
                        <a:pt x="6906" y="48201"/>
                        <a:pt x="8207" y="49535"/>
                      </a:cubicBezTo>
                      <a:cubicBezTo>
                        <a:pt x="8307" y="49369"/>
                        <a:pt x="8374" y="49202"/>
                        <a:pt x="8507" y="49035"/>
                      </a:cubicBezTo>
                      <a:cubicBezTo>
                        <a:pt x="9415" y="47723"/>
                        <a:pt x="10848" y="47034"/>
                        <a:pt x="12304" y="47034"/>
                      </a:cubicBezTo>
                      <a:cubicBezTo>
                        <a:pt x="13254" y="47034"/>
                        <a:pt x="14215" y="47328"/>
                        <a:pt x="15045" y="47934"/>
                      </a:cubicBezTo>
                      <a:cubicBezTo>
                        <a:pt x="17180" y="49502"/>
                        <a:pt x="17647" y="52504"/>
                        <a:pt x="16112" y="54639"/>
                      </a:cubicBezTo>
                      <a:cubicBezTo>
                        <a:pt x="16012" y="54806"/>
                        <a:pt x="15879" y="54939"/>
                        <a:pt x="15745" y="55073"/>
                      </a:cubicBezTo>
                      <a:cubicBezTo>
                        <a:pt x="17380" y="55907"/>
                        <a:pt x="19115" y="56574"/>
                        <a:pt x="20949" y="57108"/>
                      </a:cubicBezTo>
                      <a:cubicBezTo>
                        <a:pt x="20949" y="56874"/>
                        <a:pt x="20916" y="56674"/>
                        <a:pt x="20949" y="56474"/>
                      </a:cubicBezTo>
                      <a:cubicBezTo>
                        <a:pt x="21200" y="54002"/>
                        <a:pt x="23240" y="52146"/>
                        <a:pt x="25640" y="52146"/>
                      </a:cubicBezTo>
                      <a:cubicBezTo>
                        <a:pt x="25799" y="52146"/>
                        <a:pt x="25958" y="52154"/>
                        <a:pt x="26120" y="52171"/>
                      </a:cubicBezTo>
                      <a:cubicBezTo>
                        <a:pt x="28688" y="52438"/>
                        <a:pt x="30556" y="54806"/>
                        <a:pt x="30323" y="57441"/>
                      </a:cubicBezTo>
                      <a:cubicBezTo>
                        <a:pt x="30289" y="57641"/>
                        <a:pt x="30222" y="57841"/>
                        <a:pt x="30189" y="58075"/>
                      </a:cubicBezTo>
                      <a:cubicBezTo>
                        <a:pt x="31857" y="57975"/>
                        <a:pt x="33458" y="57708"/>
                        <a:pt x="35059" y="57308"/>
                      </a:cubicBezTo>
                      <a:cubicBezTo>
                        <a:pt x="35393" y="57241"/>
                        <a:pt x="35526" y="56874"/>
                        <a:pt x="35393" y="56574"/>
                      </a:cubicBezTo>
                      <a:cubicBezTo>
                        <a:pt x="35393" y="56574"/>
                        <a:pt x="35393" y="56540"/>
                        <a:pt x="35393" y="56540"/>
                      </a:cubicBezTo>
                      <a:cubicBezTo>
                        <a:pt x="34325" y="54105"/>
                        <a:pt x="35359" y="51270"/>
                        <a:pt x="37728" y="50203"/>
                      </a:cubicBezTo>
                      <a:cubicBezTo>
                        <a:pt x="38360" y="49909"/>
                        <a:pt x="39023" y="49769"/>
                        <a:pt x="39676" y="49769"/>
                      </a:cubicBezTo>
                      <a:cubicBezTo>
                        <a:pt x="41469" y="49769"/>
                        <a:pt x="43183" y="50819"/>
                        <a:pt x="43966" y="52604"/>
                      </a:cubicBezTo>
                      <a:cubicBezTo>
                        <a:pt x="44056" y="52831"/>
                        <a:pt x="44270" y="52965"/>
                        <a:pt x="44482" y="52965"/>
                      </a:cubicBezTo>
                      <a:cubicBezTo>
                        <a:pt x="44581" y="52965"/>
                        <a:pt x="44681" y="52935"/>
                        <a:pt x="44766" y="52871"/>
                      </a:cubicBezTo>
                      <a:cubicBezTo>
                        <a:pt x="45934" y="52037"/>
                        <a:pt x="47034" y="51103"/>
                        <a:pt x="48069" y="50103"/>
                      </a:cubicBezTo>
                      <a:cubicBezTo>
                        <a:pt x="48302" y="49869"/>
                        <a:pt x="48269" y="49469"/>
                        <a:pt x="48002" y="49302"/>
                      </a:cubicBezTo>
                      <a:cubicBezTo>
                        <a:pt x="47968" y="49269"/>
                        <a:pt x="47935" y="49269"/>
                        <a:pt x="47902" y="49235"/>
                      </a:cubicBezTo>
                      <a:cubicBezTo>
                        <a:pt x="45800" y="47667"/>
                        <a:pt x="45333" y="44699"/>
                        <a:pt x="46868" y="42530"/>
                      </a:cubicBezTo>
                      <a:cubicBezTo>
                        <a:pt x="47780" y="41233"/>
                        <a:pt x="49222" y="40539"/>
                        <a:pt x="50685" y="40539"/>
                      </a:cubicBezTo>
                      <a:cubicBezTo>
                        <a:pt x="51629" y="40539"/>
                        <a:pt x="52582" y="40828"/>
                        <a:pt x="53406" y="41430"/>
                      </a:cubicBezTo>
                      <a:lnTo>
                        <a:pt x="53472" y="41496"/>
                      </a:lnTo>
                      <a:cubicBezTo>
                        <a:pt x="53567" y="41567"/>
                        <a:pt x="53678" y="41600"/>
                        <a:pt x="53788" y="41600"/>
                      </a:cubicBezTo>
                      <a:cubicBezTo>
                        <a:pt x="53989" y="41600"/>
                        <a:pt x="54187" y="41490"/>
                        <a:pt x="54273" y="41296"/>
                      </a:cubicBezTo>
                      <a:cubicBezTo>
                        <a:pt x="54873" y="39995"/>
                        <a:pt x="55407" y="38628"/>
                        <a:pt x="55807" y="37193"/>
                      </a:cubicBezTo>
                      <a:cubicBezTo>
                        <a:pt x="55874" y="36860"/>
                        <a:pt x="55641" y="36560"/>
                        <a:pt x="55307" y="36526"/>
                      </a:cubicBezTo>
                      <a:lnTo>
                        <a:pt x="55207" y="36526"/>
                      </a:lnTo>
                      <a:cubicBezTo>
                        <a:pt x="52605" y="36259"/>
                        <a:pt x="50737" y="33891"/>
                        <a:pt x="51004" y="31256"/>
                      </a:cubicBezTo>
                      <a:cubicBezTo>
                        <a:pt x="51254" y="28784"/>
                        <a:pt x="53295" y="26928"/>
                        <a:pt x="55667" y="26928"/>
                      </a:cubicBezTo>
                      <a:cubicBezTo>
                        <a:pt x="55824" y="26928"/>
                        <a:pt x="55982" y="26936"/>
                        <a:pt x="56141" y="26953"/>
                      </a:cubicBezTo>
                      <a:cubicBezTo>
                        <a:pt x="56174" y="26953"/>
                        <a:pt x="56208" y="26986"/>
                        <a:pt x="56208" y="26986"/>
                      </a:cubicBezTo>
                      <a:cubicBezTo>
                        <a:pt x="56229" y="26988"/>
                        <a:pt x="56249" y="26989"/>
                        <a:pt x="56270" y="26989"/>
                      </a:cubicBezTo>
                      <a:cubicBezTo>
                        <a:pt x="56608" y="26989"/>
                        <a:pt x="56873" y="26734"/>
                        <a:pt x="56841" y="26419"/>
                      </a:cubicBezTo>
                      <a:cubicBezTo>
                        <a:pt x="56708" y="24951"/>
                        <a:pt x="56475" y="23483"/>
                        <a:pt x="56141" y="22082"/>
                      </a:cubicBezTo>
                      <a:cubicBezTo>
                        <a:pt x="56068" y="21838"/>
                        <a:pt x="55851" y="21683"/>
                        <a:pt x="55623" y="21683"/>
                      </a:cubicBezTo>
                      <a:cubicBezTo>
                        <a:pt x="55539" y="21683"/>
                        <a:pt x="55454" y="21704"/>
                        <a:pt x="55374" y="21749"/>
                      </a:cubicBezTo>
                      <a:cubicBezTo>
                        <a:pt x="55340" y="21749"/>
                        <a:pt x="55307" y="21782"/>
                        <a:pt x="55274" y="21782"/>
                      </a:cubicBezTo>
                      <a:cubicBezTo>
                        <a:pt x="54641" y="22076"/>
                        <a:pt x="53980" y="22216"/>
                        <a:pt x="53331" y="22216"/>
                      </a:cubicBezTo>
                      <a:cubicBezTo>
                        <a:pt x="51548" y="22216"/>
                        <a:pt x="49852" y="21165"/>
                        <a:pt x="49069" y="19381"/>
                      </a:cubicBezTo>
                      <a:cubicBezTo>
                        <a:pt x="48002" y="16979"/>
                        <a:pt x="49069" y="14110"/>
                        <a:pt x="51438" y="13043"/>
                      </a:cubicBezTo>
                      <a:cubicBezTo>
                        <a:pt x="51438" y="13043"/>
                        <a:pt x="51471" y="13009"/>
                        <a:pt x="51471" y="13009"/>
                      </a:cubicBezTo>
                      <a:cubicBezTo>
                        <a:pt x="51771" y="12876"/>
                        <a:pt x="51905" y="12509"/>
                        <a:pt x="51704" y="12209"/>
                      </a:cubicBezTo>
                      <a:cubicBezTo>
                        <a:pt x="50904" y="11041"/>
                        <a:pt x="49970" y="9907"/>
                        <a:pt x="49003" y="8873"/>
                      </a:cubicBezTo>
                      <a:cubicBezTo>
                        <a:pt x="48900" y="8756"/>
                        <a:pt x="48766" y="8703"/>
                        <a:pt x="48630" y="8703"/>
                      </a:cubicBezTo>
                      <a:cubicBezTo>
                        <a:pt x="48457" y="8703"/>
                        <a:pt x="48281" y="8790"/>
                        <a:pt x="48169" y="8940"/>
                      </a:cubicBezTo>
                      <a:cubicBezTo>
                        <a:pt x="48169" y="8973"/>
                        <a:pt x="48135" y="8973"/>
                        <a:pt x="48135" y="9006"/>
                      </a:cubicBezTo>
                      <a:cubicBezTo>
                        <a:pt x="47228" y="10297"/>
                        <a:pt x="45784" y="10990"/>
                        <a:pt x="44319" y="10990"/>
                      </a:cubicBezTo>
                      <a:cubicBezTo>
                        <a:pt x="43361" y="10990"/>
                        <a:pt x="42395" y="10694"/>
                        <a:pt x="41564" y="10074"/>
                      </a:cubicBezTo>
                      <a:cubicBezTo>
                        <a:pt x="39462" y="8539"/>
                        <a:pt x="38995" y="5537"/>
                        <a:pt x="40496" y="3369"/>
                      </a:cubicBezTo>
                      <a:cubicBezTo>
                        <a:pt x="40697" y="3102"/>
                        <a:pt x="40630" y="2702"/>
                        <a:pt x="40330" y="2569"/>
                      </a:cubicBezTo>
                      <a:cubicBezTo>
                        <a:pt x="39062" y="1968"/>
                        <a:pt x="37728" y="1468"/>
                        <a:pt x="36360" y="1067"/>
                      </a:cubicBezTo>
                      <a:cubicBezTo>
                        <a:pt x="36312" y="1053"/>
                        <a:pt x="36264" y="1046"/>
                        <a:pt x="36218" y="1046"/>
                      </a:cubicBezTo>
                      <a:cubicBezTo>
                        <a:pt x="35945" y="1046"/>
                        <a:pt x="35722" y="1283"/>
                        <a:pt x="35693" y="1568"/>
                      </a:cubicBezTo>
                      <a:cubicBezTo>
                        <a:pt x="35443" y="4040"/>
                        <a:pt x="33402" y="5895"/>
                        <a:pt x="31002" y="5895"/>
                      </a:cubicBezTo>
                      <a:cubicBezTo>
                        <a:pt x="30844" y="5895"/>
                        <a:pt x="30684" y="5887"/>
                        <a:pt x="30523" y="5871"/>
                      </a:cubicBezTo>
                      <a:cubicBezTo>
                        <a:pt x="27954" y="5604"/>
                        <a:pt x="26053" y="3236"/>
                        <a:pt x="26320" y="600"/>
                      </a:cubicBezTo>
                      <a:cubicBezTo>
                        <a:pt x="26353" y="400"/>
                        <a:pt x="26386" y="200"/>
                        <a:pt x="2642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09" name="Google Shape;2709;p63"/>
                <p:cNvSpPr/>
                <p:nvPr/>
              </p:nvSpPr>
              <p:spPr>
                <a:xfrm>
                  <a:off x="2093250" y="2662475"/>
                  <a:ext cx="1159175" cy="1111650"/>
                </a:xfrm>
                <a:custGeom>
                  <a:rect b="b" l="l" r="r" t="t"/>
                  <a:pathLst>
                    <a:path extrusionOk="0" h="44466" w="46367">
                      <a:moveTo>
                        <a:pt x="23185" y="7304"/>
                      </a:moveTo>
                      <a:cubicBezTo>
                        <a:pt x="30397" y="7304"/>
                        <a:pt x="36684" y="12752"/>
                        <a:pt x="37694" y="20249"/>
                      </a:cubicBezTo>
                      <a:cubicBezTo>
                        <a:pt x="38761" y="28388"/>
                        <a:pt x="33124" y="35927"/>
                        <a:pt x="25118" y="37027"/>
                      </a:cubicBezTo>
                      <a:cubicBezTo>
                        <a:pt x="24459" y="37118"/>
                        <a:pt x="23804" y="37163"/>
                        <a:pt x="23155" y="37163"/>
                      </a:cubicBezTo>
                      <a:cubicBezTo>
                        <a:pt x="15965" y="37163"/>
                        <a:pt x="9652" y="31715"/>
                        <a:pt x="8673" y="24218"/>
                      </a:cubicBezTo>
                      <a:cubicBezTo>
                        <a:pt x="7606" y="16046"/>
                        <a:pt x="13210" y="8540"/>
                        <a:pt x="21215" y="7440"/>
                      </a:cubicBezTo>
                      <a:cubicBezTo>
                        <a:pt x="21877" y="7349"/>
                        <a:pt x="22535" y="7304"/>
                        <a:pt x="23185" y="7304"/>
                      </a:cubicBezTo>
                      <a:close/>
                      <a:moveTo>
                        <a:pt x="23173" y="1"/>
                      </a:moveTo>
                      <a:cubicBezTo>
                        <a:pt x="22208" y="1"/>
                        <a:pt x="21231" y="66"/>
                        <a:pt x="20248" y="201"/>
                      </a:cubicBezTo>
                      <a:lnTo>
                        <a:pt x="20281" y="201"/>
                      </a:lnTo>
                      <a:cubicBezTo>
                        <a:pt x="8373" y="1836"/>
                        <a:pt x="0" y="13044"/>
                        <a:pt x="1601" y="25186"/>
                      </a:cubicBezTo>
                      <a:cubicBezTo>
                        <a:pt x="3071" y="36329"/>
                        <a:pt x="12435" y="44466"/>
                        <a:pt x="23170" y="44466"/>
                      </a:cubicBezTo>
                      <a:cubicBezTo>
                        <a:pt x="24133" y="44466"/>
                        <a:pt x="25106" y="44400"/>
                        <a:pt x="26086" y="44266"/>
                      </a:cubicBezTo>
                      <a:cubicBezTo>
                        <a:pt x="37994" y="42631"/>
                        <a:pt x="46367" y="31390"/>
                        <a:pt x="44766" y="19248"/>
                      </a:cubicBezTo>
                      <a:cubicBezTo>
                        <a:pt x="43297" y="8108"/>
                        <a:pt x="33909" y="1"/>
                        <a:pt x="2317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710" name="Google Shape;2710;p63"/>
              <p:cNvSpPr/>
              <p:nvPr/>
            </p:nvSpPr>
            <p:spPr>
              <a:xfrm rot="1430105">
                <a:off x="7692480" y="1897451"/>
                <a:ext cx="151798" cy="268546"/>
              </a:xfrm>
              <a:custGeom>
                <a:rect b="b" l="l" r="r" t="t"/>
                <a:pathLst>
                  <a:path extrusionOk="0" fill="none" h="10742" w="6072">
                    <a:moveTo>
                      <a:pt x="901" y="10741"/>
                    </a:moveTo>
                    <a:lnTo>
                      <a:pt x="1" y="8339"/>
                    </a:lnTo>
                    <a:lnTo>
                      <a:pt x="2402" y="8139"/>
                    </a:lnTo>
                    <a:lnTo>
                      <a:pt x="1702" y="5537"/>
                    </a:lnTo>
                    <a:lnTo>
                      <a:pt x="4270" y="5437"/>
                    </a:lnTo>
                    <a:lnTo>
                      <a:pt x="3503" y="2869"/>
                    </a:lnTo>
                    <a:lnTo>
                      <a:pt x="6072" y="2602"/>
                    </a:lnTo>
                    <a:lnTo>
                      <a:pt x="5371" y="0"/>
                    </a:lnTo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1" name="Google Shape;2711;p63"/>
              <p:cNvSpPr/>
              <p:nvPr/>
            </p:nvSpPr>
            <p:spPr>
              <a:xfrm>
                <a:off x="6733375" y="1504375"/>
                <a:ext cx="156825" cy="208500"/>
              </a:xfrm>
              <a:custGeom>
                <a:rect b="b" l="l" r="r" t="t"/>
                <a:pathLst>
                  <a:path extrusionOk="0" fill="none" h="8340" w="6273">
                    <a:moveTo>
                      <a:pt x="1702" y="4070"/>
                    </a:moveTo>
                    <a:cubicBezTo>
                      <a:pt x="2536" y="3036"/>
                      <a:pt x="3270" y="2035"/>
                      <a:pt x="4104" y="1001"/>
                    </a:cubicBezTo>
                    <a:cubicBezTo>
                      <a:pt x="4304" y="667"/>
                      <a:pt x="4638" y="367"/>
                      <a:pt x="5004" y="200"/>
                    </a:cubicBezTo>
                    <a:cubicBezTo>
                      <a:pt x="5371" y="0"/>
                      <a:pt x="5838" y="100"/>
                      <a:pt x="6072" y="467"/>
                    </a:cubicBezTo>
                    <a:cubicBezTo>
                      <a:pt x="6272" y="868"/>
                      <a:pt x="6039" y="1301"/>
                      <a:pt x="5872" y="1668"/>
                    </a:cubicBezTo>
                    <a:cubicBezTo>
                      <a:pt x="5471" y="2469"/>
                      <a:pt x="5305" y="3303"/>
                      <a:pt x="5271" y="4170"/>
                    </a:cubicBezTo>
                    <a:cubicBezTo>
                      <a:pt x="5338" y="4804"/>
                      <a:pt x="5305" y="5438"/>
                      <a:pt x="5238" y="6071"/>
                    </a:cubicBezTo>
                    <a:cubicBezTo>
                      <a:pt x="4771" y="8340"/>
                      <a:pt x="1" y="7472"/>
                      <a:pt x="1202" y="4837"/>
                    </a:cubicBezTo>
                    <a:cubicBezTo>
                      <a:pt x="1335" y="4570"/>
                      <a:pt x="1502" y="4303"/>
                      <a:pt x="1702" y="407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2" name="Google Shape;2712;p63"/>
              <p:cNvSpPr/>
              <p:nvPr/>
            </p:nvSpPr>
            <p:spPr>
              <a:xfrm flipH="1">
                <a:off x="7362863" y="1393788"/>
                <a:ext cx="54225" cy="54250"/>
              </a:xfrm>
              <a:custGeom>
                <a:rect b="b" l="l" r="r" t="t"/>
                <a:pathLst>
                  <a:path extrusionOk="0" fill="none" h="2170" w="2169">
                    <a:moveTo>
                      <a:pt x="2168" y="1068"/>
                    </a:moveTo>
                    <a:cubicBezTo>
                      <a:pt x="2168" y="1669"/>
                      <a:pt x="1701" y="2169"/>
                      <a:pt x="1101" y="2169"/>
                    </a:cubicBezTo>
                    <a:cubicBezTo>
                      <a:pt x="500" y="2169"/>
                      <a:pt x="0" y="1669"/>
                      <a:pt x="0" y="1068"/>
                    </a:cubicBezTo>
                    <a:cubicBezTo>
                      <a:pt x="0" y="501"/>
                      <a:pt x="500" y="1"/>
                      <a:pt x="1101" y="1"/>
                    </a:cubicBezTo>
                    <a:cubicBezTo>
                      <a:pt x="1701" y="1"/>
                      <a:pt x="2168" y="501"/>
                      <a:pt x="2168" y="1068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713" name="Google Shape;2713;p6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14" name="Google Shape;2714;p63" title="netwrk diagram-1..1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7800" y="2012236"/>
            <a:ext cx="4995076" cy="15302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15" name="Google Shape;2715;p63"/>
          <p:cNvGraphicFramePr/>
          <p:nvPr/>
        </p:nvGraphicFramePr>
        <p:xfrm>
          <a:off x="152475" y="804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{B94A8C07-7B01-4CAA-9A12-F00427BBC5F2}</a:tableStyleId>
              </a:tblPr>
              <a:tblGrid>
                <a:gridCol w="1074475"/>
                <a:gridCol w="1637850"/>
                <a:gridCol w="1023000"/>
              </a:tblGrid>
              <a:tr h="268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Node</a:t>
                      </a:r>
                      <a:endParaRPr b="1"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Predecessor</a:t>
                      </a:r>
                      <a:endParaRPr b="1"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Duration</a:t>
                      </a:r>
                      <a:endParaRPr b="1"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8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1.1.1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None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 day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8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├─1.1.1.1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None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 day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8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├─1.1.1.2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None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 day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8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└─1.1.1.3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None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 day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8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1.1.2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1.1.1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 days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8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├─1.1.2.1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1.1.1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 day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8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├─1.1.2.2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1.1.2.1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 day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8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└─1.1.2.3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1.1.2.1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 day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8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1.1.3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1.1.2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 days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8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├─1.1.3.1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1.1.2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 days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8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├─1.1.3.2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1.1.2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 days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8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└─1.1.3.3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1.1.3.1,1.1.3.2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 days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16" name="Google Shape;2716;p63"/>
          <p:cNvSpPr txBox="1"/>
          <p:nvPr/>
        </p:nvSpPr>
        <p:spPr>
          <a:xfrm>
            <a:off x="3887800" y="4049425"/>
            <a:ext cx="43248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3"/>
                </a:solidFill>
              </a:rPr>
              <a:t>Critical Path: </a:t>
            </a:r>
            <a:r>
              <a:rPr lang="en" sz="1200">
                <a:solidFill>
                  <a:schemeClr val="accent3"/>
                </a:solidFill>
              </a:rPr>
              <a:t>10 → 40 → 50 → 70  → 90 → 100 </a:t>
            </a:r>
            <a:endParaRPr sz="1200">
              <a:solidFill>
                <a:schemeClr val="accent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3"/>
                </a:solidFill>
              </a:rPr>
              <a:t>Total Time for 1.1:</a:t>
            </a:r>
            <a:r>
              <a:rPr lang="en" sz="1200">
                <a:solidFill>
                  <a:schemeClr val="accent3"/>
                </a:solidFill>
              </a:rPr>
              <a:t> 7 days</a:t>
            </a:r>
            <a:endParaRPr/>
          </a:p>
        </p:txBody>
      </p:sp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0" name="Shape 2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1" name="Google Shape;2721;p64"/>
          <p:cNvGrpSpPr/>
          <p:nvPr/>
        </p:nvGrpSpPr>
        <p:grpSpPr>
          <a:xfrm>
            <a:off x="0" y="-36579"/>
            <a:ext cx="8081937" cy="841421"/>
            <a:chOff x="-75" y="157521"/>
            <a:chExt cx="8081937" cy="841421"/>
          </a:xfrm>
        </p:grpSpPr>
        <p:sp>
          <p:nvSpPr>
            <p:cNvPr id="2722" name="Google Shape;2722;p64"/>
            <p:cNvSpPr/>
            <p:nvPr/>
          </p:nvSpPr>
          <p:spPr>
            <a:xfrm rot="5400000">
              <a:off x="2878875" y="-2659225"/>
              <a:ext cx="717000" cy="6474900"/>
            </a:xfrm>
            <a:prstGeom prst="round2SameRect">
              <a:avLst>
                <a:gd fmla="val 48054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3" name="Google Shape;2723;p64"/>
            <p:cNvSpPr txBox="1"/>
            <p:nvPr/>
          </p:nvSpPr>
          <p:spPr>
            <a:xfrm>
              <a:off x="32775" y="290275"/>
              <a:ext cx="6409200" cy="48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300">
                  <a:solidFill>
                    <a:srgbClr val="FFE5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 Depth Network Diagram </a:t>
              </a:r>
              <a:r>
                <a:rPr b="1" lang="en" sz="2300">
                  <a:solidFill>
                    <a:schemeClr val="accent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r>
                <a:rPr b="1" lang="en" sz="2300">
                  <a:solidFill>
                    <a:schemeClr val="accent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.1 UI/UX Design</a:t>
              </a:r>
              <a:endParaRPr b="1" sz="23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724" name="Google Shape;2724;p64"/>
            <p:cNvGrpSpPr/>
            <p:nvPr/>
          </p:nvGrpSpPr>
          <p:grpSpPr>
            <a:xfrm>
              <a:off x="6862400" y="157521"/>
              <a:ext cx="1219462" cy="841421"/>
              <a:chOff x="6733375" y="1343796"/>
              <a:chExt cx="1219462" cy="841421"/>
            </a:xfrm>
          </p:grpSpPr>
          <p:grpSp>
            <p:nvGrpSpPr>
              <p:cNvPr id="2725" name="Google Shape;2725;p64"/>
              <p:cNvGrpSpPr/>
              <p:nvPr/>
            </p:nvGrpSpPr>
            <p:grpSpPr>
              <a:xfrm>
                <a:off x="6958180" y="1612448"/>
                <a:ext cx="560626" cy="572765"/>
                <a:chOff x="1961475" y="2492375"/>
                <a:chExt cx="1421825" cy="1451875"/>
              </a:xfrm>
            </p:grpSpPr>
            <p:sp>
              <p:nvSpPr>
                <p:cNvPr id="2726" name="Google Shape;2726;p64"/>
                <p:cNvSpPr/>
                <p:nvPr/>
              </p:nvSpPr>
              <p:spPr>
                <a:xfrm>
                  <a:off x="1961475" y="2492375"/>
                  <a:ext cx="1421825" cy="1451875"/>
                </a:xfrm>
                <a:custGeom>
                  <a:rect b="b" l="l" r="r" t="t"/>
                  <a:pathLst>
                    <a:path extrusionOk="0" h="58075" w="56873">
                      <a:moveTo>
                        <a:pt x="28469" y="9443"/>
                      </a:moveTo>
                      <a:cubicBezTo>
                        <a:pt x="29104" y="9443"/>
                        <a:pt x="29744" y="9475"/>
                        <a:pt x="30389" y="9540"/>
                      </a:cubicBezTo>
                      <a:cubicBezTo>
                        <a:pt x="40930" y="10641"/>
                        <a:pt x="48602" y="20248"/>
                        <a:pt x="47535" y="30989"/>
                      </a:cubicBezTo>
                      <a:cubicBezTo>
                        <a:pt x="46535" y="41054"/>
                        <a:pt x="38211" y="48571"/>
                        <a:pt x="28494" y="48571"/>
                      </a:cubicBezTo>
                      <a:cubicBezTo>
                        <a:pt x="27841" y="48571"/>
                        <a:pt x="27183" y="48537"/>
                        <a:pt x="26520" y="48468"/>
                      </a:cubicBezTo>
                      <a:cubicBezTo>
                        <a:pt x="15979" y="47367"/>
                        <a:pt x="8307" y="37794"/>
                        <a:pt x="9374" y="27053"/>
                      </a:cubicBezTo>
                      <a:cubicBezTo>
                        <a:pt x="10376" y="16969"/>
                        <a:pt x="18728" y="9443"/>
                        <a:pt x="28469" y="9443"/>
                      </a:cubicBezTo>
                      <a:close/>
                      <a:moveTo>
                        <a:pt x="26420" y="0"/>
                      </a:moveTo>
                      <a:cubicBezTo>
                        <a:pt x="24552" y="133"/>
                        <a:pt x="22717" y="467"/>
                        <a:pt x="20949" y="967"/>
                      </a:cubicBezTo>
                      <a:cubicBezTo>
                        <a:pt x="21049" y="1134"/>
                        <a:pt x="21149" y="1301"/>
                        <a:pt x="21249" y="1501"/>
                      </a:cubicBezTo>
                      <a:cubicBezTo>
                        <a:pt x="22317" y="3903"/>
                        <a:pt x="21249" y="6738"/>
                        <a:pt x="18881" y="7839"/>
                      </a:cubicBezTo>
                      <a:cubicBezTo>
                        <a:pt x="18255" y="8130"/>
                        <a:pt x="17601" y="8267"/>
                        <a:pt x="16958" y="8267"/>
                      </a:cubicBezTo>
                      <a:cubicBezTo>
                        <a:pt x="15168" y="8267"/>
                        <a:pt x="13462" y="7204"/>
                        <a:pt x="12677" y="5437"/>
                      </a:cubicBezTo>
                      <a:cubicBezTo>
                        <a:pt x="12610" y="5270"/>
                        <a:pt x="12543" y="5104"/>
                        <a:pt x="12510" y="4904"/>
                      </a:cubicBezTo>
                      <a:cubicBezTo>
                        <a:pt x="10975" y="5971"/>
                        <a:pt x="9541" y="7172"/>
                        <a:pt x="8240" y="8506"/>
                      </a:cubicBezTo>
                      <a:cubicBezTo>
                        <a:pt x="8407" y="8606"/>
                        <a:pt x="8574" y="8673"/>
                        <a:pt x="8707" y="8773"/>
                      </a:cubicBezTo>
                      <a:cubicBezTo>
                        <a:pt x="10809" y="10341"/>
                        <a:pt x="11309" y="13343"/>
                        <a:pt x="9775" y="15478"/>
                      </a:cubicBezTo>
                      <a:cubicBezTo>
                        <a:pt x="8866" y="16789"/>
                        <a:pt x="7433" y="17479"/>
                        <a:pt x="5970" y="17479"/>
                      </a:cubicBezTo>
                      <a:cubicBezTo>
                        <a:pt x="5015" y="17479"/>
                        <a:pt x="4047" y="17185"/>
                        <a:pt x="3203" y="16579"/>
                      </a:cubicBezTo>
                      <a:cubicBezTo>
                        <a:pt x="3070" y="16478"/>
                        <a:pt x="2970" y="16345"/>
                        <a:pt x="2836" y="16245"/>
                      </a:cubicBezTo>
                      <a:cubicBezTo>
                        <a:pt x="2036" y="17913"/>
                        <a:pt x="1402" y="19681"/>
                        <a:pt x="902" y="21515"/>
                      </a:cubicBezTo>
                      <a:cubicBezTo>
                        <a:pt x="1035" y="21515"/>
                        <a:pt x="1154" y="21501"/>
                        <a:pt x="1267" y="21501"/>
                      </a:cubicBezTo>
                      <a:cubicBezTo>
                        <a:pt x="1324" y="21501"/>
                        <a:pt x="1380" y="21504"/>
                        <a:pt x="1435" y="21515"/>
                      </a:cubicBezTo>
                      <a:cubicBezTo>
                        <a:pt x="4004" y="21782"/>
                        <a:pt x="5905" y="24117"/>
                        <a:pt x="5638" y="26752"/>
                      </a:cubicBezTo>
                      <a:cubicBezTo>
                        <a:pt x="5388" y="29253"/>
                        <a:pt x="3351" y="31081"/>
                        <a:pt x="954" y="31081"/>
                      </a:cubicBezTo>
                      <a:cubicBezTo>
                        <a:pt x="794" y="31081"/>
                        <a:pt x="631" y="31072"/>
                        <a:pt x="468" y="31056"/>
                      </a:cubicBezTo>
                      <a:cubicBezTo>
                        <a:pt x="301" y="31056"/>
                        <a:pt x="168" y="30989"/>
                        <a:pt x="1" y="30955"/>
                      </a:cubicBezTo>
                      <a:lnTo>
                        <a:pt x="1" y="30955"/>
                      </a:lnTo>
                      <a:cubicBezTo>
                        <a:pt x="134" y="32857"/>
                        <a:pt x="435" y="34725"/>
                        <a:pt x="902" y="36493"/>
                      </a:cubicBezTo>
                      <a:cubicBezTo>
                        <a:pt x="1035" y="36426"/>
                        <a:pt x="1202" y="36326"/>
                        <a:pt x="1335" y="36226"/>
                      </a:cubicBezTo>
                      <a:cubicBezTo>
                        <a:pt x="1958" y="35945"/>
                        <a:pt x="2611" y="35812"/>
                        <a:pt x="3254" y="35812"/>
                      </a:cubicBezTo>
                      <a:cubicBezTo>
                        <a:pt x="5057" y="35812"/>
                        <a:pt x="6786" y="36858"/>
                        <a:pt x="7573" y="38628"/>
                      </a:cubicBezTo>
                      <a:cubicBezTo>
                        <a:pt x="8640" y="41063"/>
                        <a:pt x="7573" y="43898"/>
                        <a:pt x="5205" y="44999"/>
                      </a:cubicBezTo>
                      <a:cubicBezTo>
                        <a:pt x="5038" y="45066"/>
                        <a:pt x="4871" y="45099"/>
                        <a:pt x="4704" y="45166"/>
                      </a:cubicBezTo>
                      <a:cubicBezTo>
                        <a:pt x="5738" y="46733"/>
                        <a:pt x="6906" y="48201"/>
                        <a:pt x="8207" y="49535"/>
                      </a:cubicBezTo>
                      <a:cubicBezTo>
                        <a:pt x="8307" y="49369"/>
                        <a:pt x="8374" y="49202"/>
                        <a:pt x="8507" y="49035"/>
                      </a:cubicBezTo>
                      <a:cubicBezTo>
                        <a:pt x="9415" y="47723"/>
                        <a:pt x="10848" y="47034"/>
                        <a:pt x="12304" y="47034"/>
                      </a:cubicBezTo>
                      <a:cubicBezTo>
                        <a:pt x="13254" y="47034"/>
                        <a:pt x="14215" y="47328"/>
                        <a:pt x="15045" y="47934"/>
                      </a:cubicBezTo>
                      <a:cubicBezTo>
                        <a:pt x="17180" y="49502"/>
                        <a:pt x="17647" y="52504"/>
                        <a:pt x="16112" y="54639"/>
                      </a:cubicBezTo>
                      <a:cubicBezTo>
                        <a:pt x="16012" y="54806"/>
                        <a:pt x="15879" y="54939"/>
                        <a:pt x="15745" y="55073"/>
                      </a:cubicBezTo>
                      <a:cubicBezTo>
                        <a:pt x="17380" y="55907"/>
                        <a:pt x="19115" y="56574"/>
                        <a:pt x="20949" y="57108"/>
                      </a:cubicBezTo>
                      <a:cubicBezTo>
                        <a:pt x="20949" y="56874"/>
                        <a:pt x="20916" y="56674"/>
                        <a:pt x="20949" y="56474"/>
                      </a:cubicBezTo>
                      <a:cubicBezTo>
                        <a:pt x="21200" y="54002"/>
                        <a:pt x="23240" y="52146"/>
                        <a:pt x="25640" y="52146"/>
                      </a:cubicBezTo>
                      <a:cubicBezTo>
                        <a:pt x="25799" y="52146"/>
                        <a:pt x="25958" y="52154"/>
                        <a:pt x="26120" y="52171"/>
                      </a:cubicBezTo>
                      <a:cubicBezTo>
                        <a:pt x="28688" y="52438"/>
                        <a:pt x="30556" y="54806"/>
                        <a:pt x="30323" y="57441"/>
                      </a:cubicBezTo>
                      <a:cubicBezTo>
                        <a:pt x="30289" y="57641"/>
                        <a:pt x="30222" y="57841"/>
                        <a:pt x="30189" y="58075"/>
                      </a:cubicBezTo>
                      <a:cubicBezTo>
                        <a:pt x="31857" y="57975"/>
                        <a:pt x="33458" y="57708"/>
                        <a:pt x="35059" y="57308"/>
                      </a:cubicBezTo>
                      <a:cubicBezTo>
                        <a:pt x="35393" y="57241"/>
                        <a:pt x="35526" y="56874"/>
                        <a:pt x="35393" y="56574"/>
                      </a:cubicBezTo>
                      <a:cubicBezTo>
                        <a:pt x="35393" y="56574"/>
                        <a:pt x="35393" y="56540"/>
                        <a:pt x="35393" y="56540"/>
                      </a:cubicBezTo>
                      <a:cubicBezTo>
                        <a:pt x="34325" y="54105"/>
                        <a:pt x="35359" y="51270"/>
                        <a:pt x="37728" y="50203"/>
                      </a:cubicBezTo>
                      <a:cubicBezTo>
                        <a:pt x="38360" y="49909"/>
                        <a:pt x="39023" y="49769"/>
                        <a:pt x="39676" y="49769"/>
                      </a:cubicBezTo>
                      <a:cubicBezTo>
                        <a:pt x="41469" y="49769"/>
                        <a:pt x="43183" y="50819"/>
                        <a:pt x="43966" y="52604"/>
                      </a:cubicBezTo>
                      <a:cubicBezTo>
                        <a:pt x="44056" y="52831"/>
                        <a:pt x="44270" y="52965"/>
                        <a:pt x="44482" y="52965"/>
                      </a:cubicBezTo>
                      <a:cubicBezTo>
                        <a:pt x="44581" y="52965"/>
                        <a:pt x="44681" y="52935"/>
                        <a:pt x="44766" y="52871"/>
                      </a:cubicBezTo>
                      <a:cubicBezTo>
                        <a:pt x="45934" y="52037"/>
                        <a:pt x="47034" y="51103"/>
                        <a:pt x="48069" y="50103"/>
                      </a:cubicBezTo>
                      <a:cubicBezTo>
                        <a:pt x="48302" y="49869"/>
                        <a:pt x="48269" y="49469"/>
                        <a:pt x="48002" y="49302"/>
                      </a:cubicBezTo>
                      <a:cubicBezTo>
                        <a:pt x="47968" y="49269"/>
                        <a:pt x="47935" y="49269"/>
                        <a:pt x="47902" y="49235"/>
                      </a:cubicBezTo>
                      <a:cubicBezTo>
                        <a:pt x="45800" y="47667"/>
                        <a:pt x="45333" y="44699"/>
                        <a:pt x="46868" y="42530"/>
                      </a:cubicBezTo>
                      <a:cubicBezTo>
                        <a:pt x="47780" y="41233"/>
                        <a:pt x="49222" y="40539"/>
                        <a:pt x="50685" y="40539"/>
                      </a:cubicBezTo>
                      <a:cubicBezTo>
                        <a:pt x="51629" y="40539"/>
                        <a:pt x="52582" y="40828"/>
                        <a:pt x="53406" y="41430"/>
                      </a:cubicBezTo>
                      <a:lnTo>
                        <a:pt x="53472" y="41496"/>
                      </a:lnTo>
                      <a:cubicBezTo>
                        <a:pt x="53567" y="41567"/>
                        <a:pt x="53678" y="41600"/>
                        <a:pt x="53788" y="41600"/>
                      </a:cubicBezTo>
                      <a:cubicBezTo>
                        <a:pt x="53989" y="41600"/>
                        <a:pt x="54187" y="41490"/>
                        <a:pt x="54273" y="41296"/>
                      </a:cubicBezTo>
                      <a:cubicBezTo>
                        <a:pt x="54873" y="39995"/>
                        <a:pt x="55407" y="38628"/>
                        <a:pt x="55807" y="37193"/>
                      </a:cubicBezTo>
                      <a:cubicBezTo>
                        <a:pt x="55874" y="36860"/>
                        <a:pt x="55641" y="36560"/>
                        <a:pt x="55307" y="36526"/>
                      </a:cubicBezTo>
                      <a:lnTo>
                        <a:pt x="55207" y="36526"/>
                      </a:lnTo>
                      <a:cubicBezTo>
                        <a:pt x="52605" y="36259"/>
                        <a:pt x="50737" y="33891"/>
                        <a:pt x="51004" y="31256"/>
                      </a:cubicBezTo>
                      <a:cubicBezTo>
                        <a:pt x="51254" y="28784"/>
                        <a:pt x="53295" y="26928"/>
                        <a:pt x="55667" y="26928"/>
                      </a:cubicBezTo>
                      <a:cubicBezTo>
                        <a:pt x="55824" y="26928"/>
                        <a:pt x="55982" y="26936"/>
                        <a:pt x="56141" y="26953"/>
                      </a:cubicBezTo>
                      <a:cubicBezTo>
                        <a:pt x="56174" y="26953"/>
                        <a:pt x="56208" y="26986"/>
                        <a:pt x="56208" y="26986"/>
                      </a:cubicBezTo>
                      <a:cubicBezTo>
                        <a:pt x="56229" y="26988"/>
                        <a:pt x="56249" y="26989"/>
                        <a:pt x="56270" y="26989"/>
                      </a:cubicBezTo>
                      <a:cubicBezTo>
                        <a:pt x="56608" y="26989"/>
                        <a:pt x="56873" y="26734"/>
                        <a:pt x="56841" y="26419"/>
                      </a:cubicBezTo>
                      <a:cubicBezTo>
                        <a:pt x="56708" y="24951"/>
                        <a:pt x="56475" y="23483"/>
                        <a:pt x="56141" y="22082"/>
                      </a:cubicBezTo>
                      <a:cubicBezTo>
                        <a:pt x="56068" y="21838"/>
                        <a:pt x="55851" y="21683"/>
                        <a:pt x="55623" y="21683"/>
                      </a:cubicBezTo>
                      <a:cubicBezTo>
                        <a:pt x="55539" y="21683"/>
                        <a:pt x="55454" y="21704"/>
                        <a:pt x="55374" y="21749"/>
                      </a:cubicBezTo>
                      <a:cubicBezTo>
                        <a:pt x="55340" y="21749"/>
                        <a:pt x="55307" y="21782"/>
                        <a:pt x="55274" y="21782"/>
                      </a:cubicBezTo>
                      <a:cubicBezTo>
                        <a:pt x="54641" y="22076"/>
                        <a:pt x="53980" y="22216"/>
                        <a:pt x="53331" y="22216"/>
                      </a:cubicBezTo>
                      <a:cubicBezTo>
                        <a:pt x="51548" y="22216"/>
                        <a:pt x="49852" y="21165"/>
                        <a:pt x="49069" y="19381"/>
                      </a:cubicBezTo>
                      <a:cubicBezTo>
                        <a:pt x="48002" y="16979"/>
                        <a:pt x="49069" y="14110"/>
                        <a:pt x="51438" y="13043"/>
                      </a:cubicBezTo>
                      <a:cubicBezTo>
                        <a:pt x="51438" y="13043"/>
                        <a:pt x="51471" y="13009"/>
                        <a:pt x="51471" y="13009"/>
                      </a:cubicBezTo>
                      <a:cubicBezTo>
                        <a:pt x="51771" y="12876"/>
                        <a:pt x="51905" y="12509"/>
                        <a:pt x="51704" y="12209"/>
                      </a:cubicBezTo>
                      <a:cubicBezTo>
                        <a:pt x="50904" y="11041"/>
                        <a:pt x="49970" y="9907"/>
                        <a:pt x="49003" y="8873"/>
                      </a:cubicBezTo>
                      <a:cubicBezTo>
                        <a:pt x="48900" y="8756"/>
                        <a:pt x="48766" y="8703"/>
                        <a:pt x="48630" y="8703"/>
                      </a:cubicBezTo>
                      <a:cubicBezTo>
                        <a:pt x="48457" y="8703"/>
                        <a:pt x="48281" y="8790"/>
                        <a:pt x="48169" y="8940"/>
                      </a:cubicBezTo>
                      <a:cubicBezTo>
                        <a:pt x="48169" y="8973"/>
                        <a:pt x="48135" y="8973"/>
                        <a:pt x="48135" y="9006"/>
                      </a:cubicBezTo>
                      <a:cubicBezTo>
                        <a:pt x="47228" y="10297"/>
                        <a:pt x="45784" y="10990"/>
                        <a:pt x="44319" y="10990"/>
                      </a:cubicBezTo>
                      <a:cubicBezTo>
                        <a:pt x="43361" y="10990"/>
                        <a:pt x="42395" y="10694"/>
                        <a:pt x="41564" y="10074"/>
                      </a:cubicBezTo>
                      <a:cubicBezTo>
                        <a:pt x="39462" y="8539"/>
                        <a:pt x="38995" y="5537"/>
                        <a:pt x="40496" y="3369"/>
                      </a:cubicBezTo>
                      <a:cubicBezTo>
                        <a:pt x="40697" y="3102"/>
                        <a:pt x="40630" y="2702"/>
                        <a:pt x="40330" y="2569"/>
                      </a:cubicBezTo>
                      <a:cubicBezTo>
                        <a:pt x="39062" y="1968"/>
                        <a:pt x="37728" y="1468"/>
                        <a:pt x="36360" y="1067"/>
                      </a:cubicBezTo>
                      <a:cubicBezTo>
                        <a:pt x="36312" y="1053"/>
                        <a:pt x="36264" y="1046"/>
                        <a:pt x="36218" y="1046"/>
                      </a:cubicBezTo>
                      <a:cubicBezTo>
                        <a:pt x="35945" y="1046"/>
                        <a:pt x="35722" y="1283"/>
                        <a:pt x="35693" y="1568"/>
                      </a:cubicBezTo>
                      <a:cubicBezTo>
                        <a:pt x="35443" y="4040"/>
                        <a:pt x="33402" y="5895"/>
                        <a:pt x="31002" y="5895"/>
                      </a:cubicBezTo>
                      <a:cubicBezTo>
                        <a:pt x="30844" y="5895"/>
                        <a:pt x="30684" y="5887"/>
                        <a:pt x="30523" y="5871"/>
                      </a:cubicBezTo>
                      <a:cubicBezTo>
                        <a:pt x="27954" y="5604"/>
                        <a:pt x="26053" y="3236"/>
                        <a:pt x="26320" y="600"/>
                      </a:cubicBezTo>
                      <a:cubicBezTo>
                        <a:pt x="26353" y="400"/>
                        <a:pt x="26386" y="200"/>
                        <a:pt x="2642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27" name="Google Shape;2727;p64"/>
                <p:cNvSpPr/>
                <p:nvPr/>
              </p:nvSpPr>
              <p:spPr>
                <a:xfrm>
                  <a:off x="2093250" y="2662475"/>
                  <a:ext cx="1159175" cy="1111650"/>
                </a:xfrm>
                <a:custGeom>
                  <a:rect b="b" l="l" r="r" t="t"/>
                  <a:pathLst>
                    <a:path extrusionOk="0" h="44466" w="46367">
                      <a:moveTo>
                        <a:pt x="23185" y="7304"/>
                      </a:moveTo>
                      <a:cubicBezTo>
                        <a:pt x="30397" y="7304"/>
                        <a:pt x="36684" y="12752"/>
                        <a:pt x="37694" y="20249"/>
                      </a:cubicBezTo>
                      <a:cubicBezTo>
                        <a:pt x="38761" y="28388"/>
                        <a:pt x="33124" y="35927"/>
                        <a:pt x="25118" y="37027"/>
                      </a:cubicBezTo>
                      <a:cubicBezTo>
                        <a:pt x="24459" y="37118"/>
                        <a:pt x="23804" y="37163"/>
                        <a:pt x="23155" y="37163"/>
                      </a:cubicBezTo>
                      <a:cubicBezTo>
                        <a:pt x="15965" y="37163"/>
                        <a:pt x="9652" y="31715"/>
                        <a:pt x="8673" y="24218"/>
                      </a:cubicBezTo>
                      <a:cubicBezTo>
                        <a:pt x="7606" y="16046"/>
                        <a:pt x="13210" y="8540"/>
                        <a:pt x="21215" y="7440"/>
                      </a:cubicBezTo>
                      <a:cubicBezTo>
                        <a:pt x="21877" y="7349"/>
                        <a:pt x="22535" y="7304"/>
                        <a:pt x="23185" y="7304"/>
                      </a:cubicBezTo>
                      <a:close/>
                      <a:moveTo>
                        <a:pt x="23173" y="1"/>
                      </a:moveTo>
                      <a:cubicBezTo>
                        <a:pt x="22208" y="1"/>
                        <a:pt x="21231" y="66"/>
                        <a:pt x="20248" y="201"/>
                      </a:cubicBezTo>
                      <a:lnTo>
                        <a:pt x="20281" y="201"/>
                      </a:lnTo>
                      <a:cubicBezTo>
                        <a:pt x="8373" y="1836"/>
                        <a:pt x="0" y="13044"/>
                        <a:pt x="1601" y="25186"/>
                      </a:cubicBezTo>
                      <a:cubicBezTo>
                        <a:pt x="3071" y="36329"/>
                        <a:pt x="12435" y="44466"/>
                        <a:pt x="23170" y="44466"/>
                      </a:cubicBezTo>
                      <a:cubicBezTo>
                        <a:pt x="24133" y="44466"/>
                        <a:pt x="25106" y="44400"/>
                        <a:pt x="26086" y="44266"/>
                      </a:cubicBezTo>
                      <a:cubicBezTo>
                        <a:pt x="37994" y="42631"/>
                        <a:pt x="46367" y="31390"/>
                        <a:pt x="44766" y="19248"/>
                      </a:cubicBezTo>
                      <a:cubicBezTo>
                        <a:pt x="43297" y="8108"/>
                        <a:pt x="33909" y="1"/>
                        <a:pt x="2317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728" name="Google Shape;2728;p64"/>
              <p:cNvGrpSpPr/>
              <p:nvPr/>
            </p:nvGrpSpPr>
            <p:grpSpPr>
              <a:xfrm>
                <a:off x="7518896" y="1343796"/>
                <a:ext cx="433941" cy="443257"/>
                <a:chOff x="1961475" y="2492375"/>
                <a:chExt cx="1421825" cy="1451875"/>
              </a:xfrm>
            </p:grpSpPr>
            <p:sp>
              <p:nvSpPr>
                <p:cNvPr id="2729" name="Google Shape;2729;p64"/>
                <p:cNvSpPr/>
                <p:nvPr/>
              </p:nvSpPr>
              <p:spPr>
                <a:xfrm>
                  <a:off x="1961475" y="2492375"/>
                  <a:ext cx="1421825" cy="1451875"/>
                </a:xfrm>
                <a:custGeom>
                  <a:rect b="b" l="l" r="r" t="t"/>
                  <a:pathLst>
                    <a:path extrusionOk="0" h="58075" w="56873">
                      <a:moveTo>
                        <a:pt x="28469" y="9443"/>
                      </a:moveTo>
                      <a:cubicBezTo>
                        <a:pt x="29104" y="9443"/>
                        <a:pt x="29744" y="9475"/>
                        <a:pt x="30389" y="9540"/>
                      </a:cubicBezTo>
                      <a:cubicBezTo>
                        <a:pt x="40930" y="10641"/>
                        <a:pt x="48602" y="20248"/>
                        <a:pt x="47535" y="30989"/>
                      </a:cubicBezTo>
                      <a:cubicBezTo>
                        <a:pt x="46535" y="41054"/>
                        <a:pt x="38211" y="48571"/>
                        <a:pt x="28494" y="48571"/>
                      </a:cubicBezTo>
                      <a:cubicBezTo>
                        <a:pt x="27841" y="48571"/>
                        <a:pt x="27183" y="48537"/>
                        <a:pt x="26520" y="48468"/>
                      </a:cubicBezTo>
                      <a:cubicBezTo>
                        <a:pt x="15979" y="47367"/>
                        <a:pt x="8307" y="37794"/>
                        <a:pt x="9374" y="27053"/>
                      </a:cubicBezTo>
                      <a:cubicBezTo>
                        <a:pt x="10376" y="16969"/>
                        <a:pt x="18728" y="9443"/>
                        <a:pt x="28469" y="9443"/>
                      </a:cubicBezTo>
                      <a:close/>
                      <a:moveTo>
                        <a:pt x="26420" y="0"/>
                      </a:moveTo>
                      <a:cubicBezTo>
                        <a:pt x="24552" y="133"/>
                        <a:pt x="22717" y="467"/>
                        <a:pt x="20949" y="967"/>
                      </a:cubicBezTo>
                      <a:cubicBezTo>
                        <a:pt x="21049" y="1134"/>
                        <a:pt x="21149" y="1301"/>
                        <a:pt x="21249" y="1501"/>
                      </a:cubicBezTo>
                      <a:cubicBezTo>
                        <a:pt x="22317" y="3903"/>
                        <a:pt x="21249" y="6738"/>
                        <a:pt x="18881" y="7839"/>
                      </a:cubicBezTo>
                      <a:cubicBezTo>
                        <a:pt x="18255" y="8130"/>
                        <a:pt x="17601" y="8267"/>
                        <a:pt x="16958" y="8267"/>
                      </a:cubicBezTo>
                      <a:cubicBezTo>
                        <a:pt x="15168" y="8267"/>
                        <a:pt x="13462" y="7204"/>
                        <a:pt x="12677" y="5437"/>
                      </a:cubicBezTo>
                      <a:cubicBezTo>
                        <a:pt x="12610" y="5270"/>
                        <a:pt x="12543" y="5104"/>
                        <a:pt x="12510" y="4904"/>
                      </a:cubicBezTo>
                      <a:cubicBezTo>
                        <a:pt x="10975" y="5971"/>
                        <a:pt x="9541" y="7172"/>
                        <a:pt x="8240" y="8506"/>
                      </a:cubicBezTo>
                      <a:cubicBezTo>
                        <a:pt x="8407" y="8606"/>
                        <a:pt x="8574" y="8673"/>
                        <a:pt x="8707" y="8773"/>
                      </a:cubicBezTo>
                      <a:cubicBezTo>
                        <a:pt x="10809" y="10341"/>
                        <a:pt x="11309" y="13343"/>
                        <a:pt x="9775" y="15478"/>
                      </a:cubicBezTo>
                      <a:cubicBezTo>
                        <a:pt x="8866" y="16789"/>
                        <a:pt x="7433" y="17479"/>
                        <a:pt x="5970" y="17479"/>
                      </a:cubicBezTo>
                      <a:cubicBezTo>
                        <a:pt x="5015" y="17479"/>
                        <a:pt x="4047" y="17185"/>
                        <a:pt x="3203" y="16579"/>
                      </a:cubicBezTo>
                      <a:cubicBezTo>
                        <a:pt x="3070" y="16478"/>
                        <a:pt x="2970" y="16345"/>
                        <a:pt x="2836" y="16245"/>
                      </a:cubicBezTo>
                      <a:cubicBezTo>
                        <a:pt x="2036" y="17913"/>
                        <a:pt x="1402" y="19681"/>
                        <a:pt x="902" y="21515"/>
                      </a:cubicBezTo>
                      <a:cubicBezTo>
                        <a:pt x="1035" y="21515"/>
                        <a:pt x="1154" y="21501"/>
                        <a:pt x="1267" y="21501"/>
                      </a:cubicBezTo>
                      <a:cubicBezTo>
                        <a:pt x="1324" y="21501"/>
                        <a:pt x="1380" y="21504"/>
                        <a:pt x="1435" y="21515"/>
                      </a:cubicBezTo>
                      <a:cubicBezTo>
                        <a:pt x="4004" y="21782"/>
                        <a:pt x="5905" y="24117"/>
                        <a:pt x="5638" y="26752"/>
                      </a:cubicBezTo>
                      <a:cubicBezTo>
                        <a:pt x="5388" y="29253"/>
                        <a:pt x="3351" y="31081"/>
                        <a:pt x="954" y="31081"/>
                      </a:cubicBezTo>
                      <a:cubicBezTo>
                        <a:pt x="794" y="31081"/>
                        <a:pt x="631" y="31072"/>
                        <a:pt x="468" y="31056"/>
                      </a:cubicBezTo>
                      <a:cubicBezTo>
                        <a:pt x="301" y="31056"/>
                        <a:pt x="168" y="30989"/>
                        <a:pt x="1" y="30955"/>
                      </a:cubicBezTo>
                      <a:lnTo>
                        <a:pt x="1" y="30955"/>
                      </a:lnTo>
                      <a:cubicBezTo>
                        <a:pt x="134" y="32857"/>
                        <a:pt x="435" y="34725"/>
                        <a:pt x="902" y="36493"/>
                      </a:cubicBezTo>
                      <a:cubicBezTo>
                        <a:pt x="1035" y="36426"/>
                        <a:pt x="1202" y="36326"/>
                        <a:pt x="1335" y="36226"/>
                      </a:cubicBezTo>
                      <a:cubicBezTo>
                        <a:pt x="1958" y="35945"/>
                        <a:pt x="2611" y="35812"/>
                        <a:pt x="3254" y="35812"/>
                      </a:cubicBezTo>
                      <a:cubicBezTo>
                        <a:pt x="5057" y="35812"/>
                        <a:pt x="6786" y="36858"/>
                        <a:pt x="7573" y="38628"/>
                      </a:cubicBezTo>
                      <a:cubicBezTo>
                        <a:pt x="8640" y="41063"/>
                        <a:pt x="7573" y="43898"/>
                        <a:pt x="5205" y="44999"/>
                      </a:cubicBezTo>
                      <a:cubicBezTo>
                        <a:pt x="5038" y="45066"/>
                        <a:pt x="4871" y="45099"/>
                        <a:pt x="4704" y="45166"/>
                      </a:cubicBezTo>
                      <a:cubicBezTo>
                        <a:pt x="5738" y="46733"/>
                        <a:pt x="6906" y="48201"/>
                        <a:pt x="8207" y="49535"/>
                      </a:cubicBezTo>
                      <a:cubicBezTo>
                        <a:pt x="8307" y="49369"/>
                        <a:pt x="8374" y="49202"/>
                        <a:pt x="8507" y="49035"/>
                      </a:cubicBezTo>
                      <a:cubicBezTo>
                        <a:pt x="9415" y="47723"/>
                        <a:pt x="10848" y="47034"/>
                        <a:pt x="12304" y="47034"/>
                      </a:cubicBezTo>
                      <a:cubicBezTo>
                        <a:pt x="13254" y="47034"/>
                        <a:pt x="14215" y="47328"/>
                        <a:pt x="15045" y="47934"/>
                      </a:cubicBezTo>
                      <a:cubicBezTo>
                        <a:pt x="17180" y="49502"/>
                        <a:pt x="17647" y="52504"/>
                        <a:pt x="16112" y="54639"/>
                      </a:cubicBezTo>
                      <a:cubicBezTo>
                        <a:pt x="16012" y="54806"/>
                        <a:pt x="15879" y="54939"/>
                        <a:pt x="15745" y="55073"/>
                      </a:cubicBezTo>
                      <a:cubicBezTo>
                        <a:pt x="17380" y="55907"/>
                        <a:pt x="19115" y="56574"/>
                        <a:pt x="20949" y="57108"/>
                      </a:cubicBezTo>
                      <a:cubicBezTo>
                        <a:pt x="20949" y="56874"/>
                        <a:pt x="20916" y="56674"/>
                        <a:pt x="20949" y="56474"/>
                      </a:cubicBezTo>
                      <a:cubicBezTo>
                        <a:pt x="21200" y="54002"/>
                        <a:pt x="23240" y="52146"/>
                        <a:pt x="25640" y="52146"/>
                      </a:cubicBezTo>
                      <a:cubicBezTo>
                        <a:pt x="25799" y="52146"/>
                        <a:pt x="25958" y="52154"/>
                        <a:pt x="26120" y="52171"/>
                      </a:cubicBezTo>
                      <a:cubicBezTo>
                        <a:pt x="28688" y="52438"/>
                        <a:pt x="30556" y="54806"/>
                        <a:pt x="30323" y="57441"/>
                      </a:cubicBezTo>
                      <a:cubicBezTo>
                        <a:pt x="30289" y="57641"/>
                        <a:pt x="30222" y="57841"/>
                        <a:pt x="30189" y="58075"/>
                      </a:cubicBezTo>
                      <a:cubicBezTo>
                        <a:pt x="31857" y="57975"/>
                        <a:pt x="33458" y="57708"/>
                        <a:pt x="35059" y="57308"/>
                      </a:cubicBezTo>
                      <a:cubicBezTo>
                        <a:pt x="35393" y="57241"/>
                        <a:pt x="35526" y="56874"/>
                        <a:pt x="35393" y="56574"/>
                      </a:cubicBezTo>
                      <a:cubicBezTo>
                        <a:pt x="35393" y="56574"/>
                        <a:pt x="35393" y="56540"/>
                        <a:pt x="35393" y="56540"/>
                      </a:cubicBezTo>
                      <a:cubicBezTo>
                        <a:pt x="34325" y="54105"/>
                        <a:pt x="35359" y="51270"/>
                        <a:pt x="37728" y="50203"/>
                      </a:cubicBezTo>
                      <a:cubicBezTo>
                        <a:pt x="38360" y="49909"/>
                        <a:pt x="39023" y="49769"/>
                        <a:pt x="39676" y="49769"/>
                      </a:cubicBezTo>
                      <a:cubicBezTo>
                        <a:pt x="41469" y="49769"/>
                        <a:pt x="43183" y="50819"/>
                        <a:pt x="43966" y="52604"/>
                      </a:cubicBezTo>
                      <a:cubicBezTo>
                        <a:pt x="44056" y="52831"/>
                        <a:pt x="44270" y="52965"/>
                        <a:pt x="44482" y="52965"/>
                      </a:cubicBezTo>
                      <a:cubicBezTo>
                        <a:pt x="44581" y="52965"/>
                        <a:pt x="44681" y="52935"/>
                        <a:pt x="44766" y="52871"/>
                      </a:cubicBezTo>
                      <a:cubicBezTo>
                        <a:pt x="45934" y="52037"/>
                        <a:pt x="47034" y="51103"/>
                        <a:pt x="48069" y="50103"/>
                      </a:cubicBezTo>
                      <a:cubicBezTo>
                        <a:pt x="48302" y="49869"/>
                        <a:pt x="48269" y="49469"/>
                        <a:pt x="48002" y="49302"/>
                      </a:cubicBezTo>
                      <a:cubicBezTo>
                        <a:pt x="47968" y="49269"/>
                        <a:pt x="47935" y="49269"/>
                        <a:pt x="47902" y="49235"/>
                      </a:cubicBezTo>
                      <a:cubicBezTo>
                        <a:pt x="45800" y="47667"/>
                        <a:pt x="45333" y="44699"/>
                        <a:pt x="46868" y="42530"/>
                      </a:cubicBezTo>
                      <a:cubicBezTo>
                        <a:pt x="47780" y="41233"/>
                        <a:pt x="49222" y="40539"/>
                        <a:pt x="50685" y="40539"/>
                      </a:cubicBezTo>
                      <a:cubicBezTo>
                        <a:pt x="51629" y="40539"/>
                        <a:pt x="52582" y="40828"/>
                        <a:pt x="53406" y="41430"/>
                      </a:cubicBezTo>
                      <a:lnTo>
                        <a:pt x="53472" y="41496"/>
                      </a:lnTo>
                      <a:cubicBezTo>
                        <a:pt x="53567" y="41567"/>
                        <a:pt x="53678" y="41600"/>
                        <a:pt x="53788" y="41600"/>
                      </a:cubicBezTo>
                      <a:cubicBezTo>
                        <a:pt x="53989" y="41600"/>
                        <a:pt x="54187" y="41490"/>
                        <a:pt x="54273" y="41296"/>
                      </a:cubicBezTo>
                      <a:cubicBezTo>
                        <a:pt x="54873" y="39995"/>
                        <a:pt x="55407" y="38628"/>
                        <a:pt x="55807" y="37193"/>
                      </a:cubicBezTo>
                      <a:cubicBezTo>
                        <a:pt x="55874" y="36860"/>
                        <a:pt x="55641" y="36560"/>
                        <a:pt x="55307" y="36526"/>
                      </a:cubicBezTo>
                      <a:lnTo>
                        <a:pt x="55207" y="36526"/>
                      </a:lnTo>
                      <a:cubicBezTo>
                        <a:pt x="52605" y="36259"/>
                        <a:pt x="50737" y="33891"/>
                        <a:pt x="51004" y="31256"/>
                      </a:cubicBezTo>
                      <a:cubicBezTo>
                        <a:pt x="51254" y="28784"/>
                        <a:pt x="53295" y="26928"/>
                        <a:pt x="55667" y="26928"/>
                      </a:cubicBezTo>
                      <a:cubicBezTo>
                        <a:pt x="55824" y="26928"/>
                        <a:pt x="55982" y="26936"/>
                        <a:pt x="56141" y="26953"/>
                      </a:cubicBezTo>
                      <a:cubicBezTo>
                        <a:pt x="56174" y="26953"/>
                        <a:pt x="56208" y="26986"/>
                        <a:pt x="56208" y="26986"/>
                      </a:cubicBezTo>
                      <a:cubicBezTo>
                        <a:pt x="56229" y="26988"/>
                        <a:pt x="56249" y="26989"/>
                        <a:pt x="56270" y="26989"/>
                      </a:cubicBezTo>
                      <a:cubicBezTo>
                        <a:pt x="56608" y="26989"/>
                        <a:pt x="56873" y="26734"/>
                        <a:pt x="56841" y="26419"/>
                      </a:cubicBezTo>
                      <a:cubicBezTo>
                        <a:pt x="56708" y="24951"/>
                        <a:pt x="56475" y="23483"/>
                        <a:pt x="56141" y="22082"/>
                      </a:cubicBezTo>
                      <a:cubicBezTo>
                        <a:pt x="56068" y="21838"/>
                        <a:pt x="55851" y="21683"/>
                        <a:pt x="55623" y="21683"/>
                      </a:cubicBezTo>
                      <a:cubicBezTo>
                        <a:pt x="55539" y="21683"/>
                        <a:pt x="55454" y="21704"/>
                        <a:pt x="55374" y="21749"/>
                      </a:cubicBezTo>
                      <a:cubicBezTo>
                        <a:pt x="55340" y="21749"/>
                        <a:pt x="55307" y="21782"/>
                        <a:pt x="55274" y="21782"/>
                      </a:cubicBezTo>
                      <a:cubicBezTo>
                        <a:pt x="54641" y="22076"/>
                        <a:pt x="53980" y="22216"/>
                        <a:pt x="53331" y="22216"/>
                      </a:cubicBezTo>
                      <a:cubicBezTo>
                        <a:pt x="51548" y="22216"/>
                        <a:pt x="49852" y="21165"/>
                        <a:pt x="49069" y="19381"/>
                      </a:cubicBezTo>
                      <a:cubicBezTo>
                        <a:pt x="48002" y="16979"/>
                        <a:pt x="49069" y="14110"/>
                        <a:pt x="51438" y="13043"/>
                      </a:cubicBezTo>
                      <a:cubicBezTo>
                        <a:pt x="51438" y="13043"/>
                        <a:pt x="51471" y="13009"/>
                        <a:pt x="51471" y="13009"/>
                      </a:cubicBezTo>
                      <a:cubicBezTo>
                        <a:pt x="51771" y="12876"/>
                        <a:pt x="51905" y="12509"/>
                        <a:pt x="51704" y="12209"/>
                      </a:cubicBezTo>
                      <a:cubicBezTo>
                        <a:pt x="50904" y="11041"/>
                        <a:pt x="49970" y="9907"/>
                        <a:pt x="49003" y="8873"/>
                      </a:cubicBezTo>
                      <a:cubicBezTo>
                        <a:pt x="48900" y="8756"/>
                        <a:pt x="48766" y="8703"/>
                        <a:pt x="48630" y="8703"/>
                      </a:cubicBezTo>
                      <a:cubicBezTo>
                        <a:pt x="48457" y="8703"/>
                        <a:pt x="48281" y="8790"/>
                        <a:pt x="48169" y="8940"/>
                      </a:cubicBezTo>
                      <a:cubicBezTo>
                        <a:pt x="48169" y="8973"/>
                        <a:pt x="48135" y="8973"/>
                        <a:pt x="48135" y="9006"/>
                      </a:cubicBezTo>
                      <a:cubicBezTo>
                        <a:pt x="47228" y="10297"/>
                        <a:pt x="45784" y="10990"/>
                        <a:pt x="44319" y="10990"/>
                      </a:cubicBezTo>
                      <a:cubicBezTo>
                        <a:pt x="43361" y="10990"/>
                        <a:pt x="42395" y="10694"/>
                        <a:pt x="41564" y="10074"/>
                      </a:cubicBezTo>
                      <a:cubicBezTo>
                        <a:pt x="39462" y="8539"/>
                        <a:pt x="38995" y="5537"/>
                        <a:pt x="40496" y="3369"/>
                      </a:cubicBezTo>
                      <a:cubicBezTo>
                        <a:pt x="40697" y="3102"/>
                        <a:pt x="40630" y="2702"/>
                        <a:pt x="40330" y="2569"/>
                      </a:cubicBezTo>
                      <a:cubicBezTo>
                        <a:pt x="39062" y="1968"/>
                        <a:pt x="37728" y="1468"/>
                        <a:pt x="36360" y="1067"/>
                      </a:cubicBezTo>
                      <a:cubicBezTo>
                        <a:pt x="36312" y="1053"/>
                        <a:pt x="36264" y="1046"/>
                        <a:pt x="36218" y="1046"/>
                      </a:cubicBezTo>
                      <a:cubicBezTo>
                        <a:pt x="35945" y="1046"/>
                        <a:pt x="35722" y="1283"/>
                        <a:pt x="35693" y="1568"/>
                      </a:cubicBezTo>
                      <a:cubicBezTo>
                        <a:pt x="35443" y="4040"/>
                        <a:pt x="33402" y="5895"/>
                        <a:pt x="31002" y="5895"/>
                      </a:cubicBezTo>
                      <a:cubicBezTo>
                        <a:pt x="30844" y="5895"/>
                        <a:pt x="30684" y="5887"/>
                        <a:pt x="30523" y="5871"/>
                      </a:cubicBezTo>
                      <a:cubicBezTo>
                        <a:pt x="27954" y="5604"/>
                        <a:pt x="26053" y="3236"/>
                        <a:pt x="26320" y="600"/>
                      </a:cubicBezTo>
                      <a:cubicBezTo>
                        <a:pt x="26353" y="400"/>
                        <a:pt x="26386" y="200"/>
                        <a:pt x="2642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30" name="Google Shape;2730;p64"/>
                <p:cNvSpPr/>
                <p:nvPr/>
              </p:nvSpPr>
              <p:spPr>
                <a:xfrm>
                  <a:off x="2093250" y="2662475"/>
                  <a:ext cx="1159175" cy="1111650"/>
                </a:xfrm>
                <a:custGeom>
                  <a:rect b="b" l="l" r="r" t="t"/>
                  <a:pathLst>
                    <a:path extrusionOk="0" h="44466" w="46367">
                      <a:moveTo>
                        <a:pt x="23185" y="7304"/>
                      </a:moveTo>
                      <a:cubicBezTo>
                        <a:pt x="30397" y="7304"/>
                        <a:pt x="36684" y="12752"/>
                        <a:pt x="37694" y="20249"/>
                      </a:cubicBezTo>
                      <a:cubicBezTo>
                        <a:pt x="38761" y="28388"/>
                        <a:pt x="33124" y="35927"/>
                        <a:pt x="25118" y="37027"/>
                      </a:cubicBezTo>
                      <a:cubicBezTo>
                        <a:pt x="24459" y="37118"/>
                        <a:pt x="23804" y="37163"/>
                        <a:pt x="23155" y="37163"/>
                      </a:cubicBezTo>
                      <a:cubicBezTo>
                        <a:pt x="15965" y="37163"/>
                        <a:pt x="9652" y="31715"/>
                        <a:pt x="8673" y="24218"/>
                      </a:cubicBezTo>
                      <a:cubicBezTo>
                        <a:pt x="7606" y="16046"/>
                        <a:pt x="13210" y="8540"/>
                        <a:pt x="21215" y="7440"/>
                      </a:cubicBezTo>
                      <a:cubicBezTo>
                        <a:pt x="21877" y="7349"/>
                        <a:pt x="22535" y="7304"/>
                        <a:pt x="23185" y="7304"/>
                      </a:cubicBezTo>
                      <a:close/>
                      <a:moveTo>
                        <a:pt x="23173" y="1"/>
                      </a:moveTo>
                      <a:cubicBezTo>
                        <a:pt x="22208" y="1"/>
                        <a:pt x="21231" y="66"/>
                        <a:pt x="20248" y="201"/>
                      </a:cubicBezTo>
                      <a:lnTo>
                        <a:pt x="20281" y="201"/>
                      </a:lnTo>
                      <a:cubicBezTo>
                        <a:pt x="8373" y="1836"/>
                        <a:pt x="0" y="13044"/>
                        <a:pt x="1601" y="25186"/>
                      </a:cubicBezTo>
                      <a:cubicBezTo>
                        <a:pt x="3071" y="36329"/>
                        <a:pt x="12435" y="44466"/>
                        <a:pt x="23170" y="44466"/>
                      </a:cubicBezTo>
                      <a:cubicBezTo>
                        <a:pt x="24133" y="44466"/>
                        <a:pt x="25106" y="44400"/>
                        <a:pt x="26086" y="44266"/>
                      </a:cubicBezTo>
                      <a:cubicBezTo>
                        <a:pt x="37994" y="42631"/>
                        <a:pt x="46367" y="31390"/>
                        <a:pt x="44766" y="19248"/>
                      </a:cubicBezTo>
                      <a:cubicBezTo>
                        <a:pt x="43297" y="8108"/>
                        <a:pt x="33909" y="1"/>
                        <a:pt x="2317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731" name="Google Shape;2731;p64"/>
              <p:cNvSpPr/>
              <p:nvPr/>
            </p:nvSpPr>
            <p:spPr>
              <a:xfrm rot="1430105">
                <a:off x="7692480" y="1897451"/>
                <a:ext cx="151798" cy="268546"/>
              </a:xfrm>
              <a:custGeom>
                <a:rect b="b" l="l" r="r" t="t"/>
                <a:pathLst>
                  <a:path extrusionOk="0" fill="none" h="10742" w="6072">
                    <a:moveTo>
                      <a:pt x="901" y="10741"/>
                    </a:moveTo>
                    <a:lnTo>
                      <a:pt x="1" y="8339"/>
                    </a:lnTo>
                    <a:lnTo>
                      <a:pt x="2402" y="8139"/>
                    </a:lnTo>
                    <a:lnTo>
                      <a:pt x="1702" y="5537"/>
                    </a:lnTo>
                    <a:lnTo>
                      <a:pt x="4270" y="5437"/>
                    </a:lnTo>
                    <a:lnTo>
                      <a:pt x="3503" y="2869"/>
                    </a:lnTo>
                    <a:lnTo>
                      <a:pt x="6072" y="2602"/>
                    </a:lnTo>
                    <a:lnTo>
                      <a:pt x="5371" y="0"/>
                    </a:lnTo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2" name="Google Shape;2732;p64"/>
              <p:cNvSpPr/>
              <p:nvPr/>
            </p:nvSpPr>
            <p:spPr>
              <a:xfrm>
                <a:off x="6733375" y="1504375"/>
                <a:ext cx="156825" cy="208500"/>
              </a:xfrm>
              <a:custGeom>
                <a:rect b="b" l="l" r="r" t="t"/>
                <a:pathLst>
                  <a:path extrusionOk="0" fill="none" h="8340" w="6273">
                    <a:moveTo>
                      <a:pt x="1702" y="4070"/>
                    </a:moveTo>
                    <a:cubicBezTo>
                      <a:pt x="2536" y="3036"/>
                      <a:pt x="3270" y="2035"/>
                      <a:pt x="4104" y="1001"/>
                    </a:cubicBezTo>
                    <a:cubicBezTo>
                      <a:pt x="4304" y="667"/>
                      <a:pt x="4638" y="367"/>
                      <a:pt x="5004" y="200"/>
                    </a:cubicBezTo>
                    <a:cubicBezTo>
                      <a:pt x="5371" y="0"/>
                      <a:pt x="5838" y="100"/>
                      <a:pt x="6072" y="467"/>
                    </a:cubicBezTo>
                    <a:cubicBezTo>
                      <a:pt x="6272" y="868"/>
                      <a:pt x="6039" y="1301"/>
                      <a:pt x="5872" y="1668"/>
                    </a:cubicBezTo>
                    <a:cubicBezTo>
                      <a:pt x="5471" y="2469"/>
                      <a:pt x="5305" y="3303"/>
                      <a:pt x="5271" y="4170"/>
                    </a:cubicBezTo>
                    <a:cubicBezTo>
                      <a:pt x="5338" y="4804"/>
                      <a:pt x="5305" y="5438"/>
                      <a:pt x="5238" y="6071"/>
                    </a:cubicBezTo>
                    <a:cubicBezTo>
                      <a:pt x="4771" y="8340"/>
                      <a:pt x="1" y="7472"/>
                      <a:pt x="1202" y="4837"/>
                    </a:cubicBezTo>
                    <a:cubicBezTo>
                      <a:pt x="1335" y="4570"/>
                      <a:pt x="1502" y="4303"/>
                      <a:pt x="1702" y="407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3" name="Google Shape;2733;p64"/>
              <p:cNvSpPr/>
              <p:nvPr/>
            </p:nvSpPr>
            <p:spPr>
              <a:xfrm flipH="1">
                <a:off x="7362863" y="1393788"/>
                <a:ext cx="54225" cy="54250"/>
              </a:xfrm>
              <a:custGeom>
                <a:rect b="b" l="l" r="r" t="t"/>
                <a:pathLst>
                  <a:path extrusionOk="0" fill="none" h="2170" w="2169">
                    <a:moveTo>
                      <a:pt x="2168" y="1068"/>
                    </a:moveTo>
                    <a:cubicBezTo>
                      <a:pt x="2168" y="1669"/>
                      <a:pt x="1701" y="2169"/>
                      <a:pt x="1101" y="2169"/>
                    </a:cubicBezTo>
                    <a:cubicBezTo>
                      <a:pt x="500" y="2169"/>
                      <a:pt x="0" y="1669"/>
                      <a:pt x="0" y="1068"/>
                    </a:cubicBezTo>
                    <a:cubicBezTo>
                      <a:pt x="0" y="501"/>
                      <a:pt x="500" y="1"/>
                      <a:pt x="1101" y="1"/>
                    </a:cubicBezTo>
                    <a:cubicBezTo>
                      <a:pt x="1701" y="1"/>
                      <a:pt x="2168" y="501"/>
                      <a:pt x="2168" y="1068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734" name="Google Shape;2734;p6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735" name="Google Shape;2735;p64"/>
          <p:cNvGraphicFramePr/>
          <p:nvPr/>
        </p:nvGraphicFramePr>
        <p:xfrm>
          <a:off x="0" y="118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{B94A8C07-7B01-4CAA-9A12-F00427BBC5F2}</a:tableStyleId>
              </a:tblPr>
              <a:tblGrid>
                <a:gridCol w="1158050"/>
                <a:gridCol w="906000"/>
                <a:gridCol w="1961850"/>
              </a:tblGrid>
              <a:tr h="317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Node</a:t>
                      </a:r>
                      <a:endParaRPr b="1"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Predecessor</a:t>
                      </a:r>
                      <a:endParaRPr b="1"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Duration</a:t>
                      </a:r>
                      <a:endParaRPr b="1"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2.1.1 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1.3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 days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├─2.1.1.1 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1.3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 days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├─2.1.1.2 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2.1.1.1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 days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├─2.1.1.3 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2.1.1.1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 day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└─2.1.1.4 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2.1.1.1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 days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2.1.2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2.1.1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 days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├─2.1.2.1 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2.1.1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 day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├─2.1.2.2 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2.1.2.1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 days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└─2.1.2.3 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2.1.2.2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 days</a:t>
                      </a:r>
                      <a:endParaRPr sz="12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36" name="Google Shape;2736;p64"/>
          <p:cNvSpPr txBox="1"/>
          <p:nvPr/>
        </p:nvSpPr>
        <p:spPr>
          <a:xfrm>
            <a:off x="152400" y="133985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</p:txBody>
      </p:sp>
      <p:pic>
        <p:nvPicPr>
          <p:cNvPr id="2737" name="Google Shape;2737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0675" y="1733538"/>
            <a:ext cx="4813300" cy="1831369"/>
          </a:xfrm>
          <a:prstGeom prst="rect">
            <a:avLst/>
          </a:prstGeom>
          <a:noFill/>
          <a:ln>
            <a:noFill/>
          </a:ln>
        </p:spPr>
      </p:pic>
      <p:sp>
        <p:nvSpPr>
          <p:cNvPr id="2738" name="Google Shape;2738;p64"/>
          <p:cNvSpPr txBox="1"/>
          <p:nvPr/>
        </p:nvSpPr>
        <p:spPr>
          <a:xfrm>
            <a:off x="4244975" y="3835050"/>
            <a:ext cx="41901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3"/>
                </a:solidFill>
              </a:rPr>
              <a:t>Critical Path:  </a:t>
            </a:r>
            <a:r>
              <a:rPr lang="en" sz="1200">
                <a:solidFill>
                  <a:schemeClr val="accent3"/>
                </a:solidFill>
              </a:rPr>
              <a:t>300 → 310 → 340 → 350  → 360   → 370</a:t>
            </a:r>
            <a:endParaRPr sz="1200">
              <a:solidFill>
                <a:schemeClr val="accent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3"/>
                </a:solidFill>
              </a:rPr>
              <a:t>Total Time for 2.1:</a:t>
            </a:r>
            <a:r>
              <a:rPr lang="en" sz="1200">
                <a:solidFill>
                  <a:schemeClr val="accent3"/>
                </a:solidFill>
              </a:rPr>
              <a:t> 9  days</a:t>
            </a:r>
            <a:endParaRPr/>
          </a:p>
        </p:txBody>
      </p:sp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2" name="Shape 2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3" name="Google Shape;2743;p65"/>
          <p:cNvSpPr txBox="1"/>
          <p:nvPr/>
        </p:nvSpPr>
        <p:spPr>
          <a:xfrm>
            <a:off x="0" y="-54125"/>
            <a:ext cx="22320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Gantt </a:t>
            </a:r>
            <a:r>
              <a:rPr b="1" lang="en" sz="2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Chart</a:t>
            </a:r>
            <a:endParaRPr b="1" sz="2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44" name="Google Shape;2744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745" name="Google Shape;2745;p65"/>
          <p:cNvGrpSpPr/>
          <p:nvPr/>
        </p:nvGrpSpPr>
        <p:grpSpPr>
          <a:xfrm>
            <a:off x="5864701" y="1398347"/>
            <a:ext cx="3106119" cy="2967969"/>
            <a:chOff x="5266833" y="1474144"/>
            <a:chExt cx="3455082" cy="3301412"/>
          </a:xfrm>
        </p:grpSpPr>
        <p:sp>
          <p:nvSpPr>
            <p:cNvPr id="2746" name="Google Shape;2746;p65"/>
            <p:cNvSpPr/>
            <p:nvPr/>
          </p:nvSpPr>
          <p:spPr>
            <a:xfrm>
              <a:off x="5275530" y="4148161"/>
              <a:ext cx="3404187" cy="590258"/>
            </a:xfrm>
            <a:custGeom>
              <a:rect b="b" l="l" r="r" t="t"/>
              <a:pathLst>
                <a:path extrusionOk="0" h="29388" w="169489">
                  <a:moveTo>
                    <a:pt x="30156" y="1"/>
                  </a:moveTo>
                  <a:cubicBezTo>
                    <a:pt x="24552" y="1"/>
                    <a:pt x="18847" y="1"/>
                    <a:pt x="13477" y="1335"/>
                  </a:cubicBezTo>
                  <a:cubicBezTo>
                    <a:pt x="8106" y="2703"/>
                    <a:pt x="3070" y="5638"/>
                    <a:pt x="1101" y="9908"/>
                  </a:cubicBezTo>
                  <a:cubicBezTo>
                    <a:pt x="234" y="11809"/>
                    <a:pt x="1" y="13877"/>
                    <a:pt x="101" y="15912"/>
                  </a:cubicBezTo>
                  <a:cubicBezTo>
                    <a:pt x="268" y="19481"/>
                    <a:pt x="1568" y="23184"/>
                    <a:pt x="4837" y="25552"/>
                  </a:cubicBezTo>
                  <a:cubicBezTo>
                    <a:pt x="7539" y="27487"/>
                    <a:pt x="11209" y="28254"/>
                    <a:pt x="14778" y="28688"/>
                  </a:cubicBezTo>
                  <a:cubicBezTo>
                    <a:pt x="17905" y="29048"/>
                    <a:pt x="21059" y="29168"/>
                    <a:pt x="24223" y="29168"/>
                  </a:cubicBezTo>
                  <a:cubicBezTo>
                    <a:pt x="29563" y="29168"/>
                    <a:pt x="34929" y="28826"/>
                    <a:pt x="40229" y="28721"/>
                  </a:cubicBezTo>
                  <a:cubicBezTo>
                    <a:pt x="46765" y="28582"/>
                    <a:pt x="53284" y="28523"/>
                    <a:pt x="59809" y="28523"/>
                  </a:cubicBezTo>
                  <a:cubicBezTo>
                    <a:pt x="62643" y="28523"/>
                    <a:pt x="65478" y="28534"/>
                    <a:pt x="68316" y="28555"/>
                  </a:cubicBezTo>
                  <a:cubicBezTo>
                    <a:pt x="86729" y="28621"/>
                    <a:pt x="105176" y="29055"/>
                    <a:pt x="123589" y="29222"/>
                  </a:cubicBezTo>
                  <a:cubicBezTo>
                    <a:pt x="127651" y="29261"/>
                    <a:pt x="131723" y="29388"/>
                    <a:pt x="135783" y="29388"/>
                  </a:cubicBezTo>
                  <a:cubicBezTo>
                    <a:pt x="142060" y="29388"/>
                    <a:pt x="148307" y="29085"/>
                    <a:pt x="154444" y="27687"/>
                  </a:cubicBezTo>
                  <a:cubicBezTo>
                    <a:pt x="159081" y="26653"/>
                    <a:pt x="163251" y="24252"/>
                    <a:pt x="165986" y="21049"/>
                  </a:cubicBezTo>
                  <a:cubicBezTo>
                    <a:pt x="166720" y="20182"/>
                    <a:pt x="167354" y="19248"/>
                    <a:pt x="167887" y="18247"/>
                  </a:cubicBezTo>
                  <a:cubicBezTo>
                    <a:pt x="168988" y="16112"/>
                    <a:pt x="169488" y="13811"/>
                    <a:pt x="169121" y="11509"/>
                  </a:cubicBezTo>
                  <a:cubicBezTo>
                    <a:pt x="168321" y="6606"/>
                    <a:pt x="163551" y="2803"/>
                    <a:pt x="157913" y="1335"/>
                  </a:cubicBezTo>
                  <a:cubicBezTo>
                    <a:pt x="153477" y="168"/>
                    <a:pt x="148774" y="168"/>
                    <a:pt x="144104" y="134"/>
                  </a:cubicBezTo>
                  <a:cubicBezTo>
                    <a:pt x="106143" y="101"/>
                    <a:pt x="68149" y="34"/>
                    <a:pt x="30156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750">
              <a:solidFill>
                <a:schemeClr val="accent5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7" name="Google Shape;2747;p65"/>
            <p:cNvSpPr/>
            <p:nvPr/>
          </p:nvSpPr>
          <p:spPr>
            <a:xfrm>
              <a:off x="5604502" y="1733562"/>
              <a:ext cx="2903026" cy="1739361"/>
            </a:xfrm>
            <a:custGeom>
              <a:rect b="b" l="l" r="r" t="t"/>
              <a:pathLst>
                <a:path extrusionOk="0" h="86600" w="144537">
                  <a:moveTo>
                    <a:pt x="1735" y="0"/>
                  </a:moveTo>
                  <a:cubicBezTo>
                    <a:pt x="801" y="0"/>
                    <a:pt x="33" y="768"/>
                    <a:pt x="33" y="1735"/>
                  </a:cubicBezTo>
                  <a:lnTo>
                    <a:pt x="33" y="15545"/>
                  </a:lnTo>
                  <a:lnTo>
                    <a:pt x="33" y="57475"/>
                  </a:lnTo>
                  <a:lnTo>
                    <a:pt x="33" y="76155"/>
                  </a:lnTo>
                  <a:cubicBezTo>
                    <a:pt x="33" y="78290"/>
                    <a:pt x="0" y="80425"/>
                    <a:pt x="33" y="82560"/>
                  </a:cubicBezTo>
                  <a:cubicBezTo>
                    <a:pt x="115" y="86180"/>
                    <a:pt x="1063" y="86513"/>
                    <a:pt x="3765" y="86513"/>
                  </a:cubicBezTo>
                  <a:cubicBezTo>
                    <a:pt x="4374" y="86513"/>
                    <a:pt x="5073" y="86496"/>
                    <a:pt x="5871" y="86496"/>
                  </a:cubicBezTo>
                  <a:lnTo>
                    <a:pt x="134196" y="86496"/>
                  </a:lnTo>
                  <a:cubicBezTo>
                    <a:pt x="135286" y="86496"/>
                    <a:pt x="136464" y="86599"/>
                    <a:pt x="137613" y="86599"/>
                  </a:cubicBezTo>
                  <a:cubicBezTo>
                    <a:pt x="138188" y="86599"/>
                    <a:pt x="138755" y="86574"/>
                    <a:pt x="139299" y="86496"/>
                  </a:cubicBezTo>
                  <a:cubicBezTo>
                    <a:pt x="140967" y="86262"/>
                    <a:pt x="142035" y="85829"/>
                    <a:pt x="142702" y="85195"/>
                  </a:cubicBezTo>
                  <a:cubicBezTo>
                    <a:pt x="144036" y="83961"/>
                    <a:pt x="143903" y="81926"/>
                    <a:pt x="143903" y="79057"/>
                  </a:cubicBezTo>
                  <a:lnTo>
                    <a:pt x="143903" y="10508"/>
                  </a:lnTo>
                  <a:cubicBezTo>
                    <a:pt x="143903" y="3870"/>
                    <a:pt x="144537" y="0"/>
                    <a:pt x="1370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8" name="Google Shape;2748;p65"/>
            <p:cNvSpPr/>
            <p:nvPr/>
          </p:nvSpPr>
          <p:spPr>
            <a:xfrm>
              <a:off x="6870761" y="1853490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0"/>
                  </a:moveTo>
                  <a:lnTo>
                    <a:pt x="17779" y="0"/>
                  </a:lnTo>
                  <a:lnTo>
                    <a:pt x="17779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8575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9" name="Google Shape;2749;p65"/>
            <p:cNvSpPr/>
            <p:nvPr/>
          </p:nvSpPr>
          <p:spPr>
            <a:xfrm>
              <a:off x="7260009" y="1853490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1" y="0"/>
                  </a:moveTo>
                  <a:lnTo>
                    <a:pt x="17780" y="0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857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0" name="Google Shape;2750;p65"/>
            <p:cNvSpPr/>
            <p:nvPr/>
          </p:nvSpPr>
          <p:spPr>
            <a:xfrm>
              <a:off x="7648593" y="1853490"/>
              <a:ext cx="357131" cy="266669"/>
            </a:xfrm>
            <a:custGeom>
              <a:rect b="b" l="l" r="r" t="t"/>
              <a:pathLst>
                <a:path extrusionOk="0" fill="none" h="13277" w="17781">
                  <a:moveTo>
                    <a:pt x="1" y="0"/>
                  </a:moveTo>
                  <a:lnTo>
                    <a:pt x="17780" y="0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857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1" name="Google Shape;2751;p65"/>
            <p:cNvSpPr/>
            <p:nvPr/>
          </p:nvSpPr>
          <p:spPr>
            <a:xfrm>
              <a:off x="8037860" y="1853490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0"/>
                  </a:moveTo>
                  <a:lnTo>
                    <a:pt x="17780" y="0"/>
                  </a:lnTo>
                  <a:lnTo>
                    <a:pt x="17780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857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2" name="Google Shape;2752;p65"/>
            <p:cNvSpPr/>
            <p:nvPr/>
          </p:nvSpPr>
          <p:spPr>
            <a:xfrm>
              <a:off x="5703642" y="2156994"/>
              <a:ext cx="357131" cy="266669"/>
            </a:xfrm>
            <a:custGeom>
              <a:rect b="b" l="l" r="r" t="t"/>
              <a:pathLst>
                <a:path extrusionOk="0" fill="none" h="13277" w="17781">
                  <a:moveTo>
                    <a:pt x="1" y="0"/>
                  </a:moveTo>
                  <a:lnTo>
                    <a:pt x="17780" y="0"/>
                  </a:lnTo>
                  <a:lnTo>
                    <a:pt x="17780" y="13276"/>
                  </a:lnTo>
                  <a:lnTo>
                    <a:pt x="1" y="13276"/>
                  </a:lnTo>
                  <a:close/>
                </a:path>
              </a:pathLst>
            </a:custGeom>
            <a:noFill/>
            <a:ln cap="flat" cmpd="sng" w="857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3" name="Google Shape;2753;p65"/>
            <p:cNvSpPr/>
            <p:nvPr/>
          </p:nvSpPr>
          <p:spPr>
            <a:xfrm>
              <a:off x="6092909" y="2156994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0"/>
                  </a:moveTo>
                  <a:lnTo>
                    <a:pt x="17780" y="0"/>
                  </a:lnTo>
                  <a:lnTo>
                    <a:pt x="17780" y="13276"/>
                  </a:lnTo>
                  <a:lnTo>
                    <a:pt x="0" y="13276"/>
                  </a:lnTo>
                  <a:close/>
                </a:path>
              </a:pathLst>
            </a:custGeom>
            <a:noFill/>
            <a:ln cap="flat" cmpd="sng" w="857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4" name="Google Shape;2754;p65"/>
            <p:cNvSpPr/>
            <p:nvPr/>
          </p:nvSpPr>
          <p:spPr>
            <a:xfrm>
              <a:off x="6482157" y="2156994"/>
              <a:ext cx="356448" cy="266669"/>
            </a:xfrm>
            <a:custGeom>
              <a:rect b="b" l="l" r="r" t="t"/>
              <a:pathLst>
                <a:path extrusionOk="0" fill="none" h="13277" w="17747">
                  <a:moveTo>
                    <a:pt x="1" y="0"/>
                  </a:moveTo>
                  <a:lnTo>
                    <a:pt x="17747" y="0"/>
                  </a:lnTo>
                  <a:lnTo>
                    <a:pt x="17747" y="13276"/>
                  </a:lnTo>
                  <a:lnTo>
                    <a:pt x="1" y="13276"/>
                  </a:lnTo>
                  <a:close/>
                </a:path>
              </a:pathLst>
            </a:custGeom>
            <a:noFill/>
            <a:ln cap="flat" cmpd="sng" w="8575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5" name="Google Shape;2755;p65"/>
            <p:cNvSpPr/>
            <p:nvPr/>
          </p:nvSpPr>
          <p:spPr>
            <a:xfrm>
              <a:off x="6870761" y="2156994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0"/>
                  </a:moveTo>
                  <a:lnTo>
                    <a:pt x="17779" y="0"/>
                  </a:lnTo>
                  <a:lnTo>
                    <a:pt x="17779" y="13276"/>
                  </a:lnTo>
                  <a:lnTo>
                    <a:pt x="0" y="13276"/>
                  </a:lnTo>
                  <a:close/>
                </a:path>
              </a:pathLst>
            </a:custGeom>
            <a:noFill/>
            <a:ln cap="flat" cmpd="sng" w="8575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6" name="Google Shape;2756;p65"/>
            <p:cNvSpPr/>
            <p:nvPr/>
          </p:nvSpPr>
          <p:spPr>
            <a:xfrm>
              <a:off x="7260009" y="2156994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1" y="0"/>
                  </a:moveTo>
                  <a:lnTo>
                    <a:pt x="17780" y="0"/>
                  </a:lnTo>
                  <a:lnTo>
                    <a:pt x="17780" y="13276"/>
                  </a:lnTo>
                  <a:lnTo>
                    <a:pt x="1" y="13276"/>
                  </a:lnTo>
                  <a:close/>
                </a:path>
              </a:pathLst>
            </a:custGeom>
            <a:noFill/>
            <a:ln cap="flat" cmpd="sng" w="857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7" name="Google Shape;2757;p65"/>
            <p:cNvSpPr/>
            <p:nvPr/>
          </p:nvSpPr>
          <p:spPr>
            <a:xfrm>
              <a:off x="7648593" y="2156994"/>
              <a:ext cx="357131" cy="266669"/>
            </a:xfrm>
            <a:custGeom>
              <a:rect b="b" l="l" r="r" t="t"/>
              <a:pathLst>
                <a:path extrusionOk="0" h="13277" w="17781">
                  <a:moveTo>
                    <a:pt x="1" y="0"/>
                  </a:moveTo>
                  <a:lnTo>
                    <a:pt x="1" y="13276"/>
                  </a:lnTo>
                  <a:lnTo>
                    <a:pt x="17780" y="13276"/>
                  </a:lnTo>
                  <a:lnTo>
                    <a:pt x="17780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975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8" name="Google Shape;2758;p65"/>
            <p:cNvSpPr/>
            <p:nvPr/>
          </p:nvSpPr>
          <p:spPr>
            <a:xfrm>
              <a:off x="8037860" y="2156994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0"/>
                  </a:moveTo>
                  <a:lnTo>
                    <a:pt x="17780" y="0"/>
                  </a:lnTo>
                  <a:lnTo>
                    <a:pt x="17780" y="13276"/>
                  </a:lnTo>
                  <a:lnTo>
                    <a:pt x="0" y="13276"/>
                  </a:lnTo>
                  <a:close/>
                </a:path>
              </a:pathLst>
            </a:custGeom>
            <a:noFill/>
            <a:ln cap="flat" cmpd="sng" w="857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9" name="Google Shape;2759;p65"/>
            <p:cNvSpPr/>
            <p:nvPr/>
          </p:nvSpPr>
          <p:spPr>
            <a:xfrm>
              <a:off x="5703642" y="2459816"/>
              <a:ext cx="357131" cy="266669"/>
            </a:xfrm>
            <a:custGeom>
              <a:rect b="b" l="l" r="r" t="t"/>
              <a:pathLst>
                <a:path extrusionOk="0" fill="none" h="13277" w="17781">
                  <a:moveTo>
                    <a:pt x="1" y="1"/>
                  </a:moveTo>
                  <a:lnTo>
                    <a:pt x="17780" y="1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8575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0" name="Google Shape;2760;p65"/>
            <p:cNvSpPr/>
            <p:nvPr/>
          </p:nvSpPr>
          <p:spPr>
            <a:xfrm>
              <a:off x="6092909" y="2459816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1"/>
                  </a:moveTo>
                  <a:lnTo>
                    <a:pt x="17780" y="1"/>
                  </a:lnTo>
                  <a:lnTo>
                    <a:pt x="17780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857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1" name="Google Shape;2761;p65"/>
            <p:cNvSpPr/>
            <p:nvPr/>
          </p:nvSpPr>
          <p:spPr>
            <a:xfrm>
              <a:off x="6482157" y="2459816"/>
              <a:ext cx="356448" cy="266669"/>
            </a:xfrm>
            <a:custGeom>
              <a:rect b="b" l="l" r="r" t="t"/>
              <a:pathLst>
                <a:path extrusionOk="0" h="13277" w="17747">
                  <a:moveTo>
                    <a:pt x="1" y="1"/>
                  </a:moveTo>
                  <a:lnTo>
                    <a:pt x="1" y="13277"/>
                  </a:lnTo>
                  <a:lnTo>
                    <a:pt x="17747" y="13277"/>
                  </a:lnTo>
                  <a:lnTo>
                    <a:pt x="17747" y="1"/>
                  </a:lnTo>
                  <a:close/>
                </a:path>
              </a:pathLst>
            </a:custGeom>
            <a:solidFill>
              <a:schemeClr val="dk2"/>
            </a:solidFill>
            <a:ln cap="flat" cmpd="sng" w="975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2" name="Google Shape;2762;p65"/>
            <p:cNvSpPr/>
            <p:nvPr/>
          </p:nvSpPr>
          <p:spPr>
            <a:xfrm>
              <a:off x="6870761" y="2459816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1"/>
                  </a:moveTo>
                  <a:lnTo>
                    <a:pt x="17779" y="1"/>
                  </a:lnTo>
                  <a:lnTo>
                    <a:pt x="17779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857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3" name="Google Shape;2763;p65"/>
            <p:cNvSpPr/>
            <p:nvPr/>
          </p:nvSpPr>
          <p:spPr>
            <a:xfrm>
              <a:off x="7260009" y="2459816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1" y="1"/>
                  </a:moveTo>
                  <a:lnTo>
                    <a:pt x="17780" y="1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8575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4" name="Google Shape;2764;p65"/>
            <p:cNvSpPr/>
            <p:nvPr/>
          </p:nvSpPr>
          <p:spPr>
            <a:xfrm>
              <a:off x="7648593" y="2459816"/>
              <a:ext cx="357131" cy="266669"/>
            </a:xfrm>
            <a:custGeom>
              <a:rect b="b" l="l" r="r" t="t"/>
              <a:pathLst>
                <a:path extrusionOk="0" h="13277" w="17781">
                  <a:moveTo>
                    <a:pt x="1" y="1"/>
                  </a:moveTo>
                  <a:lnTo>
                    <a:pt x="1" y="13277"/>
                  </a:lnTo>
                  <a:lnTo>
                    <a:pt x="17780" y="13277"/>
                  </a:lnTo>
                  <a:lnTo>
                    <a:pt x="17780" y="1"/>
                  </a:lnTo>
                  <a:close/>
                </a:path>
              </a:pathLst>
            </a:custGeom>
            <a:solidFill>
              <a:srgbClr val="5CC9BF"/>
            </a:solidFill>
            <a:ln cap="flat" cmpd="sng" w="9750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5" name="Google Shape;2765;p65"/>
            <p:cNvSpPr/>
            <p:nvPr/>
          </p:nvSpPr>
          <p:spPr>
            <a:xfrm>
              <a:off x="8037860" y="2459816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1"/>
                  </a:moveTo>
                  <a:lnTo>
                    <a:pt x="17780" y="1"/>
                  </a:lnTo>
                  <a:lnTo>
                    <a:pt x="17780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857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6" name="Google Shape;2766;p65"/>
            <p:cNvSpPr/>
            <p:nvPr/>
          </p:nvSpPr>
          <p:spPr>
            <a:xfrm>
              <a:off x="5703642" y="2763320"/>
              <a:ext cx="357131" cy="266669"/>
            </a:xfrm>
            <a:custGeom>
              <a:rect b="b" l="l" r="r" t="t"/>
              <a:pathLst>
                <a:path extrusionOk="0" fill="none" h="13277" w="17781">
                  <a:moveTo>
                    <a:pt x="1" y="0"/>
                  </a:moveTo>
                  <a:lnTo>
                    <a:pt x="17780" y="0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857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7" name="Google Shape;2767;p65"/>
            <p:cNvSpPr/>
            <p:nvPr/>
          </p:nvSpPr>
          <p:spPr>
            <a:xfrm>
              <a:off x="6092909" y="2763320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0"/>
                  </a:moveTo>
                  <a:lnTo>
                    <a:pt x="17780" y="0"/>
                  </a:lnTo>
                  <a:lnTo>
                    <a:pt x="17780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857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8" name="Google Shape;2768;p65"/>
            <p:cNvSpPr/>
            <p:nvPr/>
          </p:nvSpPr>
          <p:spPr>
            <a:xfrm>
              <a:off x="6482157" y="2763320"/>
              <a:ext cx="356448" cy="266669"/>
            </a:xfrm>
            <a:custGeom>
              <a:rect b="b" l="l" r="r" t="t"/>
              <a:pathLst>
                <a:path extrusionOk="0" fill="none" h="13277" w="17747">
                  <a:moveTo>
                    <a:pt x="1" y="0"/>
                  </a:moveTo>
                  <a:lnTo>
                    <a:pt x="17747" y="0"/>
                  </a:lnTo>
                  <a:lnTo>
                    <a:pt x="17747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8575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9" name="Google Shape;2769;p65"/>
            <p:cNvSpPr/>
            <p:nvPr/>
          </p:nvSpPr>
          <p:spPr>
            <a:xfrm>
              <a:off x="6870761" y="2763320"/>
              <a:ext cx="357111" cy="266669"/>
            </a:xfrm>
            <a:custGeom>
              <a:rect b="b" l="l" r="r" t="t"/>
              <a:pathLst>
                <a:path extrusionOk="0" h="13277" w="17780">
                  <a:moveTo>
                    <a:pt x="0" y="0"/>
                  </a:moveTo>
                  <a:lnTo>
                    <a:pt x="0" y="13277"/>
                  </a:lnTo>
                  <a:lnTo>
                    <a:pt x="17779" y="13277"/>
                  </a:lnTo>
                  <a:lnTo>
                    <a:pt x="17779" y="0"/>
                  </a:ln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0" name="Google Shape;2770;p65"/>
            <p:cNvSpPr/>
            <p:nvPr/>
          </p:nvSpPr>
          <p:spPr>
            <a:xfrm>
              <a:off x="7260009" y="2763320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1" y="0"/>
                  </a:moveTo>
                  <a:lnTo>
                    <a:pt x="17780" y="0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8575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1" name="Google Shape;2771;p65"/>
            <p:cNvSpPr/>
            <p:nvPr/>
          </p:nvSpPr>
          <p:spPr>
            <a:xfrm>
              <a:off x="7648593" y="2763320"/>
              <a:ext cx="357131" cy="266669"/>
            </a:xfrm>
            <a:custGeom>
              <a:rect b="b" l="l" r="r" t="t"/>
              <a:pathLst>
                <a:path extrusionOk="0" fill="none" h="13277" w="17781">
                  <a:moveTo>
                    <a:pt x="1" y="0"/>
                  </a:moveTo>
                  <a:lnTo>
                    <a:pt x="17780" y="0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8575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2" name="Google Shape;2772;p65"/>
            <p:cNvSpPr/>
            <p:nvPr/>
          </p:nvSpPr>
          <p:spPr>
            <a:xfrm>
              <a:off x="8037860" y="2763320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0"/>
                  </a:moveTo>
                  <a:lnTo>
                    <a:pt x="17780" y="0"/>
                  </a:lnTo>
                  <a:lnTo>
                    <a:pt x="17780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8575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3" name="Google Shape;2773;p65"/>
            <p:cNvSpPr/>
            <p:nvPr/>
          </p:nvSpPr>
          <p:spPr>
            <a:xfrm>
              <a:off x="5703642" y="3066141"/>
              <a:ext cx="357131" cy="266689"/>
            </a:xfrm>
            <a:custGeom>
              <a:rect b="b" l="l" r="r" t="t"/>
              <a:pathLst>
                <a:path extrusionOk="0" fill="none" h="13278" w="17781">
                  <a:moveTo>
                    <a:pt x="1" y="1"/>
                  </a:moveTo>
                  <a:lnTo>
                    <a:pt x="17780" y="1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857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4" name="Google Shape;2774;p65"/>
            <p:cNvSpPr/>
            <p:nvPr/>
          </p:nvSpPr>
          <p:spPr>
            <a:xfrm>
              <a:off x="6092909" y="3066141"/>
              <a:ext cx="357111" cy="266689"/>
            </a:xfrm>
            <a:custGeom>
              <a:rect b="b" l="l" r="r" t="t"/>
              <a:pathLst>
                <a:path extrusionOk="0" fill="none" h="13278" w="17780">
                  <a:moveTo>
                    <a:pt x="0" y="1"/>
                  </a:moveTo>
                  <a:lnTo>
                    <a:pt x="17780" y="1"/>
                  </a:lnTo>
                  <a:lnTo>
                    <a:pt x="17780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857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5" name="Google Shape;2775;p65"/>
            <p:cNvSpPr/>
            <p:nvPr/>
          </p:nvSpPr>
          <p:spPr>
            <a:xfrm>
              <a:off x="6482157" y="3066141"/>
              <a:ext cx="356448" cy="266689"/>
            </a:xfrm>
            <a:custGeom>
              <a:rect b="b" l="l" r="r" t="t"/>
              <a:pathLst>
                <a:path extrusionOk="0" fill="none" h="13278" w="17747">
                  <a:moveTo>
                    <a:pt x="1" y="1"/>
                  </a:moveTo>
                  <a:lnTo>
                    <a:pt x="17747" y="1"/>
                  </a:lnTo>
                  <a:lnTo>
                    <a:pt x="17747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857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6" name="Google Shape;2776;p65"/>
            <p:cNvSpPr/>
            <p:nvPr/>
          </p:nvSpPr>
          <p:spPr>
            <a:xfrm>
              <a:off x="6870761" y="3066141"/>
              <a:ext cx="357111" cy="266689"/>
            </a:xfrm>
            <a:custGeom>
              <a:rect b="b" l="l" r="r" t="t"/>
              <a:pathLst>
                <a:path extrusionOk="0" fill="none" h="13278" w="17780">
                  <a:moveTo>
                    <a:pt x="0" y="1"/>
                  </a:moveTo>
                  <a:lnTo>
                    <a:pt x="17779" y="1"/>
                  </a:lnTo>
                  <a:lnTo>
                    <a:pt x="17779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857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7" name="Google Shape;2777;p65"/>
            <p:cNvSpPr/>
            <p:nvPr/>
          </p:nvSpPr>
          <p:spPr>
            <a:xfrm>
              <a:off x="7260009" y="3066141"/>
              <a:ext cx="357111" cy="266689"/>
            </a:xfrm>
            <a:custGeom>
              <a:rect b="b" l="l" r="r" t="t"/>
              <a:pathLst>
                <a:path extrusionOk="0" fill="none" h="13278" w="17780">
                  <a:moveTo>
                    <a:pt x="1" y="1"/>
                  </a:moveTo>
                  <a:lnTo>
                    <a:pt x="17780" y="1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857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8" name="Google Shape;2778;p65"/>
            <p:cNvSpPr/>
            <p:nvPr/>
          </p:nvSpPr>
          <p:spPr>
            <a:xfrm>
              <a:off x="7648593" y="3066141"/>
              <a:ext cx="357131" cy="266689"/>
            </a:xfrm>
            <a:custGeom>
              <a:rect b="b" l="l" r="r" t="t"/>
              <a:pathLst>
                <a:path extrusionOk="0" fill="none" h="13278" w="17781">
                  <a:moveTo>
                    <a:pt x="1" y="1"/>
                  </a:moveTo>
                  <a:lnTo>
                    <a:pt x="17780" y="1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857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9" name="Google Shape;2779;p65"/>
            <p:cNvSpPr/>
            <p:nvPr/>
          </p:nvSpPr>
          <p:spPr>
            <a:xfrm>
              <a:off x="8076705" y="2194513"/>
              <a:ext cx="77066" cy="71784"/>
            </a:xfrm>
            <a:custGeom>
              <a:rect b="b" l="l" r="r" t="t"/>
              <a:pathLst>
                <a:path extrusionOk="0" h="3574" w="3837">
                  <a:moveTo>
                    <a:pt x="1702" y="467"/>
                  </a:moveTo>
                  <a:lnTo>
                    <a:pt x="1702" y="501"/>
                  </a:lnTo>
                  <a:cubicBezTo>
                    <a:pt x="1728" y="632"/>
                    <a:pt x="1858" y="722"/>
                    <a:pt x="1993" y="722"/>
                  </a:cubicBezTo>
                  <a:cubicBezTo>
                    <a:pt x="2030" y="722"/>
                    <a:pt x="2067" y="715"/>
                    <a:pt x="2102" y="701"/>
                  </a:cubicBezTo>
                  <a:cubicBezTo>
                    <a:pt x="2181" y="676"/>
                    <a:pt x="2259" y="664"/>
                    <a:pt x="2334" y="664"/>
                  </a:cubicBezTo>
                  <a:cubicBezTo>
                    <a:pt x="2766" y="664"/>
                    <a:pt x="3118" y="1047"/>
                    <a:pt x="3203" y="1501"/>
                  </a:cubicBezTo>
                  <a:cubicBezTo>
                    <a:pt x="3270" y="2035"/>
                    <a:pt x="2936" y="2569"/>
                    <a:pt x="2503" y="2836"/>
                  </a:cubicBezTo>
                  <a:cubicBezTo>
                    <a:pt x="2298" y="2962"/>
                    <a:pt x="2063" y="3028"/>
                    <a:pt x="1834" y="3028"/>
                  </a:cubicBezTo>
                  <a:cubicBezTo>
                    <a:pt x="1578" y="3028"/>
                    <a:pt x="1329" y="2945"/>
                    <a:pt x="1135" y="2769"/>
                  </a:cubicBezTo>
                  <a:cubicBezTo>
                    <a:pt x="768" y="2435"/>
                    <a:pt x="535" y="1902"/>
                    <a:pt x="701" y="1435"/>
                  </a:cubicBezTo>
                  <a:cubicBezTo>
                    <a:pt x="835" y="1134"/>
                    <a:pt x="1035" y="934"/>
                    <a:pt x="1302" y="734"/>
                  </a:cubicBezTo>
                  <a:cubicBezTo>
                    <a:pt x="1435" y="634"/>
                    <a:pt x="1569" y="567"/>
                    <a:pt x="1702" y="467"/>
                  </a:cubicBezTo>
                  <a:close/>
                  <a:moveTo>
                    <a:pt x="2069" y="0"/>
                  </a:moveTo>
                  <a:cubicBezTo>
                    <a:pt x="1369" y="200"/>
                    <a:pt x="635" y="501"/>
                    <a:pt x="301" y="1201"/>
                  </a:cubicBezTo>
                  <a:cubicBezTo>
                    <a:pt x="1" y="1835"/>
                    <a:pt x="201" y="2602"/>
                    <a:pt x="701" y="3102"/>
                  </a:cubicBezTo>
                  <a:cubicBezTo>
                    <a:pt x="1020" y="3421"/>
                    <a:pt x="1434" y="3573"/>
                    <a:pt x="1857" y="3573"/>
                  </a:cubicBezTo>
                  <a:cubicBezTo>
                    <a:pt x="2143" y="3573"/>
                    <a:pt x="2434" y="3504"/>
                    <a:pt x="2703" y="3369"/>
                  </a:cubicBezTo>
                  <a:cubicBezTo>
                    <a:pt x="3403" y="3036"/>
                    <a:pt x="3837" y="2302"/>
                    <a:pt x="3804" y="1501"/>
                  </a:cubicBezTo>
                  <a:cubicBezTo>
                    <a:pt x="3804" y="1001"/>
                    <a:pt x="3570" y="567"/>
                    <a:pt x="3170" y="267"/>
                  </a:cubicBezTo>
                  <a:cubicBezTo>
                    <a:pt x="2959" y="109"/>
                    <a:pt x="2685" y="13"/>
                    <a:pt x="2398" y="13"/>
                  </a:cubicBezTo>
                  <a:cubicBezTo>
                    <a:pt x="2322" y="13"/>
                    <a:pt x="2246" y="20"/>
                    <a:pt x="2169" y="34"/>
                  </a:cubicBezTo>
                  <a:cubicBezTo>
                    <a:pt x="2136" y="0"/>
                    <a:pt x="2102" y="0"/>
                    <a:pt x="2069" y="0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0" name="Google Shape;2780;p65"/>
            <p:cNvSpPr/>
            <p:nvPr/>
          </p:nvSpPr>
          <p:spPr>
            <a:xfrm>
              <a:off x="7667352" y="2192464"/>
              <a:ext cx="87792" cy="77408"/>
            </a:xfrm>
            <a:custGeom>
              <a:rect b="b" l="l" r="r" t="t"/>
              <a:pathLst>
                <a:path extrusionOk="0" h="3854" w="4371">
                  <a:moveTo>
                    <a:pt x="1902" y="469"/>
                  </a:moveTo>
                  <a:cubicBezTo>
                    <a:pt x="1721" y="620"/>
                    <a:pt x="1840" y="879"/>
                    <a:pt x="2036" y="879"/>
                  </a:cubicBezTo>
                  <a:cubicBezTo>
                    <a:pt x="2057" y="879"/>
                    <a:pt x="2079" y="876"/>
                    <a:pt x="2102" y="869"/>
                  </a:cubicBezTo>
                  <a:cubicBezTo>
                    <a:pt x="2194" y="851"/>
                    <a:pt x="2289" y="842"/>
                    <a:pt x="2385" y="842"/>
                  </a:cubicBezTo>
                  <a:cubicBezTo>
                    <a:pt x="2813" y="842"/>
                    <a:pt x="3258" y="1028"/>
                    <a:pt x="3503" y="1436"/>
                  </a:cubicBezTo>
                  <a:cubicBezTo>
                    <a:pt x="3770" y="1903"/>
                    <a:pt x="3670" y="2571"/>
                    <a:pt x="3270" y="2938"/>
                  </a:cubicBezTo>
                  <a:lnTo>
                    <a:pt x="3303" y="2938"/>
                  </a:lnTo>
                  <a:cubicBezTo>
                    <a:pt x="3040" y="3180"/>
                    <a:pt x="2692" y="3312"/>
                    <a:pt x="2347" y="3312"/>
                  </a:cubicBezTo>
                  <a:cubicBezTo>
                    <a:pt x="2123" y="3312"/>
                    <a:pt x="1899" y="3256"/>
                    <a:pt x="1702" y="3138"/>
                  </a:cubicBezTo>
                  <a:cubicBezTo>
                    <a:pt x="1402" y="2971"/>
                    <a:pt x="1168" y="2737"/>
                    <a:pt x="935" y="2471"/>
                  </a:cubicBezTo>
                  <a:cubicBezTo>
                    <a:pt x="801" y="2370"/>
                    <a:pt x="701" y="2237"/>
                    <a:pt x="668" y="2070"/>
                  </a:cubicBezTo>
                  <a:cubicBezTo>
                    <a:pt x="634" y="1937"/>
                    <a:pt x="701" y="1770"/>
                    <a:pt x="801" y="1637"/>
                  </a:cubicBezTo>
                  <a:cubicBezTo>
                    <a:pt x="968" y="1303"/>
                    <a:pt x="1268" y="1003"/>
                    <a:pt x="1535" y="769"/>
                  </a:cubicBezTo>
                  <a:cubicBezTo>
                    <a:pt x="1635" y="636"/>
                    <a:pt x="1769" y="569"/>
                    <a:pt x="1902" y="469"/>
                  </a:cubicBezTo>
                  <a:close/>
                  <a:moveTo>
                    <a:pt x="2268" y="1"/>
                  </a:moveTo>
                  <a:cubicBezTo>
                    <a:pt x="1539" y="1"/>
                    <a:pt x="946" y="611"/>
                    <a:pt x="534" y="1170"/>
                  </a:cubicBezTo>
                  <a:cubicBezTo>
                    <a:pt x="234" y="1503"/>
                    <a:pt x="1" y="2004"/>
                    <a:pt x="234" y="2437"/>
                  </a:cubicBezTo>
                  <a:cubicBezTo>
                    <a:pt x="334" y="2637"/>
                    <a:pt x="501" y="2804"/>
                    <a:pt x="668" y="2971"/>
                  </a:cubicBezTo>
                  <a:cubicBezTo>
                    <a:pt x="801" y="3138"/>
                    <a:pt x="968" y="3304"/>
                    <a:pt x="1135" y="3438"/>
                  </a:cubicBezTo>
                  <a:cubicBezTo>
                    <a:pt x="1497" y="3710"/>
                    <a:pt x="1938" y="3853"/>
                    <a:pt x="2377" y="3853"/>
                  </a:cubicBezTo>
                  <a:cubicBezTo>
                    <a:pt x="2747" y="3853"/>
                    <a:pt x="3116" y="3751"/>
                    <a:pt x="3436" y="3538"/>
                  </a:cubicBezTo>
                  <a:cubicBezTo>
                    <a:pt x="4104" y="3071"/>
                    <a:pt x="4370" y="2170"/>
                    <a:pt x="4104" y="1403"/>
                  </a:cubicBezTo>
                  <a:cubicBezTo>
                    <a:pt x="3870" y="803"/>
                    <a:pt x="3270" y="369"/>
                    <a:pt x="2669" y="336"/>
                  </a:cubicBezTo>
                  <a:cubicBezTo>
                    <a:pt x="2736" y="236"/>
                    <a:pt x="2736" y="69"/>
                    <a:pt x="2569" y="35"/>
                  </a:cubicBezTo>
                  <a:cubicBezTo>
                    <a:pt x="2466" y="12"/>
                    <a:pt x="2366" y="1"/>
                    <a:pt x="2268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1" name="Google Shape;2781;p65"/>
            <p:cNvSpPr/>
            <p:nvPr/>
          </p:nvSpPr>
          <p:spPr>
            <a:xfrm>
              <a:off x="7283468" y="2184149"/>
              <a:ext cx="96488" cy="76202"/>
            </a:xfrm>
            <a:custGeom>
              <a:rect b="b" l="l" r="r" t="t"/>
              <a:pathLst>
                <a:path extrusionOk="0" h="3794" w="4804">
                  <a:moveTo>
                    <a:pt x="1868" y="449"/>
                  </a:moveTo>
                  <a:lnTo>
                    <a:pt x="1868" y="449"/>
                  </a:lnTo>
                  <a:cubicBezTo>
                    <a:pt x="1787" y="639"/>
                    <a:pt x="1926" y="895"/>
                    <a:pt x="2123" y="895"/>
                  </a:cubicBezTo>
                  <a:cubicBezTo>
                    <a:pt x="2169" y="895"/>
                    <a:pt x="2218" y="881"/>
                    <a:pt x="2268" y="850"/>
                  </a:cubicBezTo>
                  <a:cubicBezTo>
                    <a:pt x="2368" y="787"/>
                    <a:pt x="2472" y="762"/>
                    <a:pt x="2576" y="762"/>
                  </a:cubicBezTo>
                  <a:cubicBezTo>
                    <a:pt x="2750" y="762"/>
                    <a:pt x="2923" y="833"/>
                    <a:pt x="3069" y="916"/>
                  </a:cubicBezTo>
                  <a:cubicBezTo>
                    <a:pt x="3336" y="1117"/>
                    <a:pt x="3603" y="1350"/>
                    <a:pt x="3803" y="1617"/>
                  </a:cubicBezTo>
                  <a:cubicBezTo>
                    <a:pt x="4203" y="2117"/>
                    <a:pt x="3703" y="2718"/>
                    <a:pt x="3269" y="2985"/>
                  </a:cubicBezTo>
                  <a:lnTo>
                    <a:pt x="3236" y="2985"/>
                  </a:lnTo>
                  <a:cubicBezTo>
                    <a:pt x="2951" y="3138"/>
                    <a:pt x="2608" y="3219"/>
                    <a:pt x="2275" y="3219"/>
                  </a:cubicBezTo>
                  <a:cubicBezTo>
                    <a:pt x="2100" y="3219"/>
                    <a:pt x="1928" y="3197"/>
                    <a:pt x="1768" y="3151"/>
                  </a:cubicBezTo>
                  <a:cubicBezTo>
                    <a:pt x="1234" y="3018"/>
                    <a:pt x="634" y="2584"/>
                    <a:pt x="600" y="1984"/>
                  </a:cubicBezTo>
                  <a:cubicBezTo>
                    <a:pt x="600" y="1217"/>
                    <a:pt x="1234" y="716"/>
                    <a:pt x="1868" y="449"/>
                  </a:cubicBezTo>
                  <a:close/>
                  <a:moveTo>
                    <a:pt x="1919" y="1"/>
                  </a:moveTo>
                  <a:cubicBezTo>
                    <a:pt x="1894" y="1"/>
                    <a:pt x="1866" y="5"/>
                    <a:pt x="1835" y="16"/>
                  </a:cubicBezTo>
                  <a:cubicBezTo>
                    <a:pt x="1067" y="316"/>
                    <a:pt x="267" y="850"/>
                    <a:pt x="133" y="1750"/>
                  </a:cubicBezTo>
                  <a:cubicBezTo>
                    <a:pt x="0" y="2618"/>
                    <a:pt x="634" y="3318"/>
                    <a:pt x="1368" y="3618"/>
                  </a:cubicBezTo>
                  <a:cubicBezTo>
                    <a:pt x="1657" y="3734"/>
                    <a:pt x="1978" y="3793"/>
                    <a:pt x="2301" y="3793"/>
                  </a:cubicBezTo>
                  <a:cubicBezTo>
                    <a:pt x="2721" y="3793"/>
                    <a:pt x="3144" y="3693"/>
                    <a:pt x="3503" y="3485"/>
                  </a:cubicBezTo>
                  <a:cubicBezTo>
                    <a:pt x="4203" y="3118"/>
                    <a:pt x="4803" y="2251"/>
                    <a:pt x="4403" y="1450"/>
                  </a:cubicBezTo>
                  <a:cubicBezTo>
                    <a:pt x="4270" y="1217"/>
                    <a:pt x="4103" y="1050"/>
                    <a:pt x="3903" y="883"/>
                  </a:cubicBezTo>
                  <a:cubicBezTo>
                    <a:pt x="3736" y="683"/>
                    <a:pt x="3569" y="550"/>
                    <a:pt x="3369" y="416"/>
                  </a:cubicBezTo>
                  <a:cubicBezTo>
                    <a:pt x="3135" y="246"/>
                    <a:pt x="2847" y="144"/>
                    <a:pt x="2557" y="144"/>
                  </a:cubicBezTo>
                  <a:cubicBezTo>
                    <a:pt x="2391" y="144"/>
                    <a:pt x="2225" y="177"/>
                    <a:pt x="2068" y="249"/>
                  </a:cubicBezTo>
                  <a:cubicBezTo>
                    <a:pt x="2096" y="137"/>
                    <a:pt x="2053" y="1"/>
                    <a:pt x="1919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2" name="Google Shape;2782;p65"/>
            <p:cNvSpPr/>
            <p:nvPr/>
          </p:nvSpPr>
          <p:spPr>
            <a:xfrm>
              <a:off x="6884158" y="2186358"/>
              <a:ext cx="99180" cy="76745"/>
            </a:xfrm>
            <a:custGeom>
              <a:rect b="b" l="l" r="r" t="t"/>
              <a:pathLst>
                <a:path extrusionOk="0" h="3821" w="4938">
                  <a:moveTo>
                    <a:pt x="1535" y="740"/>
                  </a:moveTo>
                  <a:cubicBezTo>
                    <a:pt x="1568" y="840"/>
                    <a:pt x="1635" y="873"/>
                    <a:pt x="1768" y="907"/>
                  </a:cubicBezTo>
                  <a:cubicBezTo>
                    <a:pt x="2025" y="907"/>
                    <a:pt x="2306" y="882"/>
                    <a:pt x="2583" y="882"/>
                  </a:cubicBezTo>
                  <a:cubicBezTo>
                    <a:pt x="3027" y="882"/>
                    <a:pt x="3462" y="945"/>
                    <a:pt x="3770" y="1273"/>
                  </a:cubicBezTo>
                  <a:cubicBezTo>
                    <a:pt x="4237" y="1774"/>
                    <a:pt x="3870" y="2408"/>
                    <a:pt x="3403" y="2741"/>
                  </a:cubicBezTo>
                  <a:lnTo>
                    <a:pt x="3403" y="2775"/>
                  </a:lnTo>
                  <a:cubicBezTo>
                    <a:pt x="3052" y="3032"/>
                    <a:pt x="2571" y="3223"/>
                    <a:pt x="2096" y="3223"/>
                  </a:cubicBezTo>
                  <a:cubicBezTo>
                    <a:pt x="1893" y="3223"/>
                    <a:pt x="1691" y="3188"/>
                    <a:pt x="1501" y="3108"/>
                  </a:cubicBezTo>
                  <a:cubicBezTo>
                    <a:pt x="968" y="2908"/>
                    <a:pt x="601" y="2274"/>
                    <a:pt x="801" y="1674"/>
                  </a:cubicBezTo>
                  <a:cubicBezTo>
                    <a:pt x="934" y="1307"/>
                    <a:pt x="1201" y="1007"/>
                    <a:pt x="1535" y="740"/>
                  </a:cubicBezTo>
                  <a:close/>
                  <a:moveTo>
                    <a:pt x="2533" y="1"/>
                  </a:moveTo>
                  <a:cubicBezTo>
                    <a:pt x="2523" y="1"/>
                    <a:pt x="2513" y="2"/>
                    <a:pt x="2502" y="6"/>
                  </a:cubicBezTo>
                  <a:cubicBezTo>
                    <a:pt x="1635" y="106"/>
                    <a:pt x="801" y="540"/>
                    <a:pt x="400" y="1340"/>
                  </a:cubicBezTo>
                  <a:cubicBezTo>
                    <a:pt x="0" y="2107"/>
                    <a:pt x="334" y="3008"/>
                    <a:pt x="1001" y="3475"/>
                  </a:cubicBezTo>
                  <a:cubicBezTo>
                    <a:pt x="1332" y="3716"/>
                    <a:pt x="1730" y="3821"/>
                    <a:pt x="2136" y="3821"/>
                  </a:cubicBezTo>
                  <a:cubicBezTo>
                    <a:pt x="2629" y="3821"/>
                    <a:pt x="3133" y="3665"/>
                    <a:pt x="3536" y="3408"/>
                  </a:cubicBezTo>
                  <a:cubicBezTo>
                    <a:pt x="4303" y="2975"/>
                    <a:pt x="4937" y="2074"/>
                    <a:pt x="4503" y="1173"/>
                  </a:cubicBezTo>
                  <a:cubicBezTo>
                    <a:pt x="4170" y="440"/>
                    <a:pt x="3403" y="206"/>
                    <a:pt x="2635" y="206"/>
                  </a:cubicBezTo>
                  <a:cubicBezTo>
                    <a:pt x="2665" y="117"/>
                    <a:pt x="2615" y="1"/>
                    <a:pt x="2533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3" name="Google Shape;2783;p65"/>
            <p:cNvSpPr/>
            <p:nvPr/>
          </p:nvSpPr>
          <p:spPr>
            <a:xfrm>
              <a:off x="6502925" y="2191259"/>
              <a:ext cx="90483" cy="73029"/>
            </a:xfrm>
            <a:custGeom>
              <a:rect b="b" l="l" r="r" t="t"/>
              <a:pathLst>
                <a:path extrusionOk="0" h="3636" w="4505">
                  <a:moveTo>
                    <a:pt x="2449" y="688"/>
                  </a:moveTo>
                  <a:cubicBezTo>
                    <a:pt x="2761" y="688"/>
                    <a:pt x="3070" y="779"/>
                    <a:pt x="3303" y="996"/>
                  </a:cubicBezTo>
                  <a:cubicBezTo>
                    <a:pt x="3704" y="1363"/>
                    <a:pt x="3837" y="1997"/>
                    <a:pt x="3503" y="2430"/>
                  </a:cubicBezTo>
                  <a:cubicBezTo>
                    <a:pt x="3191" y="2821"/>
                    <a:pt x="2675" y="3008"/>
                    <a:pt x="2195" y="3008"/>
                  </a:cubicBezTo>
                  <a:cubicBezTo>
                    <a:pt x="2059" y="3008"/>
                    <a:pt x="1927" y="2993"/>
                    <a:pt x="1802" y="2964"/>
                  </a:cubicBezTo>
                  <a:cubicBezTo>
                    <a:pt x="1202" y="2831"/>
                    <a:pt x="668" y="2330"/>
                    <a:pt x="735" y="1663"/>
                  </a:cubicBezTo>
                  <a:cubicBezTo>
                    <a:pt x="768" y="1330"/>
                    <a:pt x="968" y="1096"/>
                    <a:pt x="1202" y="863"/>
                  </a:cubicBezTo>
                  <a:cubicBezTo>
                    <a:pt x="1266" y="927"/>
                    <a:pt x="1345" y="964"/>
                    <a:pt x="1428" y="964"/>
                  </a:cubicBezTo>
                  <a:cubicBezTo>
                    <a:pt x="1474" y="964"/>
                    <a:pt x="1521" y="953"/>
                    <a:pt x="1569" y="929"/>
                  </a:cubicBezTo>
                  <a:cubicBezTo>
                    <a:pt x="1819" y="779"/>
                    <a:pt x="2136" y="688"/>
                    <a:pt x="2449" y="688"/>
                  </a:cubicBezTo>
                  <a:close/>
                  <a:moveTo>
                    <a:pt x="2449" y="1"/>
                  </a:moveTo>
                  <a:cubicBezTo>
                    <a:pt x="2030" y="1"/>
                    <a:pt x="1603" y="117"/>
                    <a:pt x="1235" y="329"/>
                  </a:cubicBezTo>
                  <a:cubicBezTo>
                    <a:pt x="1202" y="362"/>
                    <a:pt x="1168" y="396"/>
                    <a:pt x="1168" y="429"/>
                  </a:cubicBezTo>
                  <a:cubicBezTo>
                    <a:pt x="735" y="629"/>
                    <a:pt x="401" y="929"/>
                    <a:pt x="268" y="1396"/>
                  </a:cubicBezTo>
                  <a:cubicBezTo>
                    <a:pt x="1" y="2297"/>
                    <a:pt x="568" y="3164"/>
                    <a:pt x="1369" y="3498"/>
                  </a:cubicBezTo>
                  <a:cubicBezTo>
                    <a:pt x="1616" y="3591"/>
                    <a:pt x="1887" y="3636"/>
                    <a:pt x="2160" y="3636"/>
                  </a:cubicBezTo>
                  <a:cubicBezTo>
                    <a:pt x="2771" y="3636"/>
                    <a:pt x="3399" y="3412"/>
                    <a:pt x="3837" y="2998"/>
                  </a:cubicBezTo>
                  <a:cubicBezTo>
                    <a:pt x="4504" y="2397"/>
                    <a:pt x="4471" y="1396"/>
                    <a:pt x="3937" y="696"/>
                  </a:cubicBezTo>
                  <a:cubicBezTo>
                    <a:pt x="3572" y="215"/>
                    <a:pt x="3019" y="1"/>
                    <a:pt x="2449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4" name="Google Shape;2784;p65"/>
            <p:cNvSpPr/>
            <p:nvPr/>
          </p:nvSpPr>
          <p:spPr>
            <a:xfrm>
              <a:off x="6113677" y="2201703"/>
              <a:ext cx="102534" cy="81364"/>
            </a:xfrm>
            <a:custGeom>
              <a:rect b="b" l="l" r="r" t="t"/>
              <a:pathLst>
                <a:path extrusionOk="0" h="4051" w="5105">
                  <a:moveTo>
                    <a:pt x="2135" y="743"/>
                  </a:moveTo>
                  <a:cubicBezTo>
                    <a:pt x="2669" y="810"/>
                    <a:pt x="3236" y="843"/>
                    <a:pt x="3670" y="1110"/>
                  </a:cubicBezTo>
                  <a:cubicBezTo>
                    <a:pt x="4170" y="1443"/>
                    <a:pt x="4270" y="2044"/>
                    <a:pt x="4037" y="2578"/>
                  </a:cubicBezTo>
                  <a:lnTo>
                    <a:pt x="4003" y="2578"/>
                  </a:lnTo>
                  <a:cubicBezTo>
                    <a:pt x="3748" y="3089"/>
                    <a:pt x="3251" y="3334"/>
                    <a:pt x="2718" y="3334"/>
                  </a:cubicBezTo>
                  <a:cubicBezTo>
                    <a:pt x="2624" y="3334"/>
                    <a:pt x="2530" y="3326"/>
                    <a:pt x="2436" y="3311"/>
                  </a:cubicBezTo>
                  <a:cubicBezTo>
                    <a:pt x="1868" y="3245"/>
                    <a:pt x="868" y="2778"/>
                    <a:pt x="1001" y="2077"/>
                  </a:cubicBezTo>
                  <a:cubicBezTo>
                    <a:pt x="1035" y="1677"/>
                    <a:pt x="1335" y="1310"/>
                    <a:pt x="1635" y="1077"/>
                  </a:cubicBezTo>
                  <a:cubicBezTo>
                    <a:pt x="1802" y="910"/>
                    <a:pt x="1969" y="810"/>
                    <a:pt x="2135" y="743"/>
                  </a:cubicBezTo>
                  <a:close/>
                  <a:moveTo>
                    <a:pt x="2586" y="1"/>
                  </a:moveTo>
                  <a:cubicBezTo>
                    <a:pt x="2327" y="1"/>
                    <a:pt x="2069" y="42"/>
                    <a:pt x="1835" y="143"/>
                  </a:cubicBezTo>
                  <a:cubicBezTo>
                    <a:pt x="1768" y="176"/>
                    <a:pt x="1702" y="243"/>
                    <a:pt x="1668" y="309"/>
                  </a:cubicBezTo>
                  <a:cubicBezTo>
                    <a:pt x="1101" y="610"/>
                    <a:pt x="668" y="1043"/>
                    <a:pt x="434" y="1644"/>
                  </a:cubicBezTo>
                  <a:cubicBezTo>
                    <a:pt x="0" y="2678"/>
                    <a:pt x="868" y="3545"/>
                    <a:pt x="1768" y="3879"/>
                  </a:cubicBezTo>
                  <a:cubicBezTo>
                    <a:pt x="2072" y="3991"/>
                    <a:pt x="2398" y="4050"/>
                    <a:pt x="2721" y="4050"/>
                  </a:cubicBezTo>
                  <a:cubicBezTo>
                    <a:pt x="3358" y="4050"/>
                    <a:pt x="3983" y="3820"/>
                    <a:pt x="4404" y="3311"/>
                  </a:cubicBezTo>
                  <a:cubicBezTo>
                    <a:pt x="4971" y="2611"/>
                    <a:pt x="5104" y="1577"/>
                    <a:pt x="4504" y="843"/>
                  </a:cubicBezTo>
                  <a:cubicBezTo>
                    <a:pt x="4237" y="476"/>
                    <a:pt x="3803" y="209"/>
                    <a:pt x="3336" y="109"/>
                  </a:cubicBezTo>
                  <a:cubicBezTo>
                    <a:pt x="3103" y="42"/>
                    <a:pt x="2844" y="1"/>
                    <a:pt x="2586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5" name="Google Shape;2785;p65"/>
            <p:cNvSpPr/>
            <p:nvPr/>
          </p:nvSpPr>
          <p:spPr>
            <a:xfrm>
              <a:off x="5741844" y="2203149"/>
              <a:ext cx="82429" cy="70940"/>
            </a:xfrm>
            <a:custGeom>
              <a:rect b="b" l="l" r="r" t="t"/>
              <a:pathLst>
                <a:path extrusionOk="0" h="3532" w="4104">
                  <a:moveTo>
                    <a:pt x="2624" y="607"/>
                  </a:moveTo>
                  <a:cubicBezTo>
                    <a:pt x="2810" y="607"/>
                    <a:pt x="2979" y="669"/>
                    <a:pt x="3102" y="838"/>
                  </a:cubicBezTo>
                  <a:cubicBezTo>
                    <a:pt x="3436" y="1238"/>
                    <a:pt x="3269" y="1872"/>
                    <a:pt x="2969" y="2239"/>
                  </a:cubicBezTo>
                  <a:cubicBezTo>
                    <a:pt x="2652" y="2650"/>
                    <a:pt x="2095" y="2942"/>
                    <a:pt x="1583" y="2942"/>
                  </a:cubicBezTo>
                  <a:cubicBezTo>
                    <a:pt x="1556" y="2942"/>
                    <a:pt x="1528" y="2941"/>
                    <a:pt x="1501" y="2939"/>
                  </a:cubicBezTo>
                  <a:cubicBezTo>
                    <a:pt x="1234" y="2939"/>
                    <a:pt x="968" y="2873"/>
                    <a:pt x="801" y="2672"/>
                  </a:cubicBezTo>
                  <a:cubicBezTo>
                    <a:pt x="601" y="2472"/>
                    <a:pt x="567" y="2139"/>
                    <a:pt x="634" y="1872"/>
                  </a:cubicBezTo>
                  <a:cubicBezTo>
                    <a:pt x="701" y="1505"/>
                    <a:pt x="934" y="1171"/>
                    <a:pt x="1234" y="938"/>
                  </a:cubicBezTo>
                  <a:cubicBezTo>
                    <a:pt x="1278" y="1002"/>
                    <a:pt x="1348" y="1039"/>
                    <a:pt x="1420" y="1039"/>
                  </a:cubicBezTo>
                  <a:cubicBezTo>
                    <a:pt x="1460" y="1039"/>
                    <a:pt x="1499" y="1028"/>
                    <a:pt x="1535" y="1005"/>
                  </a:cubicBezTo>
                  <a:cubicBezTo>
                    <a:pt x="1822" y="850"/>
                    <a:pt x="2257" y="607"/>
                    <a:pt x="2624" y="607"/>
                  </a:cubicBezTo>
                  <a:close/>
                  <a:moveTo>
                    <a:pt x="2651" y="1"/>
                  </a:moveTo>
                  <a:cubicBezTo>
                    <a:pt x="2624" y="1"/>
                    <a:pt x="2596" y="2"/>
                    <a:pt x="2569" y="4"/>
                  </a:cubicBezTo>
                  <a:cubicBezTo>
                    <a:pt x="2235" y="4"/>
                    <a:pt x="1935" y="137"/>
                    <a:pt x="1701" y="304"/>
                  </a:cubicBezTo>
                  <a:cubicBezTo>
                    <a:pt x="1034" y="404"/>
                    <a:pt x="467" y="871"/>
                    <a:pt x="200" y="1505"/>
                  </a:cubicBezTo>
                  <a:cubicBezTo>
                    <a:pt x="34" y="1939"/>
                    <a:pt x="0" y="2406"/>
                    <a:pt x="200" y="2806"/>
                  </a:cubicBezTo>
                  <a:cubicBezTo>
                    <a:pt x="401" y="3173"/>
                    <a:pt x="734" y="3373"/>
                    <a:pt x="1101" y="3473"/>
                  </a:cubicBezTo>
                  <a:cubicBezTo>
                    <a:pt x="1254" y="3513"/>
                    <a:pt x="1412" y="3532"/>
                    <a:pt x="1570" y="3532"/>
                  </a:cubicBezTo>
                  <a:cubicBezTo>
                    <a:pt x="2202" y="3532"/>
                    <a:pt x="2842" y="3233"/>
                    <a:pt x="3269" y="2806"/>
                  </a:cubicBezTo>
                  <a:cubicBezTo>
                    <a:pt x="3836" y="2239"/>
                    <a:pt x="4103" y="1338"/>
                    <a:pt x="3703" y="604"/>
                  </a:cubicBezTo>
                  <a:cubicBezTo>
                    <a:pt x="3484" y="229"/>
                    <a:pt x="3061" y="1"/>
                    <a:pt x="2651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6" name="Google Shape;2786;p65"/>
            <p:cNvSpPr/>
            <p:nvPr/>
          </p:nvSpPr>
          <p:spPr>
            <a:xfrm>
              <a:off x="8076705" y="2797203"/>
              <a:ext cx="77066" cy="71543"/>
            </a:xfrm>
            <a:custGeom>
              <a:rect b="b" l="l" r="r" t="t"/>
              <a:pathLst>
                <a:path extrusionOk="0" h="3562" w="3837">
                  <a:moveTo>
                    <a:pt x="1702" y="482"/>
                  </a:moveTo>
                  <a:cubicBezTo>
                    <a:pt x="1729" y="618"/>
                    <a:pt x="1869" y="733"/>
                    <a:pt x="2010" y="733"/>
                  </a:cubicBezTo>
                  <a:cubicBezTo>
                    <a:pt x="2041" y="733"/>
                    <a:pt x="2072" y="727"/>
                    <a:pt x="2102" y="715"/>
                  </a:cubicBezTo>
                  <a:cubicBezTo>
                    <a:pt x="2181" y="691"/>
                    <a:pt x="2259" y="679"/>
                    <a:pt x="2334" y="679"/>
                  </a:cubicBezTo>
                  <a:cubicBezTo>
                    <a:pt x="2766" y="679"/>
                    <a:pt x="3118" y="1061"/>
                    <a:pt x="3203" y="1516"/>
                  </a:cubicBezTo>
                  <a:cubicBezTo>
                    <a:pt x="3270" y="2049"/>
                    <a:pt x="2936" y="2583"/>
                    <a:pt x="2503" y="2850"/>
                  </a:cubicBezTo>
                  <a:cubicBezTo>
                    <a:pt x="2299" y="2959"/>
                    <a:pt x="2067" y="3018"/>
                    <a:pt x="1839" y="3018"/>
                  </a:cubicBezTo>
                  <a:cubicBezTo>
                    <a:pt x="1582" y="3018"/>
                    <a:pt x="1330" y="2943"/>
                    <a:pt x="1135" y="2783"/>
                  </a:cubicBezTo>
                  <a:cubicBezTo>
                    <a:pt x="768" y="2450"/>
                    <a:pt x="535" y="1916"/>
                    <a:pt x="701" y="1449"/>
                  </a:cubicBezTo>
                  <a:cubicBezTo>
                    <a:pt x="835" y="1149"/>
                    <a:pt x="1035" y="915"/>
                    <a:pt x="1302" y="749"/>
                  </a:cubicBezTo>
                  <a:cubicBezTo>
                    <a:pt x="1435" y="648"/>
                    <a:pt x="1569" y="548"/>
                    <a:pt x="1702" y="482"/>
                  </a:cubicBezTo>
                  <a:close/>
                  <a:moveTo>
                    <a:pt x="2098" y="1"/>
                  </a:moveTo>
                  <a:cubicBezTo>
                    <a:pt x="2089" y="1"/>
                    <a:pt x="2079" y="5"/>
                    <a:pt x="2069" y="15"/>
                  </a:cubicBezTo>
                  <a:cubicBezTo>
                    <a:pt x="1369" y="215"/>
                    <a:pt x="635" y="482"/>
                    <a:pt x="301" y="1182"/>
                  </a:cubicBezTo>
                  <a:cubicBezTo>
                    <a:pt x="1" y="1849"/>
                    <a:pt x="201" y="2617"/>
                    <a:pt x="701" y="3084"/>
                  </a:cubicBezTo>
                  <a:cubicBezTo>
                    <a:pt x="1028" y="3410"/>
                    <a:pt x="1454" y="3562"/>
                    <a:pt x="1888" y="3562"/>
                  </a:cubicBezTo>
                  <a:cubicBezTo>
                    <a:pt x="2164" y="3562"/>
                    <a:pt x="2444" y="3500"/>
                    <a:pt x="2703" y="3384"/>
                  </a:cubicBezTo>
                  <a:cubicBezTo>
                    <a:pt x="3403" y="3050"/>
                    <a:pt x="3837" y="2283"/>
                    <a:pt x="3804" y="1516"/>
                  </a:cubicBezTo>
                  <a:cubicBezTo>
                    <a:pt x="3804" y="1015"/>
                    <a:pt x="3570" y="582"/>
                    <a:pt x="3170" y="282"/>
                  </a:cubicBezTo>
                  <a:cubicBezTo>
                    <a:pt x="2959" y="123"/>
                    <a:pt x="2685" y="27"/>
                    <a:pt x="2398" y="27"/>
                  </a:cubicBezTo>
                  <a:cubicBezTo>
                    <a:pt x="2322" y="27"/>
                    <a:pt x="2246" y="34"/>
                    <a:pt x="2169" y="48"/>
                  </a:cubicBezTo>
                  <a:cubicBezTo>
                    <a:pt x="2146" y="24"/>
                    <a:pt x="2122" y="1"/>
                    <a:pt x="2098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7" name="Google Shape;2787;p65"/>
            <p:cNvSpPr/>
            <p:nvPr/>
          </p:nvSpPr>
          <p:spPr>
            <a:xfrm>
              <a:off x="7660724" y="2794231"/>
              <a:ext cx="94420" cy="77548"/>
            </a:xfrm>
            <a:custGeom>
              <a:rect b="b" l="l" r="r" t="t"/>
              <a:pathLst>
                <a:path extrusionOk="0" h="3861" w="4701">
                  <a:moveTo>
                    <a:pt x="2556" y="742"/>
                  </a:moveTo>
                  <a:cubicBezTo>
                    <a:pt x="3062" y="742"/>
                    <a:pt x="3572" y="969"/>
                    <a:pt x="3833" y="1430"/>
                  </a:cubicBezTo>
                  <a:cubicBezTo>
                    <a:pt x="4100" y="1897"/>
                    <a:pt x="4000" y="2564"/>
                    <a:pt x="3633" y="2931"/>
                  </a:cubicBezTo>
                  <a:cubicBezTo>
                    <a:pt x="3377" y="3188"/>
                    <a:pt x="3039" y="3316"/>
                    <a:pt x="2702" y="3316"/>
                  </a:cubicBezTo>
                  <a:cubicBezTo>
                    <a:pt x="2469" y="3316"/>
                    <a:pt x="2237" y="3254"/>
                    <a:pt x="2032" y="3131"/>
                  </a:cubicBezTo>
                  <a:cubicBezTo>
                    <a:pt x="1498" y="2865"/>
                    <a:pt x="998" y="2298"/>
                    <a:pt x="1198" y="1664"/>
                  </a:cubicBezTo>
                  <a:cubicBezTo>
                    <a:pt x="1378" y="1052"/>
                    <a:pt x="1965" y="742"/>
                    <a:pt x="2556" y="742"/>
                  </a:cubicBezTo>
                  <a:close/>
                  <a:moveTo>
                    <a:pt x="2617" y="0"/>
                  </a:moveTo>
                  <a:cubicBezTo>
                    <a:pt x="1275" y="0"/>
                    <a:pt x="0" y="1905"/>
                    <a:pt x="998" y="2965"/>
                  </a:cubicBezTo>
                  <a:cubicBezTo>
                    <a:pt x="1131" y="3131"/>
                    <a:pt x="1298" y="3298"/>
                    <a:pt x="1498" y="3432"/>
                  </a:cubicBezTo>
                  <a:cubicBezTo>
                    <a:pt x="1846" y="3707"/>
                    <a:pt x="2285" y="3861"/>
                    <a:pt x="2726" y="3861"/>
                  </a:cubicBezTo>
                  <a:cubicBezTo>
                    <a:pt x="3088" y="3861"/>
                    <a:pt x="3451" y="3757"/>
                    <a:pt x="3766" y="3532"/>
                  </a:cubicBezTo>
                  <a:cubicBezTo>
                    <a:pt x="4434" y="3065"/>
                    <a:pt x="4700" y="2164"/>
                    <a:pt x="4434" y="1397"/>
                  </a:cubicBezTo>
                  <a:cubicBezTo>
                    <a:pt x="4200" y="796"/>
                    <a:pt x="3600" y="363"/>
                    <a:pt x="2999" y="329"/>
                  </a:cubicBezTo>
                  <a:cubicBezTo>
                    <a:pt x="3066" y="229"/>
                    <a:pt x="3066" y="63"/>
                    <a:pt x="2899" y="29"/>
                  </a:cubicBezTo>
                  <a:cubicBezTo>
                    <a:pt x="2805" y="10"/>
                    <a:pt x="2711" y="0"/>
                    <a:pt x="2617" y="0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8" name="Google Shape;2788;p65"/>
            <p:cNvSpPr/>
            <p:nvPr/>
          </p:nvSpPr>
          <p:spPr>
            <a:xfrm>
              <a:off x="7283468" y="2795175"/>
              <a:ext cx="96488" cy="76082"/>
            </a:xfrm>
            <a:custGeom>
              <a:rect b="b" l="l" r="r" t="t"/>
              <a:pathLst>
                <a:path extrusionOk="0" h="3788" w="4804">
                  <a:moveTo>
                    <a:pt x="1868" y="416"/>
                  </a:moveTo>
                  <a:cubicBezTo>
                    <a:pt x="1789" y="626"/>
                    <a:pt x="1917" y="877"/>
                    <a:pt x="2105" y="877"/>
                  </a:cubicBezTo>
                  <a:cubicBezTo>
                    <a:pt x="2156" y="877"/>
                    <a:pt x="2211" y="859"/>
                    <a:pt x="2268" y="816"/>
                  </a:cubicBezTo>
                  <a:cubicBezTo>
                    <a:pt x="2365" y="756"/>
                    <a:pt x="2466" y="730"/>
                    <a:pt x="2566" y="730"/>
                  </a:cubicBezTo>
                  <a:cubicBezTo>
                    <a:pt x="2744" y="730"/>
                    <a:pt x="2920" y="810"/>
                    <a:pt x="3069" y="916"/>
                  </a:cubicBezTo>
                  <a:cubicBezTo>
                    <a:pt x="3336" y="1083"/>
                    <a:pt x="3603" y="1350"/>
                    <a:pt x="3803" y="1583"/>
                  </a:cubicBezTo>
                  <a:cubicBezTo>
                    <a:pt x="4203" y="2117"/>
                    <a:pt x="3703" y="2684"/>
                    <a:pt x="3269" y="2951"/>
                  </a:cubicBezTo>
                  <a:lnTo>
                    <a:pt x="3236" y="2951"/>
                  </a:lnTo>
                  <a:cubicBezTo>
                    <a:pt x="2947" y="3129"/>
                    <a:pt x="2598" y="3218"/>
                    <a:pt x="2260" y="3218"/>
                  </a:cubicBezTo>
                  <a:cubicBezTo>
                    <a:pt x="2090" y="3218"/>
                    <a:pt x="1924" y="3196"/>
                    <a:pt x="1768" y="3151"/>
                  </a:cubicBezTo>
                  <a:cubicBezTo>
                    <a:pt x="1234" y="3018"/>
                    <a:pt x="634" y="2584"/>
                    <a:pt x="600" y="1984"/>
                  </a:cubicBezTo>
                  <a:cubicBezTo>
                    <a:pt x="600" y="1216"/>
                    <a:pt x="1234" y="716"/>
                    <a:pt x="1868" y="416"/>
                  </a:cubicBezTo>
                  <a:close/>
                  <a:moveTo>
                    <a:pt x="1919" y="0"/>
                  </a:moveTo>
                  <a:cubicBezTo>
                    <a:pt x="1894" y="0"/>
                    <a:pt x="1866" y="5"/>
                    <a:pt x="1835" y="16"/>
                  </a:cubicBezTo>
                  <a:cubicBezTo>
                    <a:pt x="1067" y="316"/>
                    <a:pt x="267" y="850"/>
                    <a:pt x="133" y="1750"/>
                  </a:cubicBezTo>
                  <a:cubicBezTo>
                    <a:pt x="0" y="2584"/>
                    <a:pt x="634" y="3285"/>
                    <a:pt x="1368" y="3585"/>
                  </a:cubicBezTo>
                  <a:cubicBezTo>
                    <a:pt x="1668" y="3720"/>
                    <a:pt x="2002" y="3787"/>
                    <a:pt x="2336" y="3787"/>
                  </a:cubicBezTo>
                  <a:cubicBezTo>
                    <a:pt x="2745" y="3787"/>
                    <a:pt x="3154" y="3687"/>
                    <a:pt x="3503" y="3485"/>
                  </a:cubicBezTo>
                  <a:cubicBezTo>
                    <a:pt x="4203" y="3118"/>
                    <a:pt x="4803" y="2251"/>
                    <a:pt x="4403" y="1450"/>
                  </a:cubicBezTo>
                  <a:cubicBezTo>
                    <a:pt x="4270" y="1216"/>
                    <a:pt x="4103" y="1016"/>
                    <a:pt x="3903" y="850"/>
                  </a:cubicBezTo>
                  <a:cubicBezTo>
                    <a:pt x="3736" y="683"/>
                    <a:pt x="3569" y="516"/>
                    <a:pt x="3369" y="383"/>
                  </a:cubicBezTo>
                  <a:cubicBezTo>
                    <a:pt x="3139" y="236"/>
                    <a:pt x="2855" y="142"/>
                    <a:pt x="2569" y="142"/>
                  </a:cubicBezTo>
                  <a:cubicBezTo>
                    <a:pt x="2400" y="142"/>
                    <a:pt x="2229" y="175"/>
                    <a:pt x="2068" y="249"/>
                  </a:cubicBezTo>
                  <a:cubicBezTo>
                    <a:pt x="2096" y="137"/>
                    <a:pt x="2053" y="0"/>
                    <a:pt x="1919" y="0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9" name="Google Shape;2789;p65"/>
            <p:cNvSpPr/>
            <p:nvPr/>
          </p:nvSpPr>
          <p:spPr>
            <a:xfrm>
              <a:off x="6884158" y="2794713"/>
              <a:ext cx="99180" cy="76745"/>
            </a:xfrm>
            <a:custGeom>
              <a:rect b="b" l="l" r="r" t="t"/>
              <a:pathLst>
                <a:path extrusionOk="0" h="3821" w="4938">
                  <a:moveTo>
                    <a:pt x="1535" y="739"/>
                  </a:moveTo>
                  <a:cubicBezTo>
                    <a:pt x="1568" y="839"/>
                    <a:pt x="1635" y="873"/>
                    <a:pt x="1768" y="906"/>
                  </a:cubicBezTo>
                  <a:cubicBezTo>
                    <a:pt x="2025" y="906"/>
                    <a:pt x="2306" y="881"/>
                    <a:pt x="2583" y="881"/>
                  </a:cubicBezTo>
                  <a:cubicBezTo>
                    <a:pt x="3027" y="881"/>
                    <a:pt x="3462" y="944"/>
                    <a:pt x="3770" y="1273"/>
                  </a:cubicBezTo>
                  <a:cubicBezTo>
                    <a:pt x="4237" y="1773"/>
                    <a:pt x="3870" y="2407"/>
                    <a:pt x="3403" y="2741"/>
                  </a:cubicBezTo>
                  <a:lnTo>
                    <a:pt x="3403" y="2774"/>
                  </a:lnTo>
                  <a:cubicBezTo>
                    <a:pt x="3052" y="3031"/>
                    <a:pt x="2571" y="3222"/>
                    <a:pt x="2096" y="3222"/>
                  </a:cubicBezTo>
                  <a:cubicBezTo>
                    <a:pt x="1893" y="3222"/>
                    <a:pt x="1691" y="3187"/>
                    <a:pt x="1501" y="3107"/>
                  </a:cubicBezTo>
                  <a:cubicBezTo>
                    <a:pt x="968" y="2907"/>
                    <a:pt x="601" y="2274"/>
                    <a:pt x="801" y="1673"/>
                  </a:cubicBezTo>
                  <a:cubicBezTo>
                    <a:pt x="934" y="1306"/>
                    <a:pt x="1201" y="1006"/>
                    <a:pt x="1535" y="739"/>
                  </a:cubicBezTo>
                  <a:close/>
                  <a:moveTo>
                    <a:pt x="2533" y="0"/>
                  </a:moveTo>
                  <a:cubicBezTo>
                    <a:pt x="2523" y="0"/>
                    <a:pt x="2513" y="2"/>
                    <a:pt x="2502" y="5"/>
                  </a:cubicBezTo>
                  <a:cubicBezTo>
                    <a:pt x="1635" y="105"/>
                    <a:pt x="801" y="539"/>
                    <a:pt x="400" y="1340"/>
                  </a:cubicBezTo>
                  <a:cubicBezTo>
                    <a:pt x="0" y="2107"/>
                    <a:pt x="334" y="3007"/>
                    <a:pt x="1001" y="3474"/>
                  </a:cubicBezTo>
                  <a:cubicBezTo>
                    <a:pt x="1332" y="3715"/>
                    <a:pt x="1730" y="3820"/>
                    <a:pt x="2136" y="3820"/>
                  </a:cubicBezTo>
                  <a:cubicBezTo>
                    <a:pt x="2629" y="3820"/>
                    <a:pt x="3133" y="3664"/>
                    <a:pt x="3536" y="3408"/>
                  </a:cubicBezTo>
                  <a:cubicBezTo>
                    <a:pt x="4303" y="2974"/>
                    <a:pt x="4937" y="2073"/>
                    <a:pt x="4503" y="1173"/>
                  </a:cubicBezTo>
                  <a:cubicBezTo>
                    <a:pt x="4170" y="439"/>
                    <a:pt x="3403" y="205"/>
                    <a:pt x="2635" y="205"/>
                  </a:cubicBezTo>
                  <a:cubicBezTo>
                    <a:pt x="2665" y="116"/>
                    <a:pt x="2615" y="0"/>
                    <a:pt x="2533" y="0"/>
                  </a:cubicBezTo>
                  <a:close/>
                </a:path>
              </a:pathLst>
            </a:custGeom>
            <a:solidFill>
              <a:srgbClr val="77457D"/>
            </a:solidFill>
            <a:ln cap="flat" cmpd="sng" w="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0" name="Google Shape;2790;p65"/>
            <p:cNvSpPr/>
            <p:nvPr/>
          </p:nvSpPr>
          <p:spPr>
            <a:xfrm>
              <a:off x="6502925" y="2796641"/>
              <a:ext cx="90483" cy="72808"/>
            </a:xfrm>
            <a:custGeom>
              <a:rect b="b" l="l" r="r" t="t"/>
              <a:pathLst>
                <a:path extrusionOk="0" h="3625" w="4505">
                  <a:moveTo>
                    <a:pt x="2449" y="668"/>
                  </a:moveTo>
                  <a:cubicBezTo>
                    <a:pt x="2761" y="668"/>
                    <a:pt x="3070" y="760"/>
                    <a:pt x="3303" y="977"/>
                  </a:cubicBezTo>
                  <a:cubicBezTo>
                    <a:pt x="3704" y="1344"/>
                    <a:pt x="3837" y="1977"/>
                    <a:pt x="3503" y="2444"/>
                  </a:cubicBezTo>
                  <a:cubicBezTo>
                    <a:pt x="3192" y="2808"/>
                    <a:pt x="2679" y="2989"/>
                    <a:pt x="2200" y="2989"/>
                  </a:cubicBezTo>
                  <a:cubicBezTo>
                    <a:pt x="2063" y="2989"/>
                    <a:pt x="1928" y="2974"/>
                    <a:pt x="1802" y="2945"/>
                  </a:cubicBezTo>
                  <a:cubicBezTo>
                    <a:pt x="1202" y="2811"/>
                    <a:pt x="668" y="2311"/>
                    <a:pt x="735" y="1644"/>
                  </a:cubicBezTo>
                  <a:cubicBezTo>
                    <a:pt x="768" y="1310"/>
                    <a:pt x="968" y="1077"/>
                    <a:pt x="1202" y="877"/>
                  </a:cubicBezTo>
                  <a:cubicBezTo>
                    <a:pt x="1264" y="918"/>
                    <a:pt x="1338" y="946"/>
                    <a:pt x="1418" y="946"/>
                  </a:cubicBezTo>
                  <a:cubicBezTo>
                    <a:pt x="1467" y="946"/>
                    <a:pt x="1518" y="935"/>
                    <a:pt x="1569" y="910"/>
                  </a:cubicBezTo>
                  <a:cubicBezTo>
                    <a:pt x="1819" y="760"/>
                    <a:pt x="2136" y="668"/>
                    <a:pt x="2449" y="668"/>
                  </a:cubicBezTo>
                  <a:close/>
                  <a:moveTo>
                    <a:pt x="2438" y="1"/>
                  </a:moveTo>
                  <a:cubicBezTo>
                    <a:pt x="2022" y="1"/>
                    <a:pt x="1599" y="119"/>
                    <a:pt x="1235" y="343"/>
                  </a:cubicBezTo>
                  <a:cubicBezTo>
                    <a:pt x="1202" y="343"/>
                    <a:pt x="1168" y="376"/>
                    <a:pt x="1168" y="410"/>
                  </a:cubicBezTo>
                  <a:cubicBezTo>
                    <a:pt x="735" y="610"/>
                    <a:pt x="401" y="910"/>
                    <a:pt x="268" y="1410"/>
                  </a:cubicBezTo>
                  <a:cubicBezTo>
                    <a:pt x="1" y="2278"/>
                    <a:pt x="568" y="3145"/>
                    <a:pt x="1369" y="3478"/>
                  </a:cubicBezTo>
                  <a:cubicBezTo>
                    <a:pt x="1629" y="3576"/>
                    <a:pt x="1914" y="3624"/>
                    <a:pt x="2202" y="3624"/>
                  </a:cubicBezTo>
                  <a:cubicBezTo>
                    <a:pt x="2799" y="3624"/>
                    <a:pt x="3409" y="3417"/>
                    <a:pt x="3837" y="3011"/>
                  </a:cubicBezTo>
                  <a:cubicBezTo>
                    <a:pt x="4504" y="2378"/>
                    <a:pt x="4471" y="1377"/>
                    <a:pt x="3937" y="710"/>
                  </a:cubicBezTo>
                  <a:cubicBezTo>
                    <a:pt x="3569" y="226"/>
                    <a:pt x="3011" y="1"/>
                    <a:pt x="2438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1" name="Google Shape;2791;p65"/>
            <p:cNvSpPr/>
            <p:nvPr/>
          </p:nvSpPr>
          <p:spPr>
            <a:xfrm>
              <a:off x="6113677" y="2792202"/>
              <a:ext cx="102534" cy="81405"/>
            </a:xfrm>
            <a:custGeom>
              <a:rect b="b" l="l" r="r" t="t"/>
              <a:pathLst>
                <a:path extrusionOk="0" h="4053" w="5105">
                  <a:moveTo>
                    <a:pt x="2135" y="731"/>
                  </a:moveTo>
                  <a:cubicBezTo>
                    <a:pt x="2669" y="831"/>
                    <a:pt x="3236" y="831"/>
                    <a:pt x="3670" y="1131"/>
                  </a:cubicBezTo>
                  <a:cubicBezTo>
                    <a:pt x="4170" y="1431"/>
                    <a:pt x="4270" y="2032"/>
                    <a:pt x="4037" y="2565"/>
                  </a:cubicBezTo>
                  <a:lnTo>
                    <a:pt x="4003" y="2565"/>
                  </a:lnTo>
                  <a:cubicBezTo>
                    <a:pt x="3736" y="3100"/>
                    <a:pt x="3204" y="3344"/>
                    <a:pt x="2644" y="3344"/>
                  </a:cubicBezTo>
                  <a:cubicBezTo>
                    <a:pt x="2575" y="3344"/>
                    <a:pt x="2505" y="3340"/>
                    <a:pt x="2436" y="3333"/>
                  </a:cubicBezTo>
                  <a:cubicBezTo>
                    <a:pt x="1868" y="3232"/>
                    <a:pt x="868" y="2799"/>
                    <a:pt x="1001" y="2065"/>
                  </a:cubicBezTo>
                  <a:cubicBezTo>
                    <a:pt x="1035" y="1665"/>
                    <a:pt x="1335" y="1298"/>
                    <a:pt x="1635" y="1064"/>
                  </a:cubicBezTo>
                  <a:cubicBezTo>
                    <a:pt x="1802" y="931"/>
                    <a:pt x="1969" y="831"/>
                    <a:pt x="2135" y="731"/>
                  </a:cubicBezTo>
                  <a:close/>
                  <a:moveTo>
                    <a:pt x="2543" y="1"/>
                  </a:moveTo>
                  <a:cubicBezTo>
                    <a:pt x="2299" y="1"/>
                    <a:pt x="2056" y="36"/>
                    <a:pt x="1835" y="130"/>
                  </a:cubicBezTo>
                  <a:cubicBezTo>
                    <a:pt x="1768" y="164"/>
                    <a:pt x="1702" y="230"/>
                    <a:pt x="1668" y="330"/>
                  </a:cubicBezTo>
                  <a:cubicBezTo>
                    <a:pt x="1101" y="597"/>
                    <a:pt x="668" y="1064"/>
                    <a:pt x="434" y="1631"/>
                  </a:cubicBezTo>
                  <a:cubicBezTo>
                    <a:pt x="0" y="2665"/>
                    <a:pt x="868" y="3533"/>
                    <a:pt x="1768" y="3866"/>
                  </a:cubicBezTo>
                  <a:cubicBezTo>
                    <a:pt x="2072" y="3990"/>
                    <a:pt x="2397" y="4053"/>
                    <a:pt x="2721" y="4053"/>
                  </a:cubicBezTo>
                  <a:cubicBezTo>
                    <a:pt x="3357" y="4053"/>
                    <a:pt x="3983" y="3808"/>
                    <a:pt x="4404" y="3299"/>
                  </a:cubicBezTo>
                  <a:cubicBezTo>
                    <a:pt x="4971" y="2599"/>
                    <a:pt x="5104" y="1598"/>
                    <a:pt x="4504" y="831"/>
                  </a:cubicBezTo>
                  <a:cubicBezTo>
                    <a:pt x="4237" y="464"/>
                    <a:pt x="3803" y="230"/>
                    <a:pt x="3336" y="97"/>
                  </a:cubicBezTo>
                  <a:cubicBezTo>
                    <a:pt x="3090" y="44"/>
                    <a:pt x="2816" y="1"/>
                    <a:pt x="2543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2" name="Google Shape;2792;p65"/>
            <p:cNvSpPr/>
            <p:nvPr/>
          </p:nvSpPr>
          <p:spPr>
            <a:xfrm>
              <a:off x="5741844" y="2797424"/>
              <a:ext cx="82429" cy="71000"/>
            </a:xfrm>
            <a:custGeom>
              <a:rect b="b" l="l" r="r" t="t"/>
              <a:pathLst>
                <a:path extrusionOk="0" h="3535" w="4104">
                  <a:moveTo>
                    <a:pt x="2624" y="607"/>
                  </a:moveTo>
                  <a:cubicBezTo>
                    <a:pt x="2810" y="607"/>
                    <a:pt x="2979" y="669"/>
                    <a:pt x="3102" y="838"/>
                  </a:cubicBezTo>
                  <a:cubicBezTo>
                    <a:pt x="3436" y="1238"/>
                    <a:pt x="3269" y="1872"/>
                    <a:pt x="2969" y="2239"/>
                  </a:cubicBezTo>
                  <a:cubicBezTo>
                    <a:pt x="2635" y="2706"/>
                    <a:pt x="2035" y="2972"/>
                    <a:pt x="1501" y="2972"/>
                  </a:cubicBezTo>
                  <a:cubicBezTo>
                    <a:pt x="1234" y="2939"/>
                    <a:pt x="968" y="2872"/>
                    <a:pt x="801" y="2706"/>
                  </a:cubicBezTo>
                  <a:cubicBezTo>
                    <a:pt x="601" y="2505"/>
                    <a:pt x="567" y="2139"/>
                    <a:pt x="634" y="1872"/>
                  </a:cubicBezTo>
                  <a:cubicBezTo>
                    <a:pt x="701" y="1505"/>
                    <a:pt x="934" y="1171"/>
                    <a:pt x="1234" y="938"/>
                  </a:cubicBezTo>
                  <a:cubicBezTo>
                    <a:pt x="1278" y="1003"/>
                    <a:pt x="1350" y="1054"/>
                    <a:pt x="1422" y="1054"/>
                  </a:cubicBezTo>
                  <a:cubicBezTo>
                    <a:pt x="1461" y="1054"/>
                    <a:pt x="1500" y="1039"/>
                    <a:pt x="1535" y="1004"/>
                  </a:cubicBezTo>
                  <a:cubicBezTo>
                    <a:pt x="1822" y="850"/>
                    <a:pt x="2257" y="607"/>
                    <a:pt x="2624" y="607"/>
                  </a:cubicBezTo>
                  <a:close/>
                  <a:moveTo>
                    <a:pt x="2651" y="1"/>
                  </a:moveTo>
                  <a:cubicBezTo>
                    <a:pt x="2624" y="1"/>
                    <a:pt x="2596" y="2"/>
                    <a:pt x="2569" y="4"/>
                  </a:cubicBezTo>
                  <a:cubicBezTo>
                    <a:pt x="2235" y="37"/>
                    <a:pt x="1935" y="170"/>
                    <a:pt x="1701" y="337"/>
                  </a:cubicBezTo>
                  <a:cubicBezTo>
                    <a:pt x="1034" y="437"/>
                    <a:pt x="467" y="871"/>
                    <a:pt x="200" y="1538"/>
                  </a:cubicBezTo>
                  <a:cubicBezTo>
                    <a:pt x="34" y="1938"/>
                    <a:pt x="0" y="2439"/>
                    <a:pt x="200" y="2839"/>
                  </a:cubicBezTo>
                  <a:cubicBezTo>
                    <a:pt x="401" y="3173"/>
                    <a:pt x="734" y="3406"/>
                    <a:pt x="1101" y="3473"/>
                  </a:cubicBezTo>
                  <a:cubicBezTo>
                    <a:pt x="1262" y="3515"/>
                    <a:pt x="1428" y="3535"/>
                    <a:pt x="1594" y="3535"/>
                  </a:cubicBezTo>
                  <a:cubicBezTo>
                    <a:pt x="2218" y="3535"/>
                    <a:pt x="2848" y="3253"/>
                    <a:pt x="3269" y="2806"/>
                  </a:cubicBezTo>
                  <a:cubicBezTo>
                    <a:pt x="3836" y="2239"/>
                    <a:pt x="4103" y="1338"/>
                    <a:pt x="3703" y="604"/>
                  </a:cubicBezTo>
                  <a:cubicBezTo>
                    <a:pt x="3484" y="229"/>
                    <a:pt x="3061" y="1"/>
                    <a:pt x="2651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3" name="Google Shape;2793;p65"/>
            <p:cNvSpPr/>
            <p:nvPr/>
          </p:nvSpPr>
          <p:spPr>
            <a:xfrm>
              <a:off x="7674061" y="3100326"/>
              <a:ext cx="81083" cy="73612"/>
            </a:xfrm>
            <a:custGeom>
              <a:rect b="b" l="l" r="r" t="t"/>
              <a:pathLst>
                <a:path extrusionOk="0" h="3665" w="4037">
                  <a:moveTo>
                    <a:pt x="1987" y="647"/>
                  </a:moveTo>
                  <a:cubicBezTo>
                    <a:pt x="2458" y="647"/>
                    <a:pt x="2922" y="816"/>
                    <a:pt x="3169" y="1234"/>
                  </a:cubicBezTo>
                  <a:cubicBezTo>
                    <a:pt x="3436" y="1701"/>
                    <a:pt x="3336" y="2369"/>
                    <a:pt x="2969" y="2735"/>
                  </a:cubicBezTo>
                  <a:cubicBezTo>
                    <a:pt x="2713" y="2992"/>
                    <a:pt x="2375" y="3120"/>
                    <a:pt x="2038" y="3120"/>
                  </a:cubicBezTo>
                  <a:cubicBezTo>
                    <a:pt x="1805" y="3120"/>
                    <a:pt x="1573" y="3058"/>
                    <a:pt x="1368" y="2936"/>
                  </a:cubicBezTo>
                  <a:cubicBezTo>
                    <a:pt x="567" y="2502"/>
                    <a:pt x="67" y="1501"/>
                    <a:pt x="1001" y="901"/>
                  </a:cubicBezTo>
                  <a:cubicBezTo>
                    <a:pt x="1273" y="743"/>
                    <a:pt x="1632" y="647"/>
                    <a:pt x="1987" y="647"/>
                  </a:cubicBezTo>
                  <a:close/>
                  <a:moveTo>
                    <a:pt x="1822" y="0"/>
                  </a:moveTo>
                  <a:cubicBezTo>
                    <a:pt x="1618" y="0"/>
                    <a:pt x="1419" y="32"/>
                    <a:pt x="1234" y="100"/>
                  </a:cubicBezTo>
                  <a:cubicBezTo>
                    <a:pt x="834" y="234"/>
                    <a:pt x="467" y="567"/>
                    <a:pt x="267" y="968"/>
                  </a:cubicBezTo>
                  <a:cubicBezTo>
                    <a:pt x="134" y="1234"/>
                    <a:pt x="100" y="1535"/>
                    <a:pt x="67" y="1835"/>
                  </a:cubicBezTo>
                  <a:cubicBezTo>
                    <a:pt x="0" y="2502"/>
                    <a:pt x="300" y="2836"/>
                    <a:pt x="834" y="3236"/>
                  </a:cubicBezTo>
                  <a:cubicBezTo>
                    <a:pt x="1182" y="3511"/>
                    <a:pt x="1621" y="3665"/>
                    <a:pt x="2062" y="3665"/>
                  </a:cubicBezTo>
                  <a:cubicBezTo>
                    <a:pt x="2424" y="3665"/>
                    <a:pt x="2787" y="3561"/>
                    <a:pt x="3102" y="3336"/>
                  </a:cubicBezTo>
                  <a:cubicBezTo>
                    <a:pt x="3770" y="2869"/>
                    <a:pt x="4036" y="1968"/>
                    <a:pt x="3770" y="1201"/>
                  </a:cubicBezTo>
                  <a:cubicBezTo>
                    <a:pt x="3478" y="484"/>
                    <a:pt x="2616" y="0"/>
                    <a:pt x="1822" y="0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4" name="Google Shape;2794;p65"/>
            <p:cNvSpPr/>
            <p:nvPr/>
          </p:nvSpPr>
          <p:spPr>
            <a:xfrm>
              <a:off x="7283468" y="3088155"/>
              <a:ext cx="96488" cy="76343"/>
            </a:xfrm>
            <a:custGeom>
              <a:rect b="b" l="l" r="r" t="t"/>
              <a:pathLst>
                <a:path extrusionOk="0" h="3801" w="4804">
                  <a:moveTo>
                    <a:pt x="1868" y="439"/>
                  </a:moveTo>
                  <a:cubicBezTo>
                    <a:pt x="1787" y="629"/>
                    <a:pt x="1926" y="885"/>
                    <a:pt x="2123" y="885"/>
                  </a:cubicBezTo>
                  <a:cubicBezTo>
                    <a:pt x="2169" y="885"/>
                    <a:pt x="2218" y="871"/>
                    <a:pt x="2268" y="840"/>
                  </a:cubicBezTo>
                  <a:cubicBezTo>
                    <a:pt x="2365" y="779"/>
                    <a:pt x="2466" y="754"/>
                    <a:pt x="2566" y="754"/>
                  </a:cubicBezTo>
                  <a:cubicBezTo>
                    <a:pt x="2744" y="754"/>
                    <a:pt x="2920" y="833"/>
                    <a:pt x="3069" y="940"/>
                  </a:cubicBezTo>
                  <a:cubicBezTo>
                    <a:pt x="3336" y="1107"/>
                    <a:pt x="3603" y="1373"/>
                    <a:pt x="3803" y="1607"/>
                  </a:cubicBezTo>
                  <a:cubicBezTo>
                    <a:pt x="4203" y="2141"/>
                    <a:pt x="3703" y="2708"/>
                    <a:pt x="3269" y="2975"/>
                  </a:cubicBezTo>
                  <a:lnTo>
                    <a:pt x="3236" y="2975"/>
                  </a:lnTo>
                  <a:cubicBezTo>
                    <a:pt x="2947" y="3152"/>
                    <a:pt x="2598" y="3241"/>
                    <a:pt x="2260" y="3241"/>
                  </a:cubicBezTo>
                  <a:cubicBezTo>
                    <a:pt x="2090" y="3241"/>
                    <a:pt x="1924" y="3219"/>
                    <a:pt x="1768" y="3175"/>
                  </a:cubicBezTo>
                  <a:cubicBezTo>
                    <a:pt x="1234" y="3008"/>
                    <a:pt x="634" y="2608"/>
                    <a:pt x="600" y="2007"/>
                  </a:cubicBezTo>
                  <a:cubicBezTo>
                    <a:pt x="600" y="1240"/>
                    <a:pt x="1234" y="740"/>
                    <a:pt x="1868" y="439"/>
                  </a:cubicBezTo>
                  <a:close/>
                  <a:moveTo>
                    <a:pt x="1894" y="1"/>
                  </a:moveTo>
                  <a:cubicBezTo>
                    <a:pt x="1875" y="1"/>
                    <a:pt x="1856" y="2"/>
                    <a:pt x="1835" y="6"/>
                  </a:cubicBezTo>
                  <a:cubicBezTo>
                    <a:pt x="1067" y="306"/>
                    <a:pt x="267" y="840"/>
                    <a:pt x="133" y="1740"/>
                  </a:cubicBezTo>
                  <a:cubicBezTo>
                    <a:pt x="0" y="2608"/>
                    <a:pt x="634" y="3308"/>
                    <a:pt x="1368" y="3608"/>
                  </a:cubicBezTo>
                  <a:cubicBezTo>
                    <a:pt x="1658" y="3739"/>
                    <a:pt x="1979" y="3800"/>
                    <a:pt x="2303" y="3800"/>
                  </a:cubicBezTo>
                  <a:cubicBezTo>
                    <a:pt x="2722" y="3800"/>
                    <a:pt x="3144" y="3697"/>
                    <a:pt x="3503" y="3508"/>
                  </a:cubicBezTo>
                  <a:cubicBezTo>
                    <a:pt x="4203" y="3108"/>
                    <a:pt x="4803" y="2241"/>
                    <a:pt x="4403" y="1440"/>
                  </a:cubicBezTo>
                  <a:cubicBezTo>
                    <a:pt x="4270" y="1240"/>
                    <a:pt x="4103" y="1040"/>
                    <a:pt x="3903" y="873"/>
                  </a:cubicBezTo>
                  <a:cubicBezTo>
                    <a:pt x="3736" y="706"/>
                    <a:pt x="3569" y="539"/>
                    <a:pt x="3369" y="406"/>
                  </a:cubicBezTo>
                  <a:cubicBezTo>
                    <a:pt x="3135" y="236"/>
                    <a:pt x="2847" y="134"/>
                    <a:pt x="2557" y="134"/>
                  </a:cubicBezTo>
                  <a:cubicBezTo>
                    <a:pt x="2391" y="134"/>
                    <a:pt x="2225" y="167"/>
                    <a:pt x="2068" y="239"/>
                  </a:cubicBezTo>
                  <a:cubicBezTo>
                    <a:pt x="2098" y="120"/>
                    <a:pt x="2048" y="1"/>
                    <a:pt x="1894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5" name="Google Shape;2795;p65"/>
            <p:cNvSpPr/>
            <p:nvPr/>
          </p:nvSpPr>
          <p:spPr>
            <a:xfrm>
              <a:off x="6884158" y="3090264"/>
              <a:ext cx="99180" cy="76986"/>
            </a:xfrm>
            <a:custGeom>
              <a:rect b="b" l="l" r="r" t="t"/>
              <a:pathLst>
                <a:path extrusionOk="0" h="3833" w="4938">
                  <a:moveTo>
                    <a:pt x="1535" y="768"/>
                  </a:moveTo>
                  <a:cubicBezTo>
                    <a:pt x="1568" y="835"/>
                    <a:pt x="1635" y="901"/>
                    <a:pt x="1768" y="901"/>
                  </a:cubicBezTo>
                  <a:cubicBezTo>
                    <a:pt x="2015" y="901"/>
                    <a:pt x="2285" y="879"/>
                    <a:pt x="2553" y="879"/>
                  </a:cubicBezTo>
                  <a:cubicBezTo>
                    <a:pt x="3007" y="879"/>
                    <a:pt x="3455" y="945"/>
                    <a:pt x="3770" y="1302"/>
                  </a:cubicBezTo>
                  <a:cubicBezTo>
                    <a:pt x="4237" y="1769"/>
                    <a:pt x="3870" y="2436"/>
                    <a:pt x="3403" y="2769"/>
                  </a:cubicBezTo>
                  <a:cubicBezTo>
                    <a:pt x="3048" y="3053"/>
                    <a:pt x="2561" y="3236"/>
                    <a:pt x="2081" y="3236"/>
                  </a:cubicBezTo>
                  <a:cubicBezTo>
                    <a:pt x="1883" y="3236"/>
                    <a:pt x="1686" y="3205"/>
                    <a:pt x="1501" y="3136"/>
                  </a:cubicBezTo>
                  <a:cubicBezTo>
                    <a:pt x="968" y="2903"/>
                    <a:pt x="601" y="2269"/>
                    <a:pt x="801" y="1702"/>
                  </a:cubicBezTo>
                  <a:cubicBezTo>
                    <a:pt x="934" y="1335"/>
                    <a:pt x="1201" y="1002"/>
                    <a:pt x="1535" y="768"/>
                  </a:cubicBezTo>
                  <a:close/>
                  <a:moveTo>
                    <a:pt x="2502" y="1"/>
                  </a:moveTo>
                  <a:cubicBezTo>
                    <a:pt x="1635" y="101"/>
                    <a:pt x="801" y="568"/>
                    <a:pt x="400" y="1335"/>
                  </a:cubicBezTo>
                  <a:cubicBezTo>
                    <a:pt x="0" y="2102"/>
                    <a:pt x="334" y="3003"/>
                    <a:pt x="1001" y="3470"/>
                  </a:cubicBezTo>
                  <a:cubicBezTo>
                    <a:pt x="1332" y="3726"/>
                    <a:pt x="1731" y="3832"/>
                    <a:pt x="2136" y="3832"/>
                  </a:cubicBezTo>
                  <a:cubicBezTo>
                    <a:pt x="2630" y="3832"/>
                    <a:pt x="3133" y="3675"/>
                    <a:pt x="3536" y="3437"/>
                  </a:cubicBezTo>
                  <a:cubicBezTo>
                    <a:pt x="4303" y="3003"/>
                    <a:pt x="4937" y="2069"/>
                    <a:pt x="4503" y="1202"/>
                  </a:cubicBezTo>
                  <a:cubicBezTo>
                    <a:pt x="4188" y="508"/>
                    <a:pt x="3485" y="232"/>
                    <a:pt x="2761" y="232"/>
                  </a:cubicBezTo>
                  <a:cubicBezTo>
                    <a:pt x="2719" y="232"/>
                    <a:pt x="2677" y="232"/>
                    <a:pt x="2635" y="234"/>
                  </a:cubicBezTo>
                  <a:cubicBezTo>
                    <a:pt x="2669" y="134"/>
                    <a:pt x="2602" y="1"/>
                    <a:pt x="2502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6" name="Google Shape;2796;p65"/>
            <p:cNvSpPr/>
            <p:nvPr/>
          </p:nvSpPr>
          <p:spPr>
            <a:xfrm>
              <a:off x="6502925" y="3095446"/>
              <a:ext cx="90483" cy="72808"/>
            </a:xfrm>
            <a:custGeom>
              <a:rect b="b" l="l" r="r" t="t"/>
              <a:pathLst>
                <a:path extrusionOk="0" h="3625" w="4505">
                  <a:moveTo>
                    <a:pt x="2449" y="668"/>
                  </a:moveTo>
                  <a:cubicBezTo>
                    <a:pt x="2761" y="668"/>
                    <a:pt x="3070" y="760"/>
                    <a:pt x="3303" y="977"/>
                  </a:cubicBezTo>
                  <a:cubicBezTo>
                    <a:pt x="3704" y="1344"/>
                    <a:pt x="3837" y="1978"/>
                    <a:pt x="3503" y="2445"/>
                  </a:cubicBezTo>
                  <a:cubicBezTo>
                    <a:pt x="3192" y="2808"/>
                    <a:pt x="2679" y="2990"/>
                    <a:pt x="2200" y="2990"/>
                  </a:cubicBezTo>
                  <a:cubicBezTo>
                    <a:pt x="2063" y="2990"/>
                    <a:pt x="1928" y="2975"/>
                    <a:pt x="1802" y="2945"/>
                  </a:cubicBezTo>
                  <a:cubicBezTo>
                    <a:pt x="1202" y="2812"/>
                    <a:pt x="668" y="2311"/>
                    <a:pt x="735" y="1644"/>
                  </a:cubicBezTo>
                  <a:cubicBezTo>
                    <a:pt x="768" y="1311"/>
                    <a:pt x="968" y="1077"/>
                    <a:pt x="1202" y="877"/>
                  </a:cubicBezTo>
                  <a:cubicBezTo>
                    <a:pt x="1264" y="918"/>
                    <a:pt x="1338" y="947"/>
                    <a:pt x="1418" y="947"/>
                  </a:cubicBezTo>
                  <a:cubicBezTo>
                    <a:pt x="1467" y="947"/>
                    <a:pt x="1518" y="936"/>
                    <a:pt x="1569" y="910"/>
                  </a:cubicBezTo>
                  <a:cubicBezTo>
                    <a:pt x="1819" y="760"/>
                    <a:pt x="2136" y="668"/>
                    <a:pt x="2449" y="668"/>
                  </a:cubicBezTo>
                  <a:close/>
                  <a:moveTo>
                    <a:pt x="2438" y="1"/>
                  </a:moveTo>
                  <a:cubicBezTo>
                    <a:pt x="2022" y="1"/>
                    <a:pt x="1599" y="119"/>
                    <a:pt x="1235" y="343"/>
                  </a:cubicBezTo>
                  <a:cubicBezTo>
                    <a:pt x="1202" y="343"/>
                    <a:pt x="1168" y="377"/>
                    <a:pt x="1168" y="410"/>
                  </a:cubicBezTo>
                  <a:cubicBezTo>
                    <a:pt x="735" y="610"/>
                    <a:pt x="401" y="910"/>
                    <a:pt x="268" y="1411"/>
                  </a:cubicBezTo>
                  <a:cubicBezTo>
                    <a:pt x="1" y="2278"/>
                    <a:pt x="568" y="3179"/>
                    <a:pt x="1369" y="3479"/>
                  </a:cubicBezTo>
                  <a:cubicBezTo>
                    <a:pt x="1629" y="3576"/>
                    <a:pt x="1914" y="3625"/>
                    <a:pt x="2202" y="3625"/>
                  </a:cubicBezTo>
                  <a:cubicBezTo>
                    <a:pt x="2799" y="3625"/>
                    <a:pt x="3409" y="3417"/>
                    <a:pt x="3837" y="3012"/>
                  </a:cubicBezTo>
                  <a:cubicBezTo>
                    <a:pt x="4504" y="2378"/>
                    <a:pt x="4471" y="1377"/>
                    <a:pt x="3937" y="710"/>
                  </a:cubicBezTo>
                  <a:cubicBezTo>
                    <a:pt x="3569" y="226"/>
                    <a:pt x="3011" y="1"/>
                    <a:pt x="2438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7" name="Google Shape;2797;p65"/>
            <p:cNvSpPr/>
            <p:nvPr/>
          </p:nvSpPr>
          <p:spPr>
            <a:xfrm>
              <a:off x="6113677" y="3105749"/>
              <a:ext cx="102534" cy="81425"/>
            </a:xfrm>
            <a:custGeom>
              <a:rect b="b" l="l" r="r" t="t"/>
              <a:pathLst>
                <a:path extrusionOk="0" h="4054" w="5105">
                  <a:moveTo>
                    <a:pt x="2135" y="731"/>
                  </a:moveTo>
                  <a:cubicBezTo>
                    <a:pt x="2669" y="831"/>
                    <a:pt x="3236" y="831"/>
                    <a:pt x="3670" y="1131"/>
                  </a:cubicBezTo>
                  <a:cubicBezTo>
                    <a:pt x="4170" y="1431"/>
                    <a:pt x="4270" y="2032"/>
                    <a:pt x="4037" y="2566"/>
                  </a:cubicBezTo>
                  <a:lnTo>
                    <a:pt x="4003" y="2566"/>
                  </a:lnTo>
                  <a:cubicBezTo>
                    <a:pt x="3736" y="3100"/>
                    <a:pt x="3204" y="3344"/>
                    <a:pt x="2644" y="3344"/>
                  </a:cubicBezTo>
                  <a:cubicBezTo>
                    <a:pt x="2575" y="3344"/>
                    <a:pt x="2505" y="3340"/>
                    <a:pt x="2436" y="3333"/>
                  </a:cubicBezTo>
                  <a:cubicBezTo>
                    <a:pt x="1868" y="3233"/>
                    <a:pt x="868" y="2766"/>
                    <a:pt x="1001" y="2065"/>
                  </a:cubicBezTo>
                  <a:cubicBezTo>
                    <a:pt x="1035" y="1665"/>
                    <a:pt x="1335" y="1298"/>
                    <a:pt x="1635" y="1064"/>
                  </a:cubicBezTo>
                  <a:cubicBezTo>
                    <a:pt x="1802" y="931"/>
                    <a:pt x="1969" y="798"/>
                    <a:pt x="2135" y="731"/>
                  </a:cubicBezTo>
                  <a:close/>
                  <a:moveTo>
                    <a:pt x="2543" y="1"/>
                  </a:moveTo>
                  <a:cubicBezTo>
                    <a:pt x="2299" y="1"/>
                    <a:pt x="2056" y="36"/>
                    <a:pt x="1835" y="130"/>
                  </a:cubicBezTo>
                  <a:cubicBezTo>
                    <a:pt x="1768" y="164"/>
                    <a:pt x="1702" y="231"/>
                    <a:pt x="1668" y="331"/>
                  </a:cubicBezTo>
                  <a:cubicBezTo>
                    <a:pt x="1101" y="597"/>
                    <a:pt x="668" y="1031"/>
                    <a:pt x="434" y="1632"/>
                  </a:cubicBezTo>
                  <a:cubicBezTo>
                    <a:pt x="0" y="2666"/>
                    <a:pt x="868" y="3533"/>
                    <a:pt x="1768" y="3866"/>
                  </a:cubicBezTo>
                  <a:cubicBezTo>
                    <a:pt x="2072" y="3990"/>
                    <a:pt x="2397" y="4053"/>
                    <a:pt x="2721" y="4053"/>
                  </a:cubicBezTo>
                  <a:cubicBezTo>
                    <a:pt x="3357" y="4053"/>
                    <a:pt x="3983" y="3808"/>
                    <a:pt x="4404" y="3299"/>
                  </a:cubicBezTo>
                  <a:cubicBezTo>
                    <a:pt x="4971" y="2599"/>
                    <a:pt x="5104" y="1565"/>
                    <a:pt x="4504" y="831"/>
                  </a:cubicBezTo>
                  <a:cubicBezTo>
                    <a:pt x="4237" y="464"/>
                    <a:pt x="3803" y="231"/>
                    <a:pt x="3336" y="97"/>
                  </a:cubicBezTo>
                  <a:cubicBezTo>
                    <a:pt x="3090" y="44"/>
                    <a:pt x="2816" y="1"/>
                    <a:pt x="2543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8" name="Google Shape;2798;p65"/>
            <p:cNvSpPr/>
            <p:nvPr/>
          </p:nvSpPr>
          <p:spPr>
            <a:xfrm>
              <a:off x="5741844" y="3106954"/>
              <a:ext cx="82429" cy="71000"/>
            </a:xfrm>
            <a:custGeom>
              <a:rect b="b" l="l" r="r" t="t"/>
              <a:pathLst>
                <a:path extrusionOk="0" h="3535" w="4104">
                  <a:moveTo>
                    <a:pt x="2624" y="607"/>
                  </a:moveTo>
                  <a:cubicBezTo>
                    <a:pt x="2810" y="607"/>
                    <a:pt x="2979" y="669"/>
                    <a:pt x="3102" y="838"/>
                  </a:cubicBezTo>
                  <a:cubicBezTo>
                    <a:pt x="3436" y="1238"/>
                    <a:pt x="3269" y="1872"/>
                    <a:pt x="2969" y="2239"/>
                  </a:cubicBezTo>
                  <a:cubicBezTo>
                    <a:pt x="2635" y="2706"/>
                    <a:pt x="2035" y="2973"/>
                    <a:pt x="1501" y="2973"/>
                  </a:cubicBezTo>
                  <a:cubicBezTo>
                    <a:pt x="1234" y="2939"/>
                    <a:pt x="968" y="2872"/>
                    <a:pt x="801" y="2706"/>
                  </a:cubicBezTo>
                  <a:cubicBezTo>
                    <a:pt x="601" y="2472"/>
                    <a:pt x="567" y="2139"/>
                    <a:pt x="634" y="1872"/>
                  </a:cubicBezTo>
                  <a:cubicBezTo>
                    <a:pt x="701" y="1505"/>
                    <a:pt x="934" y="1171"/>
                    <a:pt x="1234" y="938"/>
                  </a:cubicBezTo>
                  <a:cubicBezTo>
                    <a:pt x="1278" y="1003"/>
                    <a:pt x="1350" y="1054"/>
                    <a:pt x="1422" y="1054"/>
                  </a:cubicBezTo>
                  <a:cubicBezTo>
                    <a:pt x="1461" y="1054"/>
                    <a:pt x="1500" y="1039"/>
                    <a:pt x="1535" y="1004"/>
                  </a:cubicBezTo>
                  <a:cubicBezTo>
                    <a:pt x="1822" y="850"/>
                    <a:pt x="2257" y="607"/>
                    <a:pt x="2624" y="607"/>
                  </a:cubicBezTo>
                  <a:close/>
                  <a:moveTo>
                    <a:pt x="2651" y="1"/>
                  </a:moveTo>
                  <a:cubicBezTo>
                    <a:pt x="2624" y="1"/>
                    <a:pt x="2596" y="2"/>
                    <a:pt x="2569" y="4"/>
                  </a:cubicBezTo>
                  <a:cubicBezTo>
                    <a:pt x="2235" y="37"/>
                    <a:pt x="1935" y="171"/>
                    <a:pt x="1701" y="337"/>
                  </a:cubicBezTo>
                  <a:cubicBezTo>
                    <a:pt x="1034" y="437"/>
                    <a:pt x="467" y="871"/>
                    <a:pt x="200" y="1538"/>
                  </a:cubicBezTo>
                  <a:cubicBezTo>
                    <a:pt x="34" y="1938"/>
                    <a:pt x="0" y="2439"/>
                    <a:pt x="200" y="2839"/>
                  </a:cubicBezTo>
                  <a:cubicBezTo>
                    <a:pt x="401" y="3173"/>
                    <a:pt x="734" y="3406"/>
                    <a:pt x="1101" y="3473"/>
                  </a:cubicBezTo>
                  <a:cubicBezTo>
                    <a:pt x="1262" y="3515"/>
                    <a:pt x="1428" y="3535"/>
                    <a:pt x="1594" y="3535"/>
                  </a:cubicBezTo>
                  <a:cubicBezTo>
                    <a:pt x="2218" y="3535"/>
                    <a:pt x="2848" y="3254"/>
                    <a:pt x="3269" y="2806"/>
                  </a:cubicBezTo>
                  <a:cubicBezTo>
                    <a:pt x="3836" y="2239"/>
                    <a:pt x="4103" y="1338"/>
                    <a:pt x="3703" y="604"/>
                  </a:cubicBezTo>
                  <a:cubicBezTo>
                    <a:pt x="3484" y="229"/>
                    <a:pt x="3061" y="1"/>
                    <a:pt x="2651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9" name="Google Shape;2799;p65"/>
            <p:cNvSpPr/>
            <p:nvPr/>
          </p:nvSpPr>
          <p:spPr>
            <a:xfrm>
              <a:off x="8076705" y="2493980"/>
              <a:ext cx="77066" cy="71784"/>
            </a:xfrm>
            <a:custGeom>
              <a:rect b="b" l="l" r="r" t="t"/>
              <a:pathLst>
                <a:path extrusionOk="0" h="3574" w="3837">
                  <a:moveTo>
                    <a:pt x="1702" y="468"/>
                  </a:moveTo>
                  <a:lnTo>
                    <a:pt x="1702" y="501"/>
                  </a:lnTo>
                  <a:cubicBezTo>
                    <a:pt x="1731" y="646"/>
                    <a:pt x="1887" y="741"/>
                    <a:pt x="2037" y="741"/>
                  </a:cubicBezTo>
                  <a:cubicBezTo>
                    <a:pt x="2059" y="741"/>
                    <a:pt x="2081" y="739"/>
                    <a:pt x="2102" y="735"/>
                  </a:cubicBezTo>
                  <a:cubicBezTo>
                    <a:pt x="2193" y="701"/>
                    <a:pt x="2282" y="685"/>
                    <a:pt x="2367" y="685"/>
                  </a:cubicBezTo>
                  <a:cubicBezTo>
                    <a:pt x="2784" y="685"/>
                    <a:pt x="3120" y="1059"/>
                    <a:pt x="3203" y="1502"/>
                  </a:cubicBezTo>
                  <a:cubicBezTo>
                    <a:pt x="3270" y="2069"/>
                    <a:pt x="2936" y="2569"/>
                    <a:pt x="2503" y="2836"/>
                  </a:cubicBezTo>
                  <a:cubicBezTo>
                    <a:pt x="2298" y="2962"/>
                    <a:pt x="2063" y="3029"/>
                    <a:pt x="1834" y="3029"/>
                  </a:cubicBezTo>
                  <a:cubicBezTo>
                    <a:pt x="1578" y="3029"/>
                    <a:pt x="1329" y="2946"/>
                    <a:pt x="1135" y="2770"/>
                  </a:cubicBezTo>
                  <a:cubicBezTo>
                    <a:pt x="768" y="2469"/>
                    <a:pt x="535" y="1936"/>
                    <a:pt x="701" y="1435"/>
                  </a:cubicBezTo>
                  <a:cubicBezTo>
                    <a:pt x="835" y="1168"/>
                    <a:pt x="1035" y="935"/>
                    <a:pt x="1302" y="735"/>
                  </a:cubicBezTo>
                  <a:cubicBezTo>
                    <a:pt x="1435" y="635"/>
                    <a:pt x="1569" y="568"/>
                    <a:pt x="1702" y="468"/>
                  </a:cubicBezTo>
                  <a:close/>
                  <a:moveTo>
                    <a:pt x="2069" y="1"/>
                  </a:moveTo>
                  <a:cubicBezTo>
                    <a:pt x="1369" y="201"/>
                    <a:pt x="635" y="501"/>
                    <a:pt x="301" y="1202"/>
                  </a:cubicBezTo>
                  <a:cubicBezTo>
                    <a:pt x="1" y="1836"/>
                    <a:pt x="201" y="2603"/>
                    <a:pt x="701" y="3103"/>
                  </a:cubicBezTo>
                  <a:cubicBezTo>
                    <a:pt x="1020" y="3422"/>
                    <a:pt x="1434" y="3574"/>
                    <a:pt x="1857" y="3574"/>
                  </a:cubicBezTo>
                  <a:cubicBezTo>
                    <a:pt x="2143" y="3574"/>
                    <a:pt x="2434" y="3504"/>
                    <a:pt x="2703" y="3370"/>
                  </a:cubicBezTo>
                  <a:cubicBezTo>
                    <a:pt x="3403" y="3036"/>
                    <a:pt x="3837" y="2303"/>
                    <a:pt x="3804" y="1502"/>
                  </a:cubicBezTo>
                  <a:cubicBezTo>
                    <a:pt x="3804" y="1002"/>
                    <a:pt x="3570" y="568"/>
                    <a:pt x="3170" y="268"/>
                  </a:cubicBezTo>
                  <a:cubicBezTo>
                    <a:pt x="2959" y="109"/>
                    <a:pt x="2685" y="14"/>
                    <a:pt x="2398" y="14"/>
                  </a:cubicBezTo>
                  <a:cubicBezTo>
                    <a:pt x="2322" y="14"/>
                    <a:pt x="2246" y="20"/>
                    <a:pt x="2169" y="34"/>
                  </a:cubicBezTo>
                  <a:cubicBezTo>
                    <a:pt x="2136" y="1"/>
                    <a:pt x="2102" y="1"/>
                    <a:pt x="2069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0" name="Google Shape;2800;p65"/>
            <p:cNvSpPr/>
            <p:nvPr/>
          </p:nvSpPr>
          <p:spPr>
            <a:xfrm>
              <a:off x="7283468" y="2491670"/>
              <a:ext cx="96488" cy="76202"/>
            </a:xfrm>
            <a:custGeom>
              <a:rect b="b" l="l" r="r" t="t"/>
              <a:pathLst>
                <a:path extrusionOk="0" h="3794" w="4804">
                  <a:moveTo>
                    <a:pt x="1868" y="449"/>
                  </a:moveTo>
                  <a:lnTo>
                    <a:pt x="1868" y="449"/>
                  </a:lnTo>
                  <a:cubicBezTo>
                    <a:pt x="1787" y="639"/>
                    <a:pt x="1926" y="895"/>
                    <a:pt x="2123" y="895"/>
                  </a:cubicBezTo>
                  <a:cubicBezTo>
                    <a:pt x="2169" y="895"/>
                    <a:pt x="2218" y="881"/>
                    <a:pt x="2268" y="850"/>
                  </a:cubicBezTo>
                  <a:cubicBezTo>
                    <a:pt x="2368" y="787"/>
                    <a:pt x="2472" y="762"/>
                    <a:pt x="2576" y="762"/>
                  </a:cubicBezTo>
                  <a:cubicBezTo>
                    <a:pt x="2750" y="762"/>
                    <a:pt x="2923" y="833"/>
                    <a:pt x="3069" y="916"/>
                  </a:cubicBezTo>
                  <a:cubicBezTo>
                    <a:pt x="3336" y="1083"/>
                    <a:pt x="3603" y="1350"/>
                    <a:pt x="3803" y="1617"/>
                  </a:cubicBezTo>
                  <a:cubicBezTo>
                    <a:pt x="4203" y="2117"/>
                    <a:pt x="3703" y="2718"/>
                    <a:pt x="3269" y="2985"/>
                  </a:cubicBezTo>
                  <a:lnTo>
                    <a:pt x="3236" y="2985"/>
                  </a:lnTo>
                  <a:cubicBezTo>
                    <a:pt x="2951" y="3138"/>
                    <a:pt x="2608" y="3219"/>
                    <a:pt x="2275" y="3219"/>
                  </a:cubicBezTo>
                  <a:cubicBezTo>
                    <a:pt x="2100" y="3219"/>
                    <a:pt x="1928" y="3197"/>
                    <a:pt x="1768" y="3151"/>
                  </a:cubicBezTo>
                  <a:cubicBezTo>
                    <a:pt x="1234" y="3018"/>
                    <a:pt x="634" y="2584"/>
                    <a:pt x="600" y="1984"/>
                  </a:cubicBezTo>
                  <a:cubicBezTo>
                    <a:pt x="600" y="1217"/>
                    <a:pt x="1234" y="716"/>
                    <a:pt x="1868" y="449"/>
                  </a:cubicBezTo>
                  <a:close/>
                  <a:moveTo>
                    <a:pt x="1919" y="1"/>
                  </a:moveTo>
                  <a:cubicBezTo>
                    <a:pt x="1894" y="1"/>
                    <a:pt x="1866" y="5"/>
                    <a:pt x="1835" y="16"/>
                  </a:cubicBezTo>
                  <a:cubicBezTo>
                    <a:pt x="1067" y="316"/>
                    <a:pt x="267" y="850"/>
                    <a:pt x="133" y="1750"/>
                  </a:cubicBezTo>
                  <a:cubicBezTo>
                    <a:pt x="0" y="2618"/>
                    <a:pt x="634" y="3285"/>
                    <a:pt x="1368" y="3618"/>
                  </a:cubicBezTo>
                  <a:cubicBezTo>
                    <a:pt x="1657" y="3734"/>
                    <a:pt x="1978" y="3793"/>
                    <a:pt x="2301" y="3793"/>
                  </a:cubicBezTo>
                  <a:cubicBezTo>
                    <a:pt x="2721" y="3793"/>
                    <a:pt x="3144" y="3693"/>
                    <a:pt x="3503" y="3485"/>
                  </a:cubicBezTo>
                  <a:cubicBezTo>
                    <a:pt x="4203" y="3118"/>
                    <a:pt x="4803" y="2251"/>
                    <a:pt x="4403" y="1450"/>
                  </a:cubicBezTo>
                  <a:cubicBezTo>
                    <a:pt x="4270" y="1217"/>
                    <a:pt x="4103" y="1050"/>
                    <a:pt x="3903" y="850"/>
                  </a:cubicBezTo>
                  <a:cubicBezTo>
                    <a:pt x="3736" y="683"/>
                    <a:pt x="3569" y="550"/>
                    <a:pt x="3369" y="416"/>
                  </a:cubicBezTo>
                  <a:cubicBezTo>
                    <a:pt x="3135" y="246"/>
                    <a:pt x="2847" y="144"/>
                    <a:pt x="2557" y="144"/>
                  </a:cubicBezTo>
                  <a:cubicBezTo>
                    <a:pt x="2391" y="144"/>
                    <a:pt x="2225" y="177"/>
                    <a:pt x="2068" y="249"/>
                  </a:cubicBezTo>
                  <a:cubicBezTo>
                    <a:pt x="2096" y="137"/>
                    <a:pt x="2053" y="1"/>
                    <a:pt x="1919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1" name="Google Shape;2801;p65"/>
            <p:cNvSpPr/>
            <p:nvPr/>
          </p:nvSpPr>
          <p:spPr>
            <a:xfrm>
              <a:off x="6884158" y="2491309"/>
              <a:ext cx="99180" cy="76966"/>
            </a:xfrm>
            <a:custGeom>
              <a:rect b="b" l="l" r="r" t="t"/>
              <a:pathLst>
                <a:path extrusionOk="0" h="3832" w="4938">
                  <a:moveTo>
                    <a:pt x="1535" y="768"/>
                  </a:moveTo>
                  <a:cubicBezTo>
                    <a:pt x="1568" y="834"/>
                    <a:pt x="1635" y="901"/>
                    <a:pt x="1768" y="901"/>
                  </a:cubicBezTo>
                  <a:cubicBezTo>
                    <a:pt x="2015" y="901"/>
                    <a:pt x="2285" y="878"/>
                    <a:pt x="2553" y="878"/>
                  </a:cubicBezTo>
                  <a:cubicBezTo>
                    <a:pt x="3007" y="878"/>
                    <a:pt x="3455" y="944"/>
                    <a:pt x="3770" y="1301"/>
                  </a:cubicBezTo>
                  <a:cubicBezTo>
                    <a:pt x="4237" y="1768"/>
                    <a:pt x="3870" y="2436"/>
                    <a:pt x="3403" y="2769"/>
                  </a:cubicBezTo>
                  <a:cubicBezTo>
                    <a:pt x="3048" y="3052"/>
                    <a:pt x="2561" y="3235"/>
                    <a:pt x="2081" y="3235"/>
                  </a:cubicBezTo>
                  <a:cubicBezTo>
                    <a:pt x="1883" y="3235"/>
                    <a:pt x="1686" y="3204"/>
                    <a:pt x="1501" y="3136"/>
                  </a:cubicBezTo>
                  <a:cubicBezTo>
                    <a:pt x="968" y="2903"/>
                    <a:pt x="601" y="2269"/>
                    <a:pt x="801" y="1702"/>
                  </a:cubicBezTo>
                  <a:cubicBezTo>
                    <a:pt x="934" y="1335"/>
                    <a:pt x="1201" y="1001"/>
                    <a:pt x="1535" y="768"/>
                  </a:cubicBezTo>
                  <a:close/>
                  <a:moveTo>
                    <a:pt x="2502" y="0"/>
                  </a:moveTo>
                  <a:cubicBezTo>
                    <a:pt x="1635" y="101"/>
                    <a:pt x="801" y="568"/>
                    <a:pt x="400" y="1335"/>
                  </a:cubicBezTo>
                  <a:cubicBezTo>
                    <a:pt x="0" y="2102"/>
                    <a:pt x="334" y="3003"/>
                    <a:pt x="1001" y="3470"/>
                  </a:cubicBezTo>
                  <a:cubicBezTo>
                    <a:pt x="1332" y="3725"/>
                    <a:pt x="1731" y="3832"/>
                    <a:pt x="2136" y="3832"/>
                  </a:cubicBezTo>
                  <a:cubicBezTo>
                    <a:pt x="2630" y="3832"/>
                    <a:pt x="3133" y="3674"/>
                    <a:pt x="3536" y="3436"/>
                  </a:cubicBezTo>
                  <a:cubicBezTo>
                    <a:pt x="4303" y="3003"/>
                    <a:pt x="4937" y="2069"/>
                    <a:pt x="4503" y="1201"/>
                  </a:cubicBezTo>
                  <a:cubicBezTo>
                    <a:pt x="4188" y="508"/>
                    <a:pt x="3485" y="231"/>
                    <a:pt x="2761" y="231"/>
                  </a:cubicBezTo>
                  <a:cubicBezTo>
                    <a:pt x="2719" y="231"/>
                    <a:pt x="2677" y="232"/>
                    <a:pt x="2635" y="234"/>
                  </a:cubicBezTo>
                  <a:cubicBezTo>
                    <a:pt x="2669" y="134"/>
                    <a:pt x="2602" y="0"/>
                    <a:pt x="2502" y="0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2" name="Google Shape;2802;p65"/>
            <p:cNvSpPr/>
            <p:nvPr/>
          </p:nvSpPr>
          <p:spPr>
            <a:xfrm>
              <a:off x="6502925" y="2493418"/>
              <a:ext cx="90483" cy="72828"/>
            </a:xfrm>
            <a:custGeom>
              <a:rect b="b" l="l" r="r" t="t"/>
              <a:pathLst>
                <a:path extrusionOk="0" h="3626" w="4505">
                  <a:moveTo>
                    <a:pt x="2426" y="683"/>
                  </a:moveTo>
                  <a:cubicBezTo>
                    <a:pt x="2746" y="683"/>
                    <a:pt x="3064" y="774"/>
                    <a:pt x="3303" y="996"/>
                  </a:cubicBezTo>
                  <a:cubicBezTo>
                    <a:pt x="3704" y="1363"/>
                    <a:pt x="3837" y="1997"/>
                    <a:pt x="3503" y="2431"/>
                  </a:cubicBezTo>
                  <a:cubicBezTo>
                    <a:pt x="3185" y="2802"/>
                    <a:pt x="2655" y="3005"/>
                    <a:pt x="2166" y="3005"/>
                  </a:cubicBezTo>
                  <a:cubicBezTo>
                    <a:pt x="2041" y="3005"/>
                    <a:pt x="1918" y="2992"/>
                    <a:pt x="1802" y="2964"/>
                  </a:cubicBezTo>
                  <a:cubicBezTo>
                    <a:pt x="1202" y="2798"/>
                    <a:pt x="668" y="2297"/>
                    <a:pt x="735" y="1663"/>
                  </a:cubicBezTo>
                  <a:cubicBezTo>
                    <a:pt x="768" y="1330"/>
                    <a:pt x="968" y="1063"/>
                    <a:pt x="1202" y="863"/>
                  </a:cubicBezTo>
                  <a:cubicBezTo>
                    <a:pt x="1260" y="921"/>
                    <a:pt x="1329" y="957"/>
                    <a:pt x="1404" y="957"/>
                  </a:cubicBezTo>
                  <a:cubicBezTo>
                    <a:pt x="1457" y="957"/>
                    <a:pt x="1513" y="938"/>
                    <a:pt x="1569" y="896"/>
                  </a:cubicBezTo>
                  <a:cubicBezTo>
                    <a:pt x="1813" y="766"/>
                    <a:pt x="2121" y="683"/>
                    <a:pt x="2426" y="683"/>
                  </a:cubicBezTo>
                  <a:close/>
                  <a:moveTo>
                    <a:pt x="2449" y="1"/>
                  </a:moveTo>
                  <a:cubicBezTo>
                    <a:pt x="2030" y="1"/>
                    <a:pt x="1603" y="117"/>
                    <a:pt x="1235" y="329"/>
                  </a:cubicBezTo>
                  <a:cubicBezTo>
                    <a:pt x="1202" y="362"/>
                    <a:pt x="1168" y="362"/>
                    <a:pt x="1168" y="396"/>
                  </a:cubicBezTo>
                  <a:cubicBezTo>
                    <a:pt x="735" y="596"/>
                    <a:pt x="401" y="896"/>
                    <a:pt x="268" y="1397"/>
                  </a:cubicBezTo>
                  <a:cubicBezTo>
                    <a:pt x="1" y="2264"/>
                    <a:pt x="568" y="3164"/>
                    <a:pt x="1369" y="3465"/>
                  </a:cubicBezTo>
                  <a:cubicBezTo>
                    <a:pt x="1629" y="3573"/>
                    <a:pt x="1915" y="3625"/>
                    <a:pt x="2203" y="3625"/>
                  </a:cubicBezTo>
                  <a:cubicBezTo>
                    <a:pt x="2800" y="3625"/>
                    <a:pt x="3410" y="3402"/>
                    <a:pt x="3837" y="2998"/>
                  </a:cubicBezTo>
                  <a:cubicBezTo>
                    <a:pt x="4504" y="2397"/>
                    <a:pt x="4471" y="1397"/>
                    <a:pt x="3937" y="696"/>
                  </a:cubicBezTo>
                  <a:cubicBezTo>
                    <a:pt x="3572" y="216"/>
                    <a:pt x="3019" y="1"/>
                    <a:pt x="2449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3" name="Google Shape;2803;p65"/>
            <p:cNvSpPr/>
            <p:nvPr/>
          </p:nvSpPr>
          <p:spPr>
            <a:xfrm>
              <a:off x="6113677" y="2489039"/>
              <a:ext cx="102534" cy="81425"/>
            </a:xfrm>
            <a:custGeom>
              <a:rect b="b" l="l" r="r" t="t"/>
              <a:pathLst>
                <a:path extrusionOk="0" h="4054" w="5105">
                  <a:moveTo>
                    <a:pt x="2135" y="714"/>
                  </a:moveTo>
                  <a:cubicBezTo>
                    <a:pt x="2669" y="814"/>
                    <a:pt x="3236" y="814"/>
                    <a:pt x="3670" y="1114"/>
                  </a:cubicBezTo>
                  <a:cubicBezTo>
                    <a:pt x="4170" y="1414"/>
                    <a:pt x="4270" y="2048"/>
                    <a:pt x="4037" y="2549"/>
                  </a:cubicBezTo>
                  <a:lnTo>
                    <a:pt x="4003" y="2549"/>
                  </a:lnTo>
                  <a:cubicBezTo>
                    <a:pt x="3744" y="3067"/>
                    <a:pt x="3237" y="3336"/>
                    <a:pt x="2696" y="3336"/>
                  </a:cubicBezTo>
                  <a:cubicBezTo>
                    <a:pt x="2609" y="3336"/>
                    <a:pt x="2522" y="3329"/>
                    <a:pt x="2436" y="3316"/>
                  </a:cubicBezTo>
                  <a:cubicBezTo>
                    <a:pt x="1868" y="3216"/>
                    <a:pt x="868" y="2782"/>
                    <a:pt x="1001" y="2048"/>
                  </a:cubicBezTo>
                  <a:cubicBezTo>
                    <a:pt x="1035" y="1681"/>
                    <a:pt x="1335" y="1314"/>
                    <a:pt x="1635" y="1047"/>
                  </a:cubicBezTo>
                  <a:cubicBezTo>
                    <a:pt x="1802" y="914"/>
                    <a:pt x="1969" y="814"/>
                    <a:pt x="2135" y="714"/>
                  </a:cubicBezTo>
                  <a:close/>
                  <a:moveTo>
                    <a:pt x="2543" y="1"/>
                  </a:moveTo>
                  <a:cubicBezTo>
                    <a:pt x="2299" y="1"/>
                    <a:pt x="2056" y="35"/>
                    <a:pt x="1835" y="113"/>
                  </a:cubicBezTo>
                  <a:cubicBezTo>
                    <a:pt x="1768" y="180"/>
                    <a:pt x="1702" y="247"/>
                    <a:pt x="1668" y="314"/>
                  </a:cubicBezTo>
                  <a:cubicBezTo>
                    <a:pt x="1101" y="580"/>
                    <a:pt x="668" y="1047"/>
                    <a:pt x="434" y="1615"/>
                  </a:cubicBezTo>
                  <a:cubicBezTo>
                    <a:pt x="0" y="2682"/>
                    <a:pt x="868" y="3516"/>
                    <a:pt x="1768" y="3883"/>
                  </a:cubicBezTo>
                  <a:cubicBezTo>
                    <a:pt x="2069" y="3994"/>
                    <a:pt x="2391" y="4053"/>
                    <a:pt x="2711" y="4053"/>
                  </a:cubicBezTo>
                  <a:cubicBezTo>
                    <a:pt x="3351" y="4053"/>
                    <a:pt x="3981" y="3816"/>
                    <a:pt x="4404" y="3282"/>
                  </a:cubicBezTo>
                  <a:cubicBezTo>
                    <a:pt x="4971" y="2582"/>
                    <a:pt x="5104" y="1581"/>
                    <a:pt x="4504" y="847"/>
                  </a:cubicBezTo>
                  <a:cubicBezTo>
                    <a:pt x="4237" y="480"/>
                    <a:pt x="3803" y="214"/>
                    <a:pt x="3336" y="113"/>
                  </a:cubicBezTo>
                  <a:cubicBezTo>
                    <a:pt x="3090" y="43"/>
                    <a:pt x="2816" y="1"/>
                    <a:pt x="2543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4" name="Google Shape;2804;p65"/>
            <p:cNvSpPr/>
            <p:nvPr/>
          </p:nvSpPr>
          <p:spPr>
            <a:xfrm>
              <a:off x="5741844" y="2494603"/>
              <a:ext cx="82429" cy="70679"/>
            </a:xfrm>
            <a:custGeom>
              <a:rect b="b" l="l" r="r" t="t"/>
              <a:pathLst>
                <a:path extrusionOk="0" h="3519" w="4104">
                  <a:moveTo>
                    <a:pt x="2629" y="589"/>
                  </a:moveTo>
                  <a:cubicBezTo>
                    <a:pt x="2813" y="589"/>
                    <a:pt x="2980" y="648"/>
                    <a:pt x="3102" y="804"/>
                  </a:cubicBezTo>
                  <a:cubicBezTo>
                    <a:pt x="3436" y="1237"/>
                    <a:pt x="3269" y="1871"/>
                    <a:pt x="2969" y="2238"/>
                  </a:cubicBezTo>
                  <a:cubicBezTo>
                    <a:pt x="2635" y="2672"/>
                    <a:pt x="2035" y="2939"/>
                    <a:pt x="1501" y="2939"/>
                  </a:cubicBezTo>
                  <a:cubicBezTo>
                    <a:pt x="1234" y="2939"/>
                    <a:pt x="968" y="2872"/>
                    <a:pt x="801" y="2672"/>
                  </a:cubicBezTo>
                  <a:cubicBezTo>
                    <a:pt x="601" y="2472"/>
                    <a:pt x="567" y="2138"/>
                    <a:pt x="634" y="1871"/>
                  </a:cubicBezTo>
                  <a:cubicBezTo>
                    <a:pt x="701" y="1504"/>
                    <a:pt x="934" y="1171"/>
                    <a:pt x="1234" y="904"/>
                  </a:cubicBezTo>
                  <a:cubicBezTo>
                    <a:pt x="1283" y="976"/>
                    <a:pt x="1365" y="1031"/>
                    <a:pt x="1445" y="1031"/>
                  </a:cubicBezTo>
                  <a:cubicBezTo>
                    <a:pt x="1476" y="1031"/>
                    <a:pt x="1507" y="1023"/>
                    <a:pt x="1535" y="1004"/>
                  </a:cubicBezTo>
                  <a:cubicBezTo>
                    <a:pt x="1824" y="826"/>
                    <a:pt x="2261" y="589"/>
                    <a:pt x="2629" y="589"/>
                  </a:cubicBezTo>
                  <a:close/>
                  <a:moveTo>
                    <a:pt x="2651" y="0"/>
                  </a:moveTo>
                  <a:cubicBezTo>
                    <a:pt x="2624" y="0"/>
                    <a:pt x="2596" y="1"/>
                    <a:pt x="2569" y="3"/>
                  </a:cubicBezTo>
                  <a:cubicBezTo>
                    <a:pt x="2235" y="3"/>
                    <a:pt x="1935" y="137"/>
                    <a:pt x="1701" y="303"/>
                  </a:cubicBezTo>
                  <a:cubicBezTo>
                    <a:pt x="1034" y="404"/>
                    <a:pt x="467" y="837"/>
                    <a:pt x="200" y="1504"/>
                  </a:cubicBezTo>
                  <a:cubicBezTo>
                    <a:pt x="34" y="1905"/>
                    <a:pt x="0" y="2405"/>
                    <a:pt x="200" y="2805"/>
                  </a:cubicBezTo>
                  <a:cubicBezTo>
                    <a:pt x="401" y="3139"/>
                    <a:pt x="734" y="3372"/>
                    <a:pt x="1101" y="3472"/>
                  </a:cubicBezTo>
                  <a:cubicBezTo>
                    <a:pt x="1244" y="3503"/>
                    <a:pt x="1390" y="3518"/>
                    <a:pt x="1537" y="3518"/>
                  </a:cubicBezTo>
                  <a:cubicBezTo>
                    <a:pt x="2179" y="3518"/>
                    <a:pt x="2835" y="3233"/>
                    <a:pt x="3269" y="2772"/>
                  </a:cubicBezTo>
                  <a:cubicBezTo>
                    <a:pt x="3836" y="2238"/>
                    <a:pt x="4103" y="1304"/>
                    <a:pt x="3703" y="604"/>
                  </a:cubicBezTo>
                  <a:cubicBezTo>
                    <a:pt x="3484" y="229"/>
                    <a:pt x="3061" y="0"/>
                    <a:pt x="2651" y="0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5" name="Google Shape;2805;p65"/>
            <p:cNvSpPr/>
            <p:nvPr/>
          </p:nvSpPr>
          <p:spPr>
            <a:xfrm>
              <a:off x="7676732" y="2497334"/>
              <a:ext cx="66361" cy="64955"/>
            </a:xfrm>
            <a:custGeom>
              <a:rect b="b" l="l" r="r" t="t"/>
              <a:pathLst>
                <a:path extrusionOk="0" h="3234" w="3304">
                  <a:moveTo>
                    <a:pt x="1302" y="434"/>
                  </a:moveTo>
                  <a:cubicBezTo>
                    <a:pt x="1335" y="468"/>
                    <a:pt x="1368" y="501"/>
                    <a:pt x="1435" y="501"/>
                  </a:cubicBezTo>
                  <a:cubicBezTo>
                    <a:pt x="1568" y="534"/>
                    <a:pt x="1735" y="568"/>
                    <a:pt x="1902" y="601"/>
                  </a:cubicBezTo>
                  <a:cubicBezTo>
                    <a:pt x="2035" y="601"/>
                    <a:pt x="2169" y="601"/>
                    <a:pt x="2302" y="668"/>
                  </a:cubicBezTo>
                  <a:cubicBezTo>
                    <a:pt x="2536" y="735"/>
                    <a:pt x="2769" y="868"/>
                    <a:pt x="2836" y="1101"/>
                  </a:cubicBezTo>
                  <a:cubicBezTo>
                    <a:pt x="3003" y="1602"/>
                    <a:pt x="2703" y="2202"/>
                    <a:pt x="2336" y="2536"/>
                  </a:cubicBezTo>
                  <a:cubicBezTo>
                    <a:pt x="2092" y="2739"/>
                    <a:pt x="1737" y="2855"/>
                    <a:pt x="1399" y="2855"/>
                  </a:cubicBezTo>
                  <a:cubicBezTo>
                    <a:pt x="1182" y="2855"/>
                    <a:pt x="971" y="2807"/>
                    <a:pt x="801" y="2703"/>
                  </a:cubicBezTo>
                  <a:cubicBezTo>
                    <a:pt x="568" y="2536"/>
                    <a:pt x="501" y="2236"/>
                    <a:pt x="468" y="1969"/>
                  </a:cubicBezTo>
                  <a:cubicBezTo>
                    <a:pt x="434" y="1669"/>
                    <a:pt x="434" y="1368"/>
                    <a:pt x="568" y="1135"/>
                  </a:cubicBezTo>
                  <a:cubicBezTo>
                    <a:pt x="701" y="801"/>
                    <a:pt x="1001" y="568"/>
                    <a:pt x="1302" y="434"/>
                  </a:cubicBezTo>
                  <a:close/>
                  <a:moveTo>
                    <a:pt x="1802" y="1"/>
                  </a:moveTo>
                  <a:cubicBezTo>
                    <a:pt x="1735" y="1"/>
                    <a:pt x="1702" y="1"/>
                    <a:pt x="1635" y="34"/>
                  </a:cubicBezTo>
                  <a:lnTo>
                    <a:pt x="1502" y="34"/>
                  </a:lnTo>
                  <a:cubicBezTo>
                    <a:pt x="1468" y="67"/>
                    <a:pt x="1435" y="67"/>
                    <a:pt x="1402" y="67"/>
                  </a:cubicBezTo>
                  <a:cubicBezTo>
                    <a:pt x="935" y="167"/>
                    <a:pt x="534" y="434"/>
                    <a:pt x="268" y="835"/>
                  </a:cubicBezTo>
                  <a:cubicBezTo>
                    <a:pt x="67" y="1135"/>
                    <a:pt x="1" y="1502"/>
                    <a:pt x="34" y="1869"/>
                  </a:cubicBezTo>
                  <a:cubicBezTo>
                    <a:pt x="67" y="2236"/>
                    <a:pt x="134" y="2669"/>
                    <a:pt x="401" y="2903"/>
                  </a:cubicBezTo>
                  <a:cubicBezTo>
                    <a:pt x="652" y="3138"/>
                    <a:pt x="970" y="3233"/>
                    <a:pt x="1295" y="3233"/>
                  </a:cubicBezTo>
                  <a:cubicBezTo>
                    <a:pt x="1660" y="3233"/>
                    <a:pt x="2035" y="3113"/>
                    <a:pt x="2336" y="2936"/>
                  </a:cubicBezTo>
                  <a:cubicBezTo>
                    <a:pt x="2936" y="2603"/>
                    <a:pt x="3303" y="1935"/>
                    <a:pt x="3270" y="1235"/>
                  </a:cubicBezTo>
                  <a:cubicBezTo>
                    <a:pt x="3270" y="835"/>
                    <a:pt x="3070" y="468"/>
                    <a:pt x="2736" y="268"/>
                  </a:cubicBezTo>
                  <a:lnTo>
                    <a:pt x="2736" y="234"/>
                  </a:lnTo>
                  <a:cubicBezTo>
                    <a:pt x="2536" y="134"/>
                    <a:pt x="2336" y="67"/>
                    <a:pt x="2136" y="34"/>
                  </a:cubicBezTo>
                  <a:cubicBezTo>
                    <a:pt x="2002" y="1"/>
                    <a:pt x="1902" y="1"/>
                    <a:pt x="1802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6" name="Google Shape;2806;p65"/>
            <p:cNvSpPr/>
            <p:nvPr/>
          </p:nvSpPr>
          <p:spPr>
            <a:xfrm>
              <a:off x="7842895" y="3104865"/>
              <a:ext cx="330981" cy="306316"/>
            </a:xfrm>
            <a:custGeom>
              <a:rect b="b" l="l" r="r" t="t"/>
              <a:pathLst>
                <a:path extrusionOk="0" h="15251" w="16479">
                  <a:moveTo>
                    <a:pt x="2003" y="0"/>
                  </a:moveTo>
                  <a:cubicBezTo>
                    <a:pt x="1457" y="0"/>
                    <a:pt x="981" y="376"/>
                    <a:pt x="734" y="808"/>
                  </a:cubicBezTo>
                  <a:cubicBezTo>
                    <a:pt x="0" y="2109"/>
                    <a:pt x="1001" y="3610"/>
                    <a:pt x="1802" y="4611"/>
                  </a:cubicBezTo>
                  <a:cubicBezTo>
                    <a:pt x="2702" y="5745"/>
                    <a:pt x="3803" y="6712"/>
                    <a:pt x="4770" y="7813"/>
                  </a:cubicBezTo>
                  <a:cubicBezTo>
                    <a:pt x="5804" y="8947"/>
                    <a:pt x="6605" y="10282"/>
                    <a:pt x="7639" y="11416"/>
                  </a:cubicBezTo>
                  <a:cubicBezTo>
                    <a:pt x="8540" y="12417"/>
                    <a:pt x="9607" y="13250"/>
                    <a:pt x="10808" y="13918"/>
                  </a:cubicBezTo>
                  <a:cubicBezTo>
                    <a:pt x="11563" y="14310"/>
                    <a:pt x="13222" y="15251"/>
                    <a:pt x="14247" y="15251"/>
                  </a:cubicBezTo>
                  <a:cubicBezTo>
                    <a:pt x="14353" y="15251"/>
                    <a:pt x="14453" y="15241"/>
                    <a:pt x="14544" y="15219"/>
                  </a:cubicBezTo>
                  <a:cubicBezTo>
                    <a:pt x="16479" y="14718"/>
                    <a:pt x="15044" y="11516"/>
                    <a:pt x="14444" y="10448"/>
                  </a:cubicBezTo>
                  <a:cubicBezTo>
                    <a:pt x="13710" y="9181"/>
                    <a:pt x="12709" y="8080"/>
                    <a:pt x="11642" y="7079"/>
                  </a:cubicBezTo>
                  <a:cubicBezTo>
                    <a:pt x="10508" y="6079"/>
                    <a:pt x="9307" y="5145"/>
                    <a:pt x="8106" y="4244"/>
                  </a:cubicBezTo>
                  <a:cubicBezTo>
                    <a:pt x="6738" y="3210"/>
                    <a:pt x="5404" y="2176"/>
                    <a:pt x="4036" y="1142"/>
                  </a:cubicBezTo>
                  <a:cubicBezTo>
                    <a:pt x="3703" y="908"/>
                    <a:pt x="3403" y="641"/>
                    <a:pt x="3069" y="408"/>
                  </a:cubicBezTo>
                  <a:cubicBezTo>
                    <a:pt x="2769" y="208"/>
                    <a:pt x="2469" y="41"/>
                    <a:pt x="2135" y="8"/>
                  </a:cubicBezTo>
                  <a:cubicBezTo>
                    <a:pt x="2091" y="3"/>
                    <a:pt x="2047" y="0"/>
                    <a:pt x="20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7" name="Google Shape;2807;p65"/>
            <p:cNvSpPr/>
            <p:nvPr/>
          </p:nvSpPr>
          <p:spPr>
            <a:xfrm>
              <a:off x="8065317" y="2891743"/>
              <a:ext cx="215090" cy="532132"/>
            </a:xfrm>
            <a:custGeom>
              <a:rect b="b" l="l" r="r" t="t"/>
              <a:pathLst>
                <a:path extrusionOk="0" h="26494" w="10709">
                  <a:moveTo>
                    <a:pt x="3734" y="1"/>
                  </a:moveTo>
                  <a:cubicBezTo>
                    <a:pt x="2836" y="1"/>
                    <a:pt x="1965" y="601"/>
                    <a:pt x="1469" y="1345"/>
                  </a:cubicBezTo>
                  <a:cubicBezTo>
                    <a:pt x="901" y="2179"/>
                    <a:pt x="701" y="3147"/>
                    <a:pt x="535" y="4147"/>
                  </a:cubicBezTo>
                  <a:cubicBezTo>
                    <a:pt x="1" y="7983"/>
                    <a:pt x="768" y="12020"/>
                    <a:pt x="2669" y="15389"/>
                  </a:cubicBezTo>
                  <a:cubicBezTo>
                    <a:pt x="3270" y="16456"/>
                    <a:pt x="3970" y="17457"/>
                    <a:pt x="4471" y="18558"/>
                  </a:cubicBezTo>
                  <a:cubicBezTo>
                    <a:pt x="5171" y="19992"/>
                    <a:pt x="5505" y="21593"/>
                    <a:pt x="5605" y="23194"/>
                  </a:cubicBezTo>
                  <a:cubicBezTo>
                    <a:pt x="5638" y="23895"/>
                    <a:pt x="5605" y="24629"/>
                    <a:pt x="5905" y="25262"/>
                  </a:cubicBezTo>
                  <a:cubicBezTo>
                    <a:pt x="6155" y="25762"/>
                    <a:pt x="6937" y="26493"/>
                    <a:pt x="7615" y="26493"/>
                  </a:cubicBezTo>
                  <a:cubicBezTo>
                    <a:pt x="7751" y="26493"/>
                    <a:pt x="7884" y="26464"/>
                    <a:pt x="8007" y="26397"/>
                  </a:cubicBezTo>
                  <a:cubicBezTo>
                    <a:pt x="8674" y="26063"/>
                    <a:pt x="9107" y="23995"/>
                    <a:pt x="9341" y="23328"/>
                  </a:cubicBezTo>
                  <a:cubicBezTo>
                    <a:pt x="10175" y="20959"/>
                    <a:pt x="10708" y="18391"/>
                    <a:pt x="10241" y="15889"/>
                  </a:cubicBezTo>
                  <a:cubicBezTo>
                    <a:pt x="9975" y="14421"/>
                    <a:pt x="9374" y="13020"/>
                    <a:pt x="9041" y="11586"/>
                  </a:cubicBezTo>
                  <a:cubicBezTo>
                    <a:pt x="8574" y="9651"/>
                    <a:pt x="8574" y="7650"/>
                    <a:pt x="8207" y="5682"/>
                  </a:cubicBezTo>
                  <a:cubicBezTo>
                    <a:pt x="7873" y="3747"/>
                    <a:pt x="7073" y="1746"/>
                    <a:pt x="5438" y="611"/>
                  </a:cubicBezTo>
                  <a:cubicBezTo>
                    <a:pt x="5004" y="278"/>
                    <a:pt x="4504" y="44"/>
                    <a:pt x="3937" y="11"/>
                  </a:cubicBezTo>
                  <a:cubicBezTo>
                    <a:pt x="3869" y="4"/>
                    <a:pt x="3801" y="1"/>
                    <a:pt x="37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8" name="Google Shape;2808;p65"/>
            <p:cNvSpPr/>
            <p:nvPr/>
          </p:nvSpPr>
          <p:spPr>
            <a:xfrm>
              <a:off x="8252910" y="3113542"/>
              <a:ext cx="173554" cy="394068"/>
            </a:xfrm>
            <a:custGeom>
              <a:rect b="b" l="l" r="r" t="t"/>
              <a:pathLst>
                <a:path extrusionOk="0" h="19620" w="8641">
                  <a:moveTo>
                    <a:pt x="7034" y="1"/>
                  </a:moveTo>
                  <a:cubicBezTo>
                    <a:pt x="6553" y="1"/>
                    <a:pt x="6104" y="308"/>
                    <a:pt x="5738" y="643"/>
                  </a:cubicBezTo>
                  <a:cubicBezTo>
                    <a:pt x="3770" y="2344"/>
                    <a:pt x="3070" y="5013"/>
                    <a:pt x="2469" y="7515"/>
                  </a:cubicBezTo>
                  <a:cubicBezTo>
                    <a:pt x="1969" y="9683"/>
                    <a:pt x="1435" y="11818"/>
                    <a:pt x="935" y="13953"/>
                  </a:cubicBezTo>
                  <a:cubicBezTo>
                    <a:pt x="568" y="15554"/>
                    <a:pt x="1" y="17655"/>
                    <a:pt x="868" y="19156"/>
                  </a:cubicBezTo>
                  <a:cubicBezTo>
                    <a:pt x="935" y="19323"/>
                    <a:pt x="1068" y="19457"/>
                    <a:pt x="1202" y="19557"/>
                  </a:cubicBezTo>
                  <a:cubicBezTo>
                    <a:pt x="1288" y="19600"/>
                    <a:pt x="1375" y="19619"/>
                    <a:pt x="1461" y="19619"/>
                  </a:cubicBezTo>
                  <a:cubicBezTo>
                    <a:pt x="1836" y="19619"/>
                    <a:pt x="2191" y="19249"/>
                    <a:pt x="2436" y="18923"/>
                  </a:cubicBezTo>
                  <a:cubicBezTo>
                    <a:pt x="5138" y="15053"/>
                    <a:pt x="7673" y="9883"/>
                    <a:pt x="8407" y="4980"/>
                  </a:cubicBezTo>
                  <a:cubicBezTo>
                    <a:pt x="8507" y="4179"/>
                    <a:pt x="8574" y="3378"/>
                    <a:pt x="8607" y="2611"/>
                  </a:cubicBezTo>
                  <a:cubicBezTo>
                    <a:pt x="8640" y="1510"/>
                    <a:pt x="8273" y="109"/>
                    <a:pt x="7173" y="9"/>
                  </a:cubicBezTo>
                  <a:cubicBezTo>
                    <a:pt x="7126" y="4"/>
                    <a:pt x="7080" y="1"/>
                    <a:pt x="70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9" name="Google Shape;2809;p65"/>
            <p:cNvSpPr/>
            <p:nvPr/>
          </p:nvSpPr>
          <p:spPr>
            <a:xfrm>
              <a:off x="8244214" y="3261789"/>
              <a:ext cx="117939" cy="373702"/>
            </a:xfrm>
            <a:custGeom>
              <a:rect b="b" l="l" r="r" t="t"/>
              <a:pathLst>
                <a:path extrusionOk="0" h="18606" w="5872">
                  <a:moveTo>
                    <a:pt x="5738" y="0"/>
                  </a:moveTo>
                  <a:cubicBezTo>
                    <a:pt x="5471" y="234"/>
                    <a:pt x="5437" y="601"/>
                    <a:pt x="5371" y="934"/>
                  </a:cubicBezTo>
                  <a:cubicBezTo>
                    <a:pt x="5271" y="1301"/>
                    <a:pt x="5171" y="1701"/>
                    <a:pt x="5070" y="2068"/>
                  </a:cubicBezTo>
                  <a:cubicBezTo>
                    <a:pt x="4837" y="2869"/>
                    <a:pt x="4603" y="3703"/>
                    <a:pt x="4337" y="4503"/>
                  </a:cubicBezTo>
                  <a:cubicBezTo>
                    <a:pt x="3770" y="6138"/>
                    <a:pt x="3102" y="7739"/>
                    <a:pt x="2435" y="9340"/>
                  </a:cubicBezTo>
                  <a:cubicBezTo>
                    <a:pt x="1201" y="12209"/>
                    <a:pt x="0" y="15211"/>
                    <a:pt x="200" y="18380"/>
                  </a:cubicBezTo>
                  <a:cubicBezTo>
                    <a:pt x="200" y="18530"/>
                    <a:pt x="309" y="18605"/>
                    <a:pt x="417" y="18605"/>
                  </a:cubicBezTo>
                  <a:cubicBezTo>
                    <a:pt x="526" y="18605"/>
                    <a:pt x="634" y="18530"/>
                    <a:pt x="634" y="18380"/>
                  </a:cubicBezTo>
                  <a:cubicBezTo>
                    <a:pt x="400" y="15044"/>
                    <a:pt x="1768" y="11942"/>
                    <a:pt x="3036" y="8940"/>
                  </a:cubicBezTo>
                  <a:cubicBezTo>
                    <a:pt x="3669" y="7472"/>
                    <a:pt x="4270" y="5971"/>
                    <a:pt x="4770" y="4437"/>
                  </a:cubicBezTo>
                  <a:cubicBezTo>
                    <a:pt x="5037" y="3603"/>
                    <a:pt x="5271" y="2802"/>
                    <a:pt x="5504" y="1968"/>
                  </a:cubicBezTo>
                  <a:cubicBezTo>
                    <a:pt x="5571" y="1601"/>
                    <a:pt x="5671" y="1201"/>
                    <a:pt x="5738" y="834"/>
                  </a:cubicBezTo>
                  <a:cubicBezTo>
                    <a:pt x="5804" y="534"/>
                    <a:pt x="5871" y="267"/>
                    <a:pt x="5771" y="0"/>
                  </a:cubicBezTo>
                  <a:close/>
                </a:path>
              </a:pathLst>
            </a:custGeom>
            <a:solidFill>
              <a:srgbClr val="222221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0" name="Google Shape;2810;p65"/>
            <p:cNvSpPr/>
            <p:nvPr/>
          </p:nvSpPr>
          <p:spPr>
            <a:xfrm>
              <a:off x="8022596" y="3119969"/>
              <a:ext cx="206213" cy="499775"/>
            </a:xfrm>
            <a:custGeom>
              <a:rect b="b" l="l" r="r" t="t"/>
              <a:pathLst>
                <a:path extrusionOk="0" h="24883" w="10267">
                  <a:moveTo>
                    <a:pt x="7942" y="0"/>
                  </a:moveTo>
                  <a:cubicBezTo>
                    <a:pt x="7817" y="0"/>
                    <a:pt x="7696" y="129"/>
                    <a:pt x="7765" y="290"/>
                  </a:cubicBezTo>
                  <a:cubicBezTo>
                    <a:pt x="9667" y="3926"/>
                    <a:pt x="9767" y="8029"/>
                    <a:pt x="9533" y="11998"/>
                  </a:cubicBezTo>
                  <a:cubicBezTo>
                    <a:pt x="9400" y="14100"/>
                    <a:pt x="9233" y="16168"/>
                    <a:pt x="9166" y="18269"/>
                  </a:cubicBezTo>
                  <a:cubicBezTo>
                    <a:pt x="9166" y="18870"/>
                    <a:pt x="9166" y="19470"/>
                    <a:pt x="9166" y="20104"/>
                  </a:cubicBezTo>
                  <a:cubicBezTo>
                    <a:pt x="9066" y="19870"/>
                    <a:pt x="8999" y="19637"/>
                    <a:pt x="8899" y="19403"/>
                  </a:cubicBezTo>
                  <a:cubicBezTo>
                    <a:pt x="8266" y="17902"/>
                    <a:pt x="7532" y="16468"/>
                    <a:pt x="6664" y="15100"/>
                  </a:cubicBezTo>
                  <a:cubicBezTo>
                    <a:pt x="4896" y="12198"/>
                    <a:pt x="2695" y="9630"/>
                    <a:pt x="360" y="7195"/>
                  </a:cubicBezTo>
                  <a:cubicBezTo>
                    <a:pt x="328" y="7154"/>
                    <a:pt x="287" y="7137"/>
                    <a:pt x="247" y="7137"/>
                  </a:cubicBezTo>
                  <a:cubicBezTo>
                    <a:pt x="123" y="7137"/>
                    <a:pt x="0" y="7302"/>
                    <a:pt x="126" y="7428"/>
                  </a:cubicBezTo>
                  <a:cubicBezTo>
                    <a:pt x="2328" y="9897"/>
                    <a:pt x="4429" y="12465"/>
                    <a:pt x="6164" y="15300"/>
                  </a:cubicBezTo>
                  <a:cubicBezTo>
                    <a:pt x="6998" y="16668"/>
                    <a:pt x="7765" y="18136"/>
                    <a:pt x="8399" y="19637"/>
                  </a:cubicBezTo>
                  <a:cubicBezTo>
                    <a:pt x="8733" y="20471"/>
                    <a:pt x="8999" y="21305"/>
                    <a:pt x="9233" y="22139"/>
                  </a:cubicBezTo>
                  <a:cubicBezTo>
                    <a:pt x="9266" y="23006"/>
                    <a:pt x="9300" y="23840"/>
                    <a:pt x="9366" y="24707"/>
                  </a:cubicBezTo>
                  <a:cubicBezTo>
                    <a:pt x="9383" y="24824"/>
                    <a:pt x="9491" y="24882"/>
                    <a:pt x="9592" y="24882"/>
                  </a:cubicBezTo>
                  <a:cubicBezTo>
                    <a:pt x="9692" y="24882"/>
                    <a:pt x="9783" y="24824"/>
                    <a:pt x="9767" y="24707"/>
                  </a:cubicBezTo>
                  <a:cubicBezTo>
                    <a:pt x="9767" y="24474"/>
                    <a:pt x="9733" y="24240"/>
                    <a:pt x="9733" y="24040"/>
                  </a:cubicBezTo>
                  <a:lnTo>
                    <a:pt x="9733" y="24040"/>
                  </a:lnTo>
                  <a:cubicBezTo>
                    <a:pt x="9767" y="24107"/>
                    <a:pt x="9767" y="24207"/>
                    <a:pt x="9800" y="24307"/>
                  </a:cubicBezTo>
                  <a:cubicBezTo>
                    <a:pt x="9830" y="24412"/>
                    <a:pt x="9928" y="24463"/>
                    <a:pt x="10026" y="24463"/>
                  </a:cubicBezTo>
                  <a:cubicBezTo>
                    <a:pt x="10146" y="24463"/>
                    <a:pt x="10267" y="24387"/>
                    <a:pt x="10267" y="24240"/>
                  </a:cubicBezTo>
                  <a:cubicBezTo>
                    <a:pt x="10167" y="23239"/>
                    <a:pt x="9900" y="22239"/>
                    <a:pt x="9600" y="21271"/>
                  </a:cubicBezTo>
                  <a:lnTo>
                    <a:pt x="9600" y="21305"/>
                  </a:lnTo>
                  <a:cubicBezTo>
                    <a:pt x="9533" y="19036"/>
                    <a:pt x="9600" y="16802"/>
                    <a:pt x="9767" y="14533"/>
                  </a:cubicBezTo>
                  <a:cubicBezTo>
                    <a:pt x="10000" y="11331"/>
                    <a:pt x="10267" y="8095"/>
                    <a:pt x="9733" y="4893"/>
                  </a:cubicBezTo>
                  <a:cubicBezTo>
                    <a:pt x="9433" y="3225"/>
                    <a:pt x="8933" y="1591"/>
                    <a:pt x="8099" y="90"/>
                  </a:cubicBezTo>
                  <a:cubicBezTo>
                    <a:pt x="8057" y="27"/>
                    <a:pt x="7999" y="0"/>
                    <a:pt x="7942" y="0"/>
                  </a:cubicBezTo>
                  <a:close/>
                </a:path>
              </a:pathLst>
            </a:custGeom>
            <a:solidFill>
              <a:srgbClr val="222221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1" name="Google Shape;2811;p65"/>
            <p:cNvSpPr/>
            <p:nvPr/>
          </p:nvSpPr>
          <p:spPr>
            <a:xfrm>
              <a:off x="8104181" y="3533801"/>
              <a:ext cx="217099" cy="203963"/>
            </a:xfrm>
            <a:custGeom>
              <a:rect b="b" l="l" r="r" t="t"/>
              <a:pathLst>
                <a:path extrusionOk="0" h="10155" w="10809">
                  <a:moveTo>
                    <a:pt x="34" y="0"/>
                  </a:moveTo>
                  <a:lnTo>
                    <a:pt x="1" y="634"/>
                  </a:lnTo>
                  <a:cubicBezTo>
                    <a:pt x="201" y="1101"/>
                    <a:pt x="501" y="2669"/>
                    <a:pt x="668" y="3136"/>
                  </a:cubicBezTo>
                  <a:cubicBezTo>
                    <a:pt x="1268" y="5137"/>
                    <a:pt x="1402" y="7205"/>
                    <a:pt x="1301" y="9274"/>
                  </a:cubicBezTo>
                  <a:cubicBezTo>
                    <a:pt x="1301" y="9574"/>
                    <a:pt x="1268" y="9841"/>
                    <a:pt x="1235" y="10141"/>
                  </a:cubicBezTo>
                  <a:cubicBezTo>
                    <a:pt x="1792" y="10151"/>
                    <a:pt x="2686" y="10155"/>
                    <a:pt x="3702" y="10155"/>
                  </a:cubicBezTo>
                  <a:cubicBezTo>
                    <a:pt x="6155" y="10155"/>
                    <a:pt x="9316" y="10131"/>
                    <a:pt x="10141" y="10108"/>
                  </a:cubicBezTo>
                  <a:cubicBezTo>
                    <a:pt x="9607" y="6805"/>
                    <a:pt x="10108" y="3336"/>
                    <a:pt x="10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2" name="Google Shape;2812;p65"/>
            <p:cNvSpPr/>
            <p:nvPr/>
          </p:nvSpPr>
          <p:spPr>
            <a:xfrm>
              <a:off x="6793896" y="3731437"/>
              <a:ext cx="1627206" cy="777189"/>
            </a:xfrm>
            <a:custGeom>
              <a:rect b="b" l="l" r="r" t="t"/>
              <a:pathLst>
                <a:path extrusionOk="0" h="38695" w="81016">
                  <a:moveTo>
                    <a:pt x="18604" y="1"/>
                  </a:moveTo>
                  <a:cubicBezTo>
                    <a:pt x="15736" y="1"/>
                    <a:pt x="12833" y="34"/>
                    <a:pt x="9931" y="34"/>
                  </a:cubicBezTo>
                  <a:cubicBezTo>
                    <a:pt x="9198" y="34"/>
                    <a:pt x="8472" y="26"/>
                    <a:pt x="7747" y="26"/>
                  </a:cubicBezTo>
                  <a:cubicBezTo>
                    <a:pt x="7021" y="26"/>
                    <a:pt x="6295" y="34"/>
                    <a:pt x="5562" y="67"/>
                  </a:cubicBezTo>
                  <a:cubicBezTo>
                    <a:pt x="4628" y="134"/>
                    <a:pt x="3694" y="201"/>
                    <a:pt x="2726" y="301"/>
                  </a:cubicBezTo>
                  <a:cubicBezTo>
                    <a:pt x="2126" y="301"/>
                    <a:pt x="1525" y="301"/>
                    <a:pt x="892" y="268"/>
                  </a:cubicBezTo>
                  <a:cubicBezTo>
                    <a:pt x="882" y="267"/>
                    <a:pt x="872" y="267"/>
                    <a:pt x="862" y="267"/>
                  </a:cubicBezTo>
                  <a:cubicBezTo>
                    <a:pt x="1" y="267"/>
                    <a:pt x="1" y="1702"/>
                    <a:pt x="862" y="1702"/>
                  </a:cubicBezTo>
                  <a:cubicBezTo>
                    <a:pt x="872" y="1702"/>
                    <a:pt x="882" y="1702"/>
                    <a:pt x="892" y="1702"/>
                  </a:cubicBezTo>
                  <a:cubicBezTo>
                    <a:pt x="1525" y="1702"/>
                    <a:pt x="2126" y="1702"/>
                    <a:pt x="2760" y="1669"/>
                  </a:cubicBezTo>
                  <a:cubicBezTo>
                    <a:pt x="3560" y="1769"/>
                    <a:pt x="4361" y="1835"/>
                    <a:pt x="5161" y="1902"/>
                  </a:cubicBezTo>
                  <a:cubicBezTo>
                    <a:pt x="5795" y="1935"/>
                    <a:pt x="6429" y="1944"/>
                    <a:pt x="7067" y="1944"/>
                  </a:cubicBezTo>
                  <a:cubicBezTo>
                    <a:pt x="7705" y="1944"/>
                    <a:pt x="8347" y="1935"/>
                    <a:pt x="8997" y="1935"/>
                  </a:cubicBezTo>
                  <a:lnTo>
                    <a:pt x="12934" y="1935"/>
                  </a:lnTo>
                  <a:cubicBezTo>
                    <a:pt x="12900" y="2102"/>
                    <a:pt x="12867" y="2302"/>
                    <a:pt x="12800" y="2436"/>
                  </a:cubicBezTo>
                  <a:cubicBezTo>
                    <a:pt x="12633" y="3170"/>
                    <a:pt x="12467" y="3937"/>
                    <a:pt x="12300" y="4671"/>
                  </a:cubicBezTo>
                  <a:cubicBezTo>
                    <a:pt x="11699" y="7506"/>
                    <a:pt x="11099" y="10341"/>
                    <a:pt x="10498" y="13177"/>
                  </a:cubicBezTo>
                  <a:cubicBezTo>
                    <a:pt x="9298" y="18914"/>
                    <a:pt x="8163" y="24685"/>
                    <a:pt x="6996" y="30422"/>
                  </a:cubicBezTo>
                  <a:cubicBezTo>
                    <a:pt x="6662" y="32057"/>
                    <a:pt x="6329" y="33658"/>
                    <a:pt x="6029" y="35293"/>
                  </a:cubicBezTo>
                  <a:cubicBezTo>
                    <a:pt x="5862" y="36093"/>
                    <a:pt x="5695" y="36927"/>
                    <a:pt x="5528" y="37728"/>
                  </a:cubicBezTo>
                  <a:cubicBezTo>
                    <a:pt x="5462" y="38061"/>
                    <a:pt x="5395" y="38361"/>
                    <a:pt x="5295" y="38695"/>
                  </a:cubicBezTo>
                  <a:lnTo>
                    <a:pt x="7530" y="38695"/>
                  </a:lnTo>
                  <a:cubicBezTo>
                    <a:pt x="7663" y="38095"/>
                    <a:pt x="7763" y="37461"/>
                    <a:pt x="7863" y="36894"/>
                  </a:cubicBezTo>
                  <a:cubicBezTo>
                    <a:pt x="8130" y="35593"/>
                    <a:pt x="8397" y="34292"/>
                    <a:pt x="8630" y="33024"/>
                  </a:cubicBezTo>
                  <a:cubicBezTo>
                    <a:pt x="9164" y="30456"/>
                    <a:pt x="9698" y="27887"/>
                    <a:pt x="10198" y="25319"/>
                  </a:cubicBezTo>
                  <a:cubicBezTo>
                    <a:pt x="11232" y="20215"/>
                    <a:pt x="12266" y="15145"/>
                    <a:pt x="13234" y="10075"/>
                  </a:cubicBezTo>
                  <a:cubicBezTo>
                    <a:pt x="13501" y="8640"/>
                    <a:pt x="13767" y="7206"/>
                    <a:pt x="14068" y="5805"/>
                  </a:cubicBezTo>
                  <a:cubicBezTo>
                    <a:pt x="14201" y="5038"/>
                    <a:pt x="14335" y="4304"/>
                    <a:pt x="14468" y="3537"/>
                  </a:cubicBezTo>
                  <a:cubicBezTo>
                    <a:pt x="14535" y="3203"/>
                    <a:pt x="14568" y="2869"/>
                    <a:pt x="14635" y="2536"/>
                  </a:cubicBezTo>
                  <a:cubicBezTo>
                    <a:pt x="14668" y="2369"/>
                    <a:pt x="14701" y="2236"/>
                    <a:pt x="14701" y="2102"/>
                  </a:cubicBezTo>
                  <a:cubicBezTo>
                    <a:pt x="14768" y="2069"/>
                    <a:pt x="14802" y="2002"/>
                    <a:pt x="14868" y="1969"/>
                  </a:cubicBezTo>
                  <a:lnTo>
                    <a:pt x="32081" y="1969"/>
                  </a:lnTo>
                  <a:cubicBezTo>
                    <a:pt x="42288" y="1935"/>
                    <a:pt x="52495" y="1935"/>
                    <a:pt x="62702" y="1902"/>
                  </a:cubicBezTo>
                  <a:lnTo>
                    <a:pt x="68907" y="1902"/>
                  </a:lnTo>
                  <a:cubicBezTo>
                    <a:pt x="69107" y="3270"/>
                    <a:pt x="69541" y="4637"/>
                    <a:pt x="69874" y="5972"/>
                  </a:cubicBezTo>
                  <a:cubicBezTo>
                    <a:pt x="70241" y="7439"/>
                    <a:pt x="70641" y="8907"/>
                    <a:pt x="71042" y="10341"/>
                  </a:cubicBezTo>
                  <a:cubicBezTo>
                    <a:pt x="71842" y="13277"/>
                    <a:pt x="72643" y="16212"/>
                    <a:pt x="73477" y="19114"/>
                  </a:cubicBezTo>
                  <a:cubicBezTo>
                    <a:pt x="75111" y="25052"/>
                    <a:pt x="76779" y="30956"/>
                    <a:pt x="78414" y="36860"/>
                  </a:cubicBezTo>
                  <a:cubicBezTo>
                    <a:pt x="78580" y="37461"/>
                    <a:pt x="78781" y="38095"/>
                    <a:pt x="78947" y="38695"/>
                  </a:cubicBezTo>
                  <a:lnTo>
                    <a:pt x="81015" y="38695"/>
                  </a:lnTo>
                  <a:cubicBezTo>
                    <a:pt x="80949" y="38462"/>
                    <a:pt x="80882" y="38261"/>
                    <a:pt x="80815" y="38028"/>
                  </a:cubicBezTo>
                  <a:lnTo>
                    <a:pt x="80282" y="36127"/>
                  </a:lnTo>
                  <a:lnTo>
                    <a:pt x="79181" y="32257"/>
                  </a:lnTo>
                  <a:cubicBezTo>
                    <a:pt x="78480" y="29722"/>
                    <a:pt x="77746" y="27220"/>
                    <a:pt x="77046" y="24685"/>
                  </a:cubicBezTo>
                  <a:cubicBezTo>
                    <a:pt x="75612" y="19615"/>
                    <a:pt x="74177" y="14544"/>
                    <a:pt x="72710" y="9474"/>
                  </a:cubicBezTo>
                  <a:cubicBezTo>
                    <a:pt x="72309" y="8073"/>
                    <a:pt x="71909" y="6705"/>
                    <a:pt x="71475" y="5304"/>
                  </a:cubicBezTo>
                  <a:cubicBezTo>
                    <a:pt x="71108" y="4170"/>
                    <a:pt x="70808" y="3003"/>
                    <a:pt x="70375" y="1902"/>
                  </a:cubicBezTo>
                  <a:cubicBezTo>
                    <a:pt x="73610" y="1902"/>
                    <a:pt x="76879" y="1902"/>
                    <a:pt x="80115" y="1869"/>
                  </a:cubicBezTo>
                  <a:cubicBezTo>
                    <a:pt x="80649" y="1869"/>
                    <a:pt x="80949" y="1435"/>
                    <a:pt x="80915" y="1001"/>
                  </a:cubicBezTo>
                  <a:cubicBezTo>
                    <a:pt x="80949" y="568"/>
                    <a:pt x="80649" y="134"/>
                    <a:pt x="80115" y="134"/>
                  </a:cubicBezTo>
                  <a:cubicBezTo>
                    <a:pt x="73266" y="45"/>
                    <a:pt x="66401" y="45"/>
                    <a:pt x="59542" y="45"/>
                  </a:cubicBezTo>
                  <a:cubicBezTo>
                    <a:pt x="56113" y="45"/>
                    <a:pt x="52684" y="45"/>
                    <a:pt x="49259" y="34"/>
                  </a:cubicBezTo>
                  <a:cubicBezTo>
                    <a:pt x="39052" y="34"/>
                    <a:pt x="28845" y="34"/>
                    <a:pt x="186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3" name="Google Shape;2813;p65"/>
            <p:cNvSpPr/>
            <p:nvPr/>
          </p:nvSpPr>
          <p:spPr>
            <a:xfrm>
              <a:off x="5729773" y="1596221"/>
              <a:ext cx="426123" cy="434157"/>
            </a:xfrm>
            <a:custGeom>
              <a:rect b="b" l="l" r="r" t="t"/>
              <a:pathLst>
                <a:path extrusionOk="0" h="21616" w="21216">
                  <a:moveTo>
                    <a:pt x="10620" y="3500"/>
                  </a:moveTo>
                  <a:cubicBezTo>
                    <a:pt x="14228" y="3500"/>
                    <a:pt x="17338" y="6316"/>
                    <a:pt x="17713" y="10074"/>
                  </a:cubicBezTo>
                  <a:cubicBezTo>
                    <a:pt x="18114" y="14077"/>
                    <a:pt x="15245" y="17646"/>
                    <a:pt x="11342" y="18046"/>
                  </a:cubicBezTo>
                  <a:cubicBezTo>
                    <a:pt x="11099" y="18071"/>
                    <a:pt x="10857" y="18083"/>
                    <a:pt x="10617" y="18083"/>
                  </a:cubicBezTo>
                  <a:cubicBezTo>
                    <a:pt x="6984" y="18083"/>
                    <a:pt x="3879" y="15297"/>
                    <a:pt x="3503" y="11542"/>
                  </a:cubicBezTo>
                  <a:cubicBezTo>
                    <a:pt x="3103" y="7539"/>
                    <a:pt x="5972" y="3936"/>
                    <a:pt x="9908" y="3536"/>
                  </a:cubicBezTo>
                  <a:cubicBezTo>
                    <a:pt x="10147" y="3512"/>
                    <a:pt x="10385" y="3500"/>
                    <a:pt x="10620" y="3500"/>
                  </a:cubicBezTo>
                  <a:close/>
                  <a:moveTo>
                    <a:pt x="11342" y="0"/>
                  </a:moveTo>
                  <a:cubicBezTo>
                    <a:pt x="11376" y="67"/>
                    <a:pt x="11409" y="134"/>
                    <a:pt x="11409" y="200"/>
                  </a:cubicBezTo>
                  <a:cubicBezTo>
                    <a:pt x="11509" y="1201"/>
                    <a:pt x="10809" y="2068"/>
                    <a:pt x="9841" y="2168"/>
                  </a:cubicBezTo>
                  <a:cubicBezTo>
                    <a:pt x="9779" y="2175"/>
                    <a:pt x="9718" y="2178"/>
                    <a:pt x="9657" y="2178"/>
                  </a:cubicBezTo>
                  <a:cubicBezTo>
                    <a:pt x="8766" y="2178"/>
                    <a:pt x="8000" y="1504"/>
                    <a:pt x="7906" y="567"/>
                  </a:cubicBezTo>
                  <a:cubicBezTo>
                    <a:pt x="7906" y="501"/>
                    <a:pt x="7906" y="400"/>
                    <a:pt x="7906" y="334"/>
                  </a:cubicBezTo>
                  <a:cubicBezTo>
                    <a:pt x="7239" y="501"/>
                    <a:pt x="6572" y="767"/>
                    <a:pt x="5938" y="1068"/>
                  </a:cubicBezTo>
                  <a:cubicBezTo>
                    <a:pt x="6005" y="1134"/>
                    <a:pt x="6072" y="1168"/>
                    <a:pt x="6105" y="1268"/>
                  </a:cubicBezTo>
                  <a:cubicBezTo>
                    <a:pt x="6672" y="2068"/>
                    <a:pt x="6505" y="3169"/>
                    <a:pt x="5705" y="3736"/>
                  </a:cubicBezTo>
                  <a:cubicBezTo>
                    <a:pt x="5402" y="3973"/>
                    <a:pt x="5048" y="4085"/>
                    <a:pt x="4695" y="4085"/>
                  </a:cubicBezTo>
                  <a:cubicBezTo>
                    <a:pt x="4152" y="4085"/>
                    <a:pt x="3613" y="3821"/>
                    <a:pt x="3270" y="3336"/>
                  </a:cubicBezTo>
                  <a:cubicBezTo>
                    <a:pt x="3203" y="3269"/>
                    <a:pt x="3170" y="3202"/>
                    <a:pt x="3136" y="3102"/>
                  </a:cubicBezTo>
                  <a:cubicBezTo>
                    <a:pt x="2636" y="3603"/>
                    <a:pt x="2202" y="4170"/>
                    <a:pt x="1802" y="4770"/>
                  </a:cubicBezTo>
                  <a:cubicBezTo>
                    <a:pt x="1869" y="4804"/>
                    <a:pt x="1969" y="4804"/>
                    <a:pt x="2036" y="4870"/>
                  </a:cubicBezTo>
                  <a:cubicBezTo>
                    <a:pt x="2936" y="5271"/>
                    <a:pt x="3337" y="6305"/>
                    <a:pt x="2936" y="7205"/>
                  </a:cubicBezTo>
                  <a:cubicBezTo>
                    <a:pt x="2641" y="7869"/>
                    <a:pt x="2002" y="8261"/>
                    <a:pt x="1325" y="8261"/>
                  </a:cubicBezTo>
                  <a:cubicBezTo>
                    <a:pt x="1084" y="8261"/>
                    <a:pt x="838" y="8211"/>
                    <a:pt x="601" y="8106"/>
                  </a:cubicBezTo>
                  <a:cubicBezTo>
                    <a:pt x="535" y="8073"/>
                    <a:pt x="434" y="8039"/>
                    <a:pt x="368" y="7973"/>
                  </a:cubicBezTo>
                  <a:cubicBezTo>
                    <a:pt x="168" y="8673"/>
                    <a:pt x="68" y="9374"/>
                    <a:pt x="1" y="10107"/>
                  </a:cubicBezTo>
                  <a:cubicBezTo>
                    <a:pt x="101" y="10074"/>
                    <a:pt x="201" y="10041"/>
                    <a:pt x="301" y="10041"/>
                  </a:cubicBezTo>
                  <a:cubicBezTo>
                    <a:pt x="358" y="10035"/>
                    <a:pt x="415" y="10032"/>
                    <a:pt x="472" y="10032"/>
                  </a:cubicBezTo>
                  <a:cubicBezTo>
                    <a:pt x="1339" y="10032"/>
                    <a:pt x="2108" y="10734"/>
                    <a:pt x="2202" y="11642"/>
                  </a:cubicBezTo>
                  <a:cubicBezTo>
                    <a:pt x="2302" y="12643"/>
                    <a:pt x="1602" y="13510"/>
                    <a:pt x="635" y="13610"/>
                  </a:cubicBezTo>
                  <a:lnTo>
                    <a:pt x="334" y="13610"/>
                  </a:lnTo>
                  <a:cubicBezTo>
                    <a:pt x="535" y="14310"/>
                    <a:pt x="801" y="14978"/>
                    <a:pt x="1102" y="15611"/>
                  </a:cubicBezTo>
                  <a:cubicBezTo>
                    <a:pt x="1168" y="15545"/>
                    <a:pt x="1235" y="15511"/>
                    <a:pt x="1302" y="15445"/>
                  </a:cubicBezTo>
                  <a:cubicBezTo>
                    <a:pt x="1618" y="15208"/>
                    <a:pt x="1975" y="15095"/>
                    <a:pt x="2327" y="15095"/>
                  </a:cubicBezTo>
                  <a:cubicBezTo>
                    <a:pt x="2867" y="15095"/>
                    <a:pt x="3393" y="15360"/>
                    <a:pt x="3737" y="15845"/>
                  </a:cubicBezTo>
                  <a:cubicBezTo>
                    <a:pt x="4304" y="16645"/>
                    <a:pt x="4137" y="17746"/>
                    <a:pt x="3370" y="18347"/>
                  </a:cubicBezTo>
                  <a:cubicBezTo>
                    <a:pt x="3270" y="18413"/>
                    <a:pt x="3203" y="18447"/>
                    <a:pt x="3103" y="18480"/>
                  </a:cubicBezTo>
                  <a:cubicBezTo>
                    <a:pt x="3603" y="18980"/>
                    <a:pt x="4170" y="19447"/>
                    <a:pt x="4738" y="19848"/>
                  </a:cubicBezTo>
                  <a:cubicBezTo>
                    <a:pt x="4771" y="19748"/>
                    <a:pt x="4804" y="19681"/>
                    <a:pt x="4838" y="19581"/>
                  </a:cubicBezTo>
                  <a:cubicBezTo>
                    <a:pt x="5133" y="18917"/>
                    <a:pt x="5772" y="18525"/>
                    <a:pt x="6435" y="18525"/>
                  </a:cubicBezTo>
                  <a:cubicBezTo>
                    <a:pt x="6672" y="18525"/>
                    <a:pt x="6911" y="18575"/>
                    <a:pt x="7139" y="18680"/>
                  </a:cubicBezTo>
                  <a:cubicBezTo>
                    <a:pt x="8040" y="19114"/>
                    <a:pt x="8440" y="20148"/>
                    <a:pt x="8040" y="21049"/>
                  </a:cubicBezTo>
                  <a:cubicBezTo>
                    <a:pt x="8007" y="21149"/>
                    <a:pt x="7940" y="21215"/>
                    <a:pt x="7906" y="21282"/>
                  </a:cubicBezTo>
                  <a:cubicBezTo>
                    <a:pt x="8574" y="21482"/>
                    <a:pt x="9274" y="21582"/>
                    <a:pt x="9975" y="21616"/>
                  </a:cubicBezTo>
                  <a:cubicBezTo>
                    <a:pt x="9941" y="21549"/>
                    <a:pt x="9941" y="21482"/>
                    <a:pt x="9908" y="21382"/>
                  </a:cubicBezTo>
                  <a:cubicBezTo>
                    <a:pt x="9841" y="20415"/>
                    <a:pt x="10542" y="19514"/>
                    <a:pt x="11476" y="19414"/>
                  </a:cubicBezTo>
                  <a:cubicBezTo>
                    <a:pt x="11535" y="19408"/>
                    <a:pt x="11594" y="19405"/>
                    <a:pt x="11652" y="19405"/>
                  </a:cubicBezTo>
                  <a:cubicBezTo>
                    <a:pt x="12547" y="19405"/>
                    <a:pt x="13316" y="20107"/>
                    <a:pt x="13410" y="21015"/>
                  </a:cubicBezTo>
                  <a:cubicBezTo>
                    <a:pt x="13410" y="21115"/>
                    <a:pt x="13410" y="21182"/>
                    <a:pt x="13410" y="21282"/>
                  </a:cubicBezTo>
                  <a:cubicBezTo>
                    <a:pt x="14078" y="21082"/>
                    <a:pt x="14745" y="20815"/>
                    <a:pt x="15345" y="20515"/>
                  </a:cubicBezTo>
                  <a:cubicBezTo>
                    <a:pt x="15312" y="20448"/>
                    <a:pt x="15245" y="20415"/>
                    <a:pt x="15212" y="20348"/>
                  </a:cubicBezTo>
                  <a:cubicBezTo>
                    <a:pt x="14645" y="19548"/>
                    <a:pt x="14811" y="18447"/>
                    <a:pt x="15612" y="17846"/>
                  </a:cubicBezTo>
                  <a:cubicBezTo>
                    <a:pt x="15917" y="17621"/>
                    <a:pt x="16274" y="17512"/>
                    <a:pt x="16629" y="17512"/>
                  </a:cubicBezTo>
                  <a:cubicBezTo>
                    <a:pt x="17169" y="17512"/>
                    <a:pt x="17705" y="17764"/>
                    <a:pt x="18047" y="18247"/>
                  </a:cubicBezTo>
                  <a:cubicBezTo>
                    <a:pt x="18080" y="18313"/>
                    <a:pt x="18114" y="18380"/>
                    <a:pt x="18147" y="18447"/>
                  </a:cubicBezTo>
                  <a:cubicBezTo>
                    <a:pt x="18647" y="17946"/>
                    <a:pt x="19081" y="17413"/>
                    <a:pt x="19448" y="16812"/>
                  </a:cubicBezTo>
                  <a:cubicBezTo>
                    <a:pt x="19415" y="16779"/>
                    <a:pt x="19348" y="16779"/>
                    <a:pt x="19281" y="16746"/>
                  </a:cubicBezTo>
                  <a:cubicBezTo>
                    <a:pt x="18381" y="16345"/>
                    <a:pt x="18014" y="15278"/>
                    <a:pt x="18414" y="14377"/>
                  </a:cubicBezTo>
                  <a:cubicBezTo>
                    <a:pt x="18684" y="13713"/>
                    <a:pt x="19335" y="13321"/>
                    <a:pt x="20006" y="13321"/>
                  </a:cubicBezTo>
                  <a:cubicBezTo>
                    <a:pt x="20246" y="13321"/>
                    <a:pt x="20488" y="13371"/>
                    <a:pt x="20716" y="13477"/>
                  </a:cubicBezTo>
                  <a:cubicBezTo>
                    <a:pt x="20782" y="13510"/>
                    <a:pt x="20816" y="13543"/>
                    <a:pt x="20882" y="13577"/>
                  </a:cubicBezTo>
                  <a:cubicBezTo>
                    <a:pt x="21049" y="12909"/>
                    <a:pt x="21183" y="12242"/>
                    <a:pt x="21216" y="11542"/>
                  </a:cubicBezTo>
                  <a:cubicBezTo>
                    <a:pt x="21149" y="11542"/>
                    <a:pt x="21116" y="11542"/>
                    <a:pt x="21049" y="11575"/>
                  </a:cubicBezTo>
                  <a:cubicBezTo>
                    <a:pt x="20990" y="11581"/>
                    <a:pt x="20931" y="11584"/>
                    <a:pt x="20872" y="11584"/>
                  </a:cubicBezTo>
                  <a:cubicBezTo>
                    <a:pt x="19978" y="11584"/>
                    <a:pt x="19208" y="10882"/>
                    <a:pt x="19114" y="9974"/>
                  </a:cubicBezTo>
                  <a:cubicBezTo>
                    <a:pt x="19014" y="8973"/>
                    <a:pt x="19715" y="8106"/>
                    <a:pt x="20682" y="8006"/>
                  </a:cubicBezTo>
                  <a:lnTo>
                    <a:pt x="20882" y="8006"/>
                  </a:lnTo>
                  <a:cubicBezTo>
                    <a:pt x="20682" y="7305"/>
                    <a:pt x="20449" y="6672"/>
                    <a:pt x="20149" y="6038"/>
                  </a:cubicBezTo>
                  <a:cubicBezTo>
                    <a:pt x="20115" y="6071"/>
                    <a:pt x="20082" y="6138"/>
                    <a:pt x="20015" y="6171"/>
                  </a:cubicBezTo>
                  <a:cubicBezTo>
                    <a:pt x="19710" y="6396"/>
                    <a:pt x="19353" y="6506"/>
                    <a:pt x="18998" y="6506"/>
                  </a:cubicBezTo>
                  <a:cubicBezTo>
                    <a:pt x="18458" y="6506"/>
                    <a:pt x="17922" y="6254"/>
                    <a:pt x="17580" y="5771"/>
                  </a:cubicBezTo>
                  <a:cubicBezTo>
                    <a:pt x="17013" y="4970"/>
                    <a:pt x="17180" y="3836"/>
                    <a:pt x="17980" y="3269"/>
                  </a:cubicBezTo>
                  <a:cubicBezTo>
                    <a:pt x="18014" y="3236"/>
                    <a:pt x="18080" y="3202"/>
                    <a:pt x="18147" y="3169"/>
                  </a:cubicBezTo>
                  <a:cubicBezTo>
                    <a:pt x="17647" y="2669"/>
                    <a:pt x="17113" y="2202"/>
                    <a:pt x="16546" y="1835"/>
                  </a:cubicBezTo>
                  <a:cubicBezTo>
                    <a:pt x="16546" y="1868"/>
                    <a:pt x="16513" y="1935"/>
                    <a:pt x="16479" y="2002"/>
                  </a:cubicBezTo>
                  <a:cubicBezTo>
                    <a:pt x="16184" y="2665"/>
                    <a:pt x="15545" y="3057"/>
                    <a:pt x="14882" y="3057"/>
                  </a:cubicBezTo>
                  <a:cubicBezTo>
                    <a:pt x="14645" y="3057"/>
                    <a:pt x="14406" y="3008"/>
                    <a:pt x="14178" y="2902"/>
                  </a:cubicBezTo>
                  <a:cubicBezTo>
                    <a:pt x="13277" y="2502"/>
                    <a:pt x="12910" y="1435"/>
                    <a:pt x="13277" y="534"/>
                  </a:cubicBezTo>
                  <a:cubicBezTo>
                    <a:pt x="13310" y="467"/>
                    <a:pt x="13377" y="400"/>
                    <a:pt x="13410" y="334"/>
                  </a:cubicBezTo>
                  <a:cubicBezTo>
                    <a:pt x="12743" y="167"/>
                    <a:pt x="12043" y="34"/>
                    <a:pt x="11342" y="0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4" name="Google Shape;2814;p65"/>
            <p:cNvSpPr/>
            <p:nvPr/>
          </p:nvSpPr>
          <p:spPr>
            <a:xfrm>
              <a:off x="5769300" y="1647016"/>
              <a:ext cx="347069" cy="332567"/>
            </a:xfrm>
            <a:custGeom>
              <a:rect b="b" l="l" r="r" t="t"/>
              <a:pathLst>
                <a:path extrusionOk="0" h="16558" w="17280">
                  <a:moveTo>
                    <a:pt x="8616" y="2720"/>
                  </a:moveTo>
                  <a:cubicBezTo>
                    <a:pt x="8866" y="2720"/>
                    <a:pt x="9120" y="2738"/>
                    <a:pt x="9374" y="2775"/>
                  </a:cubicBezTo>
                  <a:cubicBezTo>
                    <a:pt x="12343" y="3175"/>
                    <a:pt x="14445" y="5977"/>
                    <a:pt x="14044" y="9013"/>
                  </a:cubicBezTo>
                  <a:cubicBezTo>
                    <a:pt x="13678" y="11788"/>
                    <a:pt x="11361" y="13838"/>
                    <a:pt x="8672" y="13838"/>
                  </a:cubicBezTo>
                  <a:cubicBezTo>
                    <a:pt x="8420" y="13838"/>
                    <a:pt x="8164" y="13820"/>
                    <a:pt x="7907" y="13783"/>
                  </a:cubicBezTo>
                  <a:cubicBezTo>
                    <a:pt x="4938" y="13383"/>
                    <a:pt x="2836" y="10581"/>
                    <a:pt x="3237" y="7545"/>
                  </a:cubicBezTo>
                  <a:cubicBezTo>
                    <a:pt x="3602" y="4770"/>
                    <a:pt x="5948" y="2720"/>
                    <a:pt x="8616" y="2720"/>
                  </a:cubicBezTo>
                  <a:close/>
                  <a:moveTo>
                    <a:pt x="8661" y="0"/>
                  </a:moveTo>
                  <a:cubicBezTo>
                    <a:pt x="4657" y="0"/>
                    <a:pt x="1153" y="3013"/>
                    <a:pt x="601" y="7178"/>
                  </a:cubicBezTo>
                  <a:cubicBezTo>
                    <a:pt x="1" y="11715"/>
                    <a:pt x="3136" y="15884"/>
                    <a:pt x="7573" y="16485"/>
                  </a:cubicBezTo>
                  <a:cubicBezTo>
                    <a:pt x="7936" y="16534"/>
                    <a:pt x="8296" y="16558"/>
                    <a:pt x="8653" y="16558"/>
                  </a:cubicBezTo>
                  <a:cubicBezTo>
                    <a:pt x="12657" y="16558"/>
                    <a:pt x="16159" y="13545"/>
                    <a:pt x="16679" y="9380"/>
                  </a:cubicBezTo>
                  <a:cubicBezTo>
                    <a:pt x="17280" y="4843"/>
                    <a:pt x="14178" y="673"/>
                    <a:pt x="9741" y="73"/>
                  </a:cubicBezTo>
                  <a:cubicBezTo>
                    <a:pt x="9378" y="24"/>
                    <a:pt x="9018" y="0"/>
                    <a:pt x="86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5" name="Google Shape;2815;p65"/>
            <p:cNvSpPr/>
            <p:nvPr/>
          </p:nvSpPr>
          <p:spPr>
            <a:xfrm>
              <a:off x="6151196" y="1621006"/>
              <a:ext cx="391296" cy="398647"/>
            </a:xfrm>
            <a:custGeom>
              <a:rect b="b" l="l" r="r" t="t"/>
              <a:pathLst>
                <a:path extrusionOk="0" h="19848" w="19482">
                  <a:moveTo>
                    <a:pt x="19139" y="7339"/>
                  </a:moveTo>
                  <a:lnTo>
                    <a:pt x="19139" y="7339"/>
                  </a:lnTo>
                  <a:cubicBezTo>
                    <a:pt x="19142" y="7350"/>
                    <a:pt x="19145" y="7361"/>
                    <a:pt x="19147" y="7372"/>
                  </a:cubicBezTo>
                  <a:lnTo>
                    <a:pt x="19147" y="7339"/>
                  </a:lnTo>
                  <a:close/>
                  <a:moveTo>
                    <a:pt x="9735" y="3236"/>
                  </a:moveTo>
                  <a:cubicBezTo>
                    <a:pt x="13061" y="3236"/>
                    <a:pt x="15901" y="5798"/>
                    <a:pt x="16245" y="9240"/>
                  </a:cubicBezTo>
                  <a:cubicBezTo>
                    <a:pt x="16612" y="12943"/>
                    <a:pt x="14010" y="16212"/>
                    <a:pt x="10408" y="16579"/>
                  </a:cubicBezTo>
                  <a:cubicBezTo>
                    <a:pt x="10186" y="16602"/>
                    <a:pt x="9965" y="16613"/>
                    <a:pt x="9746" y="16613"/>
                  </a:cubicBezTo>
                  <a:cubicBezTo>
                    <a:pt x="6417" y="16613"/>
                    <a:pt x="3547" y="14051"/>
                    <a:pt x="3203" y="10608"/>
                  </a:cubicBezTo>
                  <a:cubicBezTo>
                    <a:pt x="2836" y="6939"/>
                    <a:pt x="5471" y="3636"/>
                    <a:pt x="9074" y="3269"/>
                  </a:cubicBezTo>
                  <a:cubicBezTo>
                    <a:pt x="9296" y="3247"/>
                    <a:pt x="9517" y="3236"/>
                    <a:pt x="9735" y="3236"/>
                  </a:cubicBezTo>
                  <a:close/>
                  <a:moveTo>
                    <a:pt x="10408" y="0"/>
                  </a:moveTo>
                  <a:cubicBezTo>
                    <a:pt x="10441" y="67"/>
                    <a:pt x="10441" y="134"/>
                    <a:pt x="10475" y="201"/>
                  </a:cubicBezTo>
                  <a:cubicBezTo>
                    <a:pt x="10541" y="1101"/>
                    <a:pt x="9908" y="1902"/>
                    <a:pt x="9040" y="2002"/>
                  </a:cubicBezTo>
                  <a:cubicBezTo>
                    <a:pt x="8980" y="2009"/>
                    <a:pt x="8920" y="2012"/>
                    <a:pt x="8861" y="2012"/>
                  </a:cubicBezTo>
                  <a:cubicBezTo>
                    <a:pt x="8036" y="2012"/>
                    <a:pt x="7335" y="1375"/>
                    <a:pt x="7272" y="534"/>
                  </a:cubicBezTo>
                  <a:cubicBezTo>
                    <a:pt x="7239" y="467"/>
                    <a:pt x="7272" y="367"/>
                    <a:pt x="7272" y="301"/>
                  </a:cubicBezTo>
                  <a:lnTo>
                    <a:pt x="7272" y="301"/>
                  </a:lnTo>
                  <a:cubicBezTo>
                    <a:pt x="6639" y="467"/>
                    <a:pt x="6038" y="701"/>
                    <a:pt x="5471" y="968"/>
                  </a:cubicBezTo>
                  <a:cubicBezTo>
                    <a:pt x="5504" y="1034"/>
                    <a:pt x="5571" y="1101"/>
                    <a:pt x="5604" y="1168"/>
                  </a:cubicBezTo>
                  <a:cubicBezTo>
                    <a:pt x="6138" y="1902"/>
                    <a:pt x="5971" y="2902"/>
                    <a:pt x="5238" y="3436"/>
                  </a:cubicBezTo>
                  <a:cubicBezTo>
                    <a:pt x="4960" y="3648"/>
                    <a:pt x="4636" y="3749"/>
                    <a:pt x="4312" y="3749"/>
                  </a:cubicBezTo>
                  <a:cubicBezTo>
                    <a:pt x="3818" y="3749"/>
                    <a:pt x="3325" y="3513"/>
                    <a:pt x="3003" y="3069"/>
                  </a:cubicBezTo>
                  <a:cubicBezTo>
                    <a:pt x="2936" y="3003"/>
                    <a:pt x="2903" y="2936"/>
                    <a:pt x="2869" y="2869"/>
                  </a:cubicBezTo>
                  <a:cubicBezTo>
                    <a:pt x="2402" y="3336"/>
                    <a:pt x="2002" y="3837"/>
                    <a:pt x="1635" y="4370"/>
                  </a:cubicBezTo>
                  <a:cubicBezTo>
                    <a:pt x="1735" y="4404"/>
                    <a:pt x="1802" y="4437"/>
                    <a:pt x="1868" y="4470"/>
                  </a:cubicBezTo>
                  <a:cubicBezTo>
                    <a:pt x="2669" y="4837"/>
                    <a:pt x="3036" y="5805"/>
                    <a:pt x="2669" y="6639"/>
                  </a:cubicBezTo>
                  <a:cubicBezTo>
                    <a:pt x="2423" y="7254"/>
                    <a:pt x="1832" y="7615"/>
                    <a:pt x="1218" y="7615"/>
                  </a:cubicBezTo>
                  <a:cubicBezTo>
                    <a:pt x="999" y="7615"/>
                    <a:pt x="778" y="7569"/>
                    <a:pt x="568" y="7472"/>
                  </a:cubicBezTo>
                  <a:cubicBezTo>
                    <a:pt x="467" y="7406"/>
                    <a:pt x="401" y="7372"/>
                    <a:pt x="334" y="7339"/>
                  </a:cubicBezTo>
                  <a:cubicBezTo>
                    <a:pt x="167" y="7973"/>
                    <a:pt x="67" y="8607"/>
                    <a:pt x="0" y="9274"/>
                  </a:cubicBezTo>
                  <a:cubicBezTo>
                    <a:pt x="101" y="9274"/>
                    <a:pt x="167" y="9240"/>
                    <a:pt x="267" y="9240"/>
                  </a:cubicBezTo>
                  <a:cubicBezTo>
                    <a:pt x="325" y="9234"/>
                    <a:pt x="383" y="9230"/>
                    <a:pt x="440" y="9230"/>
                  </a:cubicBezTo>
                  <a:cubicBezTo>
                    <a:pt x="1238" y="9230"/>
                    <a:pt x="1942" y="9868"/>
                    <a:pt x="2035" y="10708"/>
                  </a:cubicBezTo>
                  <a:cubicBezTo>
                    <a:pt x="2102" y="11609"/>
                    <a:pt x="1468" y="12409"/>
                    <a:pt x="601" y="12509"/>
                  </a:cubicBezTo>
                  <a:lnTo>
                    <a:pt x="334" y="12509"/>
                  </a:lnTo>
                  <a:cubicBezTo>
                    <a:pt x="501" y="13143"/>
                    <a:pt x="734" y="13777"/>
                    <a:pt x="1001" y="14344"/>
                  </a:cubicBezTo>
                  <a:cubicBezTo>
                    <a:pt x="1068" y="14277"/>
                    <a:pt x="1135" y="14244"/>
                    <a:pt x="1201" y="14177"/>
                  </a:cubicBezTo>
                  <a:cubicBezTo>
                    <a:pt x="1479" y="13966"/>
                    <a:pt x="1808" y="13864"/>
                    <a:pt x="2136" y="13864"/>
                  </a:cubicBezTo>
                  <a:cubicBezTo>
                    <a:pt x="2637" y="13864"/>
                    <a:pt x="3134" y="14101"/>
                    <a:pt x="3436" y="14544"/>
                  </a:cubicBezTo>
                  <a:cubicBezTo>
                    <a:pt x="3970" y="15278"/>
                    <a:pt x="3803" y="16312"/>
                    <a:pt x="3069" y="16846"/>
                  </a:cubicBezTo>
                  <a:cubicBezTo>
                    <a:pt x="3003" y="16879"/>
                    <a:pt x="2936" y="16946"/>
                    <a:pt x="2869" y="16979"/>
                  </a:cubicBezTo>
                  <a:cubicBezTo>
                    <a:pt x="3303" y="17446"/>
                    <a:pt x="3803" y="17847"/>
                    <a:pt x="4370" y="18213"/>
                  </a:cubicBezTo>
                  <a:cubicBezTo>
                    <a:pt x="4370" y="18147"/>
                    <a:pt x="4404" y="18080"/>
                    <a:pt x="4437" y="17980"/>
                  </a:cubicBezTo>
                  <a:cubicBezTo>
                    <a:pt x="4707" y="17391"/>
                    <a:pt x="5284" y="17037"/>
                    <a:pt x="5902" y="17037"/>
                  </a:cubicBezTo>
                  <a:cubicBezTo>
                    <a:pt x="6124" y="17037"/>
                    <a:pt x="6351" y="17082"/>
                    <a:pt x="6572" y="17179"/>
                  </a:cubicBezTo>
                  <a:cubicBezTo>
                    <a:pt x="7372" y="17546"/>
                    <a:pt x="7739" y="18514"/>
                    <a:pt x="7372" y="19348"/>
                  </a:cubicBezTo>
                  <a:cubicBezTo>
                    <a:pt x="7339" y="19414"/>
                    <a:pt x="7306" y="19481"/>
                    <a:pt x="7239" y="19548"/>
                  </a:cubicBezTo>
                  <a:cubicBezTo>
                    <a:pt x="7873" y="19715"/>
                    <a:pt x="8507" y="19815"/>
                    <a:pt x="9140" y="19848"/>
                  </a:cubicBezTo>
                  <a:cubicBezTo>
                    <a:pt x="9140" y="19781"/>
                    <a:pt x="9107" y="19715"/>
                    <a:pt x="9107" y="19648"/>
                  </a:cubicBezTo>
                  <a:cubicBezTo>
                    <a:pt x="9007" y="18747"/>
                    <a:pt x="9674" y="17947"/>
                    <a:pt x="10541" y="17847"/>
                  </a:cubicBezTo>
                  <a:cubicBezTo>
                    <a:pt x="10601" y="17840"/>
                    <a:pt x="10661" y="17837"/>
                    <a:pt x="10720" y="17837"/>
                  </a:cubicBezTo>
                  <a:cubicBezTo>
                    <a:pt x="11541" y="17837"/>
                    <a:pt x="12216" y="18474"/>
                    <a:pt x="12309" y="19314"/>
                  </a:cubicBezTo>
                  <a:cubicBezTo>
                    <a:pt x="12309" y="19381"/>
                    <a:pt x="12309" y="19448"/>
                    <a:pt x="12309" y="19548"/>
                  </a:cubicBezTo>
                  <a:cubicBezTo>
                    <a:pt x="12943" y="19348"/>
                    <a:pt x="13543" y="19114"/>
                    <a:pt x="14077" y="18847"/>
                  </a:cubicBezTo>
                  <a:cubicBezTo>
                    <a:pt x="14044" y="18781"/>
                    <a:pt x="14010" y="18747"/>
                    <a:pt x="13977" y="18680"/>
                  </a:cubicBezTo>
                  <a:cubicBezTo>
                    <a:pt x="13443" y="17947"/>
                    <a:pt x="13610" y="16913"/>
                    <a:pt x="14311" y="16412"/>
                  </a:cubicBezTo>
                  <a:cubicBezTo>
                    <a:pt x="14601" y="16201"/>
                    <a:pt x="14934" y="16099"/>
                    <a:pt x="15262" y="16099"/>
                  </a:cubicBezTo>
                  <a:cubicBezTo>
                    <a:pt x="15764" y="16099"/>
                    <a:pt x="16257" y="16336"/>
                    <a:pt x="16579" y="16779"/>
                  </a:cubicBezTo>
                  <a:cubicBezTo>
                    <a:pt x="16612" y="16812"/>
                    <a:pt x="16646" y="16879"/>
                    <a:pt x="16679" y="16946"/>
                  </a:cubicBezTo>
                  <a:cubicBezTo>
                    <a:pt x="17113" y="16479"/>
                    <a:pt x="17513" y="15979"/>
                    <a:pt x="17880" y="15445"/>
                  </a:cubicBezTo>
                  <a:cubicBezTo>
                    <a:pt x="17813" y="15445"/>
                    <a:pt x="17746" y="15411"/>
                    <a:pt x="17713" y="15378"/>
                  </a:cubicBezTo>
                  <a:cubicBezTo>
                    <a:pt x="16879" y="15011"/>
                    <a:pt x="16512" y="14044"/>
                    <a:pt x="16879" y="13210"/>
                  </a:cubicBezTo>
                  <a:cubicBezTo>
                    <a:pt x="17150" y="12595"/>
                    <a:pt x="17747" y="12234"/>
                    <a:pt x="18363" y="12234"/>
                  </a:cubicBezTo>
                  <a:cubicBezTo>
                    <a:pt x="18582" y="12234"/>
                    <a:pt x="18804" y="12280"/>
                    <a:pt x="19014" y="12376"/>
                  </a:cubicBezTo>
                  <a:cubicBezTo>
                    <a:pt x="19081" y="12409"/>
                    <a:pt x="19114" y="12443"/>
                    <a:pt x="19181" y="12476"/>
                  </a:cubicBezTo>
                  <a:cubicBezTo>
                    <a:pt x="19314" y="11876"/>
                    <a:pt x="19448" y="11242"/>
                    <a:pt x="19481" y="10575"/>
                  </a:cubicBezTo>
                  <a:lnTo>
                    <a:pt x="19481" y="10575"/>
                  </a:lnTo>
                  <a:cubicBezTo>
                    <a:pt x="19414" y="10608"/>
                    <a:pt x="19381" y="10608"/>
                    <a:pt x="19314" y="10608"/>
                  </a:cubicBezTo>
                  <a:cubicBezTo>
                    <a:pt x="19254" y="10615"/>
                    <a:pt x="19195" y="10618"/>
                    <a:pt x="19136" y="10618"/>
                  </a:cubicBezTo>
                  <a:cubicBezTo>
                    <a:pt x="18314" y="10618"/>
                    <a:pt x="17640" y="9981"/>
                    <a:pt x="17546" y="9140"/>
                  </a:cubicBezTo>
                  <a:cubicBezTo>
                    <a:pt x="17446" y="8240"/>
                    <a:pt x="18113" y="7439"/>
                    <a:pt x="18981" y="7339"/>
                  </a:cubicBezTo>
                  <a:lnTo>
                    <a:pt x="19139" y="7339"/>
                  </a:lnTo>
                  <a:cubicBezTo>
                    <a:pt x="18974" y="6718"/>
                    <a:pt x="18776" y="6128"/>
                    <a:pt x="18514" y="5571"/>
                  </a:cubicBezTo>
                  <a:cubicBezTo>
                    <a:pt x="18447" y="5604"/>
                    <a:pt x="18414" y="5638"/>
                    <a:pt x="18380" y="5671"/>
                  </a:cubicBezTo>
                  <a:cubicBezTo>
                    <a:pt x="18090" y="5882"/>
                    <a:pt x="17757" y="5984"/>
                    <a:pt x="17429" y="5984"/>
                  </a:cubicBezTo>
                  <a:cubicBezTo>
                    <a:pt x="16927" y="5984"/>
                    <a:pt x="16434" y="5748"/>
                    <a:pt x="16112" y="5304"/>
                  </a:cubicBezTo>
                  <a:cubicBezTo>
                    <a:pt x="15612" y="4570"/>
                    <a:pt x="15778" y="3536"/>
                    <a:pt x="16479" y="3003"/>
                  </a:cubicBezTo>
                  <a:cubicBezTo>
                    <a:pt x="16546" y="2969"/>
                    <a:pt x="16579" y="2936"/>
                    <a:pt x="16646" y="2902"/>
                  </a:cubicBezTo>
                  <a:cubicBezTo>
                    <a:pt x="16212" y="2469"/>
                    <a:pt x="15712" y="2035"/>
                    <a:pt x="15178" y="1668"/>
                  </a:cubicBezTo>
                  <a:cubicBezTo>
                    <a:pt x="15178" y="1735"/>
                    <a:pt x="15145" y="1802"/>
                    <a:pt x="15145" y="1868"/>
                  </a:cubicBezTo>
                  <a:cubicBezTo>
                    <a:pt x="14876" y="2454"/>
                    <a:pt x="14286" y="2826"/>
                    <a:pt x="13674" y="2826"/>
                  </a:cubicBezTo>
                  <a:cubicBezTo>
                    <a:pt x="13451" y="2826"/>
                    <a:pt x="13224" y="2776"/>
                    <a:pt x="13010" y="2669"/>
                  </a:cubicBezTo>
                  <a:cubicBezTo>
                    <a:pt x="12209" y="2302"/>
                    <a:pt x="11842" y="1335"/>
                    <a:pt x="12209" y="501"/>
                  </a:cubicBezTo>
                  <a:cubicBezTo>
                    <a:pt x="12243" y="434"/>
                    <a:pt x="12276" y="401"/>
                    <a:pt x="12309" y="334"/>
                  </a:cubicBezTo>
                  <a:cubicBezTo>
                    <a:pt x="11709" y="167"/>
                    <a:pt x="11075" y="67"/>
                    <a:pt x="10408" y="0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6" name="Google Shape;2816;p65"/>
            <p:cNvSpPr/>
            <p:nvPr/>
          </p:nvSpPr>
          <p:spPr>
            <a:xfrm>
              <a:off x="6187369" y="1667844"/>
              <a:ext cx="318930" cy="305513"/>
            </a:xfrm>
            <a:custGeom>
              <a:rect b="b" l="l" r="r" t="t"/>
              <a:pathLst>
                <a:path extrusionOk="0" h="15211" w="15879">
                  <a:moveTo>
                    <a:pt x="7950" y="2495"/>
                  </a:moveTo>
                  <a:cubicBezTo>
                    <a:pt x="8167" y="2495"/>
                    <a:pt x="8386" y="2509"/>
                    <a:pt x="8607" y="2539"/>
                  </a:cubicBezTo>
                  <a:cubicBezTo>
                    <a:pt x="11342" y="2906"/>
                    <a:pt x="13277" y="5507"/>
                    <a:pt x="12910" y="8276"/>
                  </a:cubicBezTo>
                  <a:cubicBezTo>
                    <a:pt x="12573" y="10852"/>
                    <a:pt x="10403" y="12723"/>
                    <a:pt x="7930" y="12723"/>
                  </a:cubicBezTo>
                  <a:cubicBezTo>
                    <a:pt x="7713" y="12723"/>
                    <a:pt x="7493" y="12709"/>
                    <a:pt x="7273" y="12679"/>
                  </a:cubicBezTo>
                  <a:cubicBezTo>
                    <a:pt x="4537" y="12279"/>
                    <a:pt x="2603" y="9710"/>
                    <a:pt x="2970" y="6942"/>
                  </a:cubicBezTo>
                  <a:cubicBezTo>
                    <a:pt x="3307" y="4366"/>
                    <a:pt x="5477" y="2495"/>
                    <a:pt x="7950" y="2495"/>
                  </a:cubicBezTo>
                  <a:close/>
                  <a:moveTo>
                    <a:pt x="7932" y="0"/>
                  </a:moveTo>
                  <a:cubicBezTo>
                    <a:pt x="4266" y="0"/>
                    <a:pt x="1057" y="2783"/>
                    <a:pt x="568" y="6575"/>
                  </a:cubicBezTo>
                  <a:cubicBezTo>
                    <a:pt x="1" y="10744"/>
                    <a:pt x="2869" y="14581"/>
                    <a:pt x="6939" y="15148"/>
                  </a:cubicBezTo>
                  <a:cubicBezTo>
                    <a:pt x="7263" y="15190"/>
                    <a:pt x="7586" y="15211"/>
                    <a:pt x="7905" y="15211"/>
                  </a:cubicBezTo>
                  <a:cubicBezTo>
                    <a:pt x="11589" y="15211"/>
                    <a:pt x="14820" y="12447"/>
                    <a:pt x="15312" y="8610"/>
                  </a:cubicBezTo>
                  <a:cubicBezTo>
                    <a:pt x="15879" y="4473"/>
                    <a:pt x="13010" y="637"/>
                    <a:pt x="8940" y="70"/>
                  </a:cubicBezTo>
                  <a:cubicBezTo>
                    <a:pt x="8602" y="23"/>
                    <a:pt x="8265" y="0"/>
                    <a:pt x="79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7" name="Google Shape;2817;p65"/>
            <p:cNvSpPr/>
            <p:nvPr/>
          </p:nvSpPr>
          <p:spPr>
            <a:xfrm>
              <a:off x="6667079" y="1796549"/>
              <a:ext cx="749050" cy="736979"/>
            </a:xfrm>
            <a:custGeom>
              <a:rect b="b" l="l" r="r" t="t"/>
              <a:pathLst>
                <a:path extrusionOk="0" h="36693" w="37294">
                  <a:moveTo>
                    <a:pt x="27887" y="0"/>
                  </a:moveTo>
                  <a:cubicBezTo>
                    <a:pt x="26686" y="0"/>
                    <a:pt x="25485" y="17"/>
                    <a:pt x="24284" y="33"/>
                  </a:cubicBezTo>
                  <a:lnTo>
                    <a:pt x="16913" y="133"/>
                  </a:lnTo>
                  <a:lnTo>
                    <a:pt x="9607" y="234"/>
                  </a:lnTo>
                  <a:cubicBezTo>
                    <a:pt x="8406" y="267"/>
                    <a:pt x="7172" y="267"/>
                    <a:pt x="5971" y="300"/>
                  </a:cubicBezTo>
                  <a:cubicBezTo>
                    <a:pt x="5004" y="300"/>
                    <a:pt x="4003" y="300"/>
                    <a:pt x="3069" y="467"/>
                  </a:cubicBezTo>
                  <a:cubicBezTo>
                    <a:pt x="2235" y="634"/>
                    <a:pt x="1435" y="967"/>
                    <a:pt x="834" y="1568"/>
                  </a:cubicBezTo>
                  <a:cubicBezTo>
                    <a:pt x="768" y="1568"/>
                    <a:pt x="734" y="1601"/>
                    <a:pt x="734" y="1668"/>
                  </a:cubicBezTo>
                  <a:cubicBezTo>
                    <a:pt x="1068" y="6505"/>
                    <a:pt x="1001" y="11341"/>
                    <a:pt x="801" y="16178"/>
                  </a:cubicBezTo>
                  <a:cubicBezTo>
                    <a:pt x="568" y="21015"/>
                    <a:pt x="234" y="25852"/>
                    <a:pt x="134" y="30722"/>
                  </a:cubicBezTo>
                  <a:cubicBezTo>
                    <a:pt x="101" y="31856"/>
                    <a:pt x="0" y="33024"/>
                    <a:pt x="67" y="34158"/>
                  </a:cubicBezTo>
                  <a:cubicBezTo>
                    <a:pt x="134" y="34892"/>
                    <a:pt x="334" y="35726"/>
                    <a:pt x="1068" y="36026"/>
                  </a:cubicBezTo>
                  <a:cubicBezTo>
                    <a:pt x="1443" y="36176"/>
                    <a:pt x="1875" y="36195"/>
                    <a:pt x="2292" y="36195"/>
                  </a:cubicBezTo>
                  <a:cubicBezTo>
                    <a:pt x="2431" y="36195"/>
                    <a:pt x="2569" y="36193"/>
                    <a:pt x="2702" y="36193"/>
                  </a:cubicBezTo>
                  <a:cubicBezTo>
                    <a:pt x="3303" y="36226"/>
                    <a:pt x="3903" y="36259"/>
                    <a:pt x="4504" y="36259"/>
                  </a:cubicBezTo>
                  <a:cubicBezTo>
                    <a:pt x="5705" y="36326"/>
                    <a:pt x="6939" y="36359"/>
                    <a:pt x="8173" y="36393"/>
                  </a:cubicBezTo>
                  <a:cubicBezTo>
                    <a:pt x="13076" y="36560"/>
                    <a:pt x="17947" y="36660"/>
                    <a:pt x="22850" y="36693"/>
                  </a:cubicBezTo>
                  <a:lnTo>
                    <a:pt x="30155" y="36693"/>
                  </a:lnTo>
                  <a:cubicBezTo>
                    <a:pt x="31390" y="36693"/>
                    <a:pt x="32624" y="36660"/>
                    <a:pt x="33858" y="36660"/>
                  </a:cubicBezTo>
                  <a:cubicBezTo>
                    <a:pt x="34692" y="36626"/>
                    <a:pt x="35626" y="36660"/>
                    <a:pt x="36360" y="36159"/>
                  </a:cubicBezTo>
                  <a:cubicBezTo>
                    <a:pt x="37127" y="35626"/>
                    <a:pt x="37160" y="34658"/>
                    <a:pt x="37127" y="33791"/>
                  </a:cubicBezTo>
                  <a:cubicBezTo>
                    <a:pt x="37094" y="32590"/>
                    <a:pt x="37060" y="31356"/>
                    <a:pt x="37027" y="30155"/>
                  </a:cubicBezTo>
                  <a:cubicBezTo>
                    <a:pt x="36960" y="27720"/>
                    <a:pt x="36927" y="25251"/>
                    <a:pt x="36893" y="22816"/>
                  </a:cubicBezTo>
                  <a:cubicBezTo>
                    <a:pt x="36860" y="17946"/>
                    <a:pt x="36927" y="13076"/>
                    <a:pt x="37060" y="8206"/>
                  </a:cubicBezTo>
                  <a:cubicBezTo>
                    <a:pt x="37094" y="7005"/>
                    <a:pt x="37127" y="5771"/>
                    <a:pt x="37194" y="4537"/>
                  </a:cubicBezTo>
                  <a:cubicBezTo>
                    <a:pt x="37227" y="3936"/>
                    <a:pt x="37260" y="3336"/>
                    <a:pt x="37260" y="2735"/>
                  </a:cubicBezTo>
                  <a:cubicBezTo>
                    <a:pt x="37294" y="2268"/>
                    <a:pt x="37260" y="1768"/>
                    <a:pt x="36994" y="1368"/>
                  </a:cubicBezTo>
                  <a:lnTo>
                    <a:pt x="36960" y="1368"/>
                  </a:lnTo>
                  <a:cubicBezTo>
                    <a:pt x="36527" y="701"/>
                    <a:pt x="35659" y="467"/>
                    <a:pt x="34892" y="367"/>
                  </a:cubicBezTo>
                  <a:cubicBezTo>
                    <a:pt x="33758" y="200"/>
                    <a:pt x="32624" y="133"/>
                    <a:pt x="31490" y="67"/>
                  </a:cubicBezTo>
                  <a:cubicBezTo>
                    <a:pt x="30289" y="17"/>
                    <a:pt x="29088" y="0"/>
                    <a:pt x="278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8" name="Google Shape;2818;p65"/>
            <p:cNvSpPr/>
            <p:nvPr/>
          </p:nvSpPr>
          <p:spPr>
            <a:xfrm>
              <a:off x="6667079" y="1796549"/>
              <a:ext cx="749050" cy="736979"/>
            </a:xfrm>
            <a:custGeom>
              <a:rect b="b" l="l" r="r" t="t"/>
              <a:pathLst>
                <a:path extrusionOk="0" h="36693" w="37294">
                  <a:moveTo>
                    <a:pt x="27787" y="300"/>
                  </a:moveTo>
                  <a:cubicBezTo>
                    <a:pt x="30089" y="300"/>
                    <a:pt x="32424" y="334"/>
                    <a:pt x="34725" y="634"/>
                  </a:cubicBezTo>
                  <a:cubicBezTo>
                    <a:pt x="35492" y="734"/>
                    <a:pt x="36527" y="934"/>
                    <a:pt x="36860" y="1768"/>
                  </a:cubicBezTo>
                  <a:cubicBezTo>
                    <a:pt x="37060" y="2268"/>
                    <a:pt x="36960" y="2902"/>
                    <a:pt x="36927" y="3436"/>
                  </a:cubicBezTo>
                  <a:cubicBezTo>
                    <a:pt x="36927" y="4036"/>
                    <a:pt x="36893" y="4637"/>
                    <a:pt x="36860" y="5237"/>
                  </a:cubicBezTo>
                  <a:cubicBezTo>
                    <a:pt x="36693" y="9940"/>
                    <a:pt x="36593" y="14677"/>
                    <a:pt x="36593" y="19447"/>
                  </a:cubicBezTo>
                  <a:cubicBezTo>
                    <a:pt x="36593" y="24184"/>
                    <a:pt x="36660" y="28921"/>
                    <a:pt x="36827" y="33657"/>
                  </a:cubicBezTo>
                  <a:cubicBezTo>
                    <a:pt x="36860" y="34158"/>
                    <a:pt x="36893" y="34658"/>
                    <a:pt x="36760" y="35159"/>
                  </a:cubicBezTo>
                  <a:cubicBezTo>
                    <a:pt x="36593" y="35626"/>
                    <a:pt x="36260" y="35959"/>
                    <a:pt x="35826" y="36126"/>
                  </a:cubicBezTo>
                  <a:cubicBezTo>
                    <a:pt x="35265" y="36363"/>
                    <a:pt x="34620" y="36405"/>
                    <a:pt x="33981" y="36405"/>
                  </a:cubicBezTo>
                  <a:cubicBezTo>
                    <a:pt x="33633" y="36405"/>
                    <a:pt x="33287" y="36393"/>
                    <a:pt x="32957" y="36393"/>
                  </a:cubicBezTo>
                  <a:cubicBezTo>
                    <a:pt x="30589" y="36426"/>
                    <a:pt x="28221" y="36426"/>
                    <a:pt x="25852" y="36426"/>
                  </a:cubicBezTo>
                  <a:cubicBezTo>
                    <a:pt x="21082" y="36426"/>
                    <a:pt x="16345" y="36359"/>
                    <a:pt x="11609" y="36226"/>
                  </a:cubicBezTo>
                  <a:cubicBezTo>
                    <a:pt x="9240" y="36193"/>
                    <a:pt x="6839" y="36093"/>
                    <a:pt x="4470" y="36026"/>
                  </a:cubicBezTo>
                  <a:cubicBezTo>
                    <a:pt x="3870" y="35992"/>
                    <a:pt x="3303" y="35959"/>
                    <a:pt x="2702" y="35926"/>
                  </a:cubicBezTo>
                  <a:cubicBezTo>
                    <a:pt x="2538" y="35926"/>
                    <a:pt x="2358" y="35932"/>
                    <a:pt x="2174" y="35932"/>
                  </a:cubicBezTo>
                  <a:cubicBezTo>
                    <a:pt x="1760" y="35932"/>
                    <a:pt x="1324" y="35900"/>
                    <a:pt x="1001" y="35692"/>
                  </a:cubicBezTo>
                  <a:cubicBezTo>
                    <a:pt x="234" y="35259"/>
                    <a:pt x="301" y="34058"/>
                    <a:pt x="301" y="33291"/>
                  </a:cubicBezTo>
                  <a:cubicBezTo>
                    <a:pt x="367" y="28587"/>
                    <a:pt x="634" y="23884"/>
                    <a:pt x="901" y="19180"/>
                  </a:cubicBezTo>
                  <a:cubicBezTo>
                    <a:pt x="1135" y="14510"/>
                    <a:pt x="1301" y="9807"/>
                    <a:pt x="1135" y="5104"/>
                  </a:cubicBezTo>
                  <a:cubicBezTo>
                    <a:pt x="1068" y="4036"/>
                    <a:pt x="1001" y="2935"/>
                    <a:pt x="934" y="1868"/>
                  </a:cubicBezTo>
                  <a:cubicBezTo>
                    <a:pt x="968" y="1868"/>
                    <a:pt x="1001" y="1868"/>
                    <a:pt x="1035" y="1835"/>
                  </a:cubicBezTo>
                  <a:cubicBezTo>
                    <a:pt x="2128" y="659"/>
                    <a:pt x="3873" y="604"/>
                    <a:pt x="5440" y="604"/>
                  </a:cubicBezTo>
                  <a:cubicBezTo>
                    <a:pt x="5601" y="604"/>
                    <a:pt x="5761" y="604"/>
                    <a:pt x="5917" y="604"/>
                  </a:cubicBezTo>
                  <a:cubicBezTo>
                    <a:pt x="6095" y="604"/>
                    <a:pt x="6269" y="604"/>
                    <a:pt x="6438" y="600"/>
                  </a:cubicBezTo>
                  <a:cubicBezTo>
                    <a:pt x="8807" y="567"/>
                    <a:pt x="11208" y="534"/>
                    <a:pt x="13577" y="500"/>
                  </a:cubicBezTo>
                  <a:cubicBezTo>
                    <a:pt x="18314" y="434"/>
                    <a:pt x="23050" y="334"/>
                    <a:pt x="27787" y="300"/>
                  </a:cubicBezTo>
                  <a:close/>
                  <a:moveTo>
                    <a:pt x="27887" y="0"/>
                  </a:moveTo>
                  <a:cubicBezTo>
                    <a:pt x="26686" y="0"/>
                    <a:pt x="25485" y="17"/>
                    <a:pt x="24284" y="33"/>
                  </a:cubicBezTo>
                  <a:lnTo>
                    <a:pt x="16913" y="133"/>
                  </a:lnTo>
                  <a:lnTo>
                    <a:pt x="9607" y="234"/>
                  </a:lnTo>
                  <a:cubicBezTo>
                    <a:pt x="8406" y="267"/>
                    <a:pt x="7172" y="267"/>
                    <a:pt x="5971" y="300"/>
                  </a:cubicBezTo>
                  <a:cubicBezTo>
                    <a:pt x="5004" y="300"/>
                    <a:pt x="4003" y="300"/>
                    <a:pt x="3069" y="467"/>
                  </a:cubicBezTo>
                  <a:cubicBezTo>
                    <a:pt x="2235" y="634"/>
                    <a:pt x="1435" y="967"/>
                    <a:pt x="834" y="1568"/>
                  </a:cubicBezTo>
                  <a:cubicBezTo>
                    <a:pt x="768" y="1568"/>
                    <a:pt x="734" y="1601"/>
                    <a:pt x="734" y="1668"/>
                  </a:cubicBezTo>
                  <a:cubicBezTo>
                    <a:pt x="1068" y="6505"/>
                    <a:pt x="1001" y="11341"/>
                    <a:pt x="801" y="16178"/>
                  </a:cubicBezTo>
                  <a:cubicBezTo>
                    <a:pt x="568" y="21015"/>
                    <a:pt x="234" y="25852"/>
                    <a:pt x="134" y="30722"/>
                  </a:cubicBezTo>
                  <a:cubicBezTo>
                    <a:pt x="101" y="31856"/>
                    <a:pt x="0" y="33024"/>
                    <a:pt x="67" y="34158"/>
                  </a:cubicBezTo>
                  <a:cubicBezTo>
                    <a:pt x="134" y="34892"/>
                    <a:pt x="334" y="35726"/>
                    <a:pt x="1068" y="36026"/>
                  </a:cubicBezTo>
                  <a:cubicBezTo>
                    <a:pt x="1443" y="36176"/>
                    <a:pt x="1875" y="36195"/>
                    <a:pt x="2292" y="36195"/>
                  </a:cubicBezTo>
                  <a:cubicBezTo>
                    <a:pt x="2431" y="36195"/>
                    <a:pt x="2569" y="36193"/>
                    <a:pt x="2702" y="36193"/>
                  </a:cubicBezTo>
                  <a:cubicBezTo>
                    <a:pt x="3303" y="36226"/>
                    <a:pt x="3903" y="36259"/>
                    <a:pt x="4504" y="36259"/>
                  </a:cubicBezTo>
                  <a:cubicBezTo>
                    <a:pt x="5705" y="36326"/>
                    <a:pt x="6939" y="36359"/>
                    <a:pt x="8173" y="36393"/>
                  </a:cubicBezTo>
                  <a:cubicBezTo>
                    <a:pt x="13076" y="36560"/>
                    <a:pt x="17947" y="36660"/>
                    <a:pt x="22850" y="36693"/>
                  </a:cubicBezTo>
                  <a:lnTo>
                    <a:pt x="30155" y="36693"/>
                  </a:lnTo>
                  <a:cubicBezTo>
                    <a:pt x="31390" y="36693"/>
                    <a:pt x="32624" y="36660"/>
                    <a:pt x="33858" y="36660"/>
                  </a:cubicBezTo>
                  <a:cubicBezTo>
                    <a:pt x="34692" y="36626"/>
                    <a:pt x="35626" y="36660"/>
                    <a:pt x="36360" y="36159"/>
                  </a:cubicBezTo>
                  <a:cubicBezTo>
                    <a:pt x="37127" y="35626"/>
                    <a:pt x="37160" y="34658"/>
                    <a:pt x="37127" y="33791"/>
                  </a:cubicBezTo>
                  <a:cubicBezTo>
                    <a:pt x="37094" y="32590"/>
                    <a:pt x="37060" y="31356"/>
                    <a:pt x="37027" y="30155"/>
                  </a:cubicBezTo>
                  <a:cubicBezTo>
                    <a:pt x="36960" y="27720"/>
                    <a:pt x="36927" y="25251"/>
                    <a:pt x="36893" y="22816"/>
                  </a:cubicBezTo>
                  <a:cubicBezTo>
                    <a:pt x="36860" y="17946"/>
                    <a:pt x="36927" y="13076"/>
                    <a:pt x="37060" y="8206"/>
                  </a:cubicBezTo>
                  <a:cubicBezTo>
                    <a:pt x="37094" y="7005"/>
                    <a:pt x="37127" y="5771"/>
                    <a:pt x="37194" y="4537"/>
                  </a:cubicBezTo>
                  <a:cubicBezTo>
                    <a:pt x="37227" y="3936"/>
                    <a:pt x="37260" y="3336"/>
                    <a:pt x="37260" y="2735"/>
                  </a:cubicBezTo>
                  <a:cubicBezTo>
                    <a:pt x="37294" y="2268"/>
                    <a:pt x="37260" y="1768"/>
                    <a:pt x="36994" y="1368"/>
                  </a:cubicBezTo>
                  <a:lnTo>
                    <a:pt x="36960" y="1368"/>
                  </a:lnTo>
                  <a:cubicBezTo>
                    <a:pt x="36527" y="701"/>
                    <a:pt x="35659" y="467"/>
                    <a:pt x="34892" y="367"/>
                  </a:cubicBezTo>
                  <a:cubicBezTo>
                    <a:pt x="33758" y="200"/>
                    <a:pt x="32624" y="133"/>
                    <a:pt x="31490" y="67"/>
                  </a:cubicBezTo>
                  <a:cubicBezTo>
                    <a:pt x="30289" y="17"/>
                    <a:pt x="29088" y="0"/>
                    <a:pt x="2788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9" name="Google Shape;2819;p65"/>
            <p:cNvSpPr/>
            <p:nvPr/>
          </p:nvSpPr>
          <p:spPr>
            <a:xfrm>
              <a:off x="6671759" y="1800967"/>
              <a:ext cx="739690" cy="728543"/>
            </a:xfrm>
            <a:custGeom>
              <a:rect b="b" l="l" r="r" t="t"/>
              <a:pathLst>
                <a:path extrusionOk="0" h="36273" w="36828">
                  <a:moveTo>
                    <a:pt x="28758" y="303"/>
                  </a:moveTo>
                  <a:cubicBezTo>
                    <a:pt x="30613" y="303"/>
                    <a:pt x="32463" y="372"/>
                    <a:pt x="34292" y="614"/>
                  </a:cubicBezTo>
                  <a:cubicBezTo>
                    <a:pt x="35059" y="714"/>
                    <a:pt x="36093" y="914"/>
                    <a:pt x="36394" y="1748"/>
                  </a:cubicBezTo>
                  <a:cubicBezTo>
                    <a:pt x="36594" y="2248"/>
                    <a:pt x="36494" y="2849"/>
                    <a:pt x="36494" y="3383"/>
                  </a:cubicBezTo>
                  <a:cubicBezTo>
                    <a:pt x="36460" y="3983"/>
                    <a:pt x="36460" y="4550"/>
                    <a:pt x="36427" y="5151"/>
                  </a:cubicBezTo>
                  <a:cubicBezTo>
                    <a:pt x="36227" y="9821"/>
                    <a:pt x="36160" y="14524"/>
                    <a:pt x="36160" y="19194"/>
                  </a:cubicBezTo>
                  <a:cubicBezTo>
                    <a:pt x="36160" y="23897"/>
                    <a:pt x="36227" y="28567"/>
                    <a:pt x="36394" y="33237"/>
                  </a:cubicBezTo>
                  <a:cubicBezTo>
                    <a:pt x="36427" y="33738"/>
                    <a:pt x="36460" y="34271"/>
                    <a:pt x="36294" y="34738"/>
                  </a:cubicBezTo>
                  <a:cubicBezTo>
                    <a:pt x="36160" y="35205"/>
                    <a:pt x="35827" y="35539"/>
                    <a:pt x="35393" y="35706"/>
                  </a:cubicBezTo>
                  <a:cubicBezTo>
                    <a:pt x="34839" y="35940"/>
                    <a:pt x="34204" y="35970"/>
                    <a:pt x="33583" y="35970"/>
                  </a:cubicBezTo>
                  <a:cubicBezTo>
                    <a:pt x="33366" y="35970"/>
                    <a:pt x="33150" y="35967"/>
                    <a:pt x="32940" y="35967"/>
                  </a:cubicBezTo>
                  <a:cubicBezTo>
                    <a:pt x="32810" y="35967"/>
                    <a:pt x="32682" y="35968"/>
                    <a:pt x="32558" y="35973"/>
                  </a:cubicBezTo>
                  <a:cubicBezTo>
                    <a:pt x="30223" y="36006"/>
                    <a:pt x="27854" y="36006"/>
                    <a:pt x="25519" y="36006"/>
                  </a:cubicBezTo>
                  <a:cubicBezTo>
                    <a:pt x="20816" y="36006"/>
                    <a:pt x="16146" y="35939"/>
                    <a:pt x="11442" y="35806"/>
                  </a:cubicBezTo>
                  <a:cubicBezTo>
                    <a:pt x="9107" y="35739"/>
                    <a:pt x="6739" y="35672"/>
                    <a:pt x="4404" y="35606"/>
                  </a:cubicBezTo>
                  <a:cubicBezTo>
                    <a:pt x="3804" y="35572"/>
                    <a:pt x="3237" y="35539"/>
                    <a:pt x="2636" y="35506"/>
                  </a:cubicBezTo>
                  <a:cubicBezTo>
                    <a:pt x="2458" y="35506"/>
                    <a:pt x="2266" y="35513"/>
                    <a:pt x="2070" y="35513"/>
                  </a:cubicBezTo>
                  <a:cubicBezTo>
                    <a:pt x="1680" y="35513"/>
                    <a:pt x="1280" y="35483"/>
                    <a:pt x="968" y="35305"/>
                  </a:cubicBezTo>
                  <a:cubicBezTo>
                    <a:pt x="201" y="34838"/>
                    <a:pt x="268" y="33671"/>
                    <a:pt x="301" y="32904"/>
                  </a:cubicBezTo>
                  <a:cubicBezTo>
                    <a:pt x="335" y="28267"/>
                    <a:pt x="635" y="23630"/>
                    <a:pt x="868" y="18960"/>
                  </a:cubicBezTo>
                  <a:cubicBezTo>
                    <a:pt x="1102" y="14324"/>
                    <a:pt x="1269" y="9687"/>
                    <a:pt x="1102" y="5050"/>
                  </a:cubicBezTo>
                  <a:cubicBezTo>
                    <a:pt x="1035" y="3983"/>
                    <a:pt x="968" y="2916"/>
                    <a:pt x="902" y="1848"/>
                  </a:cubicBezTo>
                  <a:cubicBezTo>
                    <a:pt x="935" y="1848"/>
                    <a:pt x="968" y="1848"/>
                    <a:pt x="1002" y="1815"/>
                  </a:cubicBezTo>
                  <a:cubicBezTo>
                    <a:pt x="2336" y="414"/>
                    <a:pt x="4604" y="614"/>
                    <a:pt x="6339" y="581"/>
                  </a:cubicBezTo>
                  <a:lnTo>
                    <a:pt x="13411" y="481"/>
                  </a:lnTo>
                  <a:cubicBezTo>
                    <a:pt x="18081" y="414"/>
                    <a:pt x="22751" y="347"/>
                    <a:pt x="27421" y="314"/>
                  </a:cubicBezTo>
                  <a:cubicBezTo>
                    <a:pt x="27866" y="307"/>
                    <a:pt x="28312" y="303"/>
                    <a:pt x="28758" y="303"/>
                  </a:cubicBezTo>
                  <a:close/>
                  <a:moveTo>
                    <a:pt x="27871" y="0"/>
                  </a:moveTo>
                  <a:cubicBezTo>
                    <a:pt x="26575" y="0"/>
                    <a:pt x="25280" y="29"/>
                    <a:pt x="23985" y="47"/>
                  </a:cubicBezTo>
                  <a:lnTo>
                    <a:pt x="16713" y="147"/>
                  </a:lnTo>
                  <a:lnTo>
                    <a:pt x="9474" y="247"/>
                  </a:lnTo>
                  <a:cubicBezTo>
                    <a:pt x="8274" y="247"/>
                    <a:pt x="7073" y="280"/>
                    <a:pt x="5872" y="280"/>
                  </a:cubicBezTo>
                  <a:cubicBezTo>
                    <a:pt x="4904" y="314"/>
                    <a:pt x="3937" y="280"/>
                    <a:pt x="3003" y="481"/>
                  </a:cubicBezTo>
                  <a:cubicBezTo>
                    <a:pt x="2169" y="647"/>
                    <a:pt x="1402" y="948"/>
                    <a:pt x="802" y="1548"/>
                  </a:cubicBezTo>
                  <a:cubicBezTo>
                    <a:pt x="768" y="1548"/>
                    <a:pt x="701" y="1581"/>
                    <a:pt x="701" y="1648"/>
                  </a:cubicBezTo>
                  <a:cubicBezTo>
                    <a:pt x="1035" y="6418"/>
                    <a:pt x="968" y="11222"/>
                    <a:pt x="768" y="15992"/>
                  </a:cubicBezTo>
                  <a:cubicBezTo>
                    <a:pt x="535" y="20762"/>
                    <a:pt x="234" y="25565"/>
                    <a:pt x="101" y="30369"/>
                  </a:cubicBezTo>
                  <a:cubicBezTo>
                    <a:pt x="68" y="31469"/>
                    <a:pt x="1" y="32637"/>
                    <a:pt x="68" y="33738"/>
                  </a:cubicBezTo>
                  <a:cubicBezTo>
                    <a:pt x="101" y="34472"/>
                    <a:pt x="301" y="35305"/>
                    <a:pt x="1035" y="35606"/>
                  </a:cubicBezTo>
                  <a:cubicBezTo>
                    <a:pt x="1535" y="35806"/>
                    <a:pt x="2136" y="35739"/>
                    <a:pt x="2636" y="35772"/>
                  </a:cubicBezTo>
                  <a:cubicBezTo>
                    <a:pt x="3237" y="35806"/>
                    <a:pt x="3837" y="35839"/>
                    <a:pt x="4404" y="35839"/>
                  </a:cubicBezTo>
                  <a:cubicBezTo>
                    <a:pt x="5638" y="35906"/>
                    <a:pt x="6839" y="35939"/>
                    <a:pt x="8040" y="35973"/>
                  </a:cubicBezTo>
                  <a:cubicBezTo>
                    <a:pt x="12877" y="36139"/>
                    <a:pt x="17714" y="36239"/>
                    <a:pt x="22550" y="36273"/>
                  </a:cubicBezTo>
                  <a:lnTo>
                    <a:pt x="29789" y="36273"/>
                  </a:lnTo>
                  <a:cubicBezTo>
                    <a:pt x="30990" y="36239"/>
                    <a:pt x="32224" y="36239"/>
                    <a:pt x="33425" y="36239"/>
                  </a:cubicBezTo>
                  <a:cubicBezTo>
                    <a:pt x="34259" y="36206"/>
                    <a:pt x="35193" y="36239"/>
                    <a:pt x="35893" y="35739"/>
                  </a:cubicBezTo>
                  <a:cubicBezTo>
                    <a:pt x="36694" y="35205"/>
                    <a:pt x="36694" y="34238"/>
                    <a:pt x="36694" y="33371"/>
                  </a:cubicBezTo>
                  <a:cubicBezTo>
                    <a:pt x="36627" y="32203"/>
                    <a:pt x="36594" y="31002"/>
                    <a:pt x="36560" y="29802"/>
                  </a:cubicBezTo>
                  <a:cubicBezTo>
                    <a:pt x="36527" y="27366"/>
                    <a:pt x="36460" y="24965"/>
                    <a:pt x="36460" y="22530"/>
                  </a:cubicBezTo>
                  <a:cubicBezTo>
                    <a:pt x="36427" y="17726"/>
                    <a:pt x="36460" y="12923"/>
                    <a:pt x="36594" y="8119"/>
                  </a:cubicBezTo>
                  <a:cubicBezTo>
                    <a:pt x="36627" y="6918"/>
                    <a:pt x="36694" y="5684"/>
                    <a:pt x="36727" y="4483"/>
                  </a:cubicBezTo>
                  <a:cubicBezTo>
                    <a:pt x="36761" y="3883"/>
                    <a:pt x="36794" y="3283"/>
                    <a:pt x="36794" y="2682"/>
                  </a:cubicBezTo>
                  <a:cubicBezTo>
                    <a:pt x="36827" y="2215"/>
                    <a:pt x="36794" y="1748"/>
                    <a:pt x="36527" y="1348"/>
                  </a:cubicBezTo>
                  <a:cubicBezTo>
                    <a:pt x="36060" y="681"/>
                    <a:pt x="35226" y="447"/>
                    <a:pt x="34459" y="347"/>
                  </a:cubicBezTo>
                  <a:cubicBezTo>
                    <a:pt x="33358" y="180"/>
                    <a:pt x="32224" y="114"/>
                    <a:pt x="31090" y="80"/>
                  </a:cubicBezTo>
                  <a:cubicBezTo>
                    <a:pt x="30017" y="20"/>
                    <a:pt x="28944" y="0"/>
                    <a:pt x="27871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0" name="Google Shape;2820;p65"/>
            <p:cNvSpPr/>
            <p:nvPr/>
          </p:nvSpPr>
          <p:spPr>
            <a:xfrm>
              <a:off x="6884158" y="1957911"/>
              <a:ext cx="455608" cy="18297"/>
            </a:xfrm>
            <a:custGeom>
              <a:rect b="b" l="l" r="r" t="t"/>
              <a:pathLst>
                <a:path extrusionOk="0" h="911" w="22684">
                  <a:moveTo>
                    <a:pt x="19494" y="1"/>
                  </a:moveTo>
                  <a:cubicBezTo>
                    <a:pt x="18423" y="1"/>
                    <a:pt x="17346" y="38"/>
                    <a:pt x="16278" y="38"/>
                  </a:cubicBezTo>
                  <a:cubicBezTo>
                    <a:pt x="14310" y="38"/>
                    <a:pt x="12342" y="72"/>
                    <a:pt x="10374" y="72"/>
                  </a:cubicBezTo>
                  <a:cubicBezTo>
                    <a:pt x="6905" y="72"/>
                    <a:pt x="3436" y="72"/>
                    <a:pt x="0" y="205"/>
                  </a:cubicBezTo>
                  <a:lnTo>
                    <a:pt x="0" y="706"/>
                  </a:lnTo>
                  <a:cubicBezTo>
                    <a:pt x="3436" y="839"/>
                    <a:pt x="6905" y="839"/>
                    <a:pt x="10374" y="839"/>
                  </a:cubicBezTo>
                  <a:lnTo>
                    <a:pt x="16278" y="872"/>
                  </a:lnTo>
                  <a:cubicBezTo>
                    <a:pt x="17346" y="872"/>
                    <a:pt x="18423" y="910"/>
                    <a:pt x="19494" y="910"/>
                  </a:cubicBezTo>
                  <a:cubicBezTo>
                    <a:pt x="20431" y="910"/>
                    <a:pt x="21364" y="881"/>
                    <a:pt x="22283" y="772"/>
                  </a:cubicBezTo>
                  <a:cubicBezTo>
                    <a:pt x="22683" y="706"/>
                    <a:pt x="22683" y="205"/>
                    <a:pt x="22283" y="139"/>
                  </a:cubicBezTo>
                  <a:cubicBezTo>
                    <a:pt x="21364" y="30"/>
                    <a:pt x="20431" y="1"/>
                    <a:pt x="194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1" name="Google Shape;2821;p65"/>
            <p:cNvSpPr/>
            <p:nvPr/>
          </p:nvSpPr>
          <p:spPr>
            <a:xfrm>
              <a:off x="6883475" y="2093284"/>
              <a:ext cx="438194" cy="19563"/>
            </a:xfrm>
            <a:custGeom>
              <a:rect b="b" l="l" r="r" t="t"/>
              <a:pathLst>
                <a:path extrusionOk="0" h="974" w="21817">
                  <a:moveTo>
                    <a:pt x="17204" y="1"/>
                  </a:moveTo>
                  <a:cubicBezTo>
                    <a:pt x="16651" y="1"/>
                    <a:pt x="16098" y="3"/>
                    <a:pt x="15545" y="3"/>
                  </a:cubicBezTo>
                  <a:lnTo>
                    <a:pt x="9641" y="3"/>
                  </a:lnTo>
                  <a:cubicBezTo>
                    <a:pt x="7706" y="3"/>
                    <a:pt x="5772" y="3"/>
                    <a:pt x="3837" y="37"/>
                  </a:cubicBezTo>
                  <a:cubicBezTo>
                    <a:pt x="2569" y="37"/>
                    <a:pt x="1302" y="37"/>
                    <a:pt x="1" y="137"/>
                  </a:cubicBezTo>
                  <a:lnTo>
                    <a:pt x="1" y="837"/>
                  </a:lnTo>
                  <a:cubicBezTo>
                    <a:pt x="1268" y="904"/>
                    <a:pt x="2503" y="937"/>
                    <a:pt x="3737" y="937"/>
                  </a:cubicBezTo>
                  <a:cubicBezTo>
                    <a:pt x="5705" y="971"/>
                    <a:pt x="7673" y="971"/>
                    <a:pt x="9641" y="971"/>
                  </a:cubicBezTo>
                  <a:lnTo>
                    <a:pt x="15445" y="971"/>
                  </a:lnTo>
                  <a:cubicBezTo>
                    <a:pt x="16007" y="971"/>
                    <a:pt x="16570" y="973"/>
                    <a:pt x="17132" y="973"/>
                  </a:cubicBezTo>
                  <a:cubicBezTo>
                    <a:pt x="18538" y="973"/>
                    <a:pt x="19944" y="956"/>
                    <a:pt x="21349" y="837"/>
                  </a:cubicBezTo>
                  <a:cubicBezTo>
                    <a:pt x="21816" y="804"/>
                    <a:pt x="21816" y="170"/>
                    <a:pt x="21349" y="137"/>
                  </a:cubicBezTo>
                  <a:cubicBezTo>
                    <a:pt x="19967" y="18"/>
                    <a:pt x="18586" y="1"/>
                    <a:pt x="172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2" name="Google Shape;2822;p65"/>
            <p:cNvSpPr/>
            <p:nvPr/>
          </p:nvSpPr>
          <p:spPr>
            <a:xfrm>
              <a:off x="6876104" y="2191500"/>
              <a:ext cx="434840" cy="17434"/>
            </a:xfrm>
            <a:custGeom>
              <a:rect b="b" l="l" r="r" t="t"/>
              <a:pathLst>
                <a:path extrusionOk="0" h="868" w="21650">
                  <a:moveTo>
                    <a:pt x="1640" y="0"/>
                  </a:moveTo>
                  <a:cubicBezTo>
                    <a:pt x="1210" y="0"/>
                    <a:pt x="785" y="17"/>
                    <a:pt x="368" y="83"/>
                  </a:cubicBezTo>
                  <a:cubicBezTo>
                    <a:pt x="1" y="117"/>
                    <a:pt x="1" y="751"/>
                    <a:pt x="368" y="784"/>
                  </a:cubicBezTo>
                  <a:cubicBezTo>
                    <a:pt x="785" y="851"/>
                    <a:pt x="1210" y="867"/>
                    <a:pt x="1640" y="867"/>
                  </a:cubicBezTo>
                  <a:cubicBezTo>
                    <a:pt x="2069" y="867"/>
                    <a:pt x="2503" y="851"/>
                    <a:pt x="2936" y="851"/>
                  </a:cubicBezTo>
                  <a:cubicBezTo>
                    <a:pt x="3804" y="851"/>
                    <a:pt x="4704" y="851"/>
                    <a:pt x="5605" y="817"/>
                  </a:cubicBezTo>
                  <a:cubicBezTo>
                    <a:pt x="7339" y="817"/>
                    <a:pt x="9074" y="751"/>
                    <a:pt x="10842" y="651"/>
                  </a:cubicBezTo>
                  <a:cubicBezTo>
                    <a:pt x="11420" y="628"/>
                    <a:pt x="11998" y="621"/>
                    <a:pt x="12578" y="621"/>
                  </a:cubicBezTo>
                  <a:cubicBezTo>
                    <a:pt x="13737" y="621"/>
                    <a:pt x="14900" y="651"/>
                    <a:pt x="16079" y="651"/>
                  </a:cubicBezTo>
                  <a:cubicBezTo>
                    <a:pt x="17847" y="617"/>
                    <a:pt x="19615" y="617"/>
                    <a:pt x="21416" y="617"/>
                  </a:cubicBezTo>
                  <a:cubicBezTo>
                    <a:pt x="21650" y="617"/>
                    <a:pt x="21650" y="250"/>
                    <a:pt x="21416" y="250"/>
                  </a:cubicBezTo>
                  <a:cubicBezTo>
                    <a:pt x="19615" y="217"/>
                    <a:pt x="17847" y="217"/>
                    <a:pt x="16079" y="217"/>
                  </a:cubicBezTo>
                  <a:cubicBezTo>
                    <a:pt x="15069" y="217"/>
                    <a:pt x="14069" y="239"/>
                    <a:pt x="13075" y="239"/>
                  </a:cubicBezTo>
                  <a:cubicBezTo>
                    <a:pt x="12329" y="239"/>
                    <a:pt x="11585" y="226"/>
                    <a:pt x="10842" y="184"/>
                  </a:cubicBezTo>
                  <a:cubicBezTo>
                    <a:pt x="9074" y="117"/>
                    <a:pt x="7339" y="50"/>
                    <a:pt x="5605" y="17"/>
                  </a:cubicBezTo>
                  <a:lnTo>
                    <a:pt x="2936" y="17"/>
                  </a:lnTo>
                  <a:cubicBezTo>
                    <a:pt x="2503" y="17"/>
                    <a:pt x="2069" y="0"/>
                    <a:pt x="16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3" name="Google Shape;2823;p65"/>
            <p:cNvSpPr/>
            <p:nvPr/>
          </p:nvSpPr>
          <p:spPr>
            <a:xfrm>
              <a:off x="6867407" y="2378572"/>
              <a:ext cx="431486" cy="19000"/>
            </a:xfrm>
            <a:custGeom>
              <a:rect b="b" l="l" r="r" t="t"/>
              <a:pathLst>
                <a:path extrusionOk="0" h="946" w="21483">
                  <a:moveTo>
                    <a:pt x="3579" y="1"/>
                  </a:moveTo>
                  <a:cubicBezTo>
                    <a:pt x="2475" y="1"/>
                    <a:pt x="1371" y="28"/>
                    <a:pt x="267" y="176"/>
                  </a:cubicBezTo>
                  <a:cubicBezTo>
                    <a:pt x="0" y="210"/>
                    <a:pt x="0" y="710"/>
                    <a:pt x="267" y="743"/>
                  </a:cubicBezTo>
                  <a:cubicBezTo>
                    <a:pt x="1616" y="925"/>
                    <a:pt x="2965" y="945"/>
                    <a:pt x="4314" y="945"/>
                  </a:cubicBezTo>
                  <a:cubicBezTo>
                    <a:pt x="4700" y="945"/>
                    <a:pt x="5085" y="943"/>
                    <a:pt x="5471" y="943"/>
                  </a:cubicBezTo>
                  <a:lnTo>
                    <a:pt x="10808" y="910"/>
                  </a:lnTo>
                  <a:lnTo>
                    <a:pt x="16145" y="910"/>
                  </a:lnTo>
                  <a:cubicBezTo>
                    <a:pt x="17046" y="910"/>
                    <a:pt x="17946" y="910"/>
                    <a:pt x="18814" y="877"/>
                  </a:cubicBezTo>
                  <a:cubicBezTo>
                    <a:pt x="19214" y="877"/>
                    <a:pt x="19648" y="877"/>
                    <a:pt x="20048" y="843"/>
                  </a:cubicBezTo>
                  <a:cubicBezTo>
                    <a:pt x="20515" y="810"/>
                    <a:pt x="20882" y="710"/>
                    <a:pt x="21315" y="610"/>
                  </a:cubicBezTo>
                  <a:cubicBezTo>
                    <a:pt x="21482" y="577"/>
                    <a:pt x="21482" y="343"/>
                    <a:pt x="21315" y="310"/>
                  </a:cubicBezTo>
                  <a:cubicBezTo>
                    <a:pt x="20882" y="210"/>
                    <a:pt x="20515" y="110"/>
                    <a:pt x="20048" y="76"/>
                  </a:cubicBezTo>
                  <a:cubicBezTo>
                    <a:pt x="19648" y="76"/>
                    <a:pt x="19214" y="43"/>
                    <a:pt x="18814" y="43"/>
                  </a:cubicBezTo>
                  <a:cubicBezTo>
                    <a:pt x="17946" y="9"/>
                    <a:pt x="17046" y="9"/>
                    <a:pt x="16145" y="9"/>
                  </a:cubicBezTo>
                  <a:lnTo>
                    <a:pt x="5471" y="9"/>
                  </a:lnTo>
                  <a:cubicBezTo>
                    <a:pt x="4840" y="9"/>
                    <a:pt x="4209" y="1"/>
                    <a:pt x="35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4" name="Google Shape;2824;p65"/>
            <p:cNvSpPr/>
            <p:nvPr/>
          </p:nvSpPr>
          <p:spPr>
            <a:xfrm>
              <a:off x="6726712" y="1924008"/>
              <a:ext cx="97171" cy="89037"/>
            </a:xfrm>
            <a:custGeom>
              <a:rect b="b" l="l" r="r" t="t"/>
              <a:pathLst>
                <a:path extrusionOk="0" h="4433" w="4838">
                  <a:moveTo>
                    <a:pt x="2593" y="510"/>
                  </a:moveTo>
                  <a:cubicBezTo>
                    <a:pt x="2663" y="510"/>
                    <a:pt x="2733" y="515"/>
                    <a:pt x="2802" y="526"/>
                  </a:cubicBezTo>
                  <a:cubicBezTo>
                    <a:pt x="2836" y="626"/>
                    <a:pt x="2902" y="759"/>
                    <a:pt x="3002" y="792"/>
                  </a:cubicBezTo>
                  <a:cubicBezTo>
                    <a:pt x="3569" y="1059"/>
                    <a:pt x="3903" y="1626"/>
                    <a:pt x="3870" y="2260"/>
                  </a:cubicBezTo>
                  <a:cubicBezTo>
                    <a:pt x="3870" y="2827"/>
                    <a:pt x="3436" y="3361"/>
                    <a:pt x="2902" y="3561"/>
                  </a:cubicBezTo>
                  <a:lnTo>
                    <a:pt x="2902" y="3528"/>
                  </a:lnTo>
                  <a:cubicBezTo>
                    <a:pt x="2712" y="3591"/>
                    <a:pt x="2522" y="3624"/>
                    <a:pt x="2337" y="3624"/>
                  </a:cubicBezTo>
                  <a:cubicBezTo>
                    <a:pt x="1938" y="3624"/>
                    <a:pt x="1564" y="3469"/>
                    <a:pt x="1268" y="3127"/>
                  </a:cubicBezTo>
                  <a:cubicBezTo>
                    <a:pt x="868" y="2627"/>
                    <a:pt x="767" y="1960"/>
                    <a:pt x="1068" y="1426"/>
                  </a:cubicBezTo>
                  <a:cubicBezTo>
                    <a:pt x="1337" y="888"/>
                    <a:pt x="1982" y="510"/>
                    <a:pt x="2593" y="510"/>
                  </a:cubicBezTo>
                  <a:close/>
                  <a:moveTo>
                    <a:pt x="3229" y="0"/>
                  </a:moveTo>
                  <a:cubicBezTo>
                    <a:pt x="3122" y="0"/>
                    <a:pt x="3016" y="45"/>
                    <a:pt x="2936" y="125"/>
                  </a:cubicBezTo>
                  <a:cubicBezTo>
                    <a:pt x="2706" y="42"/>
                    <a:pt x="2468" y="3"/>
                    <a:pt x="2233" y="3"/>
                  </a:cubicBezTo>
                  <a:cubicBezTo>
                    <a:pt x="1617" y="3"/>
                    <a:pt x="1021" y="276"/>
                    <a:pt x="634" y="759"/>
                  </a:cubicBezTo>
                  <a:cubicBezTo>
                    <a:pt x="0" y="1493"/>
                    <a:pt x="0" y="2527"/>
                    <a:pt x="467" y="3328"/>
                  </a:cubicBezTo>
                  <a:cubicBezTo>
                    <a:pt x="893" y="4037"/>
                    <a:pt x="1608" y="4432"/>
                    <a:pt x="2386" y="4432"/>
                  </a:cubicBezTo>
                  <a:cubicBezTo>
                    <a:pt x="2523" y="4432"/>
                    <a:pt x="2662" y="4420"/>
                    <a:pt x="2802" y="4395"/>
                  </a:cubicBezTo>
                  <a:cubicBezTo>
                    <a:pt x="3670" y="4228"/>
                    <a:pt x="4470" y="3528"/>
                    <a:pt x="4637" y="2660"/>
                  </a:cubicBezTo>
                  <a:cubicBezTo>
                    <a:pt x="4837" y="1660"/>
                    <a:pt x="4370" y="526"/>
                    <a:pt x="3436" y="59"/>
                  </a:cubicBezTo>
                  <a:cubicBezTo>
                    <a:pt x="3370" y="19"/>
                    <a:pt x="3299" y="0"/>
                    <a:pt x="32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5" name="Google Shape;2825;p65"/>
            <p:cNvSpPr/>
            <p:nvPr/>
          </p:nvSpPr>
          <p:spPr>
            <a:xfrm>
              <a:off x="6744125" y="2053918"/>
              <a:ext cx="93817" cy="88997"/>
            </a:xfrm>
            <a:custGeom>
              <a:rect b="b" l="l" r="r" t="t"/>
              <a:pathLst>
                <a:path extrusionOk="0" h="4431" w="4671">
                  <a:moveTo>
                    <a:pt x="2744" y="475"/>
                  </a:moveTo>
                  <a:cubicBezTo>
                    <a:pt x="2831" y="475"/>
                    <a:pt x="2918" y="481"/>
                    <a:pt x="3003" y="496"/>
                  </a:cubicBezTo>
                  <a:cubicBezTo>
                    <a:pt x="2836" y="629"/>
                    <a:pt x="2769" y="929"/>
                    <a:pt x="3036" y="1096"/>
                  </a:cubicBezTo>
                  <a:cubicBezTo>
                    <a:pt x="3536" y="1430"/>
                    <a:pt x="3837" y="2130"/>
                    <a:pt x="3636" y="2730"/>
                  </a:cubicBezTo>
                  <a:cubicBezTo>
                    <a:pt x="3476" y="3309"/>
                    <a:pt x="2881" y="3733"/>
                    <a:pt x="2301" y="3733"/>
                  </a:cubicBezTo>
                  <a:cubicBezTo>
                    <a:pt x="2279" y="3733"/>
                    <a:pt x="2257" y="3732"/>
                    <a:pt x="2235" y="3731"/>
                  </a:cubicBezTo>
                  <a:cubicBezTo>
                    <a:pt x="1635" y="3698"/>
                    <a:pt x="1135" y="3197"/>
                    <a:pt x="935" y="2697"/>
                  </a:cubicBezTo>
                  <a:cubicBezTo>
                    <a:pt x="701" y="2130"/>
                    <a:pt x="834" y="1530"/>
                    <a:pt x="1268" y="1096"/>
                  </a:cubicBezTo>
                  <a:cubicBezTo>
                    <a:pt x="1669" y="724"/>
                    <a:pt x="2217" y="475"/>
                    <a:pt x="2744" y="475"/>
                  </a:cubicBezTo>
                  <a:close/>
                  <a:moveTo>
                    <a:pt x="2410" y="1"/>
                  </a:moveTo>
                  <a:cubicBezTo>
                    <a:pt x="1922" y="1"/>
                    <a:pt x="1441" y="157"/>
                    <a:pt x="1035" y="462"/>
                  </a:cubicBezTo>
                  <a:cubicBezTo>
                    <a:pt x="334" y="996"/>
                    <a:pt x="1" y="1863"/>
                    <a:pt x="234" y="2730"/>
                  </a:cubicBezTo>
                  <a:cubicBezTo>
                    <a:pt x="434" y="3531"/>
                    <a:pt x="1101" y="4232"/>
                    <a:pt x="1935" y="4398"/>
                  </a:cubicBezTo>
                  <a:cubicBezTo>
                    <a:pt x="2055" y="4420"/>
                    <a:pt x="2176" y="4430"/>
                    <a:pt x="2296" y="4430"/>
                  </a:cubicBezTo>
                  <a:cubicBezTo>
                    <a:pt x="3109" y="4430"/>
                    <a:pt x="3888" y="3953"/>
                    <a:pt x="4237" y="3197"/>
                  </a:cubicBezTo>
                  <a:cubicBezTo>
                    <a:pt x="4671" y="2230"/>
                    <a:pt x="4304" y="1029"/>
                    <a:pt x="3403" y="462"/>
                  </a:cubicBezTo>
                  <a:lnTo>
                    <a:pt x="3370" y="462"/>
                  </a:lnTo>
                  <a:cubicBezTo>
                    <a:pt x="3436" y="395"/>
                    <a:pt x="3470" y="262"/>
                    <a:pt x="3336" y="195"/>
                  </a:cubicBezTo>
                  <a:cubicBezTo>
                    <a:pt x="3037" y="65"/>
                    <a:pt x="2722" y="1"/>
                    <a:pt x="24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6" name="Google Shape;2826;p65"/>
            <p:cNvSpPr/>
            <p:nvPr/>
          </p:nvSpPr>
          <p:spPr>
            <a:xfrm>
              <a:off x="6734083" y="2308857"/>
              <a:ext cx="108559" cy="99822"/>
            </a:xfrm>
            <a:custGeom>
              <a:rect b="b" l="l" r="r" t="t"/>
              <a:pathLst>
                <a:path extrusionOk="0" h="4970" w="5405">
                  <a:moveTo>
                    <a:pt x="3273" y="1"/>
                  </a:moveTo>
                  <a:cubicBezTo>
                    <a:pt x="2881" y="1"/>
                    <a:pt x="2767" y="559"/>
                    <a:pt x="3169" y="745"/>
                  </a:cubicBezTo>
                  <a:cubicBezTo>
                    <a:pt x="3803" y="979"/>
                    <a:pt x="4337" y="1512"/>
                    <a:pt x="4503" y="2179"/>
                  </a:cubicBezTo>
                  <a:cubicBezTo>
                    <a:pt x="4670" y="2813"/>
                    <a:pt x="4370" y="3480"/>
                    <a:pt x="3836" y="3881"/>
                  </a:cubicBezTo>
                  <a:cubicBezTo>
                    <a:pt x="3565" y="4080"/>
                    <a:pt x="3270" y="4158"/>
                    <a:pt x="2965" y="4158"/>
                  </a:cubicBezTo>
                  <a:cubicBezTo>
                    <a:pt x="2558" y="4158"/>
                    <a:pt x="2136" y="4019"/>
                    <a:pt x="1735" y="3847"/>
                  </a:cubicBezTo>
                  <a:cubicBezTo>
                    <a:pt x="1435" y="3681"/>
                    <a:pt x="1101" y="3514"/>
                    <a:pt x="934" y="3214"/>
                  </a:cubicBezTo>
                  <a:cubicBezTo>
                    <a:pt x="734" y="2880"/>
                    <a:pt x="767" y="2513"/>
                    <a:pt x="901" y="2179"/>
                  </a:cubicBezTo>
                  <a:cubicBezTo>
                    <a:pt x="1034" y="1779"/>
                    <a:pt x="1334" y="1412"/>
                    <a:pt x="1668" y="1145"/>
                  </a:cubicBezTo>
                  <a:cubicBezTo>
                    <a:pt x="1884" y="972"/>
                    <a:pt x="2185" y="799"/>
                    <a:pt x="2461" y="799"/>
                  </a:cubicBezTo>
                  <a:cubicBezTo>
                    <a:pt x="2610" y="799"/>
                    <a:pt x="2752" y="850"/>
                    <a:pt x="2869" y="979"/>
                  </a:cubicBezTo>
                  <a:cubicBezTo>
                    <a:pt x="2900" y="1010"/>
                    <a:pt x="2935" y="1023"/>
                    <a:pt x="2968" y="1023"/>
                  </a:cubicBezTo>
                  <a:cubicBezTo>
                    <a:pt x="3079" y="1023"/>
                    <a:pt x="3179" y="881"/>
                    <a:pt x="3102" y="778"/>
                  </a:cubicBezTo>
                  <a:cubicBezTo>
                    <a:pt x="2866" y="516"/>
                    <a:pt x="2465" y="336"/>
                    <a:pt x="2094" y="336"/>
                  </a:cubicBezTo>
                  <a:cubicBezTo>
                    <a:pt x="1993" y="336"/>
                    <a:pt x="1894" y="350"/>
                    <a:pt x="1801" y="378"/>
                  </a:cubicBezTo>
                  <a:cubicBezTo>
                    <a:pt x="1268" y="478"/>
                    <a:pt x="867" y="912"/>
                    <a:pt x="567" y="1346"/>
                  </a:cubicBezTo>
                  <a:cubicBezTo>
                    <a:pt x="234" y="1746"/>
                    <a:pt x="0" y="2280"/>
                    <a:pt x="34" y="2813"/>
                  </a:cubicBezTo>
                  <a:cubicBezTo>
                    <a:pt x="67" y="3347"/>
                    <a:pt x="334" y="3814"/>
                    <a:pt x="734" y="4148"/>
                  </a:cubicBezTo>
                  <a:cubicBezTo>
                    <a:pt x="1168" y="4481"/>
                    <a:pt x="1701" y="4715"/>
                    <a:pt x="2202" y="4848"/>
                  </a:cubicBezTo>
                  <a:cubicBezTo>
                    <a:pt x="2456" y="4928"/>
                    <a:pt x="2719" y="4969"/>
                    <a:pt x="2981" y="4969"/>
                  </a:cubicBezTo>
                  <a:cubicBezTo>
                    <a:pt x="3269" y="4969"/>
                    <a:pt x="3557" y="4919"/>
                    <a:pt x="3836" y="4815"/>
                  </a:cubicBezTo>
                  <a:cubicBezTo>
                    <a:pt x="4737" y="4414"/>
                    <a:pt x="5404" y="3447"/>
                    <a:pt x="5371" y="2480"/>
                  </a:cubicBezTo>
                  <a:cubicBezTo>
                    <a:pt x="5304" y="1346"/>
                    <a:pt x="4470" y="278"/>
                    <a:pt x="3369" y="11"/>
                  </a:cubicBezTo>
                  <a:cubicBezTo>
                    <a:pt x="3335" y="4"/>
                    <a:pt x="3303" y="1"/>
                    <a:pt x="3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7" name="Google Shape;2827;p65"/>
            <p:cNvSpPr/>
            <p:nvPr/>
          </p:nvSpPr>
          <p:spPr>
            <a:xfrm>
              <a:off x="7488475" y="1476836"/>
              <a:ext cx="868978" cy="549526"/>
            </a:xfrm>
            <a:custGeom>
              <a:rect b="b" l="l" r="r" t="t"/>
              <a:pathLst>
                <a:path extrusionOk="0" h="27360" w="43265">
                  <a:moveTo>
                    <a:pt x="19858" y="0"/>
                  </a:moveTo>
                  <a:cubicBezTo>
                    <a:pt x="19177" y="0"/>
                    <a:pt x="18495" y="2"/>
                    <a:pt x="17813" y="7"/>
                  </a:cubicBezTo>
                  <a:cubicBezTo>
                    <a:pt x="12443" y="40"/>
                    <a:pt x="7072" y="207"/>
                    <a:pt x="1702" y="474"/>
                  </a:cubicBezTo>
                  <a:cubicBezTo>
                    <a:pt x="1568" y="474"/>
                    <a:pt x="1468" y="540"/>
                    <a:pt x="1435" y="674"/>
                  </a:cubicBezTo>
                  <a:cubicBezTo>
                    <a:pt x="1301" y="1174"/>
                    <a:pt x="1168" y="1674"/>
                    <a:pt x="1034" y="2175"/>
                  </a:cubicBezTo>
                  <a:cubicBezTo>
                    <a:pt x="67" y="6311"/>
                    <a:pt x="0" y="10614"/>
                    <a:pt x="100" y="14884"/>
                  </a:cubicBezTo>
                  <a:lnTo>
                    <a:pt x="100" y="14851"/>
                  </a:lnTo>
                  <a:cubicBezTo>
                    <a:pt x="167" y="17052"/>
                    <a:pt x="234" y="19254"/>
                    <a:pt x="334" y="21455"/>
                  </a:cubicBezTo>
                  <a:cubicBezTo>
                    <a:pt x="367" y="22523"/>
                    <a:pt x="367" y="23590"/>
                    <a:pt x="467" y="24658"/>
                  </a:cubicBezTo>
                  <a:cubicBezTo>
                    <a:pt x="534" y="25391"/>
                    <a:pt x="768" y="26192"/>
                    <a:pt x="1501" y="26459"/>
                  </a:cubicBezTo>
                  <a:cubicBezTo>
                    <a:pt x="1968" y="26626"/>
                    <a:pt x="2502" y="26626"/>
                    <a:pt x="2969" y="26626"/>
                  </a:cubicBezTo>
                  <a:cubicBezTo>
                    <a:pt x="3536" y="26659"/>
                    <a:pt x="4103" y="26692"/>
                    <a:pt x="4637" y="26726"/>
                  </a:cubicBezTo>
                  <a:cubicBezTo>
                    <a:pt x="5771" y="26792"/>
                    <a:pt x="6905" y="26859"/>
                    <a:pt x="8039" y="26893"/>
                  </a:cubicBezTo>
                  <a:cubicBezTo>
                    <a:pt x="10274" y="26993"/>
                    <a:pt x="12509" y="27093"/>
                    <a:pt x="14778" y="27159"/>
                  </a:cubicBezTo>
                  <a:cubicBezTo>
                    <a:pt x="19281" y="27293"/>
                    <a:pt x="23784" y="27360"/>
                    <a:pt x="28287" y="27360"/>
                  </a:cubicBezTo>
                  <a:cubicBezTo>
                    <a:pt x="32524" y="27360"/>
                    <a:pt x="36827" y="27360"/>
                    <a:pt x="41063" y="27093"/>
                  </a:cubicBezTo>
                  <a:cubicBezTo>
                    <a:pt x="41110" y="27116"/>
                    <a:pt x="41157" y="27140"/>
                    <a:pt x="41205" y="27140"/>
                  </a:cubicBezTo>
                  <a:cubicBezTo>
                    <a:pt x="41224" y="27140"/>
                    <a:pt x="41244" y="27136"/>
                    <a:pt x="41263" y="27126"/>
                  </a:cubicBezTo>
                  <a:cubicBezTo>
                    <a:pt x="41330" y="27126"/>
                    <a:pt x="41363" y="27093"/>
                    <a:pt x="41430" y="27059"/>
                  </a:cubicBezTo>
                  <a:cubicBezTo>
                    <a:pt x="41530" y="27059"/>
                    <a:pt x="41663" y="27059"/>
                    <a:pt x="41763" y="27026"/>
                  </a:cubicBezTo>
                  <a:cubicBezTo>
                    <a:pt x="41897" y="27026"/>
                    <a:pt x="41897" y="26859"/>
                    <a:pt x="41763" y="26859"/>
                  </a:cubicBezTo>
                  <a:lnTo>
                    <a:pt x="41697" y="26859"/>
                  </a:lnTo>
                  <a:cubicBezTo>
                    <a:pt x="41997" y="26526"/>
                    <a:pt x="42097" y="26025"/>
                    <a:pt x="42130" y="25592"/>
                  </a:cubicBezTo>
                  <a:cubicBezTo>
                    <a:pt x="42197" y="24591"/>
                    <a:pt x="42264" y="23590"/>
                    <a:pt x="42331" y="22623"/>
                  </a:cubicBezTo>
                  <a:cubicBezTo>
                    <a:pt x="42531" y="19054"/>
                    <a:pt x="42597" y="15484"/>
                    <a:pt x="42564" y="11882"/>
                  </a:cubicBezTo>
                  <a:cubicBezTo>
                    <a:pt x="42564" y="10114"/>
                    <a:pt x="42497" y="8313"/>
                    <a:pt x="42431" y="6511"/>
                  </a:cubicBezTo>
                  <a:cubicBezTo>
                    <a:pt x="42331" y="4743"/>
                    <a:pt x="42264" y="2975"/>
                    <a:pt x="42064" y="1207"/>
                  </a:cubicBezTo>
                  <a:lnTo>
                    <a:pt x="42064" y="1207"/>
                  </a:lnTo>
                  <a:cubicBezTo>
                    <a:pt x="42364" y="1241"/>
                    <a:pt x="42631" y="1241"/>
                    <a:pt x="42931" y="1274"/>
                  </a:cubicBezTo>
                  <a:cubicBezTo>
                    <a:pt x="42941" y="1275"/>
                    <a:pt x="42950" y="1276"/>
                    <a:pt x="42959" y="1276"/>
                  </a:cubicBezTo>
                  <a:cubicBezTo>
                    <a:pt x="43264" y="1276"/>
                    <a:pt x="43255" y="740"/>
                    <a:pt x="42931" y="740"/>
                  </a:cubicBezTo>
                  <a:cubicBezTo>
                    <a:pt x="39895" y="540"/>
                    <a:pt x="36893" y="374"/>
                    <a:pt x="33891" y="273"/>
                  </a:cubicBezTo>
                  <a:cubicBezTo>
                    <a:pt x="29203" y="99"/>
                    <a:pt x="24540" y="0"/>
                    <a:pt x="198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8" name="Google Shape;2828;p65"/>
            <p:cNvSpPr/>
            <p:nvPr/>
          </p:nvSpPr>
          <p:spPr>
            <a:xfrm>
              <a:off x="7484458" y="1474144"/>
              <a:ext cx="877012" cy="554225"/>
            </a:xfrm>
            <a:custGeom>
              <a:rect b="b" l="l" r="r" t="t"/>
              <a:pathLst>
                <a:path extrusionOk="0" h="27594" w="43665">
                  <a:moveTo>
                    <a:pt x="20692" y="583"/>
                  </a:moveTo>
                  <a:cubicBezTo>
                    <a:pt x="22823" y="583"/>
                    <a:pt x="24955" y="602"/>
                    <a:pt x="27086" y="641"/>
                  </a:cubicBezTo>
                  <a:cubicBezTo>
                    <a:pt x="32123" y="741"/>
                    <a:pt x="37160" y="941"/>
                    <a:pt x="42197" y="1241"/>
                  </a:cubicBezTo>
                  <a:cubicBezTo>
                    <a:pt x="42264" y="3176"/>
                    <a:pt x="42397" y="5111"/>
                    <a:pt x="42464" y="7046"/>
                  </a:cubicBezTo>
                  <a:cubicBezTo>
                    <a:pt x="42564" y="10515"/>
                    <a:pt x="42597" y="13984"/>
                    <a:pt x="42497" y="17453"/>
                  </a:cubicBezTo>
                  <a:cubicBezTo>
                    <a:pt x="42464" y="19188"/>
                    <a:pt x="42364" y="20922"/>
                    <a:pt x="42264" y="22657"/>
                  </a:cubicBezTo>
                  <a:cubicBezTo>
                    <a:pt x="42230" y="23557"/>
                    <a:pt x="42164" y="24425"/>
                    <a:pt x="42097" y="25292"/>
                  </a:cubicBezTo>
                  <a:cubicBezTo>
                    <a:pt x="42064" y="25726"/>
                    <a:pt x="42097" y="26193"/>
                    <a:pt x="41863" y="26560"/>
                  </a:cubicBezTo>
                  <a:cubicBezTo>
                    <a:pt x="41595" y="27067"/>
                    <a:pt x="41166" y="27094"/>
                    <a:pt x="40672" y="27094"/>
                  </a:cubicBezTo>
                  <a:cubicBezTo>
                    <a:pt x="40614" y="27094"/>
                    <a:pt x="40555" y="27093"/>
                    <a:pt x="40496" y="27093"/>
                  </a:cubicBezTo>
                  <a:cubicBezTo>
                    <a:pt x="36059" y="27127"/>
                    <a:pt x="31623" y="27193"/>
                    <a:pt x="27186" y="27193"/>
                  </a:cubicBezTo>
                  <a:cubicBezTo>
                    <a:pt x="22750" y="27160"/>
                    <a:pt x="18280" y="27060"/>
                    <a:pt x="13843" y="26926"/>
                  </a:cubicBezTo>
                  <a:cubicBezTo>
                    <a:pt x="11608" y="26860"/>
                    <a:pt x="9407" y="26760"/>
                    <a:pt x="7172" y="26660"/>
                  </a:cubicBezTo>
                  <a:cubicBezTo>
                    <a:pt x="6071" y="26593"/>
                    <a:pt x="4970" y="26526"/>
                    <a:pt x="3870" y="26459"/>
                  </a:cubicBezTo>
                  <a:cubicBezTo>
                    <a:pt x="3336" y="26426"/>
                    <a:pt x="2769" y="26426"/>
                    <a:pt x="2202" y="26359"/>
                  </a:cubicBezTo>
                  <a:cubicBezTo>
                    <a:pt x="1768" y="26326"/>
                    <a:pt x="1401" y="26226"/>
                    <a:pt x="1201" y="25792"/>
                  </a:cubicBezTo>
                  <a:cubicBezTo>
                    <a:pt x="1001" y="25459"/>
                    <a:pt x="968" y="25058"/>
                    <a:pt x="968" y="24692"/>
                  </a:cubicBezTo>
                  <a:cubicBezTo>
                    <a:pt x="934" y="24158"/>
                    <a:pt x="934" y="23624"/>
                    <a:pt x="901" y="23124"/>
                  </a:cubicBezTo>
                  <a:cubicBezTo>
                    <a:pt x="867" y="21990"/>
                    <a:pt x="834" y="20889"/>
                    <a:pt x="801" y="19788"/>
                  </a:cubicBezTo>
                  <a:cubicBezTo>
                    <a:pt x="734" y="17653"/>
                    <a:pt x="667" y="15485"/>
                    <a:pt x="634" y="13317"/>
                  </a:cubicBezTo>
                  <a:cubicBezTo>
                    <a:pt x="601" y="9180"/>
                    <a:pt x="834" y="5011"/>
                    <a:pt x="1968" y="1008"/>
                  </a:cubicBezTo>
                  <a:lnTo>
                    <a:pt x="1968" y="1041"/>
                  </a:lnTo>
                  <a:cubicBezTo>
                    <a:pt x="4937" y="874"/>
                    <a:pt x="7906" y="774"/>
                    <a:pt x="10875" y="708"/>
                  </a:cubicBezTo>
                  <a:cubicBezTo>
                    <a:pt x="14147" y="627"/>
                    <a:pt x="17419" y="583"/>
                    <a:pt x="20692" y="583"/>
                  </a:cubicBezTo>
                  <a:close/>
                  <a:moveTo>
                    <a:pt x="20039" y="1"/>
                  </a:moveTo>
                  <a:cubicBezTo>
                    <a:pt x="19352" y="1"/>
                    <a:pt x="18666" y="3"/>
                    <a:pt x="17980" y="7"/>
                  </a:cubicBezTo>
                  <a:cubicBezTo>
                    <a:pt x="12576" y="41"/>
                    <a:pt x="7172" y="207"/>
                    <a:pt x="1735" y="474"/>
                  </a:cubicBezTo>
                  <a:cubicBezTo>
                    <a:pt x="1635" y="474"/>
                    <a:pt x="1501" y="574"/>
                    <a:pt x="1468" y="674"/>
                  </a:cubicBezTo>
                  <a:cubicBezTo>
                    <a:pt x="1334" y="1175"/>
                    <a:pt x="1201" y="1675"/>
                    <a:pt x="1068" y="2209"/>
                  </a:cubicBezTo>
                  <a:cubicBezTo>
                    <a:pt x="100" y="6378"/>
                    <a:pt x="0" y="10715"/>
                    <a:pt x="134" y="15018"/>
                  </a:cubicBezTo>
                  <a:cubicBezTo>
                    <a:pt x="167" y="17220"/>
                    <a:pt x="267" y="19454"/>
                    <a:pt x="334" y="21656"/>
                  </a:cubicBezTo>
                  <a:cubicBezTo>
                    <a:pt x="400" y="22723"/>
                    <a:pt x="367" y="23824"/>
                    <a:pt x="501" y="24892"/>
                  </a:cubicBezTo>
                  <a:cubicBezTo>
                    <a:pt x="567" y="25592"/>
                    <a:pt x="801" y="26426"/>
                    <a:pt x="1535" y="26693"/>
                  </a:cubicBezTo>
                  <a:cubicBezTo>
                    <a:pt x="1885" y="26843"/>
                    <a:pt x="2273" y="26862"/>
                    <a:pt x="2642" y="26862"/>
                  </a:cubicBezTo>
                  <a:cubicBezTo>
                    <a:pt x="2765" y="26862"/>
                    <a:pt x="2886" y="26860"/>
                    <a:pt x="3002" y="26860"/>
                  </a:cubicBezTo>
                  <a:cubicBezTo>
                    <a:pt x="3569" y="26893"/>
                    <a:pt x="4136" y="26926"/>
                    <a:pt x="4704" y="26960"/>
                  </a:cubicBezTo>
                  <a:cubicBezTo>
                    <a:pt x="5838" y="27027"/>
                    <a:pt x="6972" y="27093"/>
                    <a:pt x="8106" y="27127"/>
                  </a:cubicBezTo>
                  <a:cubicBezTo>
                    <a:pt x="10374" y="27227"/>
                    <a:pt x="12643" y="27327"/>
                    <a:pt x="14911" y="27393"/>
                  </a:cubicBezTo>
                  <a:cubicBezTo>
                    <a:pt x="19447" y="27527"/>
                    <a:pt x="23984" y="27594"/>
                    <a:pt x="28521" y="27594"/>
                  </a:cubicBezTo>
                  <a:cubicBezTo>
                    <a:pt x="30755" y="27594"/>
                    <a:pt x="32957" y="27594"/>
                    <a:pt x="35192" y="27560"/>
                  </a:cubicBezTo>
                  <a:cubicBezTo>
                    <a:pt x="36293" y="27527"/>
                    <a:pt x="37427" y="27494"/>
                    <a:pt x="38528" y="27460"/>
                  </a:cubicBezTo>
                  <a:cubicBezTo>
                    <a:pt x="38659" y="27456"/>
                    <a:pt x="38792" y="27454"/>
                    <a:pt x="38928" y="27454"/>
                  </a:cubicBezTo>
                  <a:cubicBezTo>
                    <a:pt x="39233" y="27454"/>
                    <a:pt x="39549" y="27462"/>
                    <a:pt x="39865" y="27462"/>
                  </a:cubicBezTo>
                  <a:cubicBezTo>
                    <a:pt x="40484" y="27462"/>
                    <a:pt x="41107" y="27433"/>
                    <a:pt x="41663" y="27260"/>
                  </a:cubicBezTo>
                  <a:cubicBezTo>
                    <a:pt x="41697" y="27227"/>
                    <a:pt x="41763" y="27227"/>
                    <a:pt x="41830" y="27193"/>
                  </a:cubicBezTo>
                  <a:cubicBezTo>
                    <a:pt x="42364" y="27027"/>
                    <a:pt x="42464" y="26326"/>
                    <a:pt x="42497" y="25792"/>
                  </a:cubicBezTo>
                  <a:cubicBezTo>
                    <a:pt x="42597" y="24825"/>
                    <a:pt x="42631" y="23824"/>
                    <a:pt x="42697" y="22824"/>
                  </a:cubicBezTo>
                  <a:cubicBezTo>
                    <a:pt x="42897" y="19221"/>
                    <a:pt x="42998" y="15618"/>
                    <a:pt x="42964" y="12016"/>
                  </a:cubicBezTo>
                  <a:cubicBezTo>
                    <a:pt x="42931" y="10181"/>
                    <a:pt x="42897" y="8380"/>
                    <a:pt x="42797" y="6579"/>
                  </a:cubicBezTo>
                  <a:cubicBezTo>
                    <a:pt x="42731" y="4811"/>
                    <a:pt x="42631" y="3009"/>
                    <a:pt x="42430" y="1241"/>
                  </a:cubicBezTo>
                  <a:cubicBezTo>
                    <a:pt x="42731" y="1241"/>
                    <a:pt x="43031" y="1275"/>
                    <a:pt x="43331" y="1275"/>
                  </a:cubicBezTo>
                  <a:cubicBezTo>
                    <a:pt x="43341" y="1276"/>
                    <a:pt x="43351" y="1276"/>
                    <a:pt x="43361" y="1276"/>
                  </a:cubicBezTo>
                  <a:cubicBezTo>
                    <a:pt x="43664" y="1276"/>
                    <a:pt x="43655" y="773"/>
                    <a:pt x="43331" y="741"/>
                  </a:cubicBezTo>
                  <a:cubicBezTo>
                    <a:pt x="40262" y="574"/>
                    <a:pt x="37227" y="407"/>
                    <a:pt x="34191" y="274"/>
                  </a:cubicBezTo>
                  <a:cubicBezTo>
                    <a:pt x="29474" y="99"/>
                    <a:pt x="24756" y="1"/>
                    <a:pt x="2003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9" name="Google Shape;2829;p65"/>
            <p:cNvSpPr/>
            <p:nvPr/>
          </p:nvSpPr>
          <p:spPr>
            <a:xfrm>
              <a:off x="7544071" y="1797372"/>
              <a:ext cx="425461" cy="16430"/>
            </a:xfrm>
            <a:custGeom>
              <a:rect b="b" l="l" r="r" t="t"/>
              <a:pathLst>
                <a:path extrusionOk="0" h="818" w="21183">
                  <a:moveTo>
                    <a:pt x="5522" y="1"/>
                  </a:moveTo>
                  <a:cubicBezTo>
                    <a:pt x="3804" y="1"/>
                    <a:pt x="2086" y="26"/>
                    <a:pt x="368" y="126"/>
                  </a:cubicBezTo>
                  <a:cubicBezTo>
                    <a:pt x="1" y="126"/>
                    <a:pt x="1" y="660"/>
                    <a:pt x="368" y="693"/>
                  </a:cubicBezTo>
                  <a:cubicBezTo>
                    <a:pt x="2086" y="793"/>
                    <a:pt x="3804" y="818"/>
                    <a:pt x="5522" y="818"/>
                  </a:cubicBezTo>
                  <a:cubicBezTo>
                    <a:pt x="7239" y="818"/>
                    <a:pt x="8957" y="793"/>
                    <a:pt x="10675" y="793"/>
                  </a:cubicBezTo>
                  <a:cubicBezTo>
                    <a:pt x="11150" y="788"/>
                    <a:pt x="11626" y="787"/>
                    <a:pt x="12101" y="787"/>
                  </a:cubicBezTo>
                  <a:cubicBezTo>
                    <a:pt x="12871" y="787"/>
                    <a:pt x="13642" y="791"/>
                    <a:pt x="14413" y="791"/>
                  </a:cubicBezTo>
                  <a:cubicBezTo>
                    <a:pt x="16613" y="791"/>
                    <a:pt x="18811" y="760"/>
                    <a:pt x="20983" y="526"/>
                  </a:cubicBezTo>
                  <a:cubicBezTo>
                    <a:pt x="21183" y="526"/>
                    <a:pt x="21183" y="293"/>
                    <a:pt x="20983" y="259"/>
                  </a:cubicBezTo>
                  <a:cubicBezTo>
                    <a:pt x="19013" y="47"/>
                    <a:pt x="17021" y="2"/>
                    <a:pt x="15025" y="2"/>
                  </a:cubicBezTo>
                  <a:cubicBezTo>
                    <a:pt x="13574" y="2"/>
                    <a:pt x="12122" y="26"/>
                    <a:pt x="10675" y="26"/>
                  </a:cubicBezTo>
                  <a:cubicBezTo>
                    <a:pt x="8957" y="26"/>
                    <a:pt x="7239" y="1"/>
                    <a:pt x="55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0" name="Google Shape;2830;p65"/>
            <p:cNvSpPr/>
            <p:nvPr/>
          </p:nvSpPr>
          <p:spPr>
            <a:xfrm>
              <a:off x="8161805" y="1892695"/>
              <a:ext cx="111894" cy="61982"/>
            </a:xfrm>
            <a:custGeom>
              <a:rect b="b" l="l" r="r" t="t"/>
              <a:pathLst>
                <a:path extrusionOk="0" h="3086" w="5571">
                  <a:moveTo>
                    <a:pt x="2802" y="884"/>
                  </a:moveTo>
                  <a:cubicBezTo>
                    <a:pt x="3203" y="884"/>
                    <a:pt x="3636" y="917"/>
                    <a:pt x="4036" y="917"/>
                  </a:cubicBezTo>
                  <a:cubicBezTo>
                    <a:pt x="4192" y="917"/>
                    <a:pt x="4363" y="932"/>
                    <a:pt x="4538" y="932"/>
                  </a:cubicBezTo>
                  <a:cubicBezTo>
                    <a:pt x="4626" y="932"/>
                    <a:pt x="4715" y="928"/>
                    <a:pt x="4804" y="917"/>
                  </a:cubicBezTo>
                  <a:lnTo>
                    <a:pt x="4804" y="917"/>
                  </a:lnTo>
                  <a:cubicBezTo>
                    <a:pt x="4770" y="1217"/>
                    <a:pt x="4770" y="1551"/>
                    <a:pt x="4770" y="1851"/>
                  </a:cubicBezTo>
                  <a:lnTo>
                    <a:pt x="4770" y="2151"/>
                  </a:lnTo>
                  <a:cubicBezTo>
                    <a:pt x="4770" y="2185"/>
                    <a:pt x="4770" y="2251"/>
                    <a:pt x="4737" y="2285"/>
                  </a:cubicBezTo>
                  <a:lnTo>
                    <a:pt x="4303" y="2285"/>
                  </a:lnTo>
                  <a:cubicBezTo>
                    <a:pt x="3469" y="2285"/>
                    <a:pt x="2602" y="2251"/>
                    <a:pt x="1768" y="2251"/>
                  </a:cubicBezTo>
                  <a:lnTo>
                    <a:pt x="968" y="2251"/>
                  </a:lnTo>
                  <a:lnTo>
                    <a:pt x="968" y="2218"/>
                  </a:lnTo>
                  <a:cubicBezTo>
                    <a:pt x="1001" y="2051"/>
                    <a:pt x="968" y="1818"/>
                    <a:pt x="968" y="1618"/>
                  </a:cubicBezTo>
                  <a:lnTo>
                    <a:pt x="968" y="1017"/>
                  </a:lnTo>
                  <a:cubicBezTo>
                    <a:pt x="968" y="1017"/>
                    <a:pt x="968" y="917"/>
                    <a:pt x="968" y="884"/>
                  </a:cubicBezTo>
                  <a:close/>
                  <a:moveTo>
                    <a:pt x="1198" y="0"/>
                  </a:moveTo>
                  <a:cubicBezTo>
                    <a:pt x="913" y="0"/>
                    <a:pt x="621" y="36"/>
                    <a:pt x="401" y="217"/>
                  </a:cubicBezTo>
                  <a:cubicBezTo>
                    <a:pt x="0" y="550"/>
                    <a:pt x="134" y="1184"/>
                    <a:pt x="134" y="1618"/>
                  </a:cubicBezTo>
                  <a:cubicBezTo>
                    <a:pt x="134" y="2085"/>
                    <a:pt x="67" y="2652"/>
                    <a:pt x="501" y="2952"/>
                  </a:cubicBezTo>
                  <a:cubicBezTo>
                    <a:pt x="701" y="3085"/>
                    <a:pt x="968" y="3085"/>
                    <a:pt x="1201" y="3085"/>
                  </a:cubicBezTo>
                  <a:lnTo>
                    <a:pt x="3469" y="3085"/>
                  </a:lnTo>
                  <a:cubicBezTo>
                    <a:pt x="3736" y="3085"/>
                    <a:pt x="4036" y="3085"/>
                    <a:pt x="4303" y="3052"/>
                  </a:cubicBezTo>
                  <a:cubicBezTo>
                    <a:pt x="4459" y="3052"/>
                    <a:pt x="4615" y="3067"/>
                    <a:pt x="4770" y="3067"/>
                  </a:cubicBezTo>
                  <a:cubicBezTo>
                    <a:pt x="4848" y="3067"/>
                    <a:pt x="4926" y="3063"/>
                    <a:pt x="5004" y="3052"/>
                  </a:cubicBezTo>
                  <a:cubicBezTo>
                    <a:pt x="5538" y="2919"/>
                    <a:pt x="5538" y="2418"/>
                    <a:pt x="5538" y="1985"/>
                  </a:cubicBezTo>
                  <a:cubicBezTo>
                    <a:pt x="5504" y="1551"/>
                    <a:pt x="5471" y="1151"/>
                    <a:pt x="5437" y="717"/>
                  </a:cubicBezTo>
                  <a:cubicBezTo>
                    <a:pt x="5571" y="550"/>
                    <a:pt x="5538" y="250"/>
                    <a:pt x="5337" y="150"/>
                  </a:cubicBezTo>
                  <a:cubicBezTo>
                    <a:pt x="5137" y="61"/>
                    <a:pt x="4937" y="46"/>
                    <a:pt x="4727" y="46"/>
                  </a:cubicBezTo>
                  <a:cubicBezTo>
                    <a:pt x="4622" y="46"/>
                    <a:pt x="4515" y="50"/>
                    <a:pt x="4403" y="50"/>
                  </a:cubicBezTo>
                  <a:lnTo>
                    <a:pt x="3469" y="50"/>
                  </a:lnTo>
                  <a:cubicBezTo>
                    <a:pt x="2902" y="50"/>
                    <a:pt x="2335" y="50"/>
                    <a:pt x="1735" y="16"/>
                  </a:cubicBezTo>
                  <a:cubicBezTo>
                    <a:pt x="1575" y="16"/>
                    <a:pt x="1388" y="0"/>
                    <a:pt x="11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1" name="Google Shape;2831;p65"/>
            <p:cNvSpPr/>
            <p:nvPr/>
          </p:nvSpPr>
          <p:spPr>
            <a:xfrm>
              <a:off x="7827490" y="1890225"/>
              <a:ext cx="157446" cy="64212"/>
            </a:xfrm>
            <a:custGeom>
              <a:rect b="b" l="l" r="r" t="t"/>
              <a:pathLst>
                <a:path extrusionOk="0" h="3197" w="7839">
                  <a:moveTo>
                    <a:pt x="2902" y="840"/>
                  </a:moveTo>
                  <a:cubicBezTo>
                    <a:pt x="3603" y="840"/>
                    <a:pt x="4303" y="840"/>
                    <a:pt x="4970" y="873"/>
                  </a:cubicBezTo>
                  <a:cubicBezTo>
                    <a:pt x="5304" y="873"/>
                    <a:pt x="5604" y="907"/>
                    <a:pt x="5938" y="907"/>
                  </a:cubicBezTo>
                  <a:cubicBezTo>
                    <a:pt x="6197" y="930"/>
                    <a:pt x="6457" y="954"/>
                    <a:pt x="6716" y="954"/>
                  </a:cubicBezTo>
                  <a:cubicBezTo>
                    <a:pt x="6823" y="954"/>
                    <a:pt x="6931" y="950"/>
                    <a:pt x="7038" y="940"/>
                  </a:cubicBezTo>
                  <a:cubicBezTo>
                    <a:pt x="7072" y="940"/>
                    <a:pt x="7105" y="907"/>
                    <a:pt x="7105" y="907"/>
                  </a:cubicBezTo>
                  <a:cubicBezTo>
                    <a:pt x="7105" y="1207"/>
                    <a:pt x="7105" y="1474"/>
                    <a:pt x="7138" y="1774"/>
                  </a:cubicBezTo>
                  <a:cubicBezTo>
                    <a:pt x="7138" y="1941"/>
                    <a:pt x="7138" y="2074"/>
                    <a:pt x="7138" y="2241"/>
                  </a:cubicBezTo>
                  <a:cubicBezTo>
                    <a:pt x="7138" y="2360"/>
                    <a:pt x="7173" y="2377"/>
                    <a:pt x="7119" y="2377"/>
                  </a:cubicBezTo>
                  <a:cubicBezTo>
                    <a:pt x="7098" y="2377"/>
                    <a:pt x="7062" y="2374"/>
                    <a:pt x="7005" y="2374"/>
                  </a:cubicBezTo>
                  <a:cubicBezTo>
                    <a:pt x="6338" y="2374"/>
                    <a:pt x="5671" y="2474"/>
                    <a:pt x="5004" y="2474"/>
                  </a:cubicBezTo>
                  <a:cubicBezTo>
                    <a:pt x="4403" y="2474"/>
                    <a:pt x="3769" y="2441"/>
                    <a:pt x="3169" y="2374"/>
                  </a:cubicBezTo>
                  <a:cubicBezTo>
                    <a:pt x="2802" y="2374"/>
                    <a:pt x="2468" y="2341"/>
                    <a:pt x="2102" y="2274"/>
                  </a:cubicBezTo>
                  <a:cubicBezTo>
                    <a:pt x="1968" y="2274"/>
                    <a:pt x="1835" y="2241"/>
                    <a:pt x="1668" y="2208"/>
                  </a:cubicBezTo>
                  <a:cubicBezTo>
                    <a:pt x="1604" y="2208"/>
                    <a:pt x="1261" y="2208"/>
                    <a:pt x="1206" y="2148"/>
                  </a:cubicBezTo>
                  <a:lnTo>
                    <a:pt x="1206" y="2148"/>
                  </a:lnTo>
                  <a:cubicBezTo>
                    <a:pt x="1206" y="2148"/>
                    <a:pt x="1207" y="2148"/>
                    <a:pt x="1207" y="2148"/>
                  </a:cubicBezTo>
                  <a:cubicBezTo>
                    <a:pt x="1224" y="2148"/>
                    <a:pt x="1168" y="1805"/>
                    <a:pt x="1168" y="1774"/>
                  </a:cubicBezTo>
                  <a:cubicBezTo>
                    <a:pt x="1134" y="1641"/>
                    <a:pt x="1101" y="1507"/>
                    <a:pt x="1101" y="1374"/>
                  </a:cubicBezTo>
                  <a:cubicBezTo>
                    <a:pt x="1067" y="1207"/>
                    <a:pt x="1001" y="1040"/>
                    <a:pt x="967" y="873"/>
                  </a:cubicBezTo>
                  <a:lnTo>
                    <a:pt x="1001" y="873"/>
                  </a:lnTo>
                  <a:cubicBezTo>
                    <a:pt x="1001" y="873"/>
                    <a:pt x="1001" y="840"/>
                    <a:pt x="967" y="840"/>
                  </a:cubicBezTo>
                  <a:lnTo>
                    <a:pt x="1001" y="840"/>
                  </a:lnTo>
                  <a:cubicBezTo>
                    <a:pt x="1101" y="862"/>
                    <a:pt x="1208" y="870"/>
                    <a:pt x="1318" y="870"/>
                  </a:cubicBezTo>
                  <a:cubicBezTo>
                    <a:pt x="1538" y="870"/>
                    <a:pt x="1768" y="840"/>
                    <a:pt x="1968" y="840"/>
                  </a:cubicBezTo>
                  <a:close/>
                  <a:moveTo>
                    <a:pt x="1122" y="1"/>
                  </a:moveTo>
                  <a:cubicBezTo>
                    <a:pt x="939" y="1"/>
                    <a:pt x="747" y="13"/>
                    <a:pt x="567" y="73"/>
                  </a:cubicBezTo>
                  <a:cubicBezTo>
                    <a:pt x="0" y="240"/>
                    <a:pt x="133" y="840"/>
                    <a:pt x="234" y="1307"/>
                  </a:cubicBezTo>
                  <a:cubicBezTo>
                    <a:pt x="334" y="1774"/>
                    <a:pt x="367" y="2608"/>
                    <a:pt x="867" y="2841"/>
                  </a:cubicBezTo>
                  <a:cubicBezTo>
                    <a:pt x="1134" y="2975"/>
                    <a:pt x="1434" y="2975"/>
                    <a:pt x="1701" y="3008"/>
                  </a:cubicBezTo>
                  <a:cubicBezTo>
                    <a:pt x="2035" y="3042"/>
                    <a:pt x="2368" y="3075"/>
                    <a:pt x="2702" y="3108"/>
                  </a:cubicBezTo>
                  <a:cubicBezTo>
                    <a:pt x="3398" y="3162"/>
                    <a:pt x="4094" y="3196"/>
                    <a:pt x="4791" y="3196"/>
                  </a:cubicBezTo>
                  <a:cubicBezTo>
                    <a:pt x="5395" y="3196"/>
                    <a:pt x="6000" y="3170"/>
                    <a:pt x="6605" y="3108"/>
                  </a:cubicBezTo>
                  <a:cubicBezTo>
                    <a:pt x="7105" y="3075"/>
                    <a:pt x="7772" y="3108"/>
                    <a:pt x="7806" y="2474"/>
                  </a:cubicBezTo>
                  <a:cubicBezTo>
                    <a:pt x="7839" y="2174"/>
                    <a:pt x="7772" y="1841"/>
                    <a:pt x="7739" y="1507"/>
                  </a:cubicBezTo>
                  <a:cubicBezTo>
                    <a:pt x="7706" y="1240"/>
                    <a:pt x="7672" y="940"/>
                    <a:pt x="7639" y="640"/>
                  </a:cubicBezTo>
                  <a:cubicBezTo>
                    <a:pt x="7605" y="506"/>
                    <a:pt x="7539" y="473"/>
                    <a:pt x="7405" y="473"/>
                  </a:cubicBezTo>
                  <a:cubicBezTo>
                    <a:pt x="7405" y="340"/>
                    <a:pt x="7305" y="206"/>
                    <a:pt x="7138" y="173"/>
                  </a:cubicBezTo>
                  <a:cubicBezTo>
                    <a:pt x="6738" y="73"/>
                    <a:pt x="6338" y="73"/>
                    <a:pt x="5938" y="73"/>
                  </a:cubicBezTo>
                  <a:cubicBezTo>
                    <a:pt x="5571" y="39"/>
                    <a:pt x="5204" y="39"/>
                    <a:pt x="4837" y="39"/>
                  </a:cubicBezTo>
                  <a:cubicBezTo>
                    <a:pt x="4070" y="6"/>
                    <a:pt x="3269" y="6"/>
                    <a:pt x="2502" y="6"/>
                  </a:cubicBezTo>
                  <a:lnTo>
                    <a:pt x="1468" y="6"/>
                  </a:lnTo>
                  <a:cubicBezTo>
                    <a:pt x="1361" y="6"/>
                    <a:pt x="1244" y="1"/>
                    <a:pt x="11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2" name="Google Shape;2832;p65"/>
            <p:cNvSpPr/>
            <p:nvPr/>
          </p:nvSpPr>
          <p:spPr>
            <a:xfrm>
              <a:off x="7555479" y="1893599"/>
              <a:ext cx="189622" cy="60697"/>
            </a:xfrm>
            <a:custGeom>
              <a:rect b="b" l="l" r="r" t="t"/>
              <a:pathLst>
                <a:path extrusionOk="0" h="3022" w="9441">
                  <a:moveTo>
                    <a:pt x="1060" y="830"/>
                  </a:moveTo>
                  <a:cubicBezTo>
                    <a:pt x="1291" y="830"/>
                    <a:pt x="1546" y="878"/>
                    <a:pt x="1735" y="905"/>
                  </a:cubicBezTo>
                  <a:cubicBezTo>
                    <a:pt x="2068" y="905"/>
                    <a:pt x="2402" y="905"/>
                    <a:pt x="2735" y="939"/>
                  </a:cubicBezTo>
                  <a:cubicBezTo>
                    <a:pt x="3402" y="972"/>
                    <a:pt x="4070" y="1006"/>
                    <a:pt x="4737" y="1039"/>
                  </a:cubicBezTo>
                  <a:cubicBezTo>
                    <a:pt x="6038" y="1072"/>
                    <a:pt x="7372" y="1139"/>
                    <a:pt x="8673" y="1206"/>
                  </a:cubicBezTo>
                  <a:cubicBezTo>
                    <a:pt x="8673" y="1339"/>
                    <a:pt x="8640" y="1473"/>
                    <a:pt x="8640" y="1606"/>
                  </a:cubicBezTo>
                  <a:cubicBezTo>
                    <a:pt x="8606" y="1739"/>
                    <a:pt x="8573" y="1906"/>
                    <a:pt x="8506" y="2040"/>
                  </a:cubicBezTo>
                  <a:cubicBezTo>
                    <a:pt x="8439" y="2340"/>
                    <a:pt x="8439" y="2340"/>
                    <a:pt x="8139" y="2373"/>
                  </a:cubicBezTo>
                  <a:cubicBezTo>
                    <a:pt x="7339" y="2373"/>
                    <a:pt x="6538" y="2306"/>
                    <a:pt x="5737" y="2306"/>
                  </a:cubicBezTo>
                  <a:lnTo>
                    <a:pt x="3302" y="2240"/>
                  </a:lnTo>
                  <a:cubicBezTo>
                    <a:pt x="2952" y="2240"/>
                    <a:pt x="2594" y="2248"/>
                    <a:pt x="2231" y="2248"/>
                  </a:cubicBezTo>
                  <a:cubicBezTo>
                    <a:pt x="1868" y="2248"/>
                    <a:pt x="1501" y="2240"/>
                    <a:pt x="1134" y="2206"/>
                  </a:cubicBezTo>
                  <a:cubicBezTo>
                    <a:pt x="1101" y="2006"/>
                    <a:pt x="1067" y="1839"/>
                    <a:pt x="1034" y="1639"/>
                  </a:cubicBezTo>
                  <a:cubicBezTo>
                    <a:pt x="1001" y="1506"/>
                    <a:pt x="901" y="1072"/>
                    <a:pt x="901" y="839"/>
                  </a:cubicBezTo>
                  <a:cubicBezTo>
                    <a:pt x="952" y="832"/>
                    <a:pt x="1005" y="830"/>
                    <a:pt x="1060" y="830"/>
                  </a:cubicBezTo>
                  <a:close/>
                  <a:moveTo>
                    <a:pt x="870" y="1"/>
                  </a:moveTo>
                  <a:cubicBezTo>
                    <a:pt x="598" y="1"/>
                    <a:pt x="317" y="38"/>
                    <a:pt x="167" y="338"/>
                  </a:cubicBezTo>
                  <a:cubicBezTo>
                    <a:pt x="0" y="672"/>
                    <a:pt x="100" y="1139"/>
                    <a:pt x="167" y="1473"/>
                  </a:cubicBezTo>
                  <a:cubicBezTo>
                    <a:pt x="234" y="1906"/>
                    <a:pt x="334" y="2340"/>
                    <a:pt x="500" y="2740"/>
                  </a:cubicBezTo>
                  <a:cubicBezTo>
                    <a:pt x="567" y="2840"/>
                    <a:pt x="701" y="2940"/>
                    <a:pt x="834" y="2940"/>
                  </a:cubicBezTo>
                  <a:cubicBezTo>
                    <a:pt x="1151" y="2909"/>
                    <a:pt x="1475" y="2897"/>
                    <a:pt x="1801" y="2897"/>
                  </a:cubicBezTo>
                  <a:cubicBezTo>
                    <a:pt x="2505" y="2897"/>
                    <a:pt x="3219" y="2951"/>
                    <a:pt x="3903" y="2974"/>
                  </a:cubicBezTo>
                  <a:cubicBezTo>
                    <a:pt x="4870" y="2974"/>
                    <a:pt x="5838" y="3007"/>
                    <a:pt x="6805" y="3007"/>
                  </a:cubicBezTo>
                  <a:cubicBezTo>
                    <a:pt x="7138" y="3007"/>
                    <a:pt x="7472" y="3022"/>
                    <a:pt x="7806" y="3022"/>
                  </a:cubicBezTo>
                  <a:cubicBezTo>
                    <a:pt x="7972" y="3022"/>
                    <a:pt x="8139" y="3018"/>
                    <a:pt x="8306" y="3007"/>
                  </a:cubicBezTo>
                  <a:cubicBezTo>
                    <a:pt x="8640" y="3007"/>
                    <a:pt x="8873" y="2907"/>
                    <a:pt x="9006" y="2573"/>
                  </a:cubicBezTo>
                  <a:cubicBezTo>
                    <a:pt x="9307" y="1940"/>
                    <a:pt x="9440" y="905"/>
                    <a:pt x="9073" y="238"/>
                  </a:cubicBezTo>
                  <a:cubicBezTo>
                    <a:pt x="9034" y="160"/>
                    <a:pt x="8974" y="127"/>
                    <a:pt x="8913" y="127"/>
                  </a:cubicBezTo>
                  <a:cubicBezTo>
                    <a:pt x="8820" y="127"/>
                    <a:pt x="8726" y="204"/>
                    <a:pt x="8706" y="305"/>
                  </a:cubicBezTo>
                  <a:cubicBezTo>
                    <a:pt x="6705" y="238"/>
                    <a:pt x="4737" y="138"/>
                    <a:pt x="2735" y="72"/>
                  </a:cubicBezTo>
                  <a:cubicBezTo>
                    <a:pt x="2202" y="38"/>
                    <a:pt x="1668" y="38"/>
                    <a:pt x="1134" y="5"/>
                  </a:cubicBezTo>
                  <a:cubicBezTo>
                    <a:pt x="1051" y="5"/>
                    <a:pt x="961" y="1"/>
                    <a:pt x="8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3" name="Google Shape;2833;p65"/>
            <p:cNvSpPr/>
            <p:nvPr/>
          </p:nvSpPr>
          <p:spPr>
            <a:xfrm>
              <a:off x="5303669" y="2385963"/>
              <a:ext cx="841521" cy="531469"/>
            </a:xfrm>
            <a:custGeom>
              <a:rect b="b" l="l" r="r" t="t"/>
              <a:pathLst>
                <a:path extrusionOk="0" h="26461" w="41898">
                  <a:moveTo>
                    <a:pt x="22101" y="0"/>
                  </a:moveTo>
                  <a:cubicBezTo>
                    <a:pt x="17769" y="0"/>
                    <a:pt x="13433" y="74"/>
                    <a:pt x="9074" y="242"/>
                  </a:cubicBezTo>
                  <a:cubicBezTo>
                    <a:pt x="6172" y="342"/>
                    <a:pt x="3270" y="509"/>
                    <a:pt x="334" y="676"/>
                  </a:cubicBezTo>
                  <a:cubicBezTo>
                    <a:pt x="11" y="708"/>
                    <a:pt x="1" y="1211"/>
                    <a:pt x="305" y="1211"/>
                  </a:cubicBezTo>
                  <a:cubicBezTo>
                    <a:pt x="314" y="1211"/>
                    <a:pt x="324" y="1210"/>
                    <a:pt x="334" y="1209"/>
                  </a:cubicBezTo>
                  <a:cubicBezTo>
                    <a:pt x="601" y="1209"/>
                    <a:pt x="901" y="1176"/>
                    <a:pt x="1168" y="1176"/>
                  </a:cubicBezTo>
                  <a:cubicBezTo>
                    <a:pt x="968" y="2877"/>
                    <a:pt x="901" y="4578"/>
                    <a:pt x="835" y="6313"/>
                  </a:cubicBezTo>
                  <a:cubicBezTo>
                    <a:pt x="735" y="8014"/>
                    <a:pt x="701" y="9749"/>
                    <a:pt x="668" y="11483"/>
                  </a:cubicBezTo>
                  <a:cubicBezTo>
                    <a:pt x="634" y="14952"/>
                    <a:pt x="735" y="18422"/>
                    <a:pt x="935" y="21857"/>
                  </a:cubicBezTo>
                  <a:cubicBezTo>
                    <a:pt x="968" y="22825"/>
                    <a:pt x="1035" y="23792"/>
                    <a:pt x="1101" y="24726"/>
                  </a:cubicBezTo>
                  <a:cubicBezTo>
                    <a:pt x="1135" y="25160"/>
                    <a:pt x="1235" y="25660"/>
                    <a:pt x="1535" y="25960"/>
                  </a:cubicBezTo>
                  <a:lnTo>
                    <a:pt x="1435" y="25960"/>
                  </a:lnTo>
                  <a:cubicBezTo>
                    <a:pt x="1335" y="25960"/>
                    <a:pt x="1335" y="26127"/>
                    <a:pt x="1435" y="26160"/>
                  </a:cubicBezTo>
                  <a:lnTo>
                    <a:pt x="1802" y="26160"/>
                  </a:lnTo>
                  <a:cubicBezTo>
                    <a:pt x="1835" y="26194"/>
                    <a:pt x="1869" y="26227"/>
                    <a:pt x="1935" y="26227"/>
                  </a:cubicBezTo>
                  <a:cubicBezTo>
                    <a:pt x="1965" y="26237"/>
                    <a:pt x="1988" y="26241"/>
                    <a:pt x="2009" y="26241"/>
                  </a:cubicBezTo>
                  <a:cubicBezTo>
                    <a:pt x="2058" y="26241"/>
                    <a:pt x="2088" y="26217"/>
                    <a:pt x="2136" y="26194"/>
                  </a:cubicBezTo>
                  <a:cubicBezTo>
                    <a:pt x="6238" y="26461"/>
                    <a:pt x="10375" y="26427"/>
                    <a:pt x="14511" y="26461"/>
                  </a:cubicBezTo>
                  <a:cubicBezTo>
                    <a:pt x="18881" y="26461"/>
                    <a:pt x="23217" y="26394"/>
                    <a:pt x="27587" y="26260"/>
                  </a:cubicBezTo>
                  <a:cubicBezTo>
                    <a:pt x="29755" y="26194"/>
                    <a:pt x="31923" y="26094"/>
                    <a:pt x="34092" y="25994"/>
                  </a:cubicBezTo>
                  <a:cubicBezTo>
                    <a:pt x="35192" y="25960"/>
                    <a:pt x="36293" y="25894"/>
                    <a:pt x="37361" y="25827"/>
                  </a:cubicBezTo>
                  <a:cubicBezTo>
                    <a:pt x="37894" y="25827"/>
                    <a:pt x="38461" y="25793"/>
                    <a:pt x="38995" y="25760"/>
                  </a:cubicBezTo>
                  <a:cubicBezTo>
                    <a:pt x="39462" y="25727"/>
                    <a:pt x="39963" y="25760"/>
                    <a:pt x="40396" y="25593"/>
                  </a:cubicBezTo>
                  <a:cubicBezTo>
                    <a:pt x="41130" y="25326"/>
                    <a:pt x="41330" y="24526"/>
                    <a:pt x="41397" y="23825"/>
                  </a:cubicBezTo>
                  <a:cubicBezTo>
                    <a:pt x="41530" y="22825"/>
                    <a:pt x="41530" y="21791"/>
                    <a:pt x="41564" y="20757"/>
                  </a:cubicBezTo>
                  <a:cubicBezTo>
                    <a:pt x="41630" y="18622"/>
                    <a:pt x="41730" y="16487"/>
                    <a:pt x="41764" y="14352"/>
                  </a:cubicBezTo>
                  <a:cubicBezTo>
                    <a:pt x="41897" y="10249"/>
                    <a:pt x="41797" y="6079"/>
                    <a:pt x="40863" y="2077"/>
                  </a:cubicBezTo>
                  <a:cubicBezTo>
                    <a:pt x="40730" y="1576"/>
                    <a:pt x="40630" y="1109"/>
                    <a:pt x="40463" y="642"/>
                  </a:cubicBezTo>
                  <a:cubicBezTo>
                    <a:pt x="40430" y="509"/>
                    <a:pt x="40329" y="442"/>
                    <a:pt x="40229" y="442"/>
                  </a:cubicBezTo>
                  <a:cubicBezTo>
                    <a:pt x="35026" y="175"/>
                    <a:pt x="29822" y="8"/>
                    <a:pt x="24618" y="8"/>
                  </a:cubicBezTo>
                  <a:cubicBezTo>
                    <a:pt x="23779" y="3"/>
                    <a:pt x="22940" y="0"/>
                    <a:pt x="221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4" name="Google Shape;2834;p65"/>
            <p:cNvSpPr/>
            <p:nvPr/>
          </p:nvSpPr>
          <p:spPr>
            <a:xfrm>
              <a:off x="5300335" y="2383312"/>
              <a:ext cx="848210" cy="536129"/>
            </a:xfrm>
            <a:custGeom>
              <a:rect b="b" l="l" r="r" t="t"/>
              <a:pathLst>
                <a:path extrusionOk="0" h="26693" w="42231">
                  <a:moveTo>
                    <a:pt x="22523" y="564"/>
                  </a:moveTo>
                  <a:cubicBezTo>
                    <a:pt x="25581" y="564"/>
                    <a:pt x="28641" y="596"/>
                    <a:pt x="31689" y="674"/>
                  </a:cubicBezTo>
                  <a:cubicBezTo>
                    <a:pt x="34591" y="741"/>
                    <a:pt x="37460" y="841"/>
                    <a:pt x="40329" y="974"/>
                  </a:cubicBezTo>
                  <a:cubicBezTo>
                    <a:pt x="41429" y="4844"/>
                    <a:pt x="41630" y="8880"/>
                    <a:pt x="41596" y="12883"/>
                  </a:cubicBezTo>
                  <a:cubicBezTo>
                    <a:pt x="41596" y="14984"/>
                    <a:pt x="41496" y="17052"/>
                    <a:pt x="41429" y="19154"/>
                  </a:cubicBezTo>
                  <a:cubicBezTo>
                    <a:pt x="41396" y="20221"/>
                    <a:pt x="41363" y="21289"/>
                    <a:pt x="41363" y="22356"/>
                  </a:cubicBezTo>
                  <a:cubicBezTo>
                    <a:pt x="41329" y="22857"/>
                    <a:pt x="41329" y="23390"/>
                    <a:pt x="41296" y="23891"/>
                  </a:cubicBezTo>
                  <a:cubicBezTo>
                    <a:pt x="41263" y="24258"/>
                    <a:pt x="41229" y="24625"/>
                    <a:pt x="41063" y="24958"/>
                  </a:cubicBezTo>
                  <a:cubicBezTo>
                    <a:pt x="40862" y="25358"/>
                    <a:pt x="40495" y="25492"/>
                    <a:pt x="40095" y="25525"/>
                  </a:cubicBezTo>
                  <a:cubicBezTo>
                    <a:pt x="39561" y="25559"/>
                    <a:pt x="38994" y="25592"/>
                    <a:pt x="38461" y="25625"/>
                  </a:cubicBezTo>
                  <a:cubicBezTo>
                    <a:pt x="37393" y="25692"/>
                    <a:pt x="36326" y="25725"/>
                    <a:pt x="35258" y="25792"/>
                  </a:cubicBezTo>
                  <a:cubicBezTo>
                    <a:pt x="33124" y="25892"/>
                    <a:pt x="30989" y="25959"/>
                    <a:pt x="28854" y="26059"/>
                  </a:cubicBezTo>
                  <a:cubicBezTo>
                    <a:pt x="24517" y="26192"/>
                    <a:pt x="20214" y="26292"/>
                    <a:pt x="15911" y="26292"/>
                  </a:cubicBezTo>
                  <a:cubicBezTo>
                    <a:pt x="15122" y="26299"/>
                    <a:pt x="14333" y="26301"/>
                    <a:pt x="13545" y="26301"/>
                  </a:cubicBezTo>
                  <a:cubicBezTo>
                    <a:pt x="10040" y="26301"/>
                    <a:pt x="6549" y="26247"/>
                    <a:pt x="3035" y="26192"/>
                  </a:cubicBezTo>
                  <a:cubicBezTo>
                    <a:pt x="2976" y="26192"/>
                    <a:pt x="2917" y="26193"/>
                    <a:pt x="2859" y="26193"/>
                  </a:cubicBezTo>
                  <a:cubicBezTo>
                    <a:pt x="2393" y="26193"/>
                    <a:pt x="1968" y="26166"/>
                    <a:pt x="1701" y="25692"/>
                  </a:cubicBezTo>
                  <a:cubicBezTo>
                    <a:pt x="1501" y="25325"/>
                    <a:pt x="1501" y="24858"/>
                    <a:pt x="1468" y="24458"/>
                  </a:cubicBezTo>
                  <a:cubicBezTo>
                    <a:pt x="1434" y="23624"/>
                    <a:pt x="1368" y="22757"/>
                    <a:pt x="1301" y="21923"/>
                  </a:cubicBezTo>
                  <a:cubicBezTo>
                    <a:pt x="1234" y="20255"/>
                    <a:pt x="1134" y="18587"/>
                    <a:pt x="1101" y="16886"/>
                  </a:cubicBezTo>
                  <a:cubicBezTo>
                    <a:pt x="1001" y="13550"/>
                    <a:pt x="1034" y="10181"/>
                    <a:pt x="1134" y="6812"/>
                  </a:cubicBezTo>
                  <a:cubicBezTo>
                    <a:pt x="1201" y="4944"/>
                    <a:pt x="1334" y="3076"/>
                    <a:pt x="1401" y="1174"/>
                  </a:cubicBezTo>
                  <a:cubicBezTo>
                    <a:pt x="6271" y="908"/>
                    <a:pt x="11141" y="707"/>
                    <a:pt x="16045" y="607"/>
                  </a:cubicBezTo>
                  <a:cubicBezTo>
                    <a:pt x="18200" y="580"/>
                    <a:pt x="20361" y="564"/>
                    <a:pt x="22523" y="564"/>
                  </a:cubicBezTo>
                  <a:close/>
                  <a:moveTo>
                    <a:pt x="22823" y="1"/>
                  </a:moveTo>
                  <a:cubicBezTo>
                    <a:pt x="18258" y="1"/>
                    <a:pt x="13712" y="99"/>
                    <a:pt x="9140" y="274"/>
                  </a:cubicBezTo>
                  <a:cubicBezTo>
                    <a:pt x="6204" y="374"/>
                    <a:pt x="3269" y="541"/>
                    <a:pt x="333" y="707"/>
                  </a:cubicBezTo>
                  <a:cubicBezTo>
                    <a:pt x="10" y="740"/>
                    <a:pt x="0" y="1243"/>
                    <a:pt x="304" y="1243"/>
                  </a:cubicBezTo>
                  <a:cubicBezTo>
                    <a:pt x="314" y="1243"/>
                    <a:pt x="323" y="1242"/>
                    <a:pt x="333" y="1241"/>
                  </a:cubicBezTo>
                  <a:cubicBezTo>
                    <a:pt x="600" y="1241"/>
                    <a:pt x="901" y="1208"/>
                    <a:pt x="1167" y="1208"/>
                  </a:cubicBezTo>
                  <a:cubicBezTo>
                    <a:pt x="967" y="2909"/>
                    <a:pt x="901" y="4644"/>
                    <a:pt x="834" y="6378"/>
                  </a:cubicBezTo>
                  <a:cubicBezTo>
                    <a:pt x="734" y="8113"/>
                    <a:pt x="700" y="9847"/>
                    <a:pt x="667" y="11615"/>
                  </a:cubicBezTo>
                  <a:cubicBezTo>
                    <a:pt x="634" y="15084"/>
                    <a:pt x="734" y="18587"/>
                    <a:pt x="934" y="22056"/>
                  </a:cubicBezTo>
                  <a:cubicBezTo>
                    <a:pt x="967" y="23023"/>
                    <a:pt x="1034" y="23991"/>
                    <a:pt x="1101" y="24958"/>
                  </a:cubicBezTo>
                  <a:cubicBezTo>
                    <a:pt x="1167" y="25425"/>
                    <a:pt x="1234" y="26126"/>
                    <a:pt x="1768" y="26292"/>
                  </a:cubicBezTo>
                  <a:cubicBezTo>
                    <a:pt x="1835" y="26326"/>
                    <a:pt x="1868" y="26326"/>
                    <a:pt x="1935" y="26359"/>
                  </a:cubicBezTo>
                  <a:cubicBezTo>
                    <a:pt x="2535" y="26537"/>
                    <a:pt x="3254" y="26552"/>
                    <a:pt x="3953" y="26552"/>
                  </a:cubicBezTo>
                  <a:cubicBezTo>
                    <a:pt x="4093" y="26552"/>
                    <a:pt x="4232" y="26551"/>
                    <a:pt x="4369" y="26551"/>
                  </a:cubicBezTo>
                  <a:cubicBezTo>
                    <a:pt x="4575" y="26551"/>
                    <a:pt x="4777" y="26553"/>
                    <a:pt x="4970" y="26559"/>
                  </a:cubicBezTo>
                  <a:cubicBezTo>
                    <a:pt x="6038" y="26593"/>
                    <a:pt x="7105" y="26626"/>
                    <a:pt x="8172" y="26626"/>
                  </a:cubicBezTo>
                  <a:cubicBezTo>
                    <a:pt x="10341" y="26659"/>
                    <a:pt x="12475" y="26659"/>
                    <a:pt x="14644" y="26693"/>
                  </a:cubicBezTo>
                  <a:cubicBezTo>
                    <a:pt x="19013" y="26693"/>
                    <a:pt x="23417" y="26626"/>
                    <a:pt x="27820" y="26493"/>
                  </a:cubicBezTo>
                  <a:cubicBezTo>
                    <a:pt x="29988" y="26426"/>
                    <a:pt x="32190" y="26326"/>
                    <a:pt x="34391" y="26226"/>
                  </a:cubicBezTo>
                  <a:cubicBezTo>
                    <a:pt x="35492" y="26192"/>
                    <a:pt x="36593" y="26126"/>
                    <a:pt x="37660" y="26059"/>
                  </a:cubicBezTo>
                  <a:cubicBezTo>
                    <a:pt x="38227" y="26059"/>
                    <a:pt x="38761" y="26026"/>
                    <a:pt x="39328" y="25992"/>
                  </a:cubicBezTo>
                  <a:cubicBezTo>
                    <a:pt x="39795" y="25959"/>
                    <a:pt x="40295" y="25992"/>
                    <a:pt x="40729" y="25825"/>
                  </a:cubicBezTo>
                  <a:cubicBezTo>
                    <a:pt x="41463" y="25559"/>
                    <a:pt x="41696" y="24758"/>
                    <a:pt x="41763" y="24057"/>
                  </a:cubicBezTo>
                  <a:cubicBezTo>
                    <a:pt x="41863" y="23023"/>
                    <a:pt x="41863" y="21989"/>
                    <a:pt x="41896" y="20955"/>
                  </a:cubicBezTo>
                  <a:cubicBezTo>
                    <a:pt x="41963" y="18787"/>
                    <a:pt x="42063" y="16652"/>
                    <a:pt x="42130" y="14517"/>
                  </a:cubicBezTo>
                  <a:cubicBezTo>
                    <a:pt x="42230" y="10381"/>
                    <a:pt x="42130" y="6178"/>
                    <a:pt x="41196" y="2108"/>
                  </a:cubicBezTo>
                  <a:cubicBezTo>
                    <a:pt x="41063" y="1608"/>
                    <a:pt x="40929" y="1141"/>
                    <a:pt x="40796" y="641"/>
                  </a:cubicBezTo>
                  <a:cubicBezTo>
                    <a:pt x="40762" y="541"/>
                    <a:pt x="40662" y="474"/>
                    <a:pt x="40529" y="441"/>
                  </a:cubicBezTo>
                  <a:cubicBezTo>
                    <a:pt x="35292" y="207"/>
                    <a:pt x="30055" y="40"/>
                    <a:pt x="24818" y="7"/>
                  </a:cubicBezTo>
                  <a:cubicBezTo>
                    <a:pt x="24152" y="3"/>
                    <a:pt x="23488" y="1"/>
                    <a:pt x="228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5" name="Google Shape;2835;p65"/>
            <p:cNvSpPr/>
            <p:nvPr/>
          </p:nvSpPr>
          <p:spPr>
            <a:xfrm>
              <a:off x="5922066" y="2481929"/>
              <a:ext cx="81746" cy="351749"/>
            </a:xfrm>
            <a:custGeom>
              <a:rect b="b" l="l" r="r" t="t"/>
              <a:pathLst>
                <a:path extrusionOk="0" h="17513" w="4070">
                  <a:moveTo>
                    <a:pt x="3870" y="0"/>
                  </a:moveTo>
                  <a:lnTo>
                    <a:pt x="0" y="34"/>
                  </a:lnTo>
                  <a:lnTo>
                    <a:pt x="200" y="17513"/>
                  </a:lnTo>
                  <a:lnTo>
                    <a:pt x="4070" y="17513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6" name="Google Shape;2836;p65"/>
            <p:cNvSpPr/>
            <p:nvPr/>
          </p:nvSpPr>
          <p:spPr>
            <a:xfrm>
              <a:off x="5765966" y="2552267"/>
              <a:ext cx="81083" cy="282757"/>
            </a:xfrm>
            <a:custGeom>
              <a:rect b="b" l="l" r="r" t="t"/>
              <a:pathLst>
                <a:path extrusionOk="0" h="14078" w="4037">
                  <a:moveTo>
                    <a:pt x="3870" y="1"/>
                  </a:moveTo>
                  <a:lnTo>
                    <a:pt x="0" y="34"/>
                  </a:lnTo>
                  <a:lnTo>
                    <a:pt x="167" y="14078"/>
                  </a:lnTo>
                  <a:lnTo>
                    <a:pt x="4036" y="14044"/>
                  </a:lnTo>
                  <a:lnTo>
                    <a:pt x="387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7" name="Google Shape;2837;p65"/>
            <p:cNvSpPr/>
            <p:nvPr/>
          </p:nvSpPr>
          <p:spPr>
            <a:xfrm>
              <a:off x="5609845" y="2613908"/>
              <a:ext cx="80420" cy="221799"/>
            </a:xfrm>
            <a:custGeom>
              <a:rect b="b" l="l" r="r" t="t"/>
              <a:pathLst>
                <a:path extrusionOk="0" h="11043" w="4004">
                  <a:moveTo>
                    <a:pt x="1" y="1"/>
                  </a:moveTo>
                  <a:lnTo>
                    <a:pt x="134" y="11042"/>
                  </a:lnTo>
                  <a:lnTo>
                    <a:pt x="4004" y="11009"/>
                  </a:lnTo>
                  <a:lnTo>
                    <a:pt x="387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8" name="Google Shape;2838;p65"/>
            <p:cNvSpPr/>
            <p:nvPr/>
          </p:nvSpPr>
          <p:spPr>
            <a:xfrm>
              <a:off x="5450390" y="2707042"/>
              <a:ext cx="79095" cy="129327"/>
            </a:xfrm>
            <a:custGeom>
              <a:rect b="b" l="l" r="r" t="t"/>
              <a:pathLst>
                <a:path extrusionOk="0" h="6439" w="3938">
                  <a:moveTo>
                    <a:pt x="1" y="0"/>
                  </a:moveTo>
                  <a:lnTo>
                    <a:pt x="68" y="6438"/>
                  </a:lnTo>
                  <a:lnTo>
                    <a:pt x="3937" y="6405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9" name="Google Shape;2839;p65"/>
            <p:cNvSpPr/>
            <p:nvPr/>
          </p:nvSpPr>
          <p:spPr>
            <a:xfrm>
              <a:off x="5369327" y="2829380"/>
              <a:ext cx="685421" cy="11609"/>
            </a:xfrm>
            <a:custGeom>
              <a:rect b="b" l="l" r="r" t="t"/>
              <a:pathLst>
                <a:path extrusionOk="0" h="578" w="34126">
                  <a:moveTo>
                    <a:pt x="30239" y="1"/>
                  </a:moveTo>
                  <a:cubicBezTo>
                    <a:pt x="29261" y="1"/>
                    <a:pt x="28284" y="14"/>
                    <a:pt x="27320" y="14"/>
                  </a:cubicBezTo>
                  <a:lnTo>
                    <a:pt x="334" y="14"/>
                  </a:lnTo>
                  <a:cubicBezTo>
                    <a:pt x="1" y="14"/>
                    <a:pt x="1" y="548"/>
                    <a:pt x="334" y="548"/>
                  </a:cubicBezTo>
                  <a:cubicBezTo>
                    <a:pt x="6161" y="548"/>
                    <a:pt x="11972" y="562"/>
                    <a:pt x="17789" y="562"/>
                  </a:cubicBezTo>
                  <a:cubicBezTo>
                    <a:pt x="20697" y="562"/>
                    <a:pt x="23606" y="559"/>
                    <a:pt x="26520" y="548"/>
                  </a:cubicBezTo>
                  <a:cubicBezTo>
                    <a:pt x="27848" y="548"/>
                    <a:pt x="29196" y="577"/>
                    <a:pt x="30542" y="577"/>
                  </a:cubicBezTo>
                  <a:cubicBezTo>
                    <a:pt x="31664" y="577"/>
                    <a:pt x="32785" y="557"/>
                    <a:pt x="33892" y="481"/>
                  </a:cubicBezTo>
                  <a:cubicBezTo>
                    <a:pt x="34125" y="447"/>
                    <a:pt x="34125" y="114"/>
                    <a:pt x="33892" y="114"/>
                  </a:cubicBezTo>
                  <a:cubicBezTo>
                    <a:pt x="32687" y="21"/>
                    <a:pt x="31462" y="1"/>
                    <a:pt x="3023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0" name="Google Shape;2840;p65"/>
            <p:cNvSpPr/>
            <p:nvPr/>
          </p:nvSpPr>
          <p:spPr>
            <a:xfrm>
              <a:off x="6239610" y="2142573"/>
              <a:ext cx="226378" cy="244475"/>
            </a:xfrm>
            <a:custGeom>
              <a:rect b="b" l="l" r="r" t="t"/>
              <a:pathLst>
                <a:path extrusionOk="0" h="12172" w="11271">
                  <a:moveTo>
                    <a:pt x="10583" y="1"/>
                  </a:moveTo>
                  <a:cubicBezTo>
                    <a:pt x="10467" y="1"/>
                    <a:pt x="10348" y="37"/>
                    <a:pt x="10242" y="118"/>
                  </a:cubicBezTo>
                  <a:lnTo>
                    <a:pt x="10276" y="118"/>
                  </a:lnTo>
                  <a:cubicBezTo>
                    <a:pt x="10042" y="318"/>
                    <a:pt x="9875" y="518"/>
                    <a:pt x="9709" y="752"/>
                  </a:cubicBezTo>
                  <a:cubicBezTo>
                    <a:pt x="9575" y="885"/>
                    <a:pt x="9575" y="1052"/>
                    <a:pt x="9642" y="1152"/>
                  </a:cubicBezTo>
                  <a:cubicBezTo>
                    <a:pt x="7774" y="4387"/>
                    <a:pt x="5939" y="7656"/>
                    <a:pt x="4105" y="10925"/>
                  </a:cubicBezTo>
                  <a:cubicBezTo>
                    <a:pt x="2837" y="9658"/>
                    <a:pt x="1669" y="8290"/>
                    <a:pt x="535" y="6889"/>
                  </a:cubicBezTo>
                  <a:cubicBezTo>
                    <a:pt x="487" y="6833"/>
                    <a:pt x="430" y="6810"/>
                    <a:pt x="372" y="6810"/>
                  </a:cubicBezTo>
                  <a:cubicBezTo>
                    <a:pt x="188" y="6810"/>
                    <a:pt x="0" y="7045"/>
                    <a:pt x="102" y="7223"/>
                  </a:cubicBezTo>
                  <a:cubicBezTo>
                    <a:pt x="1136" y="8991"/>
                    <a:pt x="2437" y="10592"/>
                    <a:pt x="3871" y="12026"/>
                  </a:cubicBezTo>
                  <a:cubicBezTo>
                    <a:pt x="3971" y="12127"/>
                    <a:pt x="4096" y="12172"/>
                    <a:pt x="4220" y="12172"/>
                  </a:cubicBezTo>
                  <a:cubicBezTo>
                    <a:pt x="4383" y="12172"/>
                    <a:pt x="4543" y="12093"/>
                    <a:pt x="4638" y="11960"/>
                  </a:cubicBezTo>
                  <a:cubicBezTo>
                    <a:pt x="6806" y="8224"/>
                    <a:pt x="8941" y="4488"/>
                    <a:pt x="11043" y="752"/>
                  </a:cubicBezTo>
                  <a:cubicBezTo>
                    <a:pt x="11270" y="348"/>
                    <a:pt x="10943" y="1"/>
                    <a:pt x="10583" y="1"/>
                  </a:cubicBezTo>
                  <a:close/>
                </a:path>
              </a:pathLst>
            </a:custGeom>
            <a:solidFill>
              <a:srgbClr val="2C6AA3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1" name="Google Shape;2841;p65"/>
            <p:cNvSpPr/>
            <p:nvPr/>
          </p:nvSpPr>
          <p:spPr>
            <a:xfrm>
              <a:off x="6582702" y="2447041"/>
              <a:ext cx="226217" cy="244515"/>
            </a:xfrm>
            <a:custGeom>
              <a:rect b="b" l="l" r="r" t="t"/>
              <a:pathLst>
                <a:path extrusionOk="0" h="12174" w="11263">
                  <a:moveTo>
                    <a:pt x="10601" y="0"/>
                  </a:moveTo>
                  <a:cubicBezTo>
                    <a:pt x="10479" y="0"/>
                    <a:pt x="10351" y="41"/>
                    <a:pt x="10239" y="136"/>
                  </a:cubicBezTo>
                  <a:lnTo>
                    <a:pt x="10272" y="136"/>
                  </a:lnTo>
                  <a:cubicBezTo>
                    <a:pt x="10039" y="303"/>
                    <a:pt x="9872" y="503"/>
                    <a:pt x="9705" y="737"/>
                  </a:cubicBezTo>
                  <a:cubicBezTo>
                    <a:pt x="9572" y="870"/>
                    <a:pt x="9572" y="1037"/>
                    <a:pt x="9639" y="1137"/>
                  </a:cubicBezTo>
                  <a:cubicBezTo>
                    <a:pt x="7771" y="4373"/>
                    <a:pt x="5936" y="7642"/>
                    <a:pt x="4101" y="10911"/>
                  </a:cubicBezTo>
                  <a:cubicBezTo>
                    <a:pt x="2834" y="9643"/>
                    <a:pt x="1666" y="8309"/>
                    <a:pt x="532" y="6908"/>
                  </a:cubicBezTo>
                  <a:cubicBezTo>
                    <a:pt x="480" y="6838"/>
                    <a:pt x="416" y="6809"/>
                    <a:pt x="352" y="6809"/>
                  </a:cubicBezTo>
                  <a:cubicBezTo>
                    <a:pt x="174" y="6809"/>
                    <a:pt x="0" y="7036"/>
                    <a:pt x="99" y="7208"/>
                  </a:cubicBezTo>
                  <a:cubicBezTo>
                    <a:pt x="1133" y="9009"/>
                    <a:pt x="2434" y="10577"/>
                    <a:pt x="3868" y="12045"/>
                  </a:cubicBezTo>
                  <a:cubicBezTo>
                    <a:pt x="3968" y="12131"/>
                    <a:pt x="4093" y="12173"/>
                    <a:pt x="4215" y="12173"/>
                  </a:cubicBezTo>
                  <a:cubicBezTo>
                    <a:pt x="4379" y="12173"/>
                    <a:pt x="4540" y="12097"/>
                    <a:pt x="4635" y="11945"/>
                  </a:cubicBezTo>
                  <a:cubicBezTo>
                    <a:pt x="6803" y="8209"/>
                    <a:pt x="8938" y="4506"/>
                    <a:pt x="11040" y="737"/>
                  </a:cubicBezTo>
                  <a:cubicBezTo>
                    <a:pt x="11262" y="341"/>
                    <a:pt x="10953" y="0"/>
                    <a:pt x="10601" y="0"/>
                  </a:cubicBezTo>
                  <a:close/>
                </a:path>
              </a:pathLst>
            </a:custGeom>
            <a:solidFill>
              <a:srgbClr val="2C6AA3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2" name="Google Shape;2842;p65"/>
            <p:cNvSpPr/>
            <p:nvPr/>
          </p:nvSpPr>
          <p:spPr>
            <a:xfrm>
              <a:off x="8421745" y="2219298"/>
              <a:ext cx="122639" cy="167509"/>
            </a:xfrm>
            <a:custGeom>
              <a:rect b="b" l="l" r="r" t="t"/>
              <a:pathLst>
                <a:path extrusionOk="0" fill="none" h="8340" w="6106">
                  <a:moveTo>
                    <a:pt x="6105" y="0"/>
                  </a:moveTo>
                  <a:lnTo>
                    <a:pt x="1" y="8340"/>
                  </a:lnTo>
                </a:path>
              </a:pathLst>
            </a:custGeom>
            <a:noFill/>
            <a:ln cap="flat" cmpd="sng" w="8575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3" name="Google Shape;2843;p65"/>
            <p:cNvSpPr/>
            <p:nvPr/>
          </p:nvSpPr>
          <p:spPr>
            <a:xfrm>
              <a:off x="8437170" y="2359330"/>
              <a:ext cx="46919" cy="64332"/>
            </a:xfrm>
            <a:custGeom>
              <a:rect b="b" l="l" r="r" t="t"/>
              <a:pathLst>
                <a:path extrusionOk="0" fill="none" h="3203" w="2336">
                  <a:moveTo>
                    <a:pt x="0" y="3202"/>
                  </a:moveTo>
                  <a:lnTo>
                    <a:pt x="2335" y="0"/>
                  </a:lnTo>
                </a:path>
              </a:pathLst>
            </a:custGeom>
            <a:noFill/>
            <a:ln cap="flat" cmpd="sng" w="8575">
              <a:solidFill>
                <a:srgbClr val="DEDEDE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4" name="Google Shape;2844;p65"/>
            <p:cNvSpPr/>
            <p:nvPr/>
          </p:nvSpPr>
          <p:spPr>
            <a:xfrm>
              <a:off x="5405500" y="2023670"/>
              <a:ext cx="121293" cy="203682"/>
            </a:xfrm>
            <a:custGeom>
              <a:rect b="b" l="l" r="r" t="t"/>
              <a:pathLst>
                <a:path extrusionOk="0" fill="none" h="10141" w="6039">
                  <a:moveTo>
                    <a:pt x="802" y="10141"/>
                  </a:moveTo>
                  <a:lnTo>
                    <a:pt x="1" y="7806"/>
                  </a:lnTo>
                  <a:lnTo>
                    <a:pt x="2336" y="7706"/>
                  </a:lnTo>
                  <a:lnTo>
                    <a:pt x="1736" y="5170"/>
                  </a:lnTo>
                  <a:lnTo>
                    <a:pt x="4204" y="5137"/>
                  </a:lnTo>
                  <a:lnTo>
                    <a:pt x="3537" y="2635"/>
                  </a:lnTo>
                  <a:lnTo>
                    <a:pt x="6039" y="2469"/>
                  </a:lnTo>
                  <a:lnTo>
                    <a:pt x="5438" y="0"/>
                  </a:lnTo>
                </a:path>
              </a:pathLst>
            </a:custGeom>
            <a:noFill/>
            <a:ln cap="flat" cmpd="sng" w="8575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5" name="Google Shape;2845;p65"/>
            <p:cNvSpPr/>
            <p:nvPr/>
          </p:nvSpPr>
          <p:spPr>
            <a:xfrm>
              <a:off x="6855336" y="3540489"/>
              <a:ext cx="44247" cy="87792"/>
            </a:xfrm>
            <a:custGeom>
              <a:rect b="b" l="l" r="r" t="t"/>
              <a:pathLst>
                <a:path extrusionOk="0" fill="none" h="4371" w="2203">
                  <a:moveTo>
                    <a:pt x="1" y="1"/>
                  </a:moveTo>
                  <a:cubicBezTo>
                    <a:pt x="1235" y="1"/>
                    <a:pt x="2202" y="968"/>
                    <a:pt x="2202" y="2202"/>
                  </a:cubicBezTo>
                  <a:cubicBezTo>
                    <a:pt x="2202" y="3403"/>
                    <a:pt x="1235" y="4371"/>
                    <a:pt x="1" y="4371"/>
                  </a:cubicBezTo>
                </a:path>
              </a:pathLst>
            </a:custGeom>
            <a:noFill/>
            <a:ln cap="flat" cmpd="sng" w="8575">
              <a:solidFill>
                <a:srgbClr val="DEDEDE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6" name="Google Shape;2846;p65"/>
            <p:cNvSpPr/>
            <p:nvPr/>
          </p:nvSpPr>
          <p:spPr>
            <a:xfrm>
              <a:off x="8519559" y="3414536"/>
              <a:ext cx="99863" cy="160821"/>
            </a:xfrm>
            <a:custGeom>
              <a:rect b="b" l="l" r="r" t="t"/>
              <a:pathLst>
                <a:path extrusionOk="0" fill="none" h="8007" w="4972">
                  <a:moveTo>
                    <a:pt x="868" y="8006"/>
                  </a:moveTo>
                  <a:lnTo>
                    <a:pt x="1" y="5371"/>
                  </a:lnTo>
                  <a:lnTo>
                    <a:pt x="2736" y="5538"/>
                  </a:lnTo>
                  <a:lnTo>
                    <a:pt x="2036" y="2669"/>
                  </a:lnTo>
                  <a:lnTo>
                    <a:pt x="4971" y="2536"/>
                  </a:lnTo>
                  <a:lnTo>
                    <a:pt x="4037" y="1"/>
                  </a:lnTo>
                </a:path>
              </a:pathLst>
            </a:custGeom>
            <a:noFill/>
            <a:ln cap="flat" cmpd="sng" w="8575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7" name="Google Shape;2847;p65"/>
            <p:cNvSpPr/>
            <p:nvPr/>
          </p:nvSpPr>
          <p:spPr>
            <a:xfrm>
              <a:off x="6263172" y="3708439"/>
              <a:ext cx="330318" cy="164838"/>
            </a:xfrm>
            <a:custGeom>
              <a:rect b="b" l="l" r="r" t="t"/>
              <a:pathLst>
                <a:path extrusionOk="0" fill="none" h="8207" w="16446">
                  <a:moveTo>
                    <a:pt x="4504" y="268"/>
                  </a:moveTo>
                  <a:cubicBezTo>
                    <a:pt x="4737" y="301"/>
                    <a:pt x="4971" y="334"/>
                    <a:pt x="5238" y="401"/>
                  </a:cubicBezTo>
                  <a:cubicBezTo>
                    <a:pt x="6439" y="668"/>
                    <a:pt x="7606" y="1168"/>
                    <a:pt x="8840" y="1335"/>
                  </a:cubicBezTo>
                  <a:cubicBezTo>
                    <a:pt x="9874" y="1435"/>
                    <a:pt x="10942" y="1302"/>
                    <a:pt x="11909" y="935"/>
                  </a:cubicBezTo>
                  <a:cubicBezTo>
                    <a:pt x="12843" y="601"/>
                    <a:pt x="13811" y="1"/>
                    <a:pt x="14778" y="301"/>
                  </a:cubicBezTo>
                  <a:cubicBezTo>
                    <a:pt x="15478" y="501"/>
                    <a:pt x="15979" y="1168"/>
                    <a:pt x="16112" y="1869"/>
                  </a:cubicBezTo>
                  <a:cubicBezTo>
                    <a:pt x="16446" y="3803"/>
                    <a:pt x="14211" y="5338"/>
                    <a:pt x="12543" y="5705"/>
                  </a:cubicBezTo>
                  <a:cubicBezTo>
                    <a:pt x="11676" y="5905"/>
                    <a:pt x="10742" y="5838"/>
                    <a:pt x="9841" y="5938"/>
                  </a:cubicBezTo>
                  <a:cubicBezTo>
                    <a:pt x="7039" y="6305"/>
                    <a:pt x="3503" y="8207"/>
                    <a:pt x="1168" y="5538"/>
                  </a:cubicBezTo>
                  <a:cubicBezTo>
                    <a:pt x="134" y="4404"/>
                    <a:pt x="1" y="2903"/>
                    <a:pt x="901" y="1635"/>
                  </a:cubicBezTo>
                  <a:cubicBezTo>
                    <a:pt x="1802" y="368"/>
                    <a:pt x="3070" y="67"/>
                    <a:pt x="4504" y="268"/>
                  </a:cubicBezTo>
                  <a:close/>
                </a:path>
              </a:pathLst>
            </a:custGeom>
            <a:noFill/>
            <a:ln cap="flat" cmpd="sng" w="8575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8" name="Google Shape;2848;p65"/>
            <p:cNvSpPr/>
            <p:nvPr/>
          </p:nvSpPr>
          <p:spPr>
            <a:xfrm>
              <a:off x="8457255" y="3808483"/>
              <a:ext cx="264660" cy="251263"/>
            </a:xfrm>
            <a:custGeom>
              <a:rect b="b" l="l" r="r" t="t"/>
              <a:pathLst>
                <a:path extrusionOk="0" fill="none" h="12510" w="13177">
                  <a:moveTo>
                    <a:pt x="1569" y="7473"/>
                  </a:moveTo>
                  <a:cubicBezTo>
                    <a:pt x="2769" y="6138"/>
                    <a:pt x="4737" y="5705"/>
                    <a:pt x="6072" y="4471"/>
                  </a:cubicBezTo>
                  <a:cubicBezTo>
                    <a:pt x="6806" y="3803"/>
                    <a:pt x="7306" y="2936"/>
                    <a:pt x="7873" y="2169"/>
                  </a:cubicBezTo>
                  <a:cubicBezTo>
                    <a:pt x="8473" y="1368"/>
                    <a:pt x="9174" y="635"/>
                    <a:pt x="10075" y="301"/>
                  </a:cubicBezTo>
                  <a:cubicBezTo>
                    <a:pt x="11009" y="1"/>
                    <a:pt x="12176" y="234"/>
                    <a:pt x="12643" y="1102"/>
                  </a:cubicBezTo>
                  <a:cubicBezTo>
                    <a:pt x="13177" y="2002"/>
                    <a:pt x="12710" y="3170"/>
                    <a:pt x="12109" y="4004"/>
                  </a:cubicBezTo>
                  <a:cubicBezTo>
                    <a:pt x="11409" y="4938"/>
                    <a:pt x="10575" y="5772"/>
                    <a:pt x="9574" y="6405"/>
                  </a:cubicBezTo>
                  <a:cubicBezTo>
                    <a:pt x="8340" y="7206"/>
                    <a:pt x="6906" y="7740"/>
                    <a:pt x="5872" y="8807"/>
                  </a:cubicBezTo>
                  <a:cubicBezTo>
                    <a:pt x="5171" y="9574"/>
                    <a:pt x="4704" y="10608"/>
                    <a:pt x="3937" y="11342"/>
                  </a:cubicBezTo>
                  <a:cubicBezTo>
                    <a:pt x="3036" y="12143"/>
                    <a:pt x="1202" y="12510"/>
                    <a:pt x="568" y="11242"/>
                  </a:cubicBezTo>
                  <a:cubicBezTo>
                    <a:pt x="1" y="10108"/>
                    <a:pt x="801" y="8340"/>
                    <a:pt x="1569" y="7506"/>
                  </a:cubicBezTo>
                  <a:close/>
                </a:path>
              </a:pathLst>
            </a:custGeom>
            <a:noFill/>
            <a:ln cap="flat" cmpd="sng" w="8575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9" name="Google Shape;2849;p65"/>
            <p:cNvSpPr/>
            <p:nvPr/>
          </p:nvSpPr>
          <p:spPr>
            <a:xfrm>
              <a:off x="5408192" y="3433295"/>
              <a:ext cx="102534" cy="144733"/>
            </a:xfrm>
            <a:custGeom>
              <a:rect b="b" l="l" r="r" t="t"/>
              <a:pathLst>
                <a:path extrusionOk="0" fill="none" h="7206" w="5105">
                  <a:moveTo>
                    <a:pt x="5104" y="1"/>
                  </a:moveTo>
                  <a:cubicBezTo>
                    <a:pt x="3403" y="2402"/>
                    <a:pt x="1702" y="4804"/>
                    <a:pt x="0" y="7206"/>
                  </a:cubicBezTo>
                </a:path>
              </a:pathLst>
            </a:custGeom>
            <a:noFill/>
            <a:ln cap="flat" cmpd="sng" w="8575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0" name="Google Shape;2850;p65"/>
            <p:cNvSpPr/>
            <p:nvPr/>
          </p:nvSpPr>
          <p:spPr>
            <a:xfrm>
              <a:off x="5456436" y="3473505"/>
              <a:ext cx="61641" cy="87109"/>
            </a:xfrm>
            <a:custGeom>
              <a:rect b="b" l="l" r="r" t="t"/>
              <a:pathLst>
                <a:path extrusionOk="0" fill="none" h="4337" w="3069">
                  <a:moveTo>
                    <a:pt x="0" y="4337"/>
                  </a:moveTo>
                  <a:cubicBezTo>
                    <a:pt x="1068" y="2936"/>
                    <a:pt x="2102" y="1468"/>
                    <a:pt x="3069" y="0"/>
                  </a:cubicBezTo>
                </a:path>
              </a:pathLst>
            </a:custGeom>
            <a:noFill/>
            <a:ln cap="flat" cmpd="sng" w="8575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1" name="Google Shape;2851;p65"/>
            <p:cNvSpPr/>
            <p:nvPr/>
          </p:nvSpPr>
          <p:spPr>
            <a:xfrm>
              <a:off x="6100943" y="2967946"/>
              <a:ext cx="548742" cy="690723"/>
            </a:xfrm>
            <a:custGeom>
              <a:rect b="b" l="l" r="r" t="t"/>
              <a:pathLst>
                <a:path extrusionOk="0" h="34390" w="27321">
                  <a:moveTo>
                    <a:pt x="21620" y="1"/>
                  </a:moveTo>
                  <a:cubicBezTo>
                    <a:pt x="21507" y="1"/>
                    <a:pt x="21394" y="7"/>
                    <a:pt x="21283" y="20"/>
                  </a:cubicBezTo>
                  <a:cubicBezTo>
                    <a:pt x="19448" y="220"/>
                    <a:pt x="18047" y="1888"/>
                    <a:pt x="17513" y="3689"/>
                  </a:cubicBezTo>
                  <a:cubicBezTo>
                    <a:pt x="17013" y="5457"/>
                    <a:pt x="17246" y="7358"/>
                    <a:pt x="17446" y="9226"/>
                  </a:cubicBezTo>
                  <a:cubicBezTo>
                    <a:pt x="17613" y="10561"/>
                    <a:pt x="17780" y="11895"/>
                    <a:pt x="17913" y="13263"/>
                  </a:cubicBezTo>
                  <a:cubicBezTo>
                    <a:pt x="18247" y="15898"/>
                    <a:pt x="17880" y="18633"/>
                    <a:pt x="17880" y="21268"/>
                  </a:cubicBezTo>
                  <a:cubicBezTo>
                    <a:pt x="17880" y="21602"/>
                    <a:pt x="17880" y="21935"/>
                    <a:pt x="17713" y="22236"/>
                  </a:cubicBezTo>
                  <a:cubicBezTo>
                    <a:pt x="17413" y="22736"/>
                    <a:pt x="16746" y="22903"/>
                    <a:pt x="16146" y="23003"/>
                  </a:cubicBezTo>
                  <a:cubicBezTo>
                    <a:pt x="13567" y="23423"/>
                    <a:pt x="10907" y="23923"/>
                    <a:pt x="8264" y="23923"/>
                  </a:cubicBezTo>
                  <a:cubicBezTo>
                    <a:pt x="7966" y="23923"/>
                    <a:pt x="7669" y="23917"/>
                    <a:pt x="7373" y="23904"/>
                  </a:cubicBezTo>
                  <a:cubicBezTo>
                    <a:pt x="6447" y="23879"/>
                    <a:pt x="5464" y="23753"/>
                    <a:pt x="4530" y="23753"/>
                  </a:cubicBezTo>
                  <a:cubicBezTo>
                    <a:pt x="2905" y="23753"/>
                    <a:pt x="1430" y="24135"/>
                    <a:pt x="668" y="26105"/>
                  </a:cubicBezTo>
                  <a:cubicBezTo>
                    <a:pt x="1" y="27840"/>
                    <a:pt x="568" y="29874"/>
                    <a:pt x="1769" y="31275"/>
                  </a:cubicBezTo>
                  <a:cubicBezTo>
                    <a:pt x="3003" y="32676"/>
                    <a:pt x="4771" y="33510"/>
                    <a:pt x="6605" y="33844"/>
                  </a:cubicBezTo>
                  <a:cubicBezTo>
                    <a:pt x="8200" y="34169"/>
                    <a:pt x="7494" y="34389"/>
                    <a:pt x="8584" y="34389"/>
                  </a:cubicBezTo>
                  <a:cubicBezTo>
                    <a:pt x="8725" y="34389"/>
                    <a:pt x="8897" y="34385"/>
                    <a:pt x="9107" y="34378"/>
                  </a:cubicBezTo>
                  <a:cubicBezTo>
                    <a:pt x="11809" y="34278"/>
                    <a:pt x="17580" y="33811"/>
                    <a:pt x="20148" y="33043"/>
                  </a:cubicBezTo>
                  <a:cubicBezTo>
                    <a:pt x="22016" y="32510"/>
                    <a:pt x="23818" y="31576"/>
                    <a:pt x="25252" y="30275"/>
                  </a:cubicBezTo>
                  <a:cubicBezTo>
                    <a:pt x="26553" y="29041"/>
                    <a:pt x="26887" y="27506"/>
                    <a:pt x="27020" y="25738"/>
                  </a:cubicBezTo>
                  <a:cubicBezTo>
                    <a:pt x="27320" y="22036"/>
                    <a:pt x="26153" y="18300"/>
                    <a:pt x="25152" y="14764"/>
                  </a:cubicBezTo>
                  <a:cubicBezTo>
                    <a:pt x="24218" y="11461"/>
                    <a:pt x="22383" y="8426"/>
                    <a:pt x="21516" y="5157"/>
                  </a:cubicBezTo>
                  <a:cubicBezTo>
                    <a:pt x="21516" y="5123"/>
                    <a:pt x="21516" y="5057"/>
                    <a:pt x="21483" y="5023"/>
                  </a:cubicBezTo>
                  <a:cubicBezTo>
                    <a:pt x="22350" y="4790"/>
                    <a:pt x="23050" y="3822"/>
                    <a:pt x="23384" y="3022"/>
                  </a:cubicBezTo>
                  <a:cubicBezTo>
                    <a:pt x="23751" y="2155"/>
                    <a:pt x="23684" y="1054"/>
                    <a:pt x="22984" y="453"/>
                  </a:cubicBezTo>
                  <a:cubicBezTo>
                    <a:pt x="22604" y="128"/>
                    <a:pt x="22113" y="1"/>
                    <a:pt x="21620" y="1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2" name="Google Shape;2852;p65"/>
            <p:cNvSpPr/>
            <p:nvPr/>
          </p:nvSpPr>
          <p:spPr>
            <a:xfrm>
              <a:off x="5745861" y="3120170"/>
              <a:ext cx="354440" cy="455548"/>
            </a:xfrm>
            <a:custGeom>
              <a:rect b="b" l="l" r="r" t="t"/>
              <a:pathLst>
                <a:path extrusionOk="0" h="22681" w="17647">
                  <a:moveTo>
                    <a:pt x="10405" y="0"/>
                  </a:moveTo>
                  <a:cubicBezTo>
                    <a:pt x="9639" y="0"/>
                    <a:pt x="8874" y="158"/>
                    <a:pt x="8173" y="480"/>
                  </a:cubicBezTo>
                  <a:cubicBezTo>
                    <a:pt x="6505" y="1214"/>
                    <a:pt x="5237" y="2815"/>
                    <a:pt x="4871" y="4583"/>
                  </a:cubicBezTo>
                  <a:cubicBezTo>
                    <a:pt x="4570" y="5917"/>
                    <a:pt x="5037" y="6351"/>
                    <a:pt x="5171" y="7685"/>
                  </a:cubicBezTo>
                  <a:cubicBezTo>
                    <a:pt x="5304" y="8819"/>
                    <a:pt x="5471" y="9953"/>
                    <a:pt x="5504" y="11121"/>
                  </a:cubicBezTo>
                  <a:cubicBezTo>
                    <a:pt x="5571" y="12422"/>
                    <a:pt x="5471" y="14123"/>
                    <a:pt x="5171" y="15057"/>
                  </a:cubicBezTo>
                  <a:cubicBezTo>
                    <a:pt x="5071" y="15391"/>
                    <a:pt x="4670" y="15524"/>
                    <a:pt x="4370" y="15657"/>
                  </a:cubicBezTo>
                  <a:cubicBezTo>
                    <a:pt x="4270" y="15702"/>
                    <a:pt x="4148" y="15709"/>
                    <a:pt x="4021" y="15709"/>
                  </a:cubicBezTo>
                  <a:cubicBezTo>
                    <a:pt x="3957" y="15709"/>
                    <a:pt x="3892" y="15707"/>
                    <a:pt x="3828" y="15707"/>
                  </a:cubicBezTo>
                  <a:cubicBezTo>
                    <a:pt x="3636" y="15707"/>
                    <a:pt x="3453" y="15724"/>
                    <a:pt x="3336" y="15858"/>
                  </a:cubicBezTo>
                  <a:cubicBezTo>
                    <a:pt x="2235" y="17058"/>
                    <a:pt x="1201" y="18359"/>
                    <a:pt x="0" y="19460"/>
                  </a:cubicBezTo>
                  <a:cubicBezTo>
                    <a:pt x="2802" y="20628"/>
                    <a:pt x="5771" y="21495"/>
                    <a:pt x="8773" y="21995"/>
                  </a:cubicBezTo>
                  <a:cubicBezTo>
                    <a:pt x="9940" y="22199"/>
                    <a:pt x="11774" y="22680"/>
                    <a:pt x="13426" y="22680"/>
                  </a:cubicBezTo>
                  <a:cubicBezTo>
                    <a:pt x="14751" y="22680"/>
                    <a:pt x="15959" y="22371"/>
                    <a:pt x="16612" y="21361"/>
                  </a:cubicBezTo>
                  <a:cubicBezTo>
                    <a:pt x="16946" y="20894"/>
                    <a:pt x="17079" y="20327"/>
                    <a:pt x="17213" y="19760"/>
                  </a:cubicBezTo>
                  <a:cubicBezTo>
                    <a:pt x="17213" y="19594"/>
                    <a:pt x="17246" y="19460"/>
                    <a:pt x="17279" y="19327"/>
                  </a:cubicBezTo>
                  <a:cubicBezTo>
                    <a:pt x="17413" y="18326"/>
                    <a:pt x="17646" y="16958"/>
                    <a:pt x="16946" y="16124"/>
                  </a:cubicBezTo>
                  <a:cubicBezTo>
                    <a:pt x="16679" y="15858"/>
                    <a:pt x="16412" y="15724"/>
                    <a:pt x="16112" y="15691"/>
                  </a:cubicBezTo>
                  <a:cubicBezTo>
                    <a:pt x="15211" y="15557"/>
                    <a:pt x="14311" y="15591"/>
                    <a:pt x="13443" y="15257"/>
                  </a:cubicBezTo>
                  <a:cubicBezTo>
                    <a:pt x="13310" y="15224"/>
                    <a:pt x="13176" y="15157"/>
                    <a:pt x="13076" y="15024"/>
                  </a:cubicBezTo>
                  <a:cubicBezTo>
                    <a:pt x="12976" y="14890"/>
                    <a:pt x="12976" y="14723"/>
                    <a:pt x="12976" y="14590"/>
                  </a:cubicBezTo>
                  <a:lnTo>
                    <a:pt x="12910" y="13289"/>
                  </a:lnTo>
                  <a:cubicBezTo>
                    <a:pt x="12910" y="13256"/>
                    <a:pt x="12910" y="13222"/>
                    <a:pt x="12910" y="13189"/>
                  </a:cubicBezTo>
                  <a:cubicBezTo>
                    <a:pt x="14844" y="12622"/>
                    <a:pt x="15612" y="10387"/>
                    <a:pt x="15812" y="8319"/>
                  </a:cubicBezTo>
                  <a:cubicBezTo>
                    <a:pt x="16045" y="5717"/>
                    <a:pt x="15778" y="2481"/>
                    <a:pt x="13410" y="880"/>
                  </a:cubicBezTo>
                  <a:cubicBezTo>
                    <a:pt x="12520" y="300"/>
                    <a:pt x="11462" y="0"/>
                    <a:pt x="10405" y="0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3" name="Google Shape;2853;p65"/>
            <p:cNvSpPr/>
            <p:nvPr/>
          </p:nvSpPr>
          <p:spPr>
            <a:xfrm>
              <a:off x="5538162" y="3418553"/>
              <a:ext cx="795948" cy="752203"/>
            </a:xfrm>
            <a:custGeom>
              <a:rect b="b" l="l" r="r" t="t"/>
              <a:pathLst>
                <a:path extrusionOk="0" h="37451" w="39629">
                  <a:moveTo>
                    <a:pt x="23351" y="1"/>
                  </a:moveTo>
                  <a:cubicBezTo>
                    <a:pt x="23017" y="601"/>
                    <a:pt x="22583" y="1102"/>
                    <a:pt x="22016" y="1469"/>
                  </a:cubicBezTo>
                  <a:cubicBezTo>
                    <a:pt x="21305" y="1920"/>
                    <a:pt x="20495" y="2127"/>
                    <a:pt x="19680" y="2127"/>
                  </a:cubicBezTo>
                  <a:cubicBezTo>
                    <a:pt x="18089" y="2127"/>
                    <a:pt x="16483" y="1336"/>
                    <a:pt x="15578" y="34"/>
                  </a:cubicBezTo>
                  <a:cubicBezTo>
                    <a:pt x="14211" y="134"/>
                    <a:pt x="12877" y="334"/>
                    <a:pt x="11542" y="601"/>
                  </a:cubicBezTo>
                  <a:cubicBezTo>
                    <a:pt x="9708" y="968"/>
                    <a:pt x="7906" y="1502"/>
                    <a:pt x="6238" y="2369"/>
                  </a:cubicBezTo>
                  <a:cubicBezTo>
                    <a:pt x="4637" y="3170"/>
                    <a:pt x="3070" y="4237"/>
                    <a:pt x="2136" y="5805"/>
                  </a:cubicBezTo>
                  <a:cubicBezTo>
                    <a:pt x="1602" y="6772"/>
                    <a:pt x="1235" y="7873"/>
                    <a:pt x="901" y="8941"/>
                  </a:cubicBezTo>
                  <a:cubicBezTo>
                    <a:pt x="568" y="10041"/>
                    <a:pt x="368" y="11209"/>
                    <a:pt x="268" y="12343"/>
                  </a:cubicBezTo>
                  <a:cubicBezTo>
                    <a:pt x="1" y="15679"/>
                    <a:pt x="668" y="18714"/>
                    <a:pt x="1135" y="21950"/>
                  </a:cubicBezTo>
                  <a:cubicBezTo>
                    <a:pt x="1735" y="26153"/>
                    <a:pt x="1902" y="33358"/>
                    <a:pt x="6038" y="35793"/>
                  </a:cubicBezTo>
                  <a:cubicBezTo>
                    <a:pt x="7506" y="36660"/>
                    <a:pt x="9274" y="36827"/>
                    <a:pt x="10975" y="36961"/>
                  </a:cubicBezTo>
                  <a:cubicBezTo>
                    <a:pt x="13687" y="37220"/>
                    <a:pt x="16482" y="37451"/>
                    <a:pt x="19249" y="37451"/>
                  </a:cubicBezTo>
                  <a:cubicBezTo>
                    <a:pt x="22541" y="37451"/>
                    <a:pt x="25795" y="37124"/>
                    <a:pt x="28821" y="36127"/>
                  </a:cubicBezTo>
                  <a:cubicBezTo>
                    <a:pt x="29355" y="33725"/>
                    <a:pt x="29722" y="31323"/>
                    <a:pt x="29955" y="28855"/>
                  </a:cubicBezTo>
                  <a:cubicBezTo>
                    <a:pt x="30156" y="26720"/>
                    <a:pt x="30322" y="24552"/>
                    <a:pt x="30389" y="22384"/>
                  </a:cubicBezTo>
                  <a:cubicBezTo>
                    <a:pt x="30489" y="20349"/>
                    <a:pt x="30623" y="18347"/>
                    <a:pt x="30689" y="16313"/>
                  </a:cubicBezTo>
                  <a:cubicBezTo>
                    <a:pt x="30723" y="15245"/>
                    <a:pt x="30723" y="14211"/>
                    <a:pt x="30723" y="13177"/>
                  </a:cubicBezTo>
                  <a:cubicBezTo>
                    <a:pt x="30723" y="12911"/>
                    <a:pt x="31440" y="12818"/>
                    <a:pt x="32452" y="12818"/>
                  </a:cubicBezTo>
                  <a:cubicBezTo>
                    <a:pt x="34104" y="12818"/>
                    <a:pt x="36542" y="13065"/>
                    <a:pt x="37928" y="13210"/>
                  </a:cubicBezTo>
                  <a:cubicBezTo>
                    <a:pt x="38428" y="10975"/>
                    <a:pt x="38662" y="8707"/>
                    <a:pt x="38828" y="6439"/>
                  </a:cubicBezTo>
                  <a:cubicBezTo>
                    <a:pt x="38928" y="5305"/>
                    <a:pt x="38995" y="4137"/>
                    <a:pt x="39095" y="3003"/>
                  </a:cubicBezTo>
                  <a:cubicBezTo>
                    <a:pt x="39162" y="2136"/>
                    <a:pt x="39629" y="1268"/>
                    <a:pt x="38461" y="1135"/>
                  </a:cubicBezTo>
                  <a:lnTo>
                    <a:pt x="38361" y="1135"/>
                  </a:lnTo>
                  <a:cubicBezTo>
                    <a:pt x="38117" y="1155"/>
                    <a:pt x="37873" y="1163"/>
                    <a:pt x="37628" y="1163"/>
                  </a:cubicBezTo>
                  <a:cubicBezTo>
                    <a:pt x="37036" y="1163"/>
                    <a:pt x="36440" y="1115"/>
                    <a:pt x="35826" y="1068"/>
                  </a:cubicBezTo>
                  <a:cubicBezTo>
                    <a:pt x="34392" y="968"/>
                    <a:pt x="32924" y="901"/>
                    <a:pt x="31490" y="801"/>
                  </a:cubicBezTo>
                  <a:cubicBezTo>
                    <a:pt x="28788" y="635"/>
                    <a:pt x="26053" y="368"/>
                    <a:pt x="233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4" name="Google Shape;2854;p65"/>
            <p:cNvSpPr/>
            <p:nvPr/>
          </p:nvSpPr>
          <p:spPr>
            <a:xfrm>
              <a:off x="5990395" y="4377732"/>
              <a:ext cx="420098" cy="209547"/>
            </a:xfrm>
            <a:custGeom>
              <a:rect b="b" l="l" r="r" t="t"/>
              <a:pathLst>
                <a:path extrusionOk="0" h="10433" w="20916">
                  <a:moveTo>
                    <a:pt x="6617" y="0"/>
                  </a:moveTo>
                  <a:cubicBezTo>
                    <a:pt x="6457" y="0"/>
                    <a:pt x="6298" y="4"/>
                    <a:pt x="6138" y="12"/>
                  </a:cubicBezTo>
                  <a:cubicBezTo>
                    <a:pt x="3803" y="146"/>
                    <a:pt x="568" y="1747"/>
                    <a:pt x="67" y="4182"/>
                  </a:cubicBezTo>
                  <a:cubicBezTo>
                    <a:pt x="34" y="4482"/>
                    <a:pt x="1" y="4782"/>
                    <a:pt x="101" y="5049"/>
                  </a:cubicBezTo>
                  <a:cubicBezTo>
                    <a:pt x="401" y="5683"/>
                    <a:pt x="1268" y="5750"/>
                    <a:pt x="1969" y="5750"/>
                  </a:cubicBezTo>
                  <a:cubicBezTo>
                    <a:pt x="4971" y="5783"/>
                    <a:pt x="7873" y="6684"/>
                    <a:pt x="10675" y="7685"/>
                  </a:cubicBezTo>
                  <a:cubicBezTo>
                    <a:pt x="12143" y="8218"/>
                    <a:pt x="13577" y="8752"/>
                    <a:pt x="15045" y="9219"/>
                  </a:cubicBezTo>
                  <a:cubicBezTo>
                    <a:pt x="15918" y="9510"/>
                    <a:pt x="17633" y="10432"/>
                    <a:pt x="18938" y="10432"/>
                  </a:cubicBezTo>
                  <a:cubicBezTo>
                    <a:pt x="19578" y="10432"/>
                    <a:pt x="20119" y="10211"/>
                    <a:pt x="20415" y="9586"/>
                  </a:cubicBezTo>
                  <a:cubicBezTo>
                    <a:pt x="20916" y="8518"/>
                    <a:pt x="20215" y="7351"/>
                    <a:pt x="19648" y="6484"/>
                  </a:cubicBezTo>
                  <a:cubicBezTo>
                    <a:pt x="19581" y="6384"/>
                    <a:pt x="19515" y="6284"/>
                    <a:pt x="19415" y="6183"/>
                  </a:cubicBezTo>
                  <a:cubicBezTo>
                    <a:pt x="17980" y="4349"/>
                    <a:pt x="15512" y="3148"/>
                    <a:pt x="13477" y="2047"/>
                  </a:cubicBezTo>
                  <a:cubicBezTo>
                    <a:pt x="11381" y="921"/>
                    <a:pt x="9021" y="0"/>
                    <a:pt x="661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5" name="Google Shape;2855;p65"/>
            <p:cNvSpPr/>
            <p:nvPr/>
          </p:nvSpPr>
          <p:spPr>
            <a:xfrm>
              <a:off x="5266833" y="4002484"/>
              <a:ext cx="1345333" cy="598714"/>
            </a:xfrm>
            <a:custGeom>
              <a:rect b="b" l="l" r="r" t="t"/>
              <a:pathLst>
                <a:path extrusionOk="0" h="29809" w="66982">
                  <a:moveTo>
                    <a:pt x="56905" y="1"/>
                  </a:moveTo>
                  <a:cubicBezTo>
                    <a:pt x="51736" y="1"/>
                    <a:pt x="46957" y="2587"/>
                    <a:pt x="41963" y="3885"/>
                  </a:cubicBezTo>
                  <a:cubicBezTo>
                    <a:pt x="40837" y="4179"/>
                    <a:pt x="39903" y="4273"/>
                    <a:pt x="38976" y="4273"/>
                  </a:cubicBezTo>
                  <a:cubicBezTo>
                    <a:pt x="38009" y="4273"/>
                    <a:pt x="37051" y="4170"/>
                    <a:pt x="35892" y="4085"/>
                  </a:cubicBezTo>
                  <a:cubicBezTo>
                    <a:pt x="34907" y="4005"/>
                    <a:pt x="33914" y="3984"/>
                    <a:pt x="32919" y="3984"/>
                  </a:cubicBezTo>
                  <a:cubicBezTo>
                    <a:pt x="31804" y="3984"/>
                    <a:pt x="30686" y="4010"/>
                    <a:pt x="29572" y="4010"/>
                  </a:cubicBezTo>
                  <a:cubicBezTo>
                    <a:pt x="28785" y="4010"/>
                    <a:pt x="28000" y="3997"/>
                    <a:pt x="27219" y="3951"/>
                  </a:cubicBezTo>
                  <a:cubicBezTo>
                    <a:pt x="26016" y="3876"/>
                    <a:pt x="24757" y="3794"/>
                    <a:pt x="23509" y="3794"/>
                  </a:cubicBezTo>
                  <a:cubicBezTo>
                    <a:pt x="21991" y="3794"/>
                    <a:pt x="20487" y="3916"/>
                    <a:pt x="19114" y="4318"/>
                  </a:cubicBezTo>
                  <a:cubicBezTo>
                    <a:pt x="18780" y="4118"/>
                    <a:pt x="18447" y="3885"/>
                    <a:pt x="18113" y="3685"/>
                  </a:cubicBezTo>
                  <a:cubicBezTo>
                    <a:pt x="15713" y="2085"/>
                    <a:pt x="13313" y="509"/>
                    <a:pt x="10452" y="509"/>
                  </a:cubicBezTo>
                  <a:cubicBezTo>
                    <a:pt x="9973" y="509"/>
                    <a:pt x="9480" y="553"/>
                    <a:pt x="8973" y="649"/>
                  </a:cubicBezTo>
                  <a:cubicBezTo>
                    <a:pt x="6204" y="1183"/>
                    <a:pt x="3536" y="2584"/>
                    <a:pt x="1801" y="4885"/>
                  </a:cubicBezTo>
                  <a:cubicBezTo>
                    <a:pt x="0" y="7321"/>
                    <a:pt x="534" y="10456"/>
                    <a:pt x="2168" y="12891"/>
                  </a:cubicBezTo>
                  <a:cubicBezTo>
                    <a:pt x="3536" y="14893"/>
                    <a:pt x="5537" y="16360"/>
                    <a:pt x="7605" y="17595"/>
                  </a:cubicBezTo>
                  <a:cubicBezTo>
                    <a:pt x="14066" y="21489"/>
                    <a:pt x="21073" y="24017"/>
                    <a:pt x="28602" y="24017"/>
                  </a:cubicBezTo>
                  <a:cubicBezTo>
                    <a:pt x="29392" y="24017"/>
                    <a:pt x="30187" y="23989"/>
                    <a:pt x="30989" y="23932"/>
                  </a:cubicBezTo>
                  <a:cubicBezTo>
                    <a:pt x="31102" y="23923"/>
                    <a:pt x="31220" y="23919"/>
                    <a:pt x="31342" y="23919"/>
                  </a:cubicBezTo>
                  <a:cubicBezTo>
                    <a:pt x="32554" y="23919"/>
                    <a:pt x="34143" y="24382"/>
                    <a:pt x="34658" y="25534"/>
                  </a:cubicBezTo>
                  <a:cubicBezTo>
                    <a:pt x="34825" y="25967"/>
                    <a:pt x="35058" y="26334"/>
                    <a:pt x="35259" y="26734"/>
                  </a:cubicBezTo>
                  <a:cubicBezTo>
                    <a:pt x="35692" y="27535"/>
                    <a:pt x="35892" y="28836"/>
                    <a:pt x="36493" y="29536"/>
                  </a:cubicBezTo>
                  <a:cubicBezTo>
                    <a:pt x="36680" y="29734"/>
                    <a:pt x="36928" y="29808"/>
                    <a:pt x="37201" y="29808"/>
                  </a:cubicBezTo>
                  <a:cubicBezTo>
                    <a:pt x="37806" y="29808"/>
                    <a:pt x="38535" y="29443"/>
                    <a:pt x="38995" y="29236"/>
                  </a:cubicBezTo>
                  <a:cubicBezTo>
                    <a:pt x="40496" y="28569"/>
                    <a:pt x="41797" y="27502"/>
                    <a:pt x="43298" y="26835"/>
                  </a:cubicBezTo>
                  <a:cubicBezTo>
                    <a:pt x="47868" y="24766"/>
                    <a:pt x="52638" y="22865"/>
                    <a:pt x="57007" y="20430"/>
                  </a:cubicBezTo>
                  <a:cubicBezTo>
                    <a:pt x="59943" y="18795"/>
                    <a:pt x="62545" y="17528"/>
                    <a:pt x="64112" y="14526"/>
                  </a:cubicBezTo>
                  <a:cubicBezTo>
                    <a:pt x="65547" y="11857"/>
                    <a:pt x="66981" y="8455"/>
                    <a:pt x="66047" y="5352"/>
                  </a:cubicBezTo>
                  <a:cubicBezTo>
                    <a:pt x="65880" y="4752"/>
                    <a:pt x="65580" y="4185"/>
                    <a:pt x="65247" y="3651"/>
                  </a:cubicBezTo>
                  <a:lnTo>
                    <a:pt x="65213" y="3685"/>
                  </a:lnTo>
                  <a:cubicBezTo>
                    <a:pt x="64012" y="1917"/>
                    <a:pt x="61911" y="716"/>
                    <a:pt x="59776" y="282"/>
                  </a:cubicBezTo>
                  <a:cubicBezTo>
                    <a:pt x="58804" y="87"/>
                    <a:pt x="57848" y="1"/>
                    <a:pt x="56905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6" name="Google Shape;2856;p65"/>
            <p:cNvSpPr/>
            <p:nvPr/>
          </p:nvSpPr>
          <p:spPr>
            <a:xfrm>
              <a:off x="5594199" y="4092244"/>
              <a:ext cx="436427" cy="220091"/>
            </a:xfrm>
            <a:custGeom>
              <a:rect b="b" l="l" r="r" t="t"/>
              <a:pathLst>
                <a:path extrusionOk="0" h="10958" w="21729">
                  <a:moveTo>
                    <a:pt x="215" y="1"/>
                  </a:moveTo>
                  <a:cubicBezTo>
                    <a:pt x="101" y="1"/>
                    <a:pt x="1" y="132"/>
                    <a:pt x="113" y="216"/>
                  </a:cubicBezTo>
                  <a:cubicBezTo>
                    <a:pt x="1314" y="1150"/>
                    <a:pt x="2748" y="1851"/>
                    <a:pt x="4116" y="2518"/>
                  </a:cubicBezTo>
                  <a:cubicBezTo>
                    <a:pt x="5517" y="3218"/>
                    <a:pt x="6918" y="3852"/>
                    <a:pt x="8352" y="4486"/>
                  </a:cubicBezTo>
                  <a:cubicBezTo>
                    <a:pt x="9853" y="5153"/>
                    <a:pt x="11354" y="5820"/>
                    <a:pt x="12855" y="6454"/>
                  </a:cubicBezTo>
                  <a:cubicBezTo>
                    <a:pt x="14323" y="7088"/>
                    <a:pt x="15757" y="7655"/>
                    <a:pt x="17158" y="8355"/>
                  </a:cubicBezTo>
                  <a:cubicBezTo>
                    <a:pt x="17959" y="8722"/>
                    <a:pt x="18693" y="9156"/>
                    <a:pt x="19427" y="9590"/>
                  </a:cubicBezTo>
                  <a:cubicBezTo>
                    <a:pt x="20160" y="10023"/>
                    <a:pt x="20828" y="10524"/>
                    <a:pt x="21528" y="10957"/>
                  </a:cubicBezTo>
                  <a:cubicBezTo>
                    <a:pt x="21548" y="10938"/>
                    <a:pt x="21568" y="10932"/>
                    <a:pt x="21587" y="10932"/>
                  </a:cubicBezTo>
                  <a:cubicBezTo>
                    <a:pt x="21608" y="10932"/>
                    <a:pt x="21630" y="10938"/>
                    <a:pt x="21651" y="10938"/>
                  </a:cubicBezTo>
                  <a:cubicBezTo>
                    <a:pt x="21676" y="10938"/>
                    <a:pt x="21702" y="10929"/>
                    <a:pt x="21728" y="10891"/>
                  </a:cubicBezTo>
                  <a:cubicBezTo>
                    <a:pt x="21194" y="10424"/>
                    <a:pt x="20594" y="10023"/>
                    <a:pt x="19960" y="9656"/>
                  </a:cubicBezTo>
                  <a:cubicBezTo>
                    <a:pt x="19326" y="9223"/>
                    <a:pt x="18659" y="8856"/>
                    <a:pt x="17992" y="8489"/>
                  </a:cubicBezTo>
                  <a:cubicBezTo>
                    <a:pt x="16591" y="7788"/>
                    <a:pt x="15157" y="7188"/>
                    <a:pt x="13722" y="6588"/>
                  </a:cubicBezTo>
                  <a:cubicBezTo>
                    <a:pt x="10787" y="5353"/>
                    <a:pt x="7852" y="4052"/>
                    <a:pt x="4950" y="2685"/>
                  </a:cubicBezTo>
                  <a:cubicBezTo>
                    <a:pt x="4149" y="2284"/>
                    <a:pt x="3348" y="1717"/>
                    <a:pt x="2581" y="1284"/>
                  </a:cubicBezTo>
                  <a:cubicBezTo>
                    <a:pt x="1814" y="850"/>
                    <a:pt x="1047" y="383"/>
                    <a:pt x="280" y="16"/>
                  </a:cubicBezTo>
                  <a:cubicBezTo>
                    <a:pt x="258" y="6"/>
                    <a:pt x="236" y="1"/>
                    <a:pt x="21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7" name="Google Shape;2857;p65"/>
            <p:cNvSpPr/>
            <p:nvPr/>
          </p:nvSpPr>
          <p:spPr>
            <a:xfrm>
              <a:off x="5813527" y="4399344"/>
              <a:ext cx="155458" cy="145054"/>
            </a:xfrm>
            <a:custGeom>
              <a:rect b="b" l="l" r="r" t="t"/>
              <a:pathLst>
                <a:path extrusionOk="0" h="7222" w="7740">
                  <a:moveTo>
                    <a:pt x="4959" y="0"/>
                  </a:moveTo>
                  <a:cubicBezTo>
                    <a:pt x="4715" y="0"/>
                    <a:pt x="1093" y="1845"/>
                    <a:pt x="768" y="2105"/>
                  </a:cubicBezTo>
                  <a:cubicBezTo>
                    <a:pt x="601" y="2239"/>
                    <a:pt x="467" y="2372"/>
                    <a:pt x="367" y="2539"/>
                  </a:cubicBezTo>
                  <a:cubicBezTo>
                    <a:pt x="234" y="2772"/>
                    <a:pt x="201" y="3039"/>
                    <a:pt x="167" y="3273"/>
                  </a:cubicBezTo>
                  <a:cubicBezTo>
                    <a:pt x="101" y="4007"/>
                    <a:pt x="0" y="4741"/>
                    <a:pt x="134" y="5474"/>
                  </a:cubicBezTo>
                  <a:cubicBezTo>
                    <a:pt x="267" y="6208"/>
                    <a:pt x="701" y="6909"/>
                    <a:pt x="1401" y="7142"/>
                  </a:cubicBezTo>
                  <a:cubicBezTo>
                    <a:pt x="1585" y="7199"/>
                    <a:pt x="1772" y="7221"/>
                    <a:pt x="1960" y="7221"/>
                  </a:cubicBezTo>
                  <a:cubicBezTo>
                    <a:pt x="2320" y="7221"/>
                    <a:pt x="2685" y="7141"/>
                    <a:pt x="3036" y="7076"/>
                  </a:cubicBezTo>
                  <a:cubicBezTo>
                    <a:pt x="4070" y="6842"/>
                    <a:pt x="5104" y="6609"/>
                    <a:pt x="6105" y="6308"/>
                  </a:cubicBezTo>
                  <a:cubicBezTo>
                    <a:pt x="6538" y="6175"/>
                    <a:pt x="7005" y="6242"/>
                    <a:pt x="7472" y="6142"/>
                  </a:cubicBezTo>
                  <a:cubicBezTo>
                    <a:pt x="7506" y="6142"/>
                    <a:pt x="7539" y="6142"/>
                    <a:pt x="7573" y="6108"/>
                  </a:cubicBezTo>
                  <a:cubicBezTo>
                    <a:pt x="7739" y="5941"/>
                    <a:pt x="7072" y="4874"/>
                    <a:pt x="6972" y="4674"/>
                  </a:cubicBezTo>
                  <a:lnTo>
                    <a:pt x="6972" y="4640"/>
                  </a:lnTo>
                  <a:cubicBezTo>
                    <a:pt x="6739" y="4140"/>
                    <a:pt x="6538" y="3606"/>
                    <a:pt x="6305" y="3106"/>
                  </a:cubicBezTo>
                  <a:cubicBezTo>
                    <a:pt x="5871" y="2072"/>
                    <a:pt x="5404" y="1038"/>
                    <a:pt x="4971" y="4"/>
                  </a:cubicBezTo>
                  <a:cubicBezTo>
                    <a:pt x="4969" y="1"/>
                    <a:pt x="4965" y="0"/>
                    <a:pt x="4959" y="0"/>
                  </a:cubicBezTo>
                  <a:close/>
                </a:path>
              </a:pathLst>
            </a:custGeom>
            <a:solidFill>
              <a:srgbClr val="EBC0A9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8" name="Google Shape;2858;p65"/>
            <p:cNvSpPr/>
            <p:nvPr/>
          </p:nvSpPr>
          <p:spPr>
            <a:xfrm>
              <a:off x="5690928" y="4416155"/>
              <a:ext cx="191631" cy="359401"/>
            </a:xfrm>
            <a:custGeom>
              <a:rect b="b" l="l" r="r" t="t"/>
              <a:pathLst>
                <a:path extrusionOk="0" h="17894" w="9541">
                  <a:moveTo>
                    <a:pt x="7872" y="1"/>
                  </a:moveTo>
                  <a:lnTo>
                    <a:pt x="2936" y="1669"/>
                  </a:lnTo>
                  <a:cubicBezTo>
                    <a:pt x="2669" y="1735"/>
                    <a:pt x="2402" y="1835"/>
                    <a:pt x="2202" y="2036"/>
                  </a:cubicBezTo>
                  <a:cubicBezTo>
                    <a:pt x="2068" y="2236"/>
                    <a:pt x="2002" y="2503"/>
                    <a:pt x="1968" y="2769"/>
                  </a:cubicBezTo>
                  <a:cubicBezTo>
                    <a:pt x="1601" y="5238"/>
                    <a:pt x="1068" y="7706"/>
                    <a:pt x="734" y="10208"/>
                  </a:cubicBezTo>
                  <a:cubicBezTo>
                    <a:pt x="400" y="12476"/>
                    <a:pt x="434" y="14645"/>
                    <a:pt x="100" y="16913"/>
                  </a:cubicBezTo>
                  <a:cubicBezTo>
                    <a:pt x="0" y="17562"/>
                    <a:pt x="778" y="17893"/>
                    <a:pt x="1442" y="17893"/>
                  </a:cubicBezTo>
                  <a:cubicBezTo>
                    <a:pt x="1665" y="17893"/>
                    <a:pt x="1875" y="17856"/>
                    <a:pt x="2035" y="17780"/>
                  </a:cubicBezTo>
                  <a:cubicBezTo>
                    <a:pt x="2502" y="17513"/>
                    <a:pt x="2869" y="17046"/>
                    <a:pt x="3169" y="16613"/>
                  </a:cubicBezTo>
                  <a:cubicBezTo>
                    <a:pt x="4437" y="14745"/>
                    <a:pt x="5337" y="12977"/>
                    <a:pt x="5738" y="10775"/>
                  </a:cubicBezTo>
                  <a:cubicBezTo>
                    <a:pt x="5871" y="10108"/>
                    <a:pt x="5971" y="9407"/>
                    <a:pt x="6338" y="8840"/>
                  </a:cubicBezTo>
                  <a:cubicBezTo>
                    <a:pt x="6772" y="8173"/>
                    <a:pt x="7472" y="7740"/>
                    <a:pt x="8173" y="7339"/>
                  </a:cubicBezTo>
                  <a:cubicBezTo>
                    <a:pt x="8473" y="7173"/>
                    <a:pt x="9040" y="6939"/>
                    <a:pt x="9540" y="6672"/>
                  </a:cubicBezTo>
                  <a:cubicBezTo>
                    <a:pt x="8840" y="4471"/>
                    <a:pt x="8306" y="2269"/>
                    <a:pt x="78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9" name="Google Shape;2859;p65"/>
            <p:cNvSpPr/>
            <p:nvPr/>
          </p:nvSpPr>
          <p:spPr>
            <a:xfrm>
              <a:off x="5498634" y="3530808"/>
              <a:ext cx="564147" cy="650392"/>
            </a:xfrm>
            <a:custGeom>
              <a:rect b="b" l="l" r="r" t="t"/>
              <a:pathLst>
                <a:path extrusionOk="0" h="32382" w="28088">
                  <a:moveTo>
                    <a:pt x="7136" y="1"/>
                  </a:moveTo>
                  <a:cubicBezTo>
                    <a:pt x="7037" y="1"/>
                    <a:pt x="6938" y="6"/>
                    <a:pt x="6839" y="16"/>
                  </a:cubicBezTo>
                  <a:cubicBezTo>
                    <a:pt x="5771" y="149"/>
                    <a:pt x="4837" y="883"/>
                    <a:pt x="4237" y="1784"/>
                  </a:cubicBezTo>
                  <a:cubicBezTo>
                    <a:pt x="3637" y="2684"/>
                    <a:pt x="3303" y="3718"/>
                    <a:pt x="3003" y="4753"/>
                  </a:cubicBezTo>
                  <a:cubicBezTo>
                    <a:pt x="1902" y="8222"/>
                    <a:pt x="634" y="11724"/>
                    <a:pt x="134" y="15327"/>
                  </a:cubicBezTo>
                  <a:cubicBezTo>
                    <a:pt x="1" y="16261"/>
                    <a:pt x="34" y="17228"/>
                    <a:pt x="34" y="18162"/>
                  </a:cubicBezTo>
                  <a:cubicBezTo>
                    <a:pt x="34" y="20897"/>
                    <a:pt x="101" y="23800"/>
                    <a:pt x="1602" y="26068"/>
                  </a:cubicBezTo>
                  <a:cubicBezTo>
                    <a:pt x="4992" y="31199"/>
                    <a:pt x="11464" y="32382"/>
                    <a:pt x="17672" y="32382"/>
                  </a:cubicBezTo>
                  <a:cubicBezTo>
                    <a:pt x="20504" y="32382"/>
                    <a:pt x="23282" y="32135"/>
                    <a:pt x="25686" y="31905"/>
                  </a:cubicBezTo>
                  <a:cubicBezTo>
                    <a:pt x="26253" y="31872"/>
                    <a:pt x="26686" y="31839"/>
                    <a:pt x="27053" y="31672"/>
                  </a:cubicBezTo>
                  <a:cubicBezTo>
                    <a:pt x="27353" y="31505"/>
                    <a:pt x="27587" y="31238"/>
                    <a:pt x="27754" y="30704"/>
                  </a:cubicBezTo>
                  <a:cubicBezTo>
                    <a:pt x="28087" y="29837"/>
                    <a:pt x="27887" y="28770"/>
                    <a:pt x="27387" y="28003"/>
                  </a:cubicBezTo>
                  <a:cubicBezTo>
                    <a:pt x="26753" y="27002"/>
                    <a:pt x="25586" y="26235"/>
                    <a:pt x="24418" y="26001"/>
                  </a:cubicBezTo>
                  <a:cubicBezTo>
                    <a:pt x="23217" y="25734"/>
                    <a:pt x="22083" y="25301"/>
                    <a:pt x="20849" y="25067"/>
                  </a:cubicBezTo>
                  <a:cubicBezTo>
                    <a:pt x="19982" y="24900"/>
                    <a:pt x="19114" y="24633"/>
                    <a:pt x="18247" y="24400"/>
                  </a:cubicBezTo>
                  <a:cubicBezTo>
                    <a:pt x="15645" y="23666"/>
                    <a:pt x="12810" y="23099"/>
                    <a:pt x="10308" y="21998"/>
                  </a:cubicBezTo>
                  <a:cubicBezTo>
                    <a:pt x="10141" y="21932"/>
                    <a:pt x="9974" y="21865"/>
                    <a:pt x="9908" y="21731"/>
                  </a:cubicBezTo>
                  <a:cubicBezTo>
                    <a:pt x="9774" y="21531"/>
                    <a:pt x="9841" y="21264"/>
                    <a:pt x="9908" y="21064"/>
                  </a:cubicBezTo>
                  <a:cubicBezTo>
                    <a:pt x="10742" y="17695"/>
                    <a:pt x="11509" y="14326"/>
                    <a:pt x="12209" y="10924"/>
                  </a:cubicBezTo>
                  <a:cubicBezTo>
                    <a:pt x="12443" y="9756"/>
                    <a:pt x="12676" y="8589"/>
                    <a:pt x="12643" y="7421"/>
                  </a:cubicBezTo>
                  <a:cubicBezTo>
                    <a:pt x="12643" y="5253"/>
                    <a:pt x="11776" y="3151"/>
                    <a:pt x="10308" y="1584"/>
                  </a:cubicBezTo>
                  <a:cubicBezTo>
                    <a:pt x="9445" y="721"/>
                    <a:pt x="8327" y="1"/>
                    <a:pt x="7136" y="1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0" name="Google Shape;2860;p65"/>
            <p:cNvSpPr/>
            <p:nvPr/>
          </p:nvSpPr>
          <p:spPr>
            <a:xfrm>
              <a:off x="5805493" y="3089159"/>
              <a:ext cx="279402" cy="260523"/>
            </a:xfrm>
            <a:custGeom>
              <a:rect b="b" l="l" r="r" t="t"/>
              <a:pathLst>
                <a:path extrusionOk="0" h="12971" w="13911">
                  <a:moveTo>
                    <a:pt x="6616" y="0"/>
                  </a:moveTo>
                  <a:cubicBezTo>
                    <a:pt x="5515" y="0"/>
                    <a:pt x="4387" y="262"/>
                    <a:pt x="3503" y="890"/>
                  </a:cubicBezTo>
                  <a:cubicBezTo>
                    <a:pt x="3102" y="1157"/>
                    <a:pt x="2735" y="1557"/>
                    <a:pt x="2569" y="2024"/>
                  </a:cubicBezTo>
                  <a:cubicBezTo>
                    <a:pt x="2502" y="2291"/>
                    <a:pt x="2502" y="2624"/>
                    <a:pt x="2335" y="2858"/>
                  </a:cubicBezTo>
                  <a:cubicBezTo>
                    <a:pt x="2202" y="3025"/>
                    <a:pt x="2002" y="3125"/>
                    <a:pt x="1801" y="3225"/>
                  </a:cubicBezTo>
                  <a:cubicBezTo>
                    <a:pt x="1368" y="3425"/>
                    <a:pt x="1001" y="3692"/>
                    <a:pt x="667" y="4025"/>
                  </a:cubicBezTo>
                  <a:cubicBezTo>
                    <a:pt x="400" y="4259"/>
                    <a:pt x="167" y="4526"/>
                    <a:pt x="100" y="4826"/>
                  </a:cubicBezTo>
                  <a:cubicBezTo>
                    <a:pt x="0" y="5126"/>
                    <a:pt x="34" y="5460"/>
                    <a:pt x="100" y="5760"/>
                  </a:cubicBezTo>
                  <a:cubicBezTo>
                    <a:pt x="167" y="6394"/>
                    <a:pt x="267" y="6994"/>
                    <a:pt x="400" y="7595"/>
                  </a:cubicBezTo>
                  <a:cubicBezTo>
                    <a:pt x="467" y="7861"/>
                    <a:pt x="567" y="8128"/>
                    <a:pt x="567" y="8395"/>
                  </a:cubicBezTo>
                  <a:cubicBezTo>
                    <a:pt x="567" y="8695"/>
                    <a:pt x="467" y="8962"/>
                    <a:pt x="534" y="9296"/>
                  </a:cubicBezTo>
                  <a:cubicBezTo>
                    <a:pt x="634" y="9696"/>
                    <a:pt x="901" y="9963"/>
                    <a:pt x="1034" y="10330"/>
                  </a:cubicBezTo>
                  <a:cubicBezTo>
                    <a:pt x="1101" y="10463"/>
                    <a:pt x="1101" y="10597"/>
                    <a:pt x="1168" y="10763"/>
                  </a:cubicBezTo>
                  <a:cubicBezTo>
                    <a:pt x="1234" y="10930"/>
                    <a:pt x="1334" y="11064"/>
                    <a:pt x="1368" y="11264"/>
                  </a:cubicBezTo>
                  <a:cubicBezTo>
                    <a:pt x="1435" y="11464"/>
                    <a:pt x="1368" y="11697"/>
                    <a:pt x="1468" y="11898"/>
                  </a:cubicBezTo>
                  <a:cubicBezTo>
                    <a:pt x="1501" y="11998"/>
                    <a:pt x="1568" y="12098"/>
                    <a:pt x="1635" y="12164"/>
                  </a:cubicBezTo>
                  <a:cubicBezTo>
                    <a:pt x="1855" y="12448"/>
                    <a:pt x="2046" y="12970"/>
                    <a:pt x="2461" y="12970"/>
                  </a:cubicBezTo>
                  <a:cubicBezTo>
                    <a:pt x="2485" y="12970"/>
                    <a:pt x="2510" y="12969"/>
                    <a:pt x="2535" y="12965"/>
                  </a:cubicBezTo>
                  <a:cubicBezTo>
                    <a:pt x="2836" y="12898"/>
                    <a:pt x="3102" y="12698"/>
                    <a:pt x="3269" y="12431"/>
                  </a:cubicBezTo>
                  <a:cubicBezTo>
                    <a:pt x="3436" y="12198"/>
                    <a:pt x="3536" y="11864"/>
                    <a:pt x="3636" y="11597"/>
                  </a:cubicBezTo>
                  <a:cubicBezTo>
                    <a:pt x="3803" y="11097"/>
                    <a:pt x="4003" y="10630"/>
                    <a:pt x="4203" y="10196"/>
                  </a:cubicBezTo>
                  <a:cubicBezTo>
                    <a:pt x="4370" y="9763"/>
                    <a:pt x="4537" y="9262"/>
                    <a:pt x="4770" y="8895"/>
                  </a:cubicBezTo>
                  <a:cubicBezTo>
                    <a:pt x="5004" y="8595"/>
                    <a:pt x="5404" y="8562"/>
                    <a:pt x="5704" y="8395"/>
                  </a:cubicBezTo>
                  <a:cubicBezTo>
                    <a:pt x="6171" y="8162"/>
                    <a:pt x="6171" y="7961"/>
                    <a:pt x="6305" y="7494"/>
                  </a:cubicBezTo>
                  <a:cubicBezTo>
                    <a:pt x="6438" y="6927"/>
                    <a:pt x="7072" y="6594"/>
                    <a:pt x="7639" y="6527"/>
                  </a:cubicBezTo>
                  <a:cubicBezTo>
                    <a:pt x="7939" y="6477"/>
                    <a:pt x="8239" y="6477"/>
                    <a:pt x="8535" y="6477"/>
                  </a:cubicBezTo>
                  <a:cubicBezTo>
                    <a:pt x="8831" y="6477"/>
                    <a:pt x="9123" y="6477"/>
                    <a:pt x="9407" y="6427"/>
                  </a:cubicBezTo>
                  <a:cubicBezTo>
                    <a:pt x="10041" y="6294"/>
                    <a:pt x="10608" y="5927"/>
                    <a:pt x="11242" y="5927"/>
                  </a:cubicBezTo>
                  <a:cubicBezTo>
                    <a:pt x="11475" y="5927"/>
                    <a:pt x="11742" y="5960"/>
                    <a:pt x="12009" y="5960"/>
                  </a:cubicBezTo>
                  <a:cubicBezTo>
                    <a:pt x="13043" y="5927"/>
                    <a:pt x="13910" y="5059"/>
                    <a:pt x="13810" y="3992"/>
                  </a:cubicBezTo>
                  <a:cubicBezTo>
                    <a:pt x="13777" y="3558"/>
                    <a:pt x="13543" y="3125"/>
                    <a:pt x="13176" y="2891"/>
                  </a:cubicBezTo>
                  <a:cubicBezTo>
                    <a:pt x="12743" y="2591"/>
                    <a:pt x="12142" y="2524"/>
                    <a:pt x="11875" y="2091"/>
                  </a:cubicBezTo>
                  <a:cubicBezTo>
                    <a:pt x="11675" y="1824"/>
                    <a:pt x="11675" y="1423"/>
                    <a:pt x="11442" y="1190"/>
                  </a:cubicBezTo>
                  <a:cubicBezTo>
                    <a:pt x="11308" y="1057"/>
                    <a:pt x="11108" y="990"/>
                    <a:pt x="10908" y="923"/>
                  </a:cubicBezTo>
                  <a:cubicBezTo>
                    <a:pt x="9674" y="489"/>
                    <a:pt x="8440" y="123"/>
                    <a:pt x="7172" y="22"/>
                  </a:cubicBezTo>
                  <a:cubicBezTo>
                    <a:pt x="6988" y="8"/>
                    <a:pt x="6803" y="0"/>
                    <a:pt x="661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1" name="Google Shape;2861;p65"/>
            <p:cNvSpPr/>
            <p:nvPr/>
          </p:nvSpPr>
          <p:spPr>
            <a:xfrm>
              <a:off x="5906661" y="4074208"/>
              <a:ext cx="480694" cy="332286"/>
            </a:xfrm>
            <a:custGeom>
              <a:rect b="b" l="l" r="r" t="t"/>
              <a:pathLst>
                <a:path extrusionOk="0" h="16544" w="23933">
                  <a:moveTo>
                    <a:pt x="23717" y="0"/>
                  </a:moveTo>
                  <a:cubicBezTo>
                    <a:pt x="23696" y="0"/>
                    <a:pt x="23673" y="4"/>
                    <a:pt x="23650" y="14"/>
                  </a:cubicBezTo>
                  <a:lnTo>
                    <a:pt x="23684" y="14"/>
                  </a:lnTo>
                  <a:cubicBezTo>
                    <a:pt x="22016" y="914"/>
                    <a:pt x="20548" y="2148"/>
                    <a:pt x="19114" y="3349"/>
                  </a:cubicBezTo>
                  <a:cubicBezTo>
                    <a:pt x="17679" y="4550"/>
                    <a:pt x="16212" y="5784"/>
                    <a:pt x="14644" y="6852"/>
                  </a:cubicBezTo>
                  <a:cubicBezTo>
                    <a:pt x="13843" y="7352"/>
                    <a:pt x="13043" y="7852"/>
                    <a:pt x="12175" y="8253"/>
                  </a:cubicBezTo>
                  <a:cubicBezTo>
                    <a:pt x="11275" y="8653"/>
                    <a:pt x="10374" y="9020"/>
                    <a:pt x="9474" y="9387"/>
                  </a:cubicBezTo>
                  <a:cubicBezTo>
                    <a:pt x="8573" y="9787"/>
                    <a:pt x="7706" y="10221"/>
                    <a:pt x="6905" y="10788"/>
                  </a:cubicBezTo>
                  <a:cubicBezTo>
                    <a:pt x="6038" y="11355"/>
                    <a:pt x="5337" y="12122"/>
                    <a:pt x="4470" y="12723"/>
                  </a:cubicBezTo>
                  <a:cubicBezTo>
                    <a:pt x="3569" y="13356"/>
                    <a:pt x="2535" y="13857"/>
                    <a:pt x="1501" y="14324"/>
                  </a:cubicBezTo>
                  <a:lnTo>
                    <a:pt x="734" y="14691"/>
                  </a:lnTo>
                  <a:cubicBezTo>
                    <a:pt x="534" y="14757"/>
                    <a:pt x="300" y="14857"/>
                    <a:pt x="134" y="15024"/>
                  </a:cubicBezTo>
                  <a:cubicBezTo>
                    <a:pt x="0" y="15158"/>
                    <a:pt x="0" y="15324"/>
                    <a:pt x="0" y="15525"/>
                  </a:cubicBezTo>
                  <a:cubicBezTo>
                    <a:pt x="67" y="15825"/>
                    <a:pt x="100" y="16158"/>
                    <a:pt x="200" y="16459"/>
                  </a:cubicBezTo>
                  <a:cubicBezTo>
                    <a:pt x="215" y="16517"/>
                    <a:pt x="268" y="16544"/>
                    <a:pt x="320" y="16544"/>
                  </a:cubicBezTo>
                  <a:cubicBezTo>
                    <a:pt x="387" y="16544"/>
                    <a:pt x="452" y="16500"/>
                    <a:pt x="434" y="16425"/>
                  </a:cubicBezTo>
                  <a:cubicBezTo>
                    <a:pt x="434" y="16192"/>
                    <a:pt x="400" y="15958"/>
                    <a:pt x="367" y="15725"/>
                  </a:cubicBezTo>
                  <a:cubicBezTo>
                    <a:pt x="334" y="15591"/>
                    <a:pt x="300" y="15458"/>
                    <a:pt x="334" y="15324"/>
                  </a:cubicBezTo>
                  <a:cubicBezTo>
                    <a:pt x="400" y="15191"/>
                    <a:pt x="534" y="15124"/>
                    <a:pt x="667" y="15091"/>
                  </a:cubicBezTo>
                  <a:cubicBezTo>
                    <a:pt x="1101" y="14857"/>
                    <a:pt x="1535" y="14657"/>
                    <a:pt x="2002" y="14457"/>
                  </a:cubicBezTo>
                  <a:cubicBezTo>
                    <a:pt x="2869" y="14024"/>
                    <a:pt x="3769" y="13590"/>
                    <a:pt x="4570" y="13023"/>
                  </a:cubicBezTo>
                  <a:cubicBezTo>
                    <a:pt x="5404" y="12456"/>
                    <a:pt x="6104" y="11722"/>
                    <a:pt x="6905" y="11155"/>
                  </a:cubicBezTo>
                  <a:cubicBezTo>
                    <a:pt x="7672" y="10588"/>
                    <a:pt x="8540" y="10154"/>
                    <a:pt x="9407" y="9787"/>
                  </a:cubicBezTo>
                  <a:cubicBezTo>
                    <a:pt x="10274" y="9387"/>
                    <a:pt x="11175" y="9053"/>
                    <a:pt x="12042" y="8653"/>
                  </a:cubicBezTo>
                  <a:cubicBezTo>
                    <a:pt x="12876" y="8253"/>
                    <a:pt x="13710" y="7819"/>
                    <a:pt x="14477" y="7319"/>
                  </a:cubicBezTo>
                  <a:cubicBezTo>
                    <a:pt x="16012" y="6318"/>
                    <a:pt x="17413" y="5151"/>
                    <a:pt x="18814" y="3983"/>
                  </a:cubicBezTo>
                  <a:cubicBezTo>
                    <a:pt x="19614" y="3316"/>
                    <a:pt x="20415" y="2649"/>
                    <a:pt x="21249" y="2015"/>
                  </a:cubicBezTo>
                  <a:cubicBezTo>
                    <a:pt x="22083" y="1381"/>
                    <a:pt x="22950" y="814"/>
                    <a:pt x="23817" y="247"/>
                  </a:cubicBezTo>
                  <a:cubicBezTo>
                    <a:pt x="23932" y="161"/>
                    <a:pt x="23849" y="0"/>
                    <a:pt x="2371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2" name="Google Shape;2862;p65"/>
            <p:cNvSpPr/>
            <p:nvPr/>
          </p:nvSpPr>
          <p:spPr>
            <a:xfrm>
              <a:off x="5852090" y="3244054"/>
              <a:ext cx="70659" cy="68550"/>
            </a:xfrm>
            <a:custGeom>
              <a:rect b="b" l="l" r="r" t="t"/>
              <a:pathLst>
                <a:path extrusionOk="0" h="3413" w="3518">
                  <a:moveTo>
                    <a:pt x="1888" y="1"/>
                  </a:moveTo>
                  <a:cubicBezTo>
                    <a:pt x="1260" y="1"/>
                    <a:pt x="634" y="353"/>
                    <a:pt x="349" y="1083"/>
                  </a:cubicBezTo>
                  <a:cubicBezTo>
                    <a:pt x="0" y="2071"/>
                    <a:pt x="764" y="3413"/>
                    <a:pt x="1981" y="3413"/>
                  </a:cubicBezTo>
                  <a:cubicBezTo>
                    <a:pt x="2161" y="3413"/>
                    <a:pt x="2352" y="3383"/>
                    <a:pt x="2550" y="3318"/>
                  </a:cubicBezTo>
                  <a:lnTo>
                    <a:pt x="3518" y="1250"/>
                  </a:lnTo>
                  <a:cubicBezTo>
                    <a:pt x="3273" y="428"/>
                    <a:pt x="2579" y="1"/>
                    <a:pt x="1888" y="1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3" name="Google Shape;2863;p65"/>
            <p:cNvSpPr/>
            <p:nvPr/>
          </p:nvSpPr>
          <p:spPr>
            <a:xfrm>
              <a:off x="5506668" y="3480254"/>
              <a:ext cx="302862" cy="323569"/>
            </a:xfrm>
            <a:custGeom>
              <a:rect b="b" l="l" r="r" t="t"/>
              <a:pathLst>
                <a:path extrusionOk="0" h="16110" w="15079">
                  <a:moveTo>
                    <a:pt x="6618" y="0"/>
                  </a:moveTo>
                  <a:cubicBezTo>
                    <a:pt x="6547" y="0"/>
                    <a:pt x="6476" y="19"/>
                    <a:pt x="6405" y="64"/>
                  </a:cubicBezTo>
                  <a:cubicBezTo>
                    <a:pt x="6339" y="98"/>
                    <a:pt x="6305" y="131"/>
                    <a:pt x="6272" y="164"/>
                  </a:cubicBezTo>
                  <a:cubicBezTo>
                    <a:pt x="4771" y="1132"/>
                    <a:pt x="3770" y="2466"/>
                    <a:pt x="2903" y="4034"/>
                  </a:cubicBezTo>
                  <a:cubicBezTo>
                    <a:pt x="2002" y="5668"/>
                    <a:pt x="1335" y="7436"/>
                    <a:pt x="868" y="9271"/>
                  </a:cubicBezTo>
                  <a:cubicBezTo>
                    <a:pt x="501" y="10605"/>
                    <a:pt x="234" y="11940"/>
                    <a:pt x="1" y="13307"/>
                  </a:cubicBezTo>
                  <a:cubicBezTo>
                    <a:pt x="2536" y="14341"/>
                    <a:pt x="5171" y="15175"/>
                    <a:pt x="7840" y="15709"/>
                  </a:cubicBezTo>
                  <a:cubicBezTo>
                    <a:pt x="9908" y="16109"/>
                    <a:pt x="11776" y="15976"/>
                    <a:pt x="13844" y="16043"/>
                  </a:cubicBezTo>
                  <a:cubicBezTo>
                    <a:pt x="14478" y="12707"/>
                    <a:pt x="15078" y="9171"/>
                    <a:pt x="13844" y="6035"/>
                  </a:cubicBezTo>
                  <a:cubicBezTo>
                    <a:pt x="13277" y="4568"/>
                    <a:pt x="12243" y="3267"/>
                    <a:pt x="10975" y="2299"/>
                  </a:cubicBezTo>
                  <a:cubicBezTo>
                    <a:pt x="10375" y="1799"/>
                    <a:pt x="9674" y="1399"/>
                    <a:pt x="8941" y="1098"/>
                  </a:cubicBezTo>
                  <a:cubicBezTo>
                    <a:pt x="8440" y="865"/>
                    <a:pt x="7940" y="698"/>
                    <a:pt x="7473" y="465"/>
                  </a:cubicBezTo>
                  <a:cubicBezTo>
                    <a:pt x="7204" y="330"/>
                    <a:pt x="6913" y="0"/>
                    <a:pt x="6618" y="0"/>
                  </a:cubicBezTo>
                  <a:close/>
                </a:path>
              </a:pathLst>
            </a:custGeom>
            <a:solidFill>
              <a:srgbClr val="2C6AA3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4" name="Google Shape;2864;p65"/>
            <p:cNvSpPr/>
            <p:nvPr/>
          </p:nvSpPr>
          <p:spPr>
            <a:xfrm>
              <a:off x="5725756" y="4175637"/>
              <a:ext cx="574873" cy="28822"/>
            </a:xfrm>
            <a:custGeom>
              <a:rect b="b" l="l" r="r" t="t"/>
              <a:pathLst>
                <a:path extrusionOk="0" h="1435" w="28622">
                  <a:moveTo>
                    <a:pt x="701" y="0"/>
                  </a:moveTo>
                  <a:cubicBezTo>
                    <a:pt x="301" y="0"/>
                    <a:pt x="1" y="334"/>
                    <a:pt x="1" y="734"/>
                  </a:cubicBezTo>
                  <a:cubicBezTo>
                    <a:pt x="1" y="1135"/>
                    <a:pt x="301" y="1435"/>
                    <a:pt x="701" y="1435"/>
                  </a:cubicBezTo>
                  <a:lnTo>
                    <a:pt x="27921" y="1435"/>
                  </a:lnTo>
                  <a:cubicBezTo>
                    <a:pt x="28321" y="1435"/>
                    <a:pt x="28621" y="1135"/>
                    <a:pt x="28621" y="734"/>
                  </a:cubicBezTo>
                  <a:cubicBezTo>
                    <a:pt x="28621" y="334"/>
                    <a:pt x="28321" y="0"/>
                    <a:pt x="2792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5" name="Google Shape;2865;p65"/>
            <p:cNvSpPr/>
            <p:nvPr/>
          </p:nvSpPr>
          <p:spPr>
            <a:xfrm>
              <a:off x="5820898" y="3923048"/>
              <a:ext cx="580898" cy="261989"/>
            </a:xfrm>
            <a:custGeom>
              <a:rect b="b" l="l" r="r" t="t"/>
              <a:pathLst>
                <a:path extrusionOk="0" h="13044" w="28922">
                  <a:moveTo>
                    <a:pt x="5704" y="1"/>
                  </a:moveTo>
                  <a:cubicBezTo>
                    <a:pt x="5471" y="1"/>
                    <a:pt x="5237" y="134"/>
                    <a:pt x="5137" y="368"/>
                  </a:cubicBezTo>
                  <a:lnTo>
                    <a:pt x="0" y="13043"/>
                  </a:lnTo>
                  <a:lnTo>
                    <a:pt x="23817" y="13043"/>
                  </a:lnTo>
                  <a:lnTo>
                    <a:pt x="28754" y="835"/>
                  </a:lnTo>
                  <a:cubicBezTo>
                    <a:pt x="28921" y="434"/>
                    <a:pt x="28621" y="1"/>
                    <a:pt x="2822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6" name="Google Shape;2866;p65"/>
            <p:cNvSpPr/>
            <p:nvPr/>
          </p:nvSpPr>
          <p:spPr>
            <a:xfrm>
              <a:off x="6096926" y="4030242"/>
              <a:ext cx="68349" cy="48264"/>
            </a:xfrm>
            <a:custGeom>
              <a:rect b="b" l="l" r="r" t="t"/>
              <a:pathLst>
                <a:path extrusionOk="0" fill="none" h="2403" w="3403">
                  <a:moveTo>
                    <a:pt x="3136" y="1202"/>
                  </a:moveTo>
                  <a:cubicBezTo>
                    <a:pt x="2903" y="1836"/>
                    <a:pt x="2035" y="2403"/>
                    <a:pt x="1235" y="2403"/>
                  </a:cubicBezTo>
                  <a:cubicBezTo>
                    <a:pt x="434" y="2403"/>
                    <a:pt x="1" y="1836"/>
                    <a:pt x="267" y="1202"/>
                  </a:cubicBezTo>
                  <a:cubicBezTo>
                    <a:pt x="501" y="535"/>
                    <a:pt x="1368" y="1"/>
                    <a:pt x="2169" y="1"/>
                  </a:cubicBezTo>
                  <a:cubicBezTo>
                    <a:pt x="2969" y="1"/>
                    <a:pt x="3403" y="535"/>
                    <a:pt x="3136" y="1202"/>
                  </a:cubicBezTo>
                  <a:close/>
                </a:path>
              </a:pathLst>
            </a:custGeom>
            <a:noFill/>
            <a:ln cap="flat" cmpd="sng" w="8575">
              <a:solidFill>
                <a:srgbClr val="FFFFFF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7" name="Google Shape;2867;p65"/>
            <p:cNvSpPr/>
            <p:nvPr/>
          </p:nvSpPr>
          <p:spPr>
            <a:xfrm>
              <a:off x="6008070" y="3322567"/>
              <a:ext cx="43323" cy="12272"/>
            </a:xfrm>
            <a:custGeom>
              <a:rect b="b" l="l" r="r" t="t"/>
              <a:pathLst>
                <a:path extrusionOk="0" h="611" w="2157">
                  <a:moveTo>
                    <a:pt x="2059" y="1"/>
                  </a:moveTo>
                  <a:cubicBezTo>
                    <a:pt x="2047" y="1"/>
                    <a:pt x="2035" y="4"/>
                    <a:pt x="2023" y="10"/>
                  </a:cubicBezTo>
                  <a:cubicBezTo>
                    <a:pt x="1856" y="43"/>
                    <a:pt x="1756" y="177"/>
                    <a:pt x="1623" y="243"/>
                  </a:cubicBezTo>
                  <a:cubicBezTo>
                    <a:pt x="1489" y="310"/>
                    <a:pt x="1322" y="343"/>
                    <a:pt x="1156" y="343"/>
                  </a:cubicBezTo>
                  <a:cubicBezTo>
                    <a:pt x="789" y="343"/>
                    <a:pt x="455" y="210"/>
                    <a:pt x="121" y="43"/>
                  </a:cubicBezTo>
                  <a:cubicBezTo>
                    <a:pt x="115" y="37"/>
                    <a:pt x="107" y="34"/>
                    <a:pt x="98" y="34"/>
                  </a:cubicBezTo>
                  <a:cubicBezTo>
                    <a:pt x="57" y="34"/>
                    <a:pt x="0" y="89"/>
                    <a:pt x="55" y="143"/>
                  </a:cubicBezTo>
                  <a:cubicBezTo>
                    <a:pt x="388" y="377"/>
                    <a:pt x="755" y="577"/>
                    <a:pt x="1189" y="610"/>
                  </a:cubicBezTo>
                  <a:cubicBezTo>
                    <a:pt x="1356" y="610"/>
                    <a:pt x="1556" y="577"/>
                    <a:pt x="1723" y="510"/>
                  </a:cubicBezTo>
                  <a:cubicBezTo>
                    <a:pt x="1889" y="443"/>
                    <a:pt x="2123" y="310"/>
                    <a:pt x="2156" y="110"/>
                  </a:cubicBezTo>
                  <a:cubicBezTo>
                    <a:pt x="2156" y="55"/>
                    <a:pt x="2112" y="1"/>
                    <a:pt x="205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8" name="Google Shape;2868;p65"/>
            <p:cNvSpPr/>
            <p:nvPr/>
          </p:nvSpPr>
          <p:spPr>
            <a:xfrm>
              <a:off x="6500253" y="2859407"/>
              <a:ext cx="199022" cy="209145"/>
            </a:xfrm>
            <a:custGeom>
              <a:rect b="b" l="l" r="r" t="t"/>
              <a:pathLst>
                <a:path extrusionOk="0" h="10413" w="9909">
                  <a:moveTo>
                    <a:pt x="9539" y="0"/>
                  </a:moveTo>
                  <a:cubicBezTo>
                    <a:pt x="9447" y="0"/>
                    <a:pt x="9350" y="45"/>
                    <a:pt x="9274" y="153"/>
                  </a:cubicBezTo>
                  <a:lnTo>
                    <a:pt x="9274" y="120"/>
                  </a:lnTo>
                  <a:cubicBezTo>
                    <a:pt x="8473" y="1254"/>
                    <a:pt x="8006" y="2622"/>
                    <a:pt x="7439" y="3823"/>
                  </a:cubicBezTo>
                  <a:cubicBezTo>
                    <a:pt x="6839" y="5124"/>
                    <a:pt x="6272" y="6391"/>
                    <a:pt x="5671" y="7692"/>
                  </a:cubicBezTo>
                  <a:cubicBezTo>
                    <a:pt x="5538" y="7959"/>
                    <a:pt x="5371" y="8259"/>
                    <a:pt x="5238" y="8559"/>
                  </a:cubicBezTo>
                  <a:cubicBezTo>
                    <a:pt x="5171" y="8759"/>
                    <a:pt x="5071" y="8926"/>
                    <a:pt x="5004" y="9093"/>
                  </a:cubicBezTo>
                  <a:cubicBezTo>
                    <a:pt x="4971" y="9160"/>
                    <a:pt x="4837" y="9460"/>
                    <a:pt x="4837" y="9460"/>
                  </a:cubicBezTo>
                  <a:cubicBezTo>
                    <a:pt x="4835" y="9461"/>
                    <a:pt x="4832" y="9462"/>
                    <a:pt x="4829" y="9462"/>
                  </a:cubicBezTo>
                  <a:cubicBezTo>
                    <a:pt x="4737" y="9462"/>
                    <a:pt x="4267" y="9023"/>
                    <a:pt x="4170" y="8926"/>
                  </a:cubicBezTo>
                  <a:cubicBezTo>
                    <a:pt x="3937" y="8726"/>
                    <a:pt x="3703" y="8559"/>
                    <a:pt x="3470" y="8359"/>
                  </a:cubicBezTo>
                  <a:cubicBezTo>
                    <a:pt x="2969" y="7892"/>
                    <a:pt x="2469" y="7425"/>
                    <a:pt x="1969" y="6925"/>
                  </a:cubicBezTo>
                  <a:cubicBezTo>
                    <a:pt x="1535" y="6491"/>
                    <a:pt x="1101" y="5991"/>
                    <a:pt x="601" y="5624"/>
                  </a:cubicBezTo>
                  <a:cubicBezTo>
                    <a:pt x="555" y="5591"/>
                    <a:pt x="502" y="5576"/>
                    <a:pt x="448" y="5576"/>
                  </a:cubicBezTo>
                  <a:cubicBezTo>
                    <a:pt x="231" y="5576"/>
                    <a:pt x="0" y="5817"/>
                    <a:pt x="134" y="6058"/>
                  </a:cubicBezTo>
                  <a:cubicBezTo>
                    <a:pt x="501" y="6691"/>
                    <a:pt x="1068" y="7225"/>
                    <a:pt x="1602" y="7759"/>
                  </a:cubicBezTo>
                  <a:cubicBezTo>
                    <a:pt x="2069" y="8259"/>
                    <a:pt x="2602" y="8726"/>
                    <a:pt x="3103" y="9193"/>
                  </a:cubicBezTo>
                  <a:cubicBezTo>
                    <a:pt x="3570" y="9593"/>
                    <a:pt x="4137" y="10294"/>
                    <a:pt x="4737" y="10394"/>
                  </a:cubicBezTo>
                  <a:cubicBezTo>
                    <a:pt x="4799" y="10406"/>
                    <a:pt x="4856" y="10412"/>
                    <a:pt x="4911" y="10412"/>
                  </a:cubicBezTo>
                  <a:cubicBezTo>
                    <a:pt x="5447" y="10412"/>
                    <a:pt x="5659" y="9851"/>
                    <a:pt x="5871" y="9427"/>
                  </a:cubicBezTo>
                  <a:cubicBezTo>
                    <a:pt x="6572" y="7926"/>
                    <a:pt x="7239" y="6458"/>
                    <a:pt x="7940" y="4957"/>
                  </a:cubicBezTo>
                  <a:cubicBezTo>
                    <a:pt x="8273" y="4223"/>
                    <a:pt x="8607" y="3522"/>
                    <a:pt x="8907" y="2822"/>
                  </a:cubicBezTo>
                  <a:cubicBezTo>
                    <a:pt x="9274" y="2055"/>
                    <a:pt x="9641" y="1254"/>
                    <a:pt x="9841" y="420"/>
                  </a:cubicBezTo>
                  <a:cubicBezTo>
                    <a:pt x="9908" y="195"/>
                    <a:pt x="9733" y="0"/>
                    <a:pt x="9539" y="0"/>
                  </a:cubicBezTo>
                  <a:close/>
                </a:path>
              </a:pathLst>
            </a:custGeom>
            <a:solidFill>
              <a:srgbClr val="2C6AA3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9" name="Google Shape;2869;p65"/>
            <p:cNvSpPr/>
            <p:nvPr/>
          </p:nvSpPr>
          <p:spPr>
            <a:xfrm>
              <a:off x="5892582" y="3261107"/>
              <a:ext cx="19442" cy="28701"/>
            </a:xfrm>
            <a:custGeom>
              <a:rect b="b" l="l" r="r" t="t"/>
              <a:pathLst>
                <a:path extrusionOk="0" h="1429" w="968">
                  <a:moveTo>
                    <a:pt x="67" y="1"/>
                  </a:moveTo>
                  <a:cubicBezTo>
                    <a:pt x="34" y="1"/>
                    <a:pt x="1" y="68"/>
                    <a:pt x="67" y="101"/>
                  </a:cubicBezTo>
                  <a:cubicBezTo>
                    <a:pt x="334" y="134"/>
                    <a:pt x="534" y="301"/>
                    <a:pt x="634" y="568"/>
                  </a:cubicBezTo>
                  <a:cubicBezTo>
                    <a:pt x="734" y="801"/>
                    <a:pt x="634" y="1102"/>
                    <a:pt x="501" y="1302"/>
                  </a:cubicBezTo>
                  <a:cubicBezTo>
                    <a:pt x="453" y="1374"/>
                    <a:pt x="509" y="1429"/>
                    <a:pt x="569" y="1429"/>
                  </a:cubicBezTo>
                  <a:cubicBezTo>
                    <a:pt x="592" y="1429"/>
                    <a:pt x="616" y="1421"/>
                    <a:pt x="634" y="1402"/>
                  </a:cubicBezTo>
                  <a:cubicBezTo>
                    <a:pt x="901" y="1168"/>
                    <a:pt x="968" y="801"/>
                    <a:pt x="835" y="468"/>
                  </a:cubicBezTo>
                  <a:cubicBezTo>
                    <a:pt x="701" y="201"/>
                    <a:pt x="368" y="1"/>
                    <a:pt x="67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0" name="Google Shape;2870;p65"/>
            <p:cNvSpPr/>
            <p:nvPr/>
          </p:nvSpPr>
          <p:spPr>
            <a:xfrm>
              <a:off x="6518350" y="2997993"/>
              <a:ext cx="80420" cy="72206"/>
            </a:xfrm>
            <a:custGeom>
              <a:rect b="b" l="l" r="r" t="t"/>
              <a:pathLst>
                <a:path extrusionOk="0" h="3595" w="4004">
                  <a:moveTo>
                    <a:pt x="3493" y="1"/>
                  </a:moveTo>
                  <a:cubicBezTo>
                    <a:pt x="3260" y="1"/>
                    <a:pt x="3069" y="191"/>
                    <a:pt x="2902" y="358"/>
                  </a:cubicBezTo>
                  <a:cubicBezTo>
                    <a:pt x="2102" y="1092"/>
                    <a:pt x="1068" y="1559"/>
                    <a:pt x="0" y="1659"/>
                  </a:cubicBezTo>
                  <a:lnTo>
                    <a:pt x="667" y="3594"/>
                  </a:lnTo>
                  <a:cubicBezTo>
                    <a:pt x="1701" y="2894"/>
                    <a:pt x="2735" y="2193"/>
                    <a:pt x="3569" y="1259"/>
                  </a:cubicBezTo>
                  <a:cubicBezTo>
                    <a:pt x="3736" y="1059"/>
                    <a:pt x="3903" y="859"/>
                    <a:pt x="3936" y="625"/>
                  </a:cubicBezTo>
                  <a:cubicBezTo>
                    <a:pt x="4003" y="358"/>
                    <a:pt x="3870" y="58"/>
                    <a:pt x="3636" y="25"/>
                  </a:cubicBezTo>
                  <a:cubicBezTo>
                    <a:pt x="3587" y="8"/>
                    <a:pt x="3539" y="1"/>
                    <a:pt x="3493" y="1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1" name="Google Shape;2871;p65"/>
            <p:cNvSpPr/>
            <p:nvPr/>
          </p:nvSpPr>
          <p:spPr>
            <a:xfrm>
              <a:off x="5958239" y="3382380"/>
              <a:ext cx="49610" cy="8054"/>
            </a:xfrm>
            <a:custGeom>
              <a:rect b="b" l="l" r="r" t="t"/>
              <a:pathLst>
                <a:path extrusionOk="0" h="401" w="2470">
                  <a:moveTo>
                    <a:pt x="234" y="1"/>
                  </a:moveTo>
                  <a:cubicBezTo>
                    <a:pt x="67" y="1"/>
                    <a:pt x="1" y="267"/>
                    <a:pt x="167" y="301"/>
                  </a:cubicBezTo>
                  <a:cubicBezTo>
                    <a:pt x="568" y="367"/>
                    <a:pt x="935" y="401"/>
                    <a:pt x="1302" y="401"/>
                  </a:cubicBezTo>
                  <a:cubicBezTo>
                    <a:pt x="1502" y="401"/>
                    <a:pt x="1702" y="367"/>
                    <a:pt x="1869" y="367"/>
                  </a:cubicBezTo>
                  <a:cubicBezTo>
                    <a:pt x="2035" y="367"/>
                    <a:pt x="2302" y="367"/>
                    <a:pt x="2402" y="234"/>
                  </a:cubicBezTo>
                  <a:cubicBezTo>
                    <a:pt x="2469" y="167"/>
                    <a:pt x="2469" y="101"/>
                    <a:pt x="2402" y="34"/>
                  </a:cubicBezTo>
                  <a:lnTo>
                    <a:pt x="2402" y="67"/>
                  </a:lnTo>
                  <a:cubicBezTo>
                    <a:pt x="2345" y="24"/>
                    <a:pt x="2270" y="12"/>
                    <a:pt x="2189" y="12"/>
                  </a:cubicBezTo>
                  <a:cubicBezTo>
                    <a:pt x="2081" y="12"/>
                    <a:pt x="1964" y="34"/>
                    <a:pt x="1869" y="34"/>
                  </a:cubicBezTo>
                  <a:cubicBezTo>
                    <a:pt x="1702" y="34"/>
                    <a:pt x="1502" y="67"/>
                    <a:pt x="1302" y="67"/>
                  </a:cubicBezTo>
                  <a:cubicBezTo>
                    <a:pt x="935" y="67"/>
                    <a:pt x="601" y="34"/>
                    <a:pt x="234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2" name="Google Shape;2872;p65"/>
            <p:cNvSpPr/>
            <p:nvPr/>
          </p:nvSpPr>
          <p:spPr>
            <a:xfrm>
              <a:off x="5766629" y="4674327"/>
              <a:ext cx="46919" cy="23439"/>
            </a:xfrm>
            <a:custGeom>
              <a:rect b="b" l="l" r="r" t="t"/>
              <a:pathLst>
                <a:path extrusionOk="0" h="1167" w="2336">
                  <a:moveTo>
                    <a:pt x="307" y="1"/>
                  </a:moveTo>
                  <a:cubicBezTo>
                    <a:pt x="197" y="1"/>
                    <a:pt x="85" y="79"/>
                    <a:pt x="34" y="156"/>
                  </a:cubicBezTo>
                  <a:cubicBezTo>
                    <a:pt x="0" y="289"/>
                    <a:pt x="0" y="423"/>
                    <a:pt x="101" y="523"/>
                  </a:cubicBezTo>
                  <a:cubicBezTo>
                    <a:pt x="234" y="656"/>
                    <a:pt x="367" y="756"/>
                    <a:pt x="501" y="857"/>
                  </a:cubicBezTo>
                  <a:cubicBezTo>
                    <a:pt x="634" y="957"/>
                    <a:pt x="834" y="1023"/>
                    <a:pt x="1001" y="1057"/>
                  </a:cubicBezTo>
                  <a:cubicBezTo>
                    <a:pt x="1202" y="1111"/>
                    <a:pt x="1423" y="1166"/>
                    <a:pt x="1637" y="1166"/>
                  </a:cubicBezTo>
                  <a:cubicBezTo>
                    <a:pt x="1813" y="1166"/>
                    <a:pt x="1984" y="1129"/>
                    <a:pt x="2135" y="1023"/>
                  </a:cubicBezTo>
                  <a:cubicBezTo>
                    <a:pt x="2269" y="957"/>
                    <a:pt x="2335" y="790"/>
                    <a:pt x="2335" y="656"/>
                  </a:cubicBezTo>
                  <a:cubicBezTo>
                    <a:pt x="2302" y="490"/>
                    <a:pt x="2202" y="390"/>
                    <a:pt x="2069" y="323"/>
                  </a:cubicBezTo>
                  <a:cubicBezTo>
                    <a:pt x="1969" y="289"/>
                    <a:pt x="1868" y="256"/>
                    <a:pt x="1768" y="256"/>
                  </a:cubicBezTo>
                  <a:lnTo>
                    <a:pt x="1201" y="256"/>
                  </a:lnTo>
                  <a:cubicBezTo>
                    <a:pt x="1068" y="223"/>
                    <a:pt x="934" y="189"/>
                    <a:pt x="801" y="156"/>
                  </a:cubicBezTo>
                  <a:cubicBezTo>
                    <a:pt x="668" y="123"/>
                    <a:pt x="534" y="56"/>
                    <a:pt x="401" y="23"/>
                  </a:cubicBezTo>
                  <a:cubicBezTo>
                    <a:pt x="371" y="8"/>
                    <a:pt x="339" y="1"/>
                    <a:pt x="307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3" name="Google Shape;2873;p65"/>
            <p:cNvSpPr/>
            <p:nvPr/>
          </p:nvSpPr>
          <p:spPr>
            <a:xfrm>
              <a:off x="5778017" y="4641107"/>
              <a:ext cx="40210" cy="18940"/>
            </a:xfrm>
            <a:custGeom>
              <a:rect b="b" l="l" r="r" t="t"/>
              <a:pathLst>
                <a:path extrusionOk="0" h="943" w="2002">
                  <a:moveTo>
                    <a:pt x="1452" y="0"/>
                  </a:moveTo>
                  <a:cubicBezTo>
                    <a:pt x="1377" y="0"/>
                    <a:pt x="1301" y="9"/>
                    <a:pt x="1235" y="9"/>
                  </a:cubicBezTo>
                  <a:lnTo>
                    <a:pt x="935" y="9"/>
                  </a:lnTo>
                  <a:cubicBezTo>
                    <a:pt x="801" y="9"/>
                    <a:pt x="701" y="9"/>
                    <a:pt x="601" y="42"/>
                  </a:cubicBezTo>
                  <a:lnTo>
                    <a:pt x="367" y="42"/>
                  </a:lnTo>
                  <a:cubicBezTo>
                    <a:pt x="334" y="42"/>
                    <a:pt x="267" y="75"/>
                    <a:pt x="234" y="109"/>
                  </a:cubicBezTo>
                  <a:cubicBezTo>
                    <a:pt x="101" y="142"/>
                    <a:pt x="34" y="209"/>
                    <a:pt x="1" y="342"/>
                  </a:cubicBezTo>
                  <a:cubicBezTo>
                    <a:pt x="1" y="476"/>
                    <a:pt x="67" y="576"/>
                    <a:pt x="167" y="643"/>
                  </a:cubicBezTo>
                  <a:cubicBezTo>
                    <a:pt x="234" y="676"/>
                    <a:pt x="301" y="709"/>
                    <a:pt x="367" y="743"/>
                  </a:cubicBezTo>
                  <a:cubicBezTo>
                    <a:pt x="401" y="743"/>
                    <a:pt x="468" y="776"/>
                    <a:pt x="534" y="776"/>
                  </a:cubicBezTo>
                  <a:lnTo>
                    <a:pt x="834" y="843"/>
                  </a:lnTo>
                  <a:lnTo>
                    <a:pt x="1135" y="909"/>
                  </a:lnTo>
                  <a:cubicBezTo>
                    <a:pt x="1168" y="909"/>
                    <a:pt x="1235" y="909"/>
                    <a:pt x="1268" y="943"/>
                  </a:cubicBezTo>
                  <a:lnTo>
                    <a:pt x="1668" y="943"/>
                  </a:lnTo>
                  <a:lnTo>
                    <a:pt x="1768" y="876"/>
                  </a:lnTo>
                  <a:cubicBezTo>
                    <a:pt x="1835" y="843"/>
                    <a:pt x="1869" y="809"/>
                    <a:pt x="1902" y="776"/>
                  </a:cubicBezTo>
                  <a:cubicBezTo>
                    <a:pt x="1969" y="676"/>
                    <a:pt x="2002" y="576"/>
                    <a:pt x="2002" y="476"/>
                  </a:cubicBezTo>
                  <a:cubicBezTo>
                    <a:pt x="2002" y="276"/>
                    <a:pt x="1869" y="109"/>
                    <a:pt x="1668" y="9"/>
                  </a:cubicBezTo>
                  <a:lnTo>
                    <a:pt x="1668" y="42"/>
                  </a:lnTo>
                  <a:cubicBezTo>
                    <a:pt x="1602" y="9"/>
                    <a:pt x="1527" y="0"/>
                    <a:pt x="1452" y="0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4" name="Google Shape;2874;p65"/>
            <p:cNvSpPr/>
            <p:nvPr/>
          </p:nvSpPr>
          <p:spPr>
            <a:xfrm>
              <a:off x="5789405" y="4599973"/>
              <a:ext cx="45573" cy="28581"/>
            </a:xfrm>
            <a:custGeom>
              <a:rect b="b" l="l" r="r" t="t"/>
              <a:pathLst>
                <a:path extrusionOk="0" h="1423" w="2269">
                  <a:moveTo>
                    <a:pt x="307" y="0"/>
                  </a:moveTo>
                  <a:cubicBezTo>
                    <a:pt x="199" y="0"/>
                    <a:pt x="93" y="78"/>
                    <a:pt x="67" y="155"/>
                  </a:cubicBezTo>
                  <a:cubicBezTo>
                    <a:pt x="1" y="289"/>
                    <a:pt x="67" y="456"/>
                    <a:pt x="167" y="522"/>
                  </a:cubicBezTo>
                  <a:cubicBezTo>
                    <a:pt x="434" y="689"/>
                    <a:pt x="701" y="823"/>
                    <a:pt x="968" y="989"/>
                  </a:cubicBezTo>
                  <a:cubicBezTo>
                    <a:pt x="1101" y="1089"/>
                    <a:pt x="1235" y="1189"/>
                    <a:pt x="1368" y="1256"/>
                  </a:cubicBezTo>
                  <a:cubicBezTo>
                    <a:pt x="1468" y="1356"/>
                    <a:pt x="1602" y="1423"/>
                    <a:pt x="1735" y="1423"/>
                  </a:cubicBezTo>
                  <a:cubicBezTo>
                    <a:pt x="1935" y="1423"/>
                    <a:pt x="2102" y="1323"/>
                    <a:pt x="2202" y="1156"/>
                  </a:cubicBezTo>
                  <a:cubicBezTo>
                    <a:pt x="2269" y="956"/>
                    <a:pt x="2236" y="756"/>
                    <a:pt x="2069" y="622"/>
                  </a:cubicBezTo>
                  <a:cubicBezTo>
                    <a:pt x="1969" y="522"/>
                    <a:pt x="1835" y="489"/>
                    <a:pt x="1702" y="456"/>
                  </a:cubicBezTo>
                  <a:cubicBezTo>
                    <a:pt x="1568" y="389"/>
                    <a:pt x="1402" y="356"/>
                    <a:pt x="1268" y="322"/>
                  </a:cubicBezTo>
                  <a:cubicBezTo>
                    <a:pt x="968" y="222"/>
                    <a:pt x="668" y="122"/>
                    <a:pt x="401" y="22"/>
                  </a:cubicBezTo>
                  <a:cubicBezTo>
                    <a:pt x="371" y="7"/>
                    <a:pt x="339" y="0"/>
                    <a:pt x="307" y="0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5" name="Google Shape;2875;p65"/>
            <p:cNvSpPr/>
            <p:nvPr/>
          </p:nvSpPr>
          <p:spPr>
            <a:xfrm>
              <a:off x="6182006" y="4507240"/>
              <a:ext cx="32196" cy="43464"/>
            </a:xfrm>
            <a:custGeom>
              <a:rect b="b" l="l" r="r" t="t"/>
              <a:pathLst>
                <a:path extrusionOk="0" h="2164" w="1603">
                  <a:moveTo>
                    <a:pt x="1326" y="1"/>
                  </a:moveTo>
                  <a:cubicBezTo>
                    <a:pt x="1281" y="1"/>
                    <a:pt x="1237" y="12"/>
                    <a:pt x="1202" y="36"/>
                  </a:cubicBezTo>
                  <a:cubicBezTo>
                    <a:pt x="1068" y="136"/>
                    <a:pt x="902" y="269"/>
                    <a:pt x="801" y="369"/>
                  </a:cubicBezTo>
                  <a:cubicBezTo>
                    <a:pt x="668" y="536"/>
                    <a:pt x="535" y="669"/>
                    <a:pt x="435" y="836"/>
                  </a:cubicBezTo>
                  <a:cubicBezTo>
                    <a:pt x="334" y="970"/>
                    <a:pt x="268" y="1136"/>
                    <a:pt x="168" y="1270"/>
                  </a:cubicBezTo>
                  <a:cubicBezTo>
                    <a:pt x="134" y="1370"/>
                    <a:pt x="68" y="1470"/>
                    <a:pt x="68" y="1570"/>
                  </a:cubicBezTo>
                  <a:cubicBezTo>
                    <a:pt x="34" y="1603"/>
                    <a:pt x="34" y="1637"/>
                    <a:pt x="34" y="1704"/>
                  </a:cubicBezTo>
                  <a:cubicBezTo>
                    <a:pt x="1" y="1770"/>
                    <a:pt x="1" y="1870"/>
                    <a:pt x="34" y="1937"/>
                  </a:cubicBezTo>
                  <a:cubicBezTo>
                    <a:pt x="76" y="2082"/>
                    <a:pt x="208" y="2163"/>
                    <a:pt x="342" y="2163"/>
                  </a:cubicBezTo>
                  <a:cubicBezTo>
                    <a:pt x="423" y="2163"/>
                    <a:pt x="505" y="2133"/>
                    <a:pt x="568" y="2070"/>
                  </a:cubicBezTo>
                  <a:cubicBezTo>
                    <a:pt x="601" y="2037"/>
                    <a:pt x="668" y="2004"/>
                    <a:pt x="668" y="1937"/>
                  </a:cubicBezTo>
                  <a:lnTo>
                    <a:pt x="701" y="1904"/>
                  </a:lnTo>
                  <a:cubicBezTo>
                    <a:pt x="701" y="1904"/>
                    <a:pt x="701" y="1870"/>
                    <a:pt x="701" y="1837"/>
                  </a:cubicBezTo>
                  <a:cubicBezTo>
                    <a:pt x="768" y="1737"/>
                    <a:pt x="801" y="1637"/>
                    <a:pt x="835" y="1570"/>
                  </a:cubicBezTo>
                  <a:cubicBezTo>
                    <a:pt x="835" y="1503"/>
                    <a:pt x="835" y="1470"/>
                    <a:pt x="868" y="1437"/>
                  </a:cubicBezTo>
                  <a:cubicBezTo>
                    <a:pt x="868" y="1437"/>
                    <a:pt x="868" y="1403"/>
                    <a:pt x="902" y="1403"/>
                  </a:cubicBezTo>
                  <a:cubicBezTo>
                    <a:pt x="935" y="1303"/>
                    <a:pt x="968" y="1237"/>
                    <a:pt x="1002" y="1170"/>
                  </a:cubicBezTo>
                  <a:cubicBezTo>
                    <a:pt x="1068" y="1036"/>
                    <a:pt x="1168" y="903"/>
                    <a:pt x="1235" y="770"/>
                  </a:cubicBezTo>
                  <a:cubicBezTo>
                    <a:pt x="1302" y="703"/>
                    <a:pt x="1335" y="636"/>
                    <a:pt x="1369" y="569"/>
                  </a:cubicBezTo>
                  <a:cubicBezTo>
                    <a:pt x="1402" y="569"/>
                    <a:pt x="1435" y="536"/>
                    <a:pt x="1435" y="503"/>
                  </a:cubicBezTo>
                  <a:lnTo>
                    <a:pt x="1469" y="469"/>
                  </a:lnTo>
                  <a:lnTo>
                    <a:pt x="1502" y="403"/>
                  </a:lnTo>
                  <a:cubicBezTo>
                    <a:pt x="1602" y="303"/>
                    <a:pt x="1602" y="202"/>
                    <a:pt x="1535" y="102"/>
                  </a:cubicBezTo>
                  <a:cubicBezTo>
                    <a:pt x="1492" y="38"/>
                    <a:pt x="1407" y="1"/>
                    <a:pt x="1326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6" name="Google Shape;2876;p65"/>
            <p:cNvSpPr/>
            <p:nvPr/>
          </p:nvSpPr>
          <p:spPr>
            <a:xfrm>
              <a:off x="6221534" y="4523589"/>
              <a:ext cx="28842" cy="40752"/>
            </a:xfrm>
            <a:custGeom>
              <a:rect b="b" l="l" r="r" t="t"/>
              <a:pathLst>
                <a:path extrusionOk="0" h="2029" w="1436">
                  <a:moveTo>
                    <a:pt x="1027" y="0"/>
                  </a:moveTo>
                  <a:cubicBezTo>
                    <a:pt x="969" y="0"/>
                    <a:pt x="907" y="17"/>
                    <a:pt x="868" y="56"/>
                  </a:cubicBezTo>
                  <a:cubicBezTo>
                    <a:pt x="802" y="89"/>
                    <a:pt x="701" y="156"/>
                    <a:pt x="668" y="189"/>
                  </a:cubicBezTo>
                  <a:cubicBezTo>
                    <a:pt x="601" y="256"/>
                    <a:pt x="535" y="322"/>
                    <a:pt x="468" y="389"/>
                  </a:cubicBezTo>
                  <a:cubicBezTo>
                    <a:pt x="401" y="489"/>
                    <a:pt x="335" y="623"/>
                    <a:pt x="268" y="723"/>
                  </a:cubicBezTo>
                  <a:cubicBezTo>
                    <a:pt x="201" y="856"/>
                    <a:pt x="134" y="990"/>
                    <a:pt x="101" y="1123"/>
                  </a:cubicBezTo>
                  <a:cubicBezTo>
                    <a:pt x="68" y="1190"/>
                    <a:pt x="34" y="1256"/>
                    <a:pt x="34" y="1323"/>
                  </a:cubicBezTo>
                  <a:cubicBezTo>
                    <a:pt x="1" y="1390"/>
                    <a:pt x="1" y="1523"/>
                    <a:pt x="1" y="1590"/>
                  </a:cubicBezTo>
                  <a:cubicBezTo>
                    <a:pt x="1" y="1824"/>
                    <a:pt x="168" y="2024"/>
                    <a:pt x="368" y="2024"/>
                  </a:cubicBezTo>
                  <a:cubicBezTo>
                    <a:pt x="392" y="2027"/>
                    <a:pt x="416" y="2029"/>
                    <a:pt x="439" y="2029"/>
                  </a:cubicBezTo>
                  <a:cubicBezTo>
                    <a:pt x="641" y="2029"/>
                    <a:pt x="808" y="1903"/>
                    <a:pt x="868" y="1723"/>
                  </a:cubicBezTo>
                  <a:cubicBezTo>
                    <a:pt x="868" y="1657"/>
                    <a:pt x="902" y="1590"/>
                    <a:pt x="902" y="1557"/>
                  </a:cubicBezTo>
                  <a:cubicBezTo>
                    <a:pt x="935" y="1490"/>
                    <a:pt x="935" y="1423"/>
                    <a:pt x="935" y="1357"/>
                  </a:cubicBezTo>
                  <a:cubicBezTo>
                    <a:pt x="968" y="1256"/>
                    <a:pt x="1002" y="1156"/>
                    <a:pt x="1035" y="1090"/>
                  </a:cubicBezTo>
                  <a:cubicBezTo>
                    <a:pt x="1102" y="990"/>
                    <a:pt x="1135" y="890"/>
                    <a:pt x="1168" y="823"/>
                  </a:cubicBezTo>
                  <a:cubicBezTo>
                    <a:pt x="1235" y="723"/>
                    <a:pt x="1302" y="623"/>
                    <a:pt x="1335" y="523"/>
                  </a:cubicBezTo>
                  <a:cubicBezTo>
                    <a:pt x="1435" y="389"/>
                    <a:pt x="1402" y="189"/>
                    <a:pt x="1302" y="89"/>
                  </a:cubicBezTo>
                  <a:cubicBezTo>
                    <a:pt x="1235" y="56"/>
                    <a:pt x="1202" y="22"/>
                    <a:pt x="1135" y="22"/>
                  </a:cubicBezTo>
                  <a:cubicBezTo>
                    <a:pt x="1107" y="8"/>
                    <a:pt x="1068" y="0"/>
                    <a:pt x="1027" y="0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7" name="Google Shape;2877;p65"/>
            <p:cNvSpPr/>
            <p:nvPr/>
          </p:nvSpPr>
          <p:spPr>
            <a:xfrm>
              <a:off x="5736220" y="3680763"/>
              <a:ext cx="42620" cy="124346"/>
            </a:xfrm>
            <a:custGeom>
              <a:rect b="b" l="l" r="r" t="t"/>
              <a:pathLst>
                <a:path extrusionOk="0" h="6191" w="2122">
                  <a:moveTo>
                    <a:pt x="1849" y="1"/>
                  </a:moveTo>
                  <a:cubicBezTo>
                    <a:pt x="1760" y="1"/>
                    <a:pt x="1675" y="49"/>
                    <a:pt x="1648" y="155"/>
                  </a:cubicBezTo>
                  <a:cubicBezTo>
                    <a:pt x="1448" y="1123"/>
                    <a:pt x="1248" y="2090"/>
                    <a:pt x="1047" y="3091"/>
                  </a:cubicBezTo>
                  <a:cubicBezTo>
                    <a:pt x="947" y="3558"/>
                    <a:pt x="847" y="4058"/>
                    <a:pt x="747" y="4525"/>
                  </a:cubicBezTo>
                  <a:lnTo>
                    <a:pt x="614" y="5226"/>
                  </a:lnTo>
                  <a:cubicBezTo>
                    <a:pt x="584" y="5315"/>
                    <a:pt x="527" y="5885"/>
                    <a:pt x="349" y="5885"/>
                  </a:cubicBezTo>
                  <a:cubicBezTo>
                    <a:pt x="328" y="5885"/>
                    <a:pt x="305" y="5877"/>
                    <a:pt x="280" y="5859"/>
                  </a:cubicBezTo>
                  <a:cubicBezTo>
                    <a:pt x="255" y="5844"/>
                    <a:pt x="230" y="5837"/>
                    <a:pt x="207" y="5837"/>
                  </a:cubicBezTo>
                  <a:cubicBezTo>
                    <a:pt x="79" y="5837"/>
                    <a:pt x="0" y="6042"/>
                    <a:pt x="113" y="6126"/>
                  </a:cubicBezTo>
                  <a:cubicBezTo>
                    <a:pt x="195" y="6171"/>
                    <a:pt x="272" y="6191"/>
                    <a:pt x="344" y="6191"/>
                  </a:cubicBezTo>
                  <a:cubicBezTo>
                    <a:pt x="591" y="6191"/>
                    <a:pt x="770" y="5952"/>
                    <a:pt x="847" y="5693"/>
                  </a:cubicBezTo>
                  <a:cubicBezTo>
                    <a:pt x="1014" y="5126"/>
                    <a:pt x="1114" y="4492"/>
                    <a:pt x="1248" y="3891"/>
                  </a:cubicBezTo>
                  <a:cubicBezTo>
                    <a:pt x="1548" y="2690"/>
                    <a:pt x="1815" y="1490"/>
                    <a:pt x="2082" y="289"/>
                  </a:cubicBezTo>
                  <a:cubicBezTo>
                    <a:pt x="2122" y="109"/>
                    <a:pt x="1981" y="1"/>
                    <a:pt x="184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8" name="Google Shape;2878;p65"/>
            <p:cNvSpPr/>
            <p:nvPr/>
          </p:nvSpPr>
          <p:spPr>
            <a:xfrm>
              <a:off x="6128420" y="3659754"/>
              <a:ext cx="31092" cy="23901"/>
            </a:xfrm>
            <a:custGeom>
              <a:rect b="b" l="l" r="r" t="t"/>
              <a:pathLst>
                <a:path extrusionOk="0" h="1190" w="1548">
                  <a:moveTo>
                    <a:pt x="267" y="0"/>
                  </a:moveTo>
                  <a:cubicBezTo>
                    <a:pt x="200" y="0"/>
                    <a:pt x="100" y="34"/>
                    <a:pt x="67" y="100"/>
                  </a:cubicBezTo>
                  <a:cubicBezTo>
                    <a:pt x="0" y="167"/>
                    <a:pt x="0" y="234"/>
                    <a:pt x="0" y="334"/>
                  </a:cubicBezTo>
                  <a:cubicBezTo>
                    <a:pt x="34" y="501"/>
                    <a:pt x="200" y="601"/>
                    <a:pt x="334" y="701"/>
                  </a:cubicBezTo>
                  <a:cubicBezTo>
                    <a:pt x="434" y="734"/>
                    <a:pt x="534" y="801"/>
                    <a:pt x="634" y="868"/>
                  </a:cubicBezTo>
                  <a:cubicBezTo>
                    <a:pt x="768" y="934"/>
                    <a:pt x="868" y="968"/>
                    <a:pt x="968" y="1034"/>
                  </a:cubicBezTo>
                  <a:cubicBezTo>
                    <a:pt x="1034" y="1034"/>
                    <a:pt x="1068" y="1068"/>
                    <a:pt x="1101" y="1068"/>
                  </a:cubicBezTo>
                  <a:cubicBezTo>
                    <a:pt x="1168" y="1101"/>
                    <a:pt x="1201" y="1135"/>
                    <a:pt x="1268" y="1168"/>
                  </a:cubicBezTo>
                  <a:cubicBezTo>
                    <a:pt x="1293" y="1183"/>
                    <a:pt x="1318" y="1190"/>
                    <a:pt x="1341" y="1190"/>
                  </a:cubicBezTo>
                  <a:cubicBezTo>
                    <a:pt x="1469" y="1190"/>
                    <a:pt x="1548" y="986"/>
                    <a:pt x="1435" y="901"/>
                  </a:cubicBezTo>
                  <a:cubicBezTo>
                    <a:pt x="1368" y="868"/>
                    <a:pt x="1335" y="868"/>
                    <a:pt x="1301" y="801"/>
                  </a:cubicBezTo>
                  <a:cubicBezTo>
                    <a:pt x="1235" y="801"/>
                    <a:pt x="1201" y="734"/>
                    <a:pt x="1168" y="701"/>
                  </a:cubicBezTo>
                  <a:cubicBezTo>
                    <a:pt x="1101" y="634"/>
                    <a:pt x="1001" y="567"/>
                    <a:pt x="934" y="467"/>
                  </a:cubicBezTo>
                  <a:cubicBezTo>
                    <a:pt x="868" y="401"/>
                    <a:pt x="768" y="334"/>
                    <a:pt x="701" y="234"/>
                  </a:cubicBezTo>
                  <a:cubicBezTo>
                    <a:pt x="667" y="201"/>
                    <a:pt x="634" y="167"/>
                    <a:pt x="567" y="100"/>
                  </a:cubicBezTo>
                  <a:cubicBezTo>
                    <a:pt x="501" y="34"/>
                    <a:pt x="401" y="0"/>
                    <a:pt x="26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9" name="Google Shape;2879;p65"/>
            <p:cNvSpPr/>
            <p:nvPr/>
          </p:nvSpPr>
          <p:spPr>
            <a:xfrm>
              <a:off x="5851046" y="3413612"/>
              <a:ext cx="166846" cy="49429"/>
            </a:xfrm>
            <a:custGeom>
              <a:rect b="b" l="l" r="r" t="t"/>
              <a:pathLst>
                <a:path extrusionOk="0" h="2461" w="8307">
                  <a:moveTo>
                    <a:pt x="208" y="1"/>
                  </a:moveTo>
                  <a:cubicBezTo>
                    <a:pt x="142" y="1"/>
                    <a:pt x="67" y="38"/>
                    <a:pt x="67" y="113"/>
                  </a:cubicBezTo>
                  <a:cubicBezTo>
                    <a:pt x="0" y="380"/>
                    <a:pt x="234" y="647"/>
                    <a:pt x="367" y="847"/>
                  </a:cubicBezTo>
                  <a:cubicBezTo>
                    <a:pt x="568" y="1114"/>
                    <a:pt x="801" y="1348"/>
                    <a:pt x="1068" y="1514"/>
                  </a:cubicBezTo>
                  <a:cubicBezTo>
                    <a:pt x="1668" y="1915"/>
                    <a:pt x="2369" y="2148"/>
                    <a:pt x="3069" y="2248"/>
                  </a:cubicBezTo>
                  <a:cubicBezTo>
                    <a:pt x="3660" y="2364"/>
                    <a:pt x="4275" y="2460"/>
                    <a:pt x="4881" y="2460"/>
                  </a:cubicBezTo>
                  <a:cubicBezTo>
                    <a:pt x="5677" y="2460"/>
                    <a:pt x="6457" y="2293"/>
                    <a:pt x="7139" y="1781"/>
                  </a:cubicBezTo>
                  <a:cubicBezTo>
                    <a:pt x="7406" y="1581"/>
                    <a:pt x="7673" y="1314"/>
                    <a:pt x="7873" y="1047"/>
                  </a:cubicBezTo>
                  <a:cubicBezTo>
                    <a:pt x="8040" y="814"/>
                    <a:pt x="8306" y="480"/>
                    <a:pt x="8206" y="180"/>
                  </a:cubicBezTo>
                  <a:cubicBezTo>
                    <a:pt x="8206" y="131"/>
                    <a:pt x="8171" y="100"/>
                    <a:pt x="8125" y="100"/>
                  </a:cubicBezTo>
                  <a:cubicBezTo>
                    <a:pt x="8109" y="100"/>
                    <a:pt x="8091" y="104"/>
                    <a:pt x="8073" y="113"/>
                  </a:cubicBezTo>
                  <a:cubicBezTo>
                    <a:pt x="7806" y="247"/>
                    <a:pt x="7673" y="647"/>
                    <a:pt x="7472" y="881"/>
                  </a:cubicBezTo>
                  <a:cubicBezTo>
                    <a:pt x="7239" y="1147"/>
                    <a:pt x="6972" y="1381"/>
                    <a:pt x="6672" y="1581"/>
                  </a:cubicBezTo>
                  <a:cubicBezTo>
                    <a:pt x="6119" y="1923"/>
                    <a:pt x="5504" y="2037"/>
                    <a:pt x="4876" y="2037"/>
                  </a:cubicBezTo>
                  <a:cubicBezTo>
                    <a:pt x="4708" y="2037"/>
                    <a:pt x="4539" y="2029"/>
                    <a:pt x="4370" y="2015"/>
                  </a:cubicBezTo>
                  <a:cubicBezTo>
                    <a:pt x="3503" y="1915"/>
                    <a:pt x="2569" y="1848"/>
                    <a:pt x="1802" y="1448"/>
                  </a:cubicBezTo>
                  <a:cubicBezTo>
                    <a:pt x="1468" y="1314"/>
                    <a:pt x="1135" y="1081"/>
                    <a:pt x="868" y="847"/>
                  </a:cubicBezTo>
                  <a:cubicBezTo>
                    <a:pt x="768" y="714"/>
                    <a:pt x="634" y="580"/>
                    <a:pt x="568" y="414"/>
                  </a:cubicBezTo>
                  <a:cubicBezTo>
                    <a:pt x="467" y="280"/>
                    <a:pt x="401" y="113"/>
                    <a:pt x="267" y="13"/>
                  </a:cubicBezTo>
                  <a:cubicBezTo>
                    <a:pt x="251" y="5"/>
                    <a:pt x="230" y="1"/>
                    <a:pt x="20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0" name="Google Shape;2880;p65"/>
            <p:cNvSpPr/>
            <p:nvPr/>
          </p:nvSpPr>
          <p:spPr>
            <a:xfrm>
              <a:off x="6585956" y="3509759"/>
              <a:ext cx="41395" cy="57102"/>
            </a:xfrm>
            <a:custGeom>
              <a:rect b="b" l="l" r="r" t="t"/>
              <a:pathLst>
                <a:path extrusionOk="0" h="2843" w="2061">
                  <a:moveTo>
                    <a:pt x="1912" y="0"/>
                  </a:moveTo>
                  <a:cubicBezTo>
                    <a:pt x="1879" y="0"/>
                    <a:pt x="1849" y="19"/>
                    <a:pt x="1838" y="63"/>
                  </a:cubicBezTo>
                  <a:cubicBezTo>
                    <a:pt x="1571" y="497"/>
                    <a:pt x="1371" y="964"/>
                    <a:pt x="1071" y="1397"/>
                  </a:cubicBezTo>
                  <a:cubicBezTo>
                    <a:pt x="770" y="1831"/>
                    <a:pt x="437" y="2231"/>
                    <a:pt x="103" y="2598"/>
                  </a:cubicBezTo>
                  <a:cubicBezTo>
                    <a:pt x="1" y="2701"/>
                    <a:pt x="95" y="2842"/>
                    <a:pt x="205" y="2842"/>
                  </a:cubicBezTo>
                  <a:cubicBezTo>
                    <a:pt x="238" y="2842"/>
                    <a:pt x="272" y="2829"/>
                    <a:pt x="303" y="2798"/>
                  </a:cubicBezTo>
                  <a:cubicBezTo>
                    <a:pt x="704" y="2431"/>
                    <a:pt x="1037" y="2031"/>
                    <a:pt x="1338" y="1564"/>
                  </a:cubicBezTo>
                  <a:cubicBezTo>
                    <a:pt x="1638" y="1131"/>
                    <a:pt x="1905" y="664"/>
                    <a:pt x="2038" y="163"/>
                  </a:cubicBezTo>
                  <a:cubicBezTo>
                    <a:pt x="2060" y="74"/>
                    <a:pt x="1979" y="0"/>
                    <a:pt x="1912" y="0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1" name="Google Shape;2881;p65"/>
            <p:cNvSpPr/>
            <p:nvPr/>
          </p:nvSpPr>
          <p:spPr>
            <a:xfrm>
              <a:off x="5538162" y="4009956"/>
              <a:ext cx="20005" cy="39246"/>
            </a:xfrm>
            <a:custGeom>
              <a:rect b="b" l="l" r="r" t="t"/>
              <a:pathLst>
                <a:path extrusionOk="0" h="1954" w="996">
                  <a:moveTo>
                    <a:pt x="140" y="1"/>
                  </a:moveTo>
                  <a:cubicBezTo>
                    <a:pt x="71" y="1"/>
                    <a:pt x="1" y="52"/>
                    <a:pt x="1" y="144"/>
                  </a:cubicBezTo>
                  <a:cubicBezTo>
                    <a:pt x="1" y="477"/>
                    <a:pt x="67" y="811"/>
                    <a:pt x="201" y="1111"/>
                  </a:cubicBezTo>
                  <a:cubicBezTo>
                    <a:pt x="268" y="1278"/>
                    <a:pt x="334" y="1445"/>
                    <a:pt x="434" y="1578"/>
                  </a:cubicBezTo>
                  <a:cubicBezTo>
                    <a:pt x="501" y="1711"/>
                    <a:pt x="634" y="1912"/>
                    <a:pt x="801" y="1945"/>
                  </a:cubicBezTo>
                  <a:cubicBezTo>
                    <a:pt x="813" y="1951"/>
                    <a:pt x="827" y="1954"/>
                    <a:pt x="842" y="1954"/>
                  </a:cubicBezTo>
                  <a:cubicBezTo>
                    <a:pt x="910" y="1954"/>
                    <a:pt x="995" y="1894"/>
                    <a:pt x="968" y="1812"/>
                  </a:cubicBezTo>
                  <a:cubicBezTo>
                    <a:pt x="968" y="1645"/>
                    <a:pt x="835" y="1545"/>
                    <a:pt x="768" y="1411"/>
                  </a:cubicBezTo>
                  <a:cubicBezTo>
                    <a:pt x="668" y="1278"/>
                    <a:pt x="601" y="1111"/>
                    <a:pt x="534" y="978"/>
                  </a:cubicBezTo>
                  <a:cubicBezTo>
                    <a:pt x="401" y="711"/>
                    <a:pt x="301" y="411"/>
                    <a:pt x="268" y="110"/>
                  </a:cubicBezTo>
                  <a:cubicBezTo>
                    <a:pt x="252" y="35"/>
                    <a:pt x="197" y="1"/>
                    <a:pt x="140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2" name="Google Shape;2882;p65"/>
            <p:cNvSpPr/>
            <p:nvPr/>
          </p:nvSpPr>
          <p:spPr>
            <a:xfrm>
              <a:off x="7706880" y="2416211"/>
              <a:ext cx="483747" cy="500940"/>
            </a:xfrm>
            <a:custGeom>
              <a:rect b="b" l="l" r="r" t="t"/>
              <a:pathLst>
                <a:path extrusionOk="0" h="24941" w="24085">
                  <a:moveTo>
                    <a:pt x="2257" y="1"/>
                  </a:moveTo>
                  <a:cubicBezTo>
                    <a:pt x="2251" y="1"/>
                    <a:pt x="2244" y="1"/>
                    <a:pt x="2236" y="3"/>
                  </a:cubicBezTo>
                  <a:lnTo>
                    <a:pt x="2236" y="37"/>
                  </a:lnTo>
                  <a:cubicBezTo>
                    <a:pt x="2257" y="43"/>
                    <a:pt x="2279" y="48"/>
                    <a:pt x="2301" y="54"/>
                  </a:cubicBezTo>
                  <a:lnTo>
                    <a:pt x="2301" y="54"/>
                  </a:lnTo>
                  <a:cubicBezTo>
                    <a:pt x="2297" y="23"/>
                    <a:pt x="2287" y="1"/>
                    <a:pt x="2257" y="1"/>
                  </a:cubicBezTo>
                  <a:close/>
                  <a:moveTo>
                    <a:pt x="2301" y="54"/>
                  </a:moveTo>
                  <a:cubicBezTo>
                    <a:pt x="2307" y="115"/>
                    <a:pt x="2287" y="206"/>
                    <a:pt x="2348" y="206"/>
                  </a:cubicBezTo>
                  <a:cubicBezTo>
                    <a:pt x="2351" y="206"/>
                    <a:pt x="2354" y="206"/>
                    <a:pt x="2357" y="206"/>
                  </a:cubicBezTo>
                  <a:lnTo>
                    <a:pt x="2357" y="206"/>
                  </a:lnTo>
                  <a:cubicBezTo>
                    <a:pt x="1465" y="380"/>
                    <a:pt x="1134" y="1475"/>
                    <a:pt x="968" y="2372"/>
                  </a:cubicBezTo>
                  <a:cubicBezTo>
                    <a:pt x="601" y="4440"/>
                    <a:pt x="268" y="6541"/>
                    <a:pt x="168" y="8643"/>
                  </a:cubicBezTo>
                  <a:cubicBezTo>
                    <a:pt x="1" y="12446"/>
                    <a:pt x="768" y="16282"/>
                    <a:pt x="2136" y="19818"/>
                  </a:cubicBezTo>
                  <a:cubicBezTo>
                    <a:pt x="2603" y="20985"/>
                    <a:pt x="3136" y="22153"/>
                    <a:pt x="3970" y="23120"/>
                  </a:cubicBezTo>
                  <a:cubicBezTo>
                    <a:pt x="4804" y="24087"/>
                    <a:pt x="5938" y="24821"/>
                    <a:pt x="7206" y="24921"/>
                  </a:cubicBezTo>
                  <a:cubicBezTo>
                    <a:pt x="7382" y="24934"/>
                    <a:pt x="7557" y="24941"/>
                    <a:pt x="7731" y="24941"/>
                  </a:cubicBezTo>
                  <a:cubicBezTo>
                    <a:pt x="9338" y="24941"/>
                    <a:pt x="10858" y="24400"/>
                    <a:pt x="12243" y="23587"/>
                  </a:cubicBezTo>
                  <a:cubicBezTo>
                    <a:pt x="16346" y="21252"/>
                    <a:pt x="20048" y="18717"/>
                    <a:pt x="22016" y="15915"/>
                  </a:cubicBezTo>
                  <a:cubicBezTo>
                    <a:pt x="23985" y="13146"/>
                    <a:pt x="24085" y="10044"/>
                    <a:pt x="21116" y="7442"/>
                  </a:cubicBezTo>
                  <a:cubicBezTo>
                    <a:pt x="17424" y="4149"/>
                    <a:pt x="9686" y="2017"/>
                    <a:pt x="2301" y="54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3" name="Google Shape;2883;p65"/>
            <p:cNvSpPr/>
            <p:nvPr/>
          </p:nvSpPr>
          <p:spPr>
            <a:xfrm>
              <a:off x="7847575" y="4231915"/>
              <a:ext cx="178917" cy="302179"/>
            </a:xfrm>
            <a:custGeom>
              <a:rect b="b" l="l" r="r" t="t"/>
              <a:pathLst>
                <a:path extrusionOk="0" h="15045" w="8908">
                  <a:moveTo>
                    <a:pt x="8440" y="0"/>
                  </a:moveTo>
                  <a:lnTo>
                    <a:pt x="1" y="568"/>
                  </a:lnTo>
                  <a:cubicBezTo>
                    <a:pt x="67" y="1802"/>
                    <a:pt x="1468" y="15045"/>
                    <a:pt x="1468" y="15045"/>
                  </a:cubicBezTo>
                  <a:lnTo>
                    <a:pt x="8907" y="14311"/>
                  </a:lnTo>
                  <a:lnTo>
                    <a:pt x="8440" y="0"/>
                  </a:ln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4" name="Google Shape;2884;p65"/>
            <p:cNvSpPr/>
            <p:nvPr/>
          </p:nvSpPr>
          <p:spPr>
            <a:xfrm>
              <a:off x="7682095" y="4475144"/>
              <a:ext cx="366491" cy="142021"/>
            </a:xfrm>
            <a:custGeom>
              <a:rect b="b" l="l" r="r" t="t"/>
              <a:pathLst>
                <a:path extrusionOk="0" h="7071" w="18247">
                  <a:moveTo>
                    <a:pt x="9686" y="0"/>
                  </a:moveTo>
                  <a:cubicBezTo>
                    <a:pt x="9608" y="0"/>
                    <a:pt x="9537" y="10"/>
                    <a:pt x="9474" y="33"/>
                  </a:cubicBezTo>
                  <a:cubicBezTo>
                    <a:pt x="9107" y="166"/>
                    <a:pt x="8573" y="1000"/>
                    <a:pt x="8173" y="1233"/>
                  </a:cubicBezTo>
                  <a:cubicBezTo>
                    <a:pt x="7606" y="1600"/>
                    <a:pt x="6939" y="1834"/>
                    <a:pt x="6305" y="2101"/>
                  </a:cubicBezTo>
                  <a:cubicBezTo>
                    <a:pt x="5071" y="2634"/>
                    <a:pt x="3837" y="3201"/>
                    <a:pt x="2702" y="3969"/>
                  </a:cubicBezTo>
                  <a:cubicBezTo>
                    <a:pt x="2002" y="4469"/>
                    <a:pt x="401" y="5503"/>
                    <a:pt x="101" y="6370"/>
                  </a:cubicBezTo>
                  <a:cubicBezTo>
                    <a:pt x="1" y="6604"/>
                    <a:pt x="101" y="6937"/>
                    <a:pt x="367" y="7038"/>
                  </a:cubicBezTo>
                  <a:cubicBezTo>
                    <a:pt x="434" y="7071"/>
                    <a:pt x="534" y="7071"/>
                    <a:pt x="634" y="7071"/>
                  </a:cubicBezTo>
                  <a:cubicBezTo>
                    <a:pt x="6038" y="6937"/>
                    <a:pt x="11409" y="6837"/>
                    <a:pt x="16779" y="6704"/>
                  </a:cubicBezTo>
                  <a:cubicBezTo>
                    <a:pt x="17280" y="6704"/>
                    <a:pt x="17613" y="6604"/>
                    <a:pt x="17813" y="6404"/>
                  </a:cubicBezTo>
                  <a:cubicBezTo>
                    <a:pt x="18247" y="6037"/>
                    <a:pt x="18180" y="5303"/>
                    <a:pt x="17980" y="4402"/>
                  </a:cubicBezTo>
                  <a:cubicBezTo>
                    <a:pt x="17880" y="4002"/>
                    <a:pt x="17747" y="3602"/>
                    <a:pt x="17646" y="3201"/>
                  </a:cubicBezTo>
                  <a:cubicBezTo>
                    <a:pt x="17513" y="2601"/>
                    <a:pt x="17680" y="1400"/>
                    <a:pt x="17413" y="900"/>
                  </a:cubicBezTo>
                  <a:cubicBezTo>
                    <a:pt x="17179" y="466"/>
                    <a:pt x="16779" y="533"/>
                    <a:pt x="16312" y="500"/>
                  </a:cubicBezTo>
                  <a:cubicBezTo>
                    <a:pt x="15895" y="466"/>
                    <a:pt x="15462" y="449"/>
                    <a:pt x="15024" y="449"/>
                  </a:cubicBezTo>
                  <a:cubicBezTo>
                    <a:pt x="14586" y="449"/>
                    <a:pt x="14144" y="466"/>
                    <a:pt x="13710" y="500"/>
                  </a:cubicBezTo>
                  <a:cubicBezTo>
                    <a:pt x="13354" y="546"/>
                    <a:pt x="12998" y="571"/>
                    <a:pt x="12642" y="571"/>
                  </a:cubicBezTo>
                  <a:cubicBezTo>
                    <a:pt x="12231" y="571"/>
                    <a:pt x="11820" y="538"/>
                    <a:pt x="11409" y="466"/>
                  </a:cubicBezTo>
                  <a:cubicBezTo>
                    <a:pt x="10975" y="408"/>
                    <a:pt x="10192" y="0"/>
                    <a:pt x="968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5" name="Google Shape;2885;p65"/>
            <p:cNvSpPr/>
            <p:nvPr/>
          </p:nvSpPr>
          <p:spPr>
            <a:xfrm>
              <a:off x="7625154" y="2892366"/>
              <a:ext cx="436849" cy="1475786"/>
            </a:xfrm>
            <a:custGeom>
              <a:rect b="b" l="l" r="r" t="t"/>
              <a:pathLst>
                <a:path extrusionOk="0" h="73477" w="21750">
                  <a:moveTo>
                    <a:pt x="4781" y="0"/>
                  </a:moveTo>
                  <a:cubicBezTo>
                    <a:pt x="4633" y="0"/>
                    <a:pt x="4485" y="5"/>
                    <a:pt x="4337" y="13"/>
                  </a:cubicBezTo>
                  <a:cubicBezTo>
                    <a:pt x="2035" y="147"/>
                    <a:pt x="667" y="1414"/>
                    <a:pt x="434" y="3649"/>
                  </a:cubicBezTo>
                  <a:cubicBezTo>
                    <a:pt x="0" y="7319"/>
                    <a:pt x="534" y="11255"/>
                    <a:pt x="501" y="14957"/>
                  </a:cubicBezTo>
                  <a:cubicBezTo>
                    <a:pt x="434" y="18960"/>
                    <a:pt x="801" y="22963"/>
                    <a:pt x="1168" y="26966"/>
                  </a:cubicBezTo>
                  <a:cubicBezTo>
                    <a:pt x="1168" y="41143"/>
                    <a:pt x="4437" y="55853"/>
                    <a:pt x="5871" y="69997"/>
                  </a:cubicBezTo>
                  <a:cubicBezTo>
                    <a:pt x="5971" y="70731"/>
                    <a:pt x="6071" y="71531"/>
                    <a:pt x="6538" y="72098"/>
                  </a:cubicBezTo>
                  <a:cubicBezTo>
                    <a:pt x="7072" y="72732"/>
                    <a:pt x="7939" y="72932"/>
                    <a:pt x="8740" y="73066"/>
                  </a:cubicBezTo>
                  <a:cubicBezTo>
                    <a:pt x="10339" y="73339"/>
                    <a:pt x="11962" y="73476"/>
                    <a:pt x="13587" y="73476"/>
                  </a:cubicBezTo>
                  <a:cubicBezTo>
                    <a:pt x="15724" y="73476"/>
                    <a:pt x="17863" y="73239"/>
                    <a:pt x="19948" y="72765"/>
                  </a:cubicBezTo>
                  <a:cubicBezTo>
                    <a:pt x="20448" y="72665"/>
                    <a:pt x="21015" y="72532"/>
                    <a:pt x="21349" y="72098"/>
                  </a:cubicBezTo>
                  <a:cubicBezTo>
                    <a:pt x="21749" y="71598"/>
                    <a:pt x="21716" y="70931"/>
                    <a:pt x="21649" y="70297"/>
                  </a:cubicBezTo>
                  <a:cubicBezTo>
                    <a:pt x="20582" y="56921"/>
                    <a:pt x="19281" y="43511"/>
                    <a:pt x="17646" y="30168"/>
                  </a:cubicBezTo>
                  <a:cubicBezTo>
                    <a:pt x="17079" y="25365"/>
                    <a:pt x="15845" y="20662"/>
                    <a:pt x="15411" y="15825"/>
                  </a:cubicBezTo>
                  <a:cubicBezTo>
                    <a:pt x="14978" y="11388"/>
                    <a:pt x="14811" y="7018"/>
                    <a:pt x="11709" y="3416"/>
                  </a:cubicBezTo>
                  <a:cubicBezTo>
                    <a:pt x="10003" y="1394"/>
                    <a:pt x="7429" y="0"/>
                    <a:pt x="47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6" name="Google Shape;2886;p65"/>
            <p:cNvSpPr/>
            <p:nvPr/>
          </p:nvSpPr>
          <p:spPr>
            <a:xfrm>
              <a:off x="7273405" y="4253346"/>
              <a:ext cx="191631" cy="290791"/>
            </a:xfrm>
            <a:custGeom>
              <a:rect b="b" l="l" r="r" t="t"/>
              <a:pathLst>
                <a:path extrusionOk="0" h="14478" w="9541">
                  <a:moveTo>
                    <a:pt x="9541" y="1"/>
                  </a:moveTo>
                  <a:lnTo>
                    <a:pt x="301" y="1202"/>
                  </a:lnTo>
                  <a:lnTo>
                    <a:pt x="301" y="1235"/>
                  </a:lnTo>
                  <a:cubicBezTo>
                    <a:pt x="234" y="2469"/>
                    <a:pt x="1" y="14478"/>
                    <a:pt x="1" y="14478"/>
                  </a:cubicBezTo>
                  <a:lnTo>
                    <a:pt x="7506" y="14011"/>
                  </a:lnTo>
                  <a:lnTo>
                    <a:pt x="9541" y="1"/>
                  </a:ln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7" name="Google Shape;2887;p65"/>
            <p:cNvSpPr/>
            <p:nvPr/>
          </p:nvSpPr>
          <p:spPr>
            <a:xfrm>
              <a:off x="7603703" y="2243420"/>
              <a:ext cx="133344" cy="168172"/>
            </a:xfrm>
            <a:custGeom>
              <a:rect b="b" l="l" r="r" t="t"/>
              <a:pathLst>
                <a:path extrusionOk="0" h="8373" w="6639">
                  <a:moveTo>
                    <a:pt x="1" y="0"/>
                  </a:moveTo>
                  <a:lnTo>
                    <a:pt x="1" y="8373"/>
                  </a:lnTo>
                  <a:lnTo>
                    <a:pt x="6639" y="8373"/>
                  </a:lnTo>
                  <a:lnTo>
                    <a:pt x="6639" y="0"/>
                  </a:ln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8" name="Google Shape;2888;p65"/>
            <p:cNvSpPr/>
            <p:nvPr/>
          </p:nvSpPr>
          <p:spPr>
            <a:xfrm>
              <a:off x="7178945" y="2819217"/>
              <a:ext cx="649890" cy="1567474"/>
            </a:xfrm>
            <a:custGeom>
              <a:rect b="b" l="l" r="r" t="t"/>
              <a:pathLst>
                <a:path extrusionOk="0" h="78042" w="32357">
                  <a:moveTo>
                    <a:pt x="23271" y="1"/>
                  </a:moveTo>
                  <a:cubicBezTo>
                    <a:pt x="19471" y="1"/>
                    <a:pt x="16340" y="4304"/>
                    <a:pt x="15044" y="7625"/>
                  </a:cubicBezTo>
                  <a:cubicBezTo>
                    <a:pt x="6538" y="29507"/>
                    <a:pt x="3169" y="52991"/>
                    <a:pt x="67" y="76274"/>
                  </a:cubicBezTo>
                  <a:cubicBezTo>
                    <a:pt x="0" y="76941"/>
                    <a:pt x="434" y="77575"/>
                    <a:pt x="1101" y="77675"/>
                  </a:cubicBezTo>
                  <a:lnTo>
                    <a:pt x="1134" y="77675"/>
                  </a:lnTo>
                  <a:cubicBezTo>
                    <a:pt x="1535" y="77775"/>
                    <a:pt x="1935" y="77808"/>
                    <a:pt x="2335" y="77875"/>
                  </a:cubicBezTo>
                  <a:cubicBezTo>
                    <a:pt x="3095" y="77796"/>
                    <a:pt x="3977" y="77763"/>
                    <a:pt x="4926" y="77763"/>
                  </a:cubicBezTo>
                  <a:cubicBezTo>
                    <a:pt x="6768" y="77763"/>
                    <a:pt x="8859" y="77888"/>
                    <a:pt x="10775" y="78042"/>
                  </a:cubicBezTo>
                  <a:cubicBezTo>
                    <a:pt x="13010" y="77909"/>
                    <a:pt x="15211" y="77675"/>
                    <a:pt x="17413" y="77508"/>
                  </a:cubicBezTo>
                  <a:cubicBezTo>
                    <a:pt x="18380" y="74773"/>
                    <a:pt x="18213" y="70437"/>
                    <a:pt x="18614" y="67868"/>
                  </a:cubicBezTo>
                  <a:cubicBezTo>
                    <a:pt x="19281" y="63765"/>
                    <a:pt x="19915" y="59696"/>
                    <a:pt x="20582" y="55593"/>
                  </a:cubicBezTo>
                  <a:cubicBezTo>
                    <a:pt x="21916" y="47687"/>
                    <a:pt x="23350" y="39815"/>
                    <a:pt x="25218" y="32042"/>
                  </a:cubicBezTo>
                  <a:cubicBezTo>
                    <a:pt x="25819" y="29574"/>
                    <a:pt x="26453" y="27139"/>
                    <a:pt x="27120" y="24737"/>
                  </a:cubicBezTo>
                  <a:cubicBezTo>
                    <a:pt x="27153" y="24637"/>
                    <a:pt x="28421" y="20134"/>
                    <a:pt x="28854" y="17465"/>
                  </a:cubicBezTo>
                  <a:lnTo>
                    <a:pt x="28854" y="17432"/>
                  </a:lnTo>
                  <a:cubicBezTo>
                    <a:pt x="28821" y="16965"/>
                    <a:pt x="28821" y="16431"/>
                    <a:pt x="29154" y="16131"/>
                  </a:cubicBezTo>
                  <a:cubicBezTo>
                    <a:pt x="29255" y="16064"/>
                    <a:pt x="29321" y="15998"/>
                    <a:pt x="29421" y="15964"/>
                  </a:cubicBezTo>
                  <a:cubicBezTo>
                    <a:pt x="29722" y="15264"/>
                    <a:pt x="30088" y="14597"/>
                    <a:pt x="30455" y="13929"/>
                  </a:cubicBezTo>
                  <a:cubicBezTo>
                    <a:pt x="32357" y="10327"/>
                    <a:pt x="29488" y="2788"/>
                    <a:pt x="26052" y="787"/>
                  </a:cubicBezTo>
                  <a:cubicBezTo>
                    <a:pt x="25098" y="240"/>
                    <a:pt x="24166" y="1"/>
                    <a:pt x="232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9" name="Google Shape;2889;p65"/>
            <p:cNvSpPr/>
            <p:nvPr/>
          </p:nvSpPr>
          <p:spPr>
            <a:xfrm>
              <a:off x="7398033" y="2357061"/>
              <a:ext cx="557439" cy="701569"/>
            </a:xfrm>
            <a:custGeom>
              <a:rect b="b" l="l" r="r" t="t"/>
              <a:pathLst>
                <a:path extrusionOk="0" h="34930" w="27754">
                  <a:moveTo>
                    <a:pt x="15149" y="1"/>
                  </a:moveTo>
                  <a:cubicBezTo>
                    <a:pt x="14992" y="1"/>
                    <a:pt x="14835" y="5"/>
                    <a:pt x="14677" y="13"/>
                  </a:cubicBezTo>
                  <a:cubicBezTo>
                    <a:pt x="14239" y="28"/>
                    <a:pt x="13801" y="33"/>
                    <a:pt x="13362" y="33"/>
                  </a:cubicBezTo>
                  <a:cubicBezTo>
                    <a:pt x="12581" y="33"/>
                    <a:pt x="11799" y="18"/>
                    <a:pt x="11017" y="18"/>
                  </a:cubicBezTo>
                  <a:cubicBezTo>
                    <a:pt x="10302" y="18"/>
                    <a:pt x="9588" y="30"/>
                    <a:pt x="8873" y="80"/>
                  </a:cubicBezTo>
                  <a:cubicBezTo>
                    <a:pt x="5738" y="280"/>
                    <a:pt x="4703" y="2248"/>
                    <a:pt x="3436" y="4883"/>
                  </a:cubicBezTo>
                  <a:cubicBezTo>
                    <a:pt x="2902" y="6017"/>
                    <a:pt x="2535" y="7185"/>
                    <a:pt x="2268" y="8419"/>
                  </a:cubicBezTo>
                  <a:cubicBezTo>
                    <a:pt x="1568" y="11888"/>
                    <a:pt x="1835" y="15457"/>
                    <a:pt x="1801" y="18993"/>
                  </a:cubicBezTo>
                  <a:cubicBezTo>
                    <a:pt x="1801" y="24230"/>
                    <a:pt x="1201" y="29467"/>
                    <a:pt x="0" y="34571"/>
                  </a:cubicBezTo>
                  <a:cubicBezTo>
                    <a:pt x="2693" y="34844"/>
                    <a:pt x="5397" y="34929"/>
                    <a:pt x="8106" y="34929"/>
                  </a:cubicBezTo>
                  <a:cubicBezTo>
                    <a:pt x="12547" y="34929"/>
                    <a:pt x="17002" y="34701"/>
                    <a:pt x="21439" y="34701"/>
                  </a:cubicBezTo>
                  <a:cubicBezTo>
                    <a:pt x="23549" y="34701"/>
                    <a:pt x="25654" y="34753"/>
                    <a:pt x="27753" y="34905"/>
                  </a:cubicBezTo>
                  <a:cubicBezTo>
                    <a:pt x="27553" y="32836"/>
                    <a:pt x="27353" y="30735"/>
                    <a:pt x="27153" y="28667"/>
                  </a:cubicBezTo>
                  <a:cubicBezTo>
                    <a:pt x="26786" y="24430"/>
                    <a:pt x="26486" y="20227"/>
                    <a:pt x="26252" y="15958"/>
                  </a:cubicBezTo>
                  <a:cubicBezTo>
                    <a:pt x="26152" y="14390"/>
                    <a:pt x="26252" y="12722"/>
                    <a:pt x="26019" y="11188"/>
                  </a:cubicBezTo>
                  <a:cubicBezTo>
                    <a:pt x="25819" y="9987"/>
                    <a:pt x="25185" y="8919"/>
                    <a:pt x="24551" y="7852"/>
                  </a:cubicBezTo>
                  <a:cubicBezTo>
                    <a:pt x="23884" y="6718"/>
                    <a:pt x="23217" y="5517"/>
                    <a:pt x="22616" y="4349"/>
                  </a:cubicBezTo>
                  <a:cubicBezTo>
                    <a:pt x="22283" y="3716"/>
                    <a:pt x="21982" y="3115"/>
                    <a:pt x="21716" y="2481"/>
                  </a:cubicBezTo>
                  <a:cubicBezTo>
                    <a:pt x="21315" y="1681"/>
                    <a:pt x="21249" y="1147"/>
                    <a:pt x="20315" y="914"/>
                  </a:cubicBezTo>
                  <a:cubicBezTo>
                    <a:pt x="18632" y="485"/>
                    <a:pt x="16893" y="1"/>
                    <a:pt x="151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0" name="Google Shape;2890;p65"/>
            <p:cNvSpPr/>
            <p:nvPr/>
          </p:nvSpPr>
          <p:spPr>
            <a:xfrm>
              <a:off x="6924348" y="2313717"/>
              <a:ext cx="653927" cy="614360"/>
            </a:xfrm>
            <a:custGeom>
              <a:rect b="b" l="l" r="r" t="t"/>
              <a:pathLst>
                <a:path extrusionOk="0" h="30588" w="32558">
                  <a:moveTo>
                    <a:pt x="2544" y="0"/>
                  </a:moveTo>
                  <a:cubicBezTo>
                    <a:pt x="2530" y="0"/>
                    <a:pt x="2516" y="1"/>
                    <a:pt x="2502" y="3"/>
                  </a:cubicBezTo>
                  <a:cubicBezTo>
                    <a:pt x="2202" y="3"/>
                    <a:pt x="2002" y="303"/>
                    <a:pt x="2002" y="603"/>
                  </a:cubicBezTo>
                  <a:cubicBezTo>
                    <a:pt x="1969" y="870"/>
                    <a:pt x="2102" y="1137"/>
                    <a:pt x="2236" y="1404"/>
                  </a:cubicBezTo>
                  <a:lnTo>
                    <a:pt x="3270" y="3605"/>
                  </a:lnTo>
                  <a:cubicBezTo>
                    <a:pt x="3303" y="3672"/>
                    <a:pt x="3336" y="3739"/>
                    <a:pt x="3303" y="3839"/>
                  </a:cubicBezTo>
                  <a:cubicBezTo>
                    <a:pt x="3303" y="3906"/>
                    <a:pt x="3236" y="3939"/>
                    <a:pt x="3170" y="4006"/>
                  </a:cubicBezTo>
                  <a:cubicBezTo>
                    <a:pt x="2736" y="4273"/>
                    <a:pt x="2236" y="4439"/>
                    <a:pt x="1835" y="4740"/>
                  </a:cubicBezTo>
                  <a:cubicBezTo>
                    <a:pt x="1368" y="5040"/>
                    <a:pt x="1035" y="5707"/>
                    <a:pt x="768" y="6174"/>
                  </a:cubicBezTo>
                  <a:cubicBezTo>
                    <a:pt x="1" y="7542"/>
                    <a:pt x="901" y="8609"/>
                    <a:pt x="1702" y="9576"/>
                  </a:cubicBezTo>
                  <a:cubicBezTo>
                    <a:pt x="2636" y="10744"/>
                    <a:pt x="3203" y="12145"/>
                    <a:pt x="3803" y="13479"/>
                  </a:cubicBezTo>
                  <a:cubicBezTo>
                    <a:pt x="5138" y="16615"/>
                    <a:pt x="6672" y="19684"/>
                    <a:pt x="8373" y="22652"/>
                  </a:cubicBezTo>
                  <a:cubicBezTo>
                    <a:pt x="9107" y="23920"/>
                    <a:pt x="9774" y="25187"/>
                    <a:pt x="10842" y="26188"/>
                  </a:cubicBezTo>
                  <a:cubicBezTo>
                    <a:pt x="11976" y="27222"/>
                    <a:pt x="13077" y="28323"/>
                    <a:pt x="14244" y="29357"/>
                  </a:cubicBezTo>
                  <a:cubicBezTo>
                    <a:pt x="14878" y="29891"/>
                    <a:pt x="15545" y="30425"/>
                    <a:pt x="16346" y="30558"/>
                  </a:cubicBezTo>
                  <a:cubicBezTo>
                    <a:pt x="16478" y="30578"/>
                    <a:pt x="16611" y="30588"/>
                    <a:pt x="16742" y="30588"/>
                  </a:cubicBezTo>
                  <a:cubicBezTo>
                    <a:pt x="17702" y="30588"/>
                    <a:pt x="18626" y="30085"/>
                    <a:pt x="19448" y="29557"/>
                  </a:cubicBezTo>
                  <a:cubicBezTo>
                    <a:pt x="22417" y="27656"/>
                    <a:pt x="25152" y="25354"/>
                    <a:pt x="27520" y="22719"/>
                  </a:cubicBezTo>
                  <a:cubicBezTo>
                    <a:pt x="30622" y="19317"/>
                    <a:pt x="32557" y="13979"/>
                    <a:pt x="31023" y="9643"/>
                  </a:cubicBezTo>
                  <a:cubicBezTo>
                    <a:pt x="30492" y="8177"/>
                    <a:pt x="29320" y="6652"/>
                    <a:pt x="27833" y="6652"/>
                  </a:cubicBezTo>
                  <a:cubicBezTo>
                    <a:pt x="27730" y="6652"/>
                    <a:pt x="27626" y="6659"/>
                    <a:pt x="27520" y="6674"/>
                  </a:cubicBezTo>
                  <a:cubicBezTo>
                    <a:pt x="26820" y="6741"/>
                    <a:pt x="26219" y="7175"/>
                    <a:pt x="25652" y="7575"/>
                  </a:cubicBezTo>
                  <a:cubicBezTo>
                    <a:pt x="21517" y="10576"/>
                    <a:pt x="17816" y="14277"/>
                    <a:pt x="15248" y="18678"/>
                  </a:cubicBezTo>
                  <a:lnTo>
                    <a:pt x="15248" y="18678"/>
                  </a:lnTo>
                  <a:cubicBezTo>
                    <a:pt x="15320" y="18517"/>
                    <a:pt x="14109" y="16980"/>
                    <a:pt x="13977" y="16781"/>
                  </a:cubicBezTo>
                  <a:cubicBezTo>
                    <a:pt x="13544" y="16114"/>
                    <a:pt x="13110" y="15414"/>
                    <a:pt x="12676" y="14747"/>
                  </a:cubicBezTo>
                  <a:cubicBezTo>
                    <a:pt x="11375" y="12812"/>
                    <a:pt x="10208" y="10710"/>
                    <a:pt x="8807" y="8842"/>
                  </a:cubicBezTo>
                  <a:cubicBezTo>
                    <a:pt x="6772" y="6174"/>
                    <a:pt x="4804" y="3539"/>
                    <a:pt x="3203" y="603"/>
                  </a:cubicBezTo>
                  <a:cubicBezTo>
                    <a:pt x="3044" y="317"/>
                    <a:pt x="2824" y="0"/>
                    <a:pt x="2544" y="0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1" name="Google Shape;2891;p65"/>
            <p:cNvSpPr/>
            <p:nvPr/>
          </p:nvSpPr>
          <p:spPr>
            <a:xfrm>
              <a:off x="7272060" y="2360716"/>
              <a:ext cx="432169" cy="453800"/>
            </a:xfrm>
            <a:custGeom>
              <a:rect b="b" l="l" r="r" t="t"/>
              <a:pathLst>
                <a:path extrusionOk="0" h="22594" w="21517">
                  <a:moveTo>
                    <a:pt x="14682" y="0"/>
                  </a:moveTo>
                  <a:cubicBezTo>
                    <a:pt x="13162" y="0"/>
                    <a:pt x="11561" y="510"/>
                    <a:pt x="10175" y="1365"/>
                  </a:cubicBezTo>
                  <a:cubicBezTo>
                    <a:pt x="9241" y="1966"/>
                    <a:pt x="8440" y="2733"/>
                    <a:pt x="7673" y="3534"/>
                  </a:cubicBezTo>
                  <a:cubicBezTo>
                    <a:pt x="5105" y="6069"/>
                    <a:pt x="2569" y="8637"/>
                    <a:pt x="1" y="11172"/>
                  </a:cubicBezTo>
                  <a:lnTo>
                    <a:pt x="9991" y="22017"/>
                  </a:lnTo>
                  <a:lnTo>
                    <a:pt x="9991" y="22017"/>
                  </a:lnTo>
                  <a:cubicBezTo>
                    <a:pt x="12484" y="19729"/>
                    <a:pt x="14938" y="17382"/>
                    <a:pt x="16880" y="14608"/>
                  </a:cubicBezTo>
                  <a:cubicBezTo>
                    <a:pt x="19148" y="11373"/>
                    <a:pt x="21516" y="6569"/>
                    <a:pt x="19448" y="2766"/>
                  </a:cubicBezTo>
                  <a:cubicBezTo>
                    <a:pt x="18387" y="812"/>
                    <a:pt x="16600" y="0"/>
                    <a:pt x="14682" y="0"/>
                  </a:cubicBezTo>
                  <a:close/>
                  <a:moveTo>
                    <a:pt x="9991" y="22017"/>
                  </a:moveTo>
                  <a:lnTo>
                    <a:pt x="9991" y="22017"/>
                  </a:lnTo>
                  <a:cubicBezTo>
                    <a:pt x="9785" y="22205"/>
                    <a:pt x="9580" y="22393"/>
                    <a:pt x="9374" y="22581"/>
                  </a:cubicBezTo>
                  <a:cubicBezTo>
                    <a:pt x="9414" y="22589"/>
                    <a:pt x="9454" y="22594"/>
                    <a:pt x="9494" y="22594"/>
                  </a:cubicBezTo>
                  <a:cubicBezTo>
                    <a:pt x="9759" y="22594"/>
                    <a:pt x="10026" y="22412"/>
                    <a:pt x="10142" y="22180"/>
                  </a:cubicBezTo>
                  <a:lnTo>
                    <a:pt x="9991" y="22017"/>
                  </a:ln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2" name="Google Shape;2892;p65"/>
            <p:cNvSpPr/>
            <p:nvPr/>
          </p:nvSpPr>
          <p:spPr>
            <a:xfrm>
              <a:off x="7566867" y="2117467"/>
              <a:ext cx="157466" cy="205088"/>
            </a:xfrm>
            <a:custGeom>
              <a:rect b="b" l="l" r="r" t="t"/>
              <a:pathLst>
                <a:path extrusionOk="0" h="10211" w="7840">
                  <a:moveTo>
                    <a:pt x="2735" y="0"/>
                  </a:moveTo>
                  <a:cubicBezTo>
                    <a:pt x="2268" y="0"/>
                    <a:pt x="1735" y="67"/>
                    <a:pt x="1434" y="434"/>
                  </a:cubicBezTo>
                  <a:cubicBezTo>
                    <a:pt x="1334" y="601"/>
                    <a:pt x="1268" y="767"/>
                    <a:pt x="1234" y="967"/>
                  </a:cubicBezTo>
                  <a:cubicBezTo>
                    <a:pt x="967" y="1868"/>
                    <a:pt x="701" y="2802"/>
                    <a:pt x="500" y="3736"/>
                  </a:cubicBezTo>
                  <a:cubicBezTo>
                    <a:pt x="167" y="5170"/>
                    <a:pt x="0" y="6605"/>
                    <a:pt x="200" y="8039"/>
                  </a:cubicBezTo>
                  <a:cubicBezTo>
                    <a:pt x="334" y="8940"/>
                    <a:pt x="1034" y="9540"/>
                    <a:pt x="1835" y="9874"/>
                  </a:cubicBezTo>
                  <a:cubicBezTo>
                    <a:pt x="2349" y="10101"/>
                    <a:pt x="2911" y="10211"/>
                    <a:pt x="3471" y="10211"/>
                  </a:cubicBezTo>
                  <a:cubicBezTo>
                    <a:pt x="4147" y="10211"/>
                    <a:pt x="4820" y="10050"/>
                    <a:pt x="5404" y="9740"/>
                  </a:cubicBezTo>
                  <a:cubicBezTo>
                    <a:pt x="6238" y="9273"/>
                    <a:pt x="6772" y="8540"/>
                    <a:pt x="6938" y="7606"/>
                  </a:cubicBezTo>
                  <a:cubicBezTo>
                    <a:pt x="7038" y="7005"/>
                    <a:pt x="7072" y="6405"/>
                    <a:pt x="7205" y="5804"/>
                  </a:cubicBezTo>
                  <a:cubicBezTo>
                    <a:pt x="7372" y="4904"/>
                    <a:pt x="7839" y="4036"/>
                    <a:pt x="7806" y="3136"/>
                  </a:cubicBezTo>
                  <a:cubicBezTo>
                    <a:pt x="7739" y="2035"/>
                    <a:pt x="6905" y="1101"/>
                    <a:pt x="5938" y="601"/>
                  </a:cubicBezTo>
                  <a:cubicBezTo>
                    <a:pt x="4970" y="100"/>
                    <a:pt x="3836" y="0"/>
                    <a:pt x="2735" y="0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3" name="Google Shape;2893;p65"/>
            <p:cNvSpPr/>
            <p:nvPr/>
          </p:nvSpPr>
          <p:spPr>
            <a:xfrm>
              <a:off x="7572210" y="2092320"/>
              <a:ext cx="219107" cy="217782"/>
            </a:xfrm>
            <a:custGeom>
              <a:rect b="b" l="l" r="r" t="t"/>
              <a:pathLst>
                <a:path extrusionOk="0" h="10843" w="10909">
                  <a:moveTo>
                    <a:pt x="3922" y="0"/>
                  </a:moveTo>
                  <a:cubicBezTo>
                    <a:pt x="3397" y="0"/>
                    <a:pt x="2876" y="47"/>
                    <a:pt x="2369" y="185"/>
                  </a:cubicBezTo>
                  <a:cubicBezTo>
                    <a:pt x="1269" y="485"/>
                    <a:pt x="201" y="1319"/>
                    <a:pt x="1" y="2420"/>
                  </a:cubicBezTo>
                  <a:cubicBezTo>
                    <a:pt x="1" y="2553"/>
                    <a:pt x="1" y="2653"/>
                    <a:pt x="34" y="2787"/>
                  </a:cubicBezTo>
                  <a:cubicBezTo>
                    <a:pt x="101" y="2920"/>
                    <a:pt x="268" y="2987"/>
                    <a:pt x="401" y="3053"/>
                  </a:cubicBezTo>
                  <a:cubicBezTo>
                    <a:pt x="899" y="3267"/>
                    <a:pt x="1448" y="3463"/>
                    <a:pt x="1975" y="3463"/>
                  </a:cubicBezTo>
                  <a:cubicBezTo>
                    <a:pt x="2189" y="3463"/>
                    <a:pt x="2400" y="3431"/>
                    <a:pt x="2603" y="3354"/>
                  </a:cubicBezTo>
                  <a:cubicBezTo>
                    <a:pt x="2805" y="3273"/>
                    <a:pt x="3202" y="3070"/>
                    <a:pt x="3447" y="3070"/>
                  </a:cubicBezTo>
                  <a:cubicBezTo>
                    <a:pt x="3607" y="3070"/>
                    <a:pt x="3703" y="3157"/>
                    <a:pt x="3637" y="3420"/>
                  </a:cubicBezTo>
                  <a:cubicBezTo>
                    <a:pt x="3503" y="3987"/>
                    <a:pt x="2836" y="4354"/>
                    <a:pt x="3036" y="4988"/>
                  </a:cubicBezTo>
                  <a:cubicBezTo>
                    <a:pt x="3137" y="5388"/>
                    <a:pt x="3570" y="5589"/>
                    <a:pt x="3870" y="5889"/>
                  </a:cubicBezTo>
                  <a:cubicBezTo>
                    <a:pt x="4204" y="6222"/>
                    <a:pt x="4404" y="6723"/>
                    <a:pt x="4337" y="7223"/>
                  </a:cubicBezTo>
                  <a:lnTo>
                    <a:pt x="4304" y="7356"/>
                  </a:lnTo>
                  <a:cubicBezTo>
                    <a:pt x="4271" y="7590"/>
                    <a:pt x="4204" y="7823"/>
                    <a:pt x="4271" y="8024"/>
                  </a:cubicBezTo>
                  <a:cubicBezTo>
                    <a:pt x="4404" y="8391"/>
                    <a:pt x="4871" y="8524"/>
                    <a:pt x="5205" y="8791"/>
                  </a:cubicBezTo>
                  <a:cubicBezTo>
                    <a:pt x="5638" y="9158"/>
                    <a:pt x="5872" y="9625"/>
                    <a:pt x="6339" y="9992"/>
                  </a:cubicBezTo>
                  <a:cubicBezTo>
                    <a:pt x="6873" y="10392"/>
                    <a:pt x="7440" y="10659"/>
                    <a:pt x="8107" y="10792"/>
                  </a:cubicBezTo>
                  <a:cubicBezTo>
                    <a:pt x="8190" y="10826"/>
                    <a:pt x="8282" y="10842"/>
                    <a:pt x="8378" y="10842"/>
                  </a:cubicBezTo>
                  <a:cubicBezTo>
                    <a:pt x="8474" y="10842"/>
                    <a:pt x="8574" y="10826"/>
                    <a:pt x="8674" y="10792"/>
                  </a:cubicBezTo>
                  <a:cubicBezTo>
                    <a:pt x="8974" y="10692"/>
                    <a:pt x="9141" y="10359"/>
                    <a:pt x="9241" y="10025"/>
                  </a:cubicBezTo>
                  <a:cubicBezTo>
                    <a:pt x="9474" y="9425"/>
                    <a:pt x="9741" y="8791"/>
                    <a:pt x="9875" y="8124"/>
                  </a:cubicBezTo>
                  <a:cubicBezTo>
                    <a:pt x="9975" y="7590"/>
                    <a:pt x="10242" y="7290"/>
                    <a:pt x="10508" y="6789"/>
                  </a:cubicBezTo>
                  <a:cubicBezTo>
                    <a:pt x="10875" y="6156"/>
                    <a:pt x="10909" y="5355"/>
                    <a:pt x="10709" y="4621"/>
                  </a:cubicBezTo>
                  <a:cubicBezTo>
                    <a:pt x="10508" y="3754"/>
                    <a:pt x="10041" y="2920"/>
                    <a:pt x="9508" y="2219"/>
                  </a:cubicBezTo>
                  <a:cubicBezTo>
                    <a:pt x="9007" y="1586"/>
                    <a:pt x="8640" y="919"/>
                    <a:pt x="7873" y="552"/>
                  </a:cubicBezTo>
                  <a:cubicBezTo>
                    <a:pt x="7239" y="251"/>
                    <a:pt x="6506" y="185"/>
                    <a:pt x="5772" y="118"/>
                  </a:cubicBezTo>
                  <a:cubicBezTo>
                    <a:pt x="5160" y="64"/>
                    <a:pt x="4538" y="0"/>
                    <a:pt x="392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4" name="Google Shape;2894;p65"/>
            <p:cNvSpPr/>
            <p:nvPr/>
          </p:nvSpPr>
          <p:spPr>
            <a:xfrm>
              <a:off x="7623808" y="2202547"/>
              <a:ext cx="72386" cy="50273"/>
            </a:xfrm>
            <a:custGeom>
              <a:rect b="b" l="l" r="r" t="t"/>
              <a:pathLst>
                <a:path extrusionOk="0" h="2503" w="3604">
                  <a:moveTo>
                    <a:pt x="1802" y="0"/>
                  </a:moveTo>
                  <a:cubicBezTo>
                    <a:pt x="0" y="0"/>
                    <a:pt x="0" y="2502"/>
                    <a:pt x="1802" y="2502"/>
                  </a:cubicBezTo>
                  <a:cubicBezTo>
                    <a:pt x="3603" y="2502"/>
                    <a:pt x="3603" y="0"/>
                    <a:pt x="1802" y="0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5" name="Google Shape;2895;p65"/>
            <p:cNvSpPr/>
            <p:nvPr/>
          </p:nvSpPr>
          <p:spPr>
            <a:xfrm>
              <a:off x="7072415" y="4486513"/>
              <a:ext cx="370528" cy="130653"/>
            </a:xfrm>
            <a:custGeom>
              <a:rect b="b" l="l" r="r" t="t"/>
              <a:pathLst>
                <a:path extrusionOk="0" h="6505" w="18448">
                  <a:moveTo>
                    <a:pt x="10441" y="0"/>
                  </a:moveTo>
                  <a:cubicBezTo>
                    <a:pt x="9541" y="0"/>
                    <a:pt x="8907" y="1401"/>
                    <a:pt x="7940" y="1768"/>
                  </a:cubicBezTo>
                  <a:cubicBezTo>
                    <a:pt x="6405" y="2369"/>
                    <a:pt x="4771" y="2702"/>
                    <a:pt x="3270" y="3403"/>
                  </a:cubicBezTo>
                  <a:cubicBezTo>
                    <a:pt x="1969" y="3970"/>
                    <a:pt x="434" y="5071"/>
                    <a:pt x="1" y="6505"/>
                  </a:cubicBezTo>
                  <a:lnTo>
                    <a:pt x="17146" y="6505"/>
                  </a:lnTo>
                  <a:cubicBezTo>
                    <a:pt x="17880" y="6505"/>
                    <a:pt x="18447" y="5804"/>
                    <a:pt x="18280" y="5071"/>
                  </a:cubicBezTo>
                  <a:cubicBezTo>
                    <a:pt x="18080" y="4070"/>
                    <a:pt x="17980" y="3069"/>
                    <a:pt x="18080" y="2068"/>
                  </a:cubicBezTo>
                  <a:cubicBezTo>
                    <a:pt x="18113" y="1835"/>
                    <a:pt x="18147" y="1568"/>
                    <a:pt x="18113" y="1335"/>
                  </a:cubicBezTo>
                  <a:cubicBezTo>
                    <a:pt x="18047" y="1101"/>
                    <a:pt x="17913" y="868"/>
                    <a:pt x="17680" y="767"/>
                  </a:cubicBezTo>
                  <a:cubicBezTo>
                    <a:pt x="17596" y="751"/>
                    <a:pt x="17513" y="742"/>
                    <a:pt x="17425" y="742"/>
                  </a:cubicBezTo>
                  <a:cubicBezTo>
                    <a:pt x="17338" y="742"/>
                    <a:pt x="17246" y="751"/>
                    <a:pt x="17146" y="767"/>
                  </a:cubicBezTo>
                  <a:cubicBezTo>
                    <a:pt x="16943" y="794"/>
                    <a:pt x="16741" y="805"/>
                    <a:pt x="16538" y="805"/>
                  </a:cubicBezTo>
                  <a:cubicBezTo>
                    <a:pt x="15800" y="805"/>
                    <a:pt x="15061" y="664"/>
                    <a:pt x="14323" y="664"/>
                  </a:cubicBezTo>
                  <a:cubicBezTo>
                    <a:pt x="14263" y="664"/>
                    <a:pt x="14204" y="665"/>
                    <a:pt x="14144" y="667"/>
                  </a:cubicBezTo>
                  <a:cubicBezTo>
                    <a:pt x="13994" y="676"/>
                    <a:pt x="13846" y="680"/>
                    <a:pt x="13699" y="680"/>
                  </a:cubicBezTo>
                  <a:cubicBezTo>
                    <a:pt x="13260" y="680"/>
                    <a:pt x="12835" y="642"/>
                    <a:pt x="12409" y="567"/>
                  </a:cubicBezTo>
                  <a:cubicBezTo>
                    <a:pt x="11776" y="467"/>
                    <a:pt x="11042" y="0"/>
                    <a:pt x="1044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6" name="Google Shape;2896;p65"/>
            <p:cNvSpPr/>
            <p:nvPr/>
          </p:nvSpPr>
          <p:spPr>
            <a:xfrm>
              <a:off x="7580766" y="2356679"/>
              <a:ext cx="546894" cy="373440"/>
            </a:xfrm>
            <a:custGeom>
              <a:rect b="b" l="l" r="r" t="t"/>
              <a:pathLst>
                <a:path extrusionOk="0" h="18593" w="27229">
                  <a:moveTo>
                    <a:pt x="5608" y="0"/>
                  </a:moveTo>
                  <a:cubicBezTo>
                    <a:pt x="0" y="0"/>
                    <a:pt x="7491" y="7637"/>
                    <a:pt x="8681" y="9439"/>
                  </a:cubicBezTo>
                  <a:lnTo>
                    <a:pt x="8715" y="9439"/>
                  </a:lnTo>
                  <a:cubicBezTo>
                    <a:pt x="9515" y="10673"/>
                    <a:pt x="10349" y="11907"/>
                    <a:pt x="11183" y="13141"/>
                  </a:cubicBezTo>
                  <a:cubicBezTo>
                    <a:pt x="11750" y="14009"/>
                    <a:pt x="12317" y="15109"/>
                    <a:pt x="13418" y="15343"/>
                  </a:cubicBezTo>
                  <a:cubicBezTo>
                    <a:pt x="14352" y="15543"/>
                    <a:pt x="15019" y="17378"/>
                    <a:pt x="15686" y="17978"/>
                  </a:cubicBezTo>
                  <a:cubicBezTo>
                    <a:pt x="16165" y="18416"/>
                    <a:pt x="16585" y="18593"/>
                    <a:pt x="16976" y="18593"/>
                  </a:cubicBezTo>
                  <a:cubicBezTo>
                    <a:pt x="17865" y="18593"/>
                    <a:pt x="18606" y="17678"/>
                    <a:pt x="19556" y="16844"/>
                  </a:cubicBezTo>
                  <a:cubicBezTo>
                    <a:pt x="22325" y="14376"/>
                    <a:pt x="24893" y="11674"/>
                    <a:pt x="27228" y="8772"/>
                  </a:cubicBezTo>
                  <a:cubicBezTo>
                    <a:pt x="21024" y="4135"/>
                    <a:pt x="13718" y="699"/>
                    <a:pt x="6280" y="32"/>
                  </a:cubicBezTo>
                  <a:cubicBezTo>
                    <a:pt x="6037" y="11"/>
                    <a:pt x="5814" y="0"/>
                    <a:pt x="5608" y="0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7" name="Google Shape;2897;p65"/>
            <p:cNvSpPr/>
            <p:nvPr/>
          </p:nvSpPr>
          <p:spPr>
            <a:xfrm>
              <a:off x="7016136" y="2389277"/>
              <a:ext cx="59652" cy="69052"/>
            </a:xfrm>
            <a:custGeom>
              <a:rect b="b" l="l" r="r" t="t"/>
              <a:pathLst>
                <a:path extrusionOk="0" h="3438" w="2970">
                  <a:moveTo>
                    <a:pt x="766" y="0"/>
                  </a:moveTo>
                  <a:cubicBezTo>
                    <a:pt x="389" y="0"/>
                    <a:pt x="76" y="180"/>
                    <a:pt x="34" y="711"/>
                  </a:cubicBezTo>
                  <a:cubicBezTo>
                    <a:pt x="1" y="911"/>
                    <a:pt x="34" y="1111"/>
                    <a:pt x="167" y="1278"/>
                  </a:cubicBezTo>
                  <a:cubicBezTo>
                    <a:pt x="267" y="1378"/>
                    <a:pt x="367" y="1445"/>
                    <a:pt x="501" y="1545"/>
                  </a:cubicBezTo>
                  <a:cubicBezTo>
                    <a:pt x="668" y="1678"/>
                    <a:pt x="834" y="1845"/>
                    <a:pt x="968" y="2012"/>
                  </a:cubicBezTo>
                  <a:cubicBezTo>
                    <a:pt x="1068" y="2112"/>
                    <a:pt x="1168" y="2212"/>
                    <a:pt x="1201" y="2345"/>
                  </a:cubicBezTo>
                  <a:cubicBezTo>
                    <a:pt x="1359" y="2686"/>
                    <a:pt x="1619" y="3438"/>
                    <a:pt x="2046" y="3438"/>
                  </a:cubicBezTo>
                  <a:cubicBezTo>
                    <a:pt x="2163" y="3438"/>
                    <a:pt x="2292" y="3382"/>
                    <a:pt x="2436" y="3246"/>
                  </a:cubicBezTo>
                  <a:cubicBezTo>
                    <a:pt x="2602" y="3046"/>
                    <a:pt x="2702" y="2812"/>
                    <a:pt x="2769" y="2545"/>
                  </a:cubicBezTo>
                  <a:cubicBezTo>
                    <a:pt x="2903" y="2012"/>
                    <a:pt x="2969" y="1378"/>
                    <a:pt x="2669" y="911"/>
                  </a:cubicBezTo>
                  <a:cubicBezTo>
                    <a:pt x="2469" y="577"/>
                    <a:pt x="2069" y="377"/>
                    <a:pt x="1668" y="210"/>
                  </a:cubicBezTo>
                  <a:cubicBezTo>
                    <a:pt x="1602" y="177"/>
                    <a:pt x="1535" y="177"/>
                    <a:pt x="1435" y="144"/>
                  </a:cubicBezTo>
                  <a:cubicBezTo>
                    <a:pt x="1217" y="59"/>
                    <a:pt x="981" y="0"/>
                    <a:pt x="766" y="0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8" name="Google Shape;2898;p65"/>
            <p:cNvSpPr/>
            <p:nvPr/>
          </p:nvSpPr>
          <p:spPr>
            <a:xfrm>
              <a:off x="7150405" y="4523589"/>
              <a:ext cx="32578" cy="51377"/>
            </a:xfrm>
            <a:custGeom>
              <a:rect b="b" l="l" r="r" t="t"/>
              <a:pathLst>
                <a:path extrusionOk="0" h="2558" w="1622">
                  <a:moveTo>
                    <a:pt x="248" y="1"/>
                  </a:moveTo>
                  <a:cubicBezTo>
                    <a:pt x="124" y="1"/>
                    <a:pt x="0" y="109"/>
                    <a:pt x="20" y="289"/>
                  </a:cubicBezTo>
                  <a:cubicBezTo>
                    <a:pt x="120" y="956"/>
                    <a:pt x="454" y="1623"/>
                    <a:pt x="854" y="2157"/>
                  </a:cubicBezTo>
                  <a:cubicBezTo>
                    <a:pt x="954" y="2324"/>
                    <a:pt x="1088" y="2557"/>
                    <a:pt x="1321" y="2557"/>
                  </a:cubicBezTo>
                  <a:cubicBezTo>
                    <a:pt x="1455" y="2557"/>
                    <a:pt x="1555" y="2491"/>
                    <a:pt x="1588" y="2357"/>
                  </a:cubicBezTo>
                  <a:cubicBezTo>
                    <a:pt x="1621" y="2224"/>
                    <a:pt x="1588" y="2124"/>
                    <a:pt x="1488" y="2024"/>
                  </a:cubicBezTo>
                  <a:lnTo>
                    <a:pt x="1521" y="2024"/>
                  </a:lnTo>
                  <a:cubicBezTo>
                    <a:pt x="1321" y="1757"/>
                    <a:pt x="1088" y="1490"/>
                    <a:pt x="921" y="1190"/>
                  </a:cubicBezTo>
                  <a:cubicBezTo>
                    <a:pt x="754" y="856"/>
                    <a:pt x="587" y="523"/>
                    <a:pt x="454" y="156"/>
                  </a:cubicBezTo>
                  <a:cubicBezTo>
                    <a:pt x="414" y="49"/>
                    <a:pt x="331" y="1"/>
                    <a:pt x="248" y="1"/>
                  </a:cubicBezTo>
                  <a:close/>
                </a:path>
              </a:pathLst>
            </a:custGeom>
            <a:solidFill>
              <a:srgbClr val="5CC9BF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9" name="Google Shape;2899;p65"/>
            <p:cNvSpPr/>
            <p:nvPr/>
          </p:nvSpPr>
          <p:spPr>
            <a:xfrm>
              <a:off x="7186979" y="4519954"/>
              <a:ext cx="34185" cy="34988"/>
            </a:xfrm>
            <a:custGeom>
              <a:rect b="b" l="l" r="r" t="t"/>
              <a:pathLst>
                <a:path extrusionOk="0" h="1742" w="1702">
                  <a:moveTo>
                    <a:pt x="221" y="0"/>
                  </a:moveTo>
                  <a:cubicBezTo>
                    <a:pt x="163" y="0"/>
                    <a:pt x="109" y="29"/>
                    <a:pt x="67" y="70"/>
                  </a:cubicBezTo>
                  <a:cubicBezTo>
                    <a:pt x="1" y="170"/>
                    <a:pt x="34" y="270"/>
                    <a:pt x="101" y="337"/>
                  </a:cubicBezTo>
                  <a:cubicBezTo>
                    <a:pt x="267" y="503"/>
                    <a:pt x="434" y="704"/>
                    <a:pt x="601" y="870"/>
                  </a:cubicBezTo>
                  <a:cubicBezTo>
                    <a:pt x="668" y="970"/>
                    <a:pt x="768" y="1071"/>
                    <a:pt x="835" y="1171"/>
                  </a:cubicBezTo>
                  <a:cubicBezTo>
                    <a:pt x="868" y="1204"/>
                    <a:pt x="901" y="1237"/>
                    <a:pt x="901" y="1271"/>
                  </a:cubicBezTo>
                  <a:cubicBezTo>
                    <a:pt x="935" y="1304"/>
                    <a:pt x="968" y="1371"/>
                    <a:pt x="1001" y="1404"/>
                  </a:cubicBezTo>
                  <a:cubicBezTo>
                    <a:pt x="1125" y="1558"/>
                    <a:pt x="1248" y="1741"/>
                    <a:pt x="1451" y="1741"/>
                  </a:cubicBezTo>
                  <a:cubicBezTo>
                    <a:pt x="1467" y="1741"/>
                    <a:pt x="1484" y="1740"/>
                    <a:pt x="1502" y="1738"/>
                  </a:cubicBezTo>
                  <a:cubicBezTo>
                    <a:pt x="1635" y="1671"/>
                    <a:pt x="1702" y="1504"/>
                    <a:pt x="1668" y="1371"/>
                  </a:cubicBezTo>
                  <a:cubicBezTo>
                    <a:pt x="1635" y="1271"/>
                    <a:pt x="1602" y="1204"/>
                    <a:pt x="1568" y="1137"/>
                  </a:cubicBezTo>
                  <a:cubicBezTo>
                    <a:pt x="1402" y="937"/>
                    <a:pt x="1235" y="704"/>
                    <a:pt x="1035" y="537"/>
                  </a:cubicBezTo>
                  <a:cubicBezTo>
                    <a:pt x="835" y="337"/>
                    <a:pt x="601" y="170"/>
                    <a:pt x="334" y="36"/>
                  </a:cubicBezTo>
                  <a:cubicBezTo>
                    <a:pt x="296" y="11"/>
                    <a:pt x="258" y="0"/>
                    <a:pt x="221" y="0"/>
                  </a:cubicBezTo>
                  <a:close/>
                </a:path>
              </a:pathLst>
            </a:custGeom>
            <a:solidFill>
              <a:srgbClr val="5CC9BF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0" name="Google Shape;2900;p65"/>
            <p:cNvSpPr/>
            <p:nvPr/>
          </p:nvSpPr>
          <p:spPr>
            <a:xfrm>
              <a:off x="7227852" y="4506236"/>
              <a:ext cx="41235" cy="26713"/>
            </a:xfrm>
            <a:custGeom>
              <a:rect b="b" l="l" r="r" t="t"/>
              <a:pathLst>
                <a:path extrusionOk="0" h="1330" w="2053">
                  <a:moveTo>
                    <a:pt x="260" y="0"/>
                  </a:moveTo>
                  <a:cubicBezTo>
                    <a:pt x="186" y="0"/>
                    <a:pt x="112" y="30"/>
                    <a:pt x="67" y="119"/>
                  </a:cubicBezTo>
                  <a:cubicBezTo>
                    <a:pt x="0" y="219"/>
                    <a:pt x="34" y="353"/>
                    <a:pt x="134" y="419"/>
                  </a:cubicBezTo>
                  <a:cubicBezTo>
                    <a:pt x="367" y="586"/>
                    <a:pt x="634" y="753"/>
                    <a:pt x="868" y="886"/>
                  </a:cubicBezTo>
                  <a:cubicBezTo>
                    <a:pt x="1135" y="1053"/>
                    <a:pt x="1368" y="1253"/>
                    <a:pt x="1668" y="1320"/>
                  </a:cubicBezTo>
                  <a:cubicBezTo>
                    <a:pt x="1691" y="1326"/>
                    <a:pt x="1713" y="1329"/>
                    <a:pt x="1734" y="1329"/>
                  </a:cubicBezTo>
                  <a:cubicBezTo>
                    <a:pt x="1931" y="1329"/>
                    <a:pt x="2052" y="1070"/>
                    <a:pt x="1902" y="920"/>
                  </a:cubicBezTo>
                  <a:lnTo>
                    <a:pt x="1902" y="920"/>
                  </a:lnTo>
                  <a:lnTo>
                    <a:pt x="1902" y="953"/>
                  </a:lnTo>
                  <a:cubicBezTo>
                    <a:pt x="1668" y="719"/>
                    <a:pt x="1401" y="586"/>
                    <a:pt x="1135" y="419"/>
                  </a:cubicBezTo>
                  <a:cubicBezTo>
                    <a:pt x="901" y="286"/>
                    <a:pt x="634" y="152"/>
                    <a:pt x="367" y="19"/>
                  </a:cubicBezTo>
                  <a:cubicBezTo>
                    <a:pt x="334" y="8"/>
                    <a:pt x="297" y="0"/>
                    <a:pt x="260" y="0"/>
                  </a:cubicBezTo>
                  <a:close/>
                </a:path>
              </a:pathLst>
            </a:custGeom>
            <a:solidFill>
              <a:srgbClr val="5CC9BF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1" name="Google Shape;2901;p65"/>
            <p:cNvSpPr/>
            <p:nvPr/>
          </p:nvSpPr>
          <p:spPr>
            <a:xfrm>
              <a:off x="7793305" y="4496214"/>
              <a:ext cx="34868" cy="36535"/>
            </a:xfrm>
            <a:custGeom>
              <a:rect b="b" l="l" r="r" t="t"/>
              <a:pathLst>
                <a:path extrusionOk="0" h="1819" w="1736">
                  <a:moveTo>
                    <a:pt x="218" y="1"/>
                  </a:moveTo>
                  <a:cubicBezTo>
                    <a:pt x="176" y="1"/>
                    <a:pt x="134" y="18"/>
                    <a:pt x="101" y="51"/>
                  </a:cubicBezTo>
                  <a:cubicBezTo>
                    <a:pt x="1" y="118"/>
                    <a:pt x="1" y="218"/>
                    <a:pt x="34" y="284"/>
                  </a:cubicBezTo>
                  <a:cubicBezTo>
                    <a:pt x="201" y="585"/>
                    <a:pt x="401" y="852"/>
                    <a:pt x="635" y="1118"/>
                  </a:cubicBezTo>
                  <a:cubicBezTo>
                    <a:pt x="735" y="1252"/>
                    <a:pt x="835" y="1385"/>
                    <a:pt x="935" y="1485"/>
                  </a:cubicBezTo>
                  <a:cubicBezTo>
                    <a:pt x="1002" y="1552"/>
                    <a:pt x="1068" y="1619"/>
                    <a:pt x="1135" y="1652"/>
                  </a:cubicBezTo>
                  <a:cubicBezTo>
                    <a:pt x="1168" y="1685"/>
                    <a:pt x="1202" y="1719"/>
                    <a:pt x="1235" y="1752"/>
                  </a:cubicBezTo>
                  <a:cubicBezTo>
                    <a:pt x="1268" y="1786"/>
                    <a:pt x="1335" y="1786"/>
                    <a:pt x="1402" y="1819"/>
                  </a:cubicBezTo>
                  <a:cubicBezTo>
                    <a:pt x="1502" y="1819"/>
                    <a:pt x="1569" y="1819"/>
                    <a:pt x="1635" y="1752"/>
                  </a:cubicBezTo>
                  <a:cubicBezTo>
                    <a:pt x="1702" y="1685"/>
                    <a:pt x="1735" y="1619"/>
                    <a:pt x="1702" y="1519"/>
                  </a:cubicBezTo>
                  <a:cubicBezTo>
                    <a:pt x="1702" y="1452"/>
                    <a:pt x="1669" y="1419"/>
                    <a:pt x="1669" y="1385"/>
                  </a:cubicBezTo>
                  <a:cubicBezTo>
                    <a:pt x="1635" y="1319"/>
                    <a:pt x="1569" y="1285"/>
                    <a:pt x="1535" y="1252"/>
                  </a:cubicBezTo>
                  <a:cubicBezTo>
                    <a:pt x="1469" y="1185"/>
                    <a:pt x="1402" y="1152"/>
                    <a:pt x="1368" y="1085"/>
                  </a:cubicBezTo>
                  <a:cubicBezTo>
                    <a:pt x="1235" y="985"/>
                    <a:pt x="1102" y="885"/>
                    <a:pt x="1002" y="785"/>
                  </a:cubicBezTo>
                  <a:cubicBezTo>
                    <a:pt x="768" y="551"/>
                    <a:pt x="568" y="318"/>
                    <a:pt x="334" y="51"/>
                  </a:cubicBezTo>
                  <a:cubicBezTo>
                    <a:pt x="301" y="18"/>
                    <a:pt x="259" y="1"/>
                    <a:pt x="218" y="1"/>
                  </a:cubicBezTo>
                  <a:close/>
                </a:path>
              </a:pathLst>
            </a:custGeom>
            <a:solidFill>
              <a:srgbClr val="5CC9BF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2" name="Google Shape;2902;p65"/>
            <p:cNvSpPr/>
            <p:nvPr/>
          </p:nvSpPr>
          <p:spPr>
            <a:xfrm>
              <a:off x="7830784" y="4481612"/>
              <a:ext cx="40933" cy="41194"/>
            </a:xfrm>
            <a:custGeom>
              <a:rect b="b" l="l" r="r" t="t"/>
              <a:pathLst>
                <a:path extrusionOk="0" h="2051" w="2038">
                  <a:moveTo>
                    <a:pt x="219" y="0"/>
                  </a:moveTo>
                  <a:cubicBezTo>
                    <a:pt x="95" y="0"/>
                    <a:pt x="0" y="142"/>
                    <a:pt x="103" y="244"/>
                  </a:cubicBezTo>
                  <a:cubicBezTo>
                    <a:pt x="403" y="578"/>
                    <a:pt x="670" y="878"/>
                    <a:pt x="970" y="1212"/>
                  </a:cubicBezTo>
                  <a:cubicBezTo>
                    <a:pt x="1104" y="1345"/>
                    <a:pt x="1237" y="1512"/>
                    <a:pt x="1404" y="1645"/>
                  </a:cubicBezTo>
                  <a:cubicBezTo>
                    <a:pt x="1404" y="1679"/>
                    <a:pt x="1437" y="1712"/>
                    <a:pt x="1471" y="1712"/>
                  </a:cubicBezTo>
                  <a:lnTo>
                    <a:pt x="1471" y="1745"/>
                  </a:lnTo>
                  <a:lnTo>
                    <a:pt x="1471" y="1779"/>
                  </a:lnTo>
                  <a:cubicBezTo>
                    <a:pt x="1471" y="1779"/>
                    <a:pt x="1471" y="1812"/>
                    <a:pt x="1471" y="1845"/>
                  </a:cubicBezTo>
                  <a:cubicBezTo>
                    <a:pt x="1471" y="1879"/>
                    <a:pt x="1504" y="1945"/>
                    <a:pt x="1537" y="1979"/>
                  </a:cubicBezTo>
                  <a:cubicBezTo>
                    <a:pt x="1584" y="2025"/>
                    <a:pt x="1652" y="2050"/>
                    <a:pt x="1721" y="2050"/>
                  </a:cubicBezTo>
                  <a:cubicBezTo>
                    <a:pt x="1802" y="2050"/>
                    <a:pt x="1884" y="2017"/>
                    <a:pt x="1938" y="1945"/>
                  </a:cubicBezTo>
                  <a:cubicBezTo>
                    <a:pt x="2038" y="1845"/>
                    <a:pt x="2038" y="1712"/>
                    <a:pt x="2004" y="1579"/>
                  </a:cubicBezTo>
                  <a:cubicBezTo>
                    <a:pt x="1971" y="1445"/>
                    <a:pt x="1904" y="1378"/>
                    <a:pt x="1804" y="1278"/>
                  </a:cubicBezTo>
                  <a:cubicBezTo>
                    <a:pt x="1704" y="1212"/>
                    <a:pt x="1604" y="1112"/>
                    <a:pt x="1504" y="1045"/>
                  </a:cubicBezTo>
                  <a:cubicBezTo>
                    <a:pt x="1337" y="845"/>
                    <a:pt x="1137" y="711"/>
                    <a:pt x="937" y="511"/>
                  </a:cubicBezTo>
                  <a:cubicBezTo>
                    <a:pt x="737" y="344"/>
                    <a:pt x="537" y="211"/>
                    <a:pt x="336" y="44"/>
                  </a:cubicBezTo>
                  <a:cubicBezTo>
                    <a:pt x="298" y="13"/>
                    <a:pt x="257" y="0"/>
                    <a:pt x="219" y="0"/>
                  </a:cubicBezTo>
                  <a:close/>
                </a:path>
              </a:pathLst>
            </a:custGeom>
            <a:solidFill>
              <a:srgbClr val="5CC9BF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3" name="Google Shape;2903;p65"/>
            <p:cNvSpPr/>
            <p:nvPr/>
          </p:nvSpPr>
          <p:spPr>
            <a:xfrm>
              <a:off x="7765789" y="4513105"/>
              <a:ext cx="40270" cy="41255"/>
            </a:xfrm>
            <a:custGeom>
              <a:rect b="b" l="l" r="r" t="t"/>
              <a:pathLst>
                <a:path extrusionOk="0" h="2054" w="2005">
                  <a:moveTo>
                    <a:pt x="221" y="0"/>
                  </a:moveTo>
                  <a:cubicBezTo>
                    <a:pt x="96" y="0"/>
                    <a:pt x="0" y="149"/>
                    <a:pt x="103" y="277"/>
                  </a:cubicBezTo>
                  <a:cubicBezTo>
                    <a:pt x="370" y="578"/>
                    <a:pt x="670" y="911"/>
                    <a:pt x="937" y="1211"/>
                  </a:cubicBezTo>
                  <a:cubicBezTo>
                    <a:pt x="1071" y="1378"/>
                    <a:pt x="1237" y="1512"/>
                    <a:pt x="1371" y="1678"/>
                  </a:cubicBezTo>
                  <a:cubicBezTo>
                    <a:pt x="1404" y="1678"/>
                    <a:pt x="1404" y="1712"/>
                    <a:pt x="1438" y="1712"/>
                  </a:cubicBezTo>
                  <a:lnTo>
                    <a:pt x="1438" y="1745"/>
                  </a:lnTo>
                  <a:lnTo>
                    <a:pt x="1438" y="1778"/>
                  </a:lnTo>
                  <a:cubicBezTo>
                    <a:pt x="1438" y="1812"/>
                    <a:pt x="1438" y="1845"/>
                    <a:pt x="1471" y="1845"/>
                  </a:cubicBezTo>
                  <a:cubicBezTo>
                    <a:pt x="1471" y="1912"/>
                    <a:pt x="1504" y="1945"/>
                    <a:pt x="1504" y="1979"/>
                  </a:cubicBezTo>
                  <a:cubicBezTo>
                    <a:pt x="1571" y="2029"/>
                    <a:pt x="1646" y="2054"/>
                    <a:pt x="1717" y="2054"/>
                  </a:cubicBezTo>
                  <a:cubicBezTo>
                    <a:pt x="1788" y="2054"/>
                    <a:pt x="1855" y="2029"/>
                    <a:pt x="1905" y="1979"/>
                  </a:cubicBezTo>
                  <a:cubicBezTo>
                    <a:pt x="2005" y="1845"/>
                    <a:pt x="2005" y="1712"/>
                    <a:pt x="1971" y="1578"/>
                  </a:cubicBezTo>
                  <a:cubicBezTo>
                    <a:pt x="1938" y="1445"/>
                    <a:pt x="1871" y="1378"/>
                    <a:pt x="1771" y="1278"/>
                  </a:cubicBezTo>
                  <a:cubicBezTo>
                    <a:pt x="1671" y="1211"/>
                    <a:pt x="1604" y="1111"/>
                    <a:pt x="1504" y="1045"/>
                  </a:cubicBezTo>
                  <a:cubicBezTo>
                    <a:pt x="1304" y="878"/>
                    <a:pt x="1104" y="711"/>
                    <a:pt x="937" y="544"/>
                  </a:cubicBezTo>
                  <a:cubicBezTo>
                    <a:pt x="737" y="377"/>
                    <a:pt x="537" y="211"/>
                    <a:pt x="337" y="44"/>
                  </a:cubicBezTo>
                  <a:cubicBezTo>
                    <a:pt x="299" y="13"/>
                    <a:pt x="259" y="0"/>
                    <a:pt x="221" y="0"/>
                  </a:cubicBezTo>
                  <a:close/>
                </a:path>
              </a:pathLst>
            </a:custGeom>
            <a:solidFill>
              <a:srgbClr val="5CC9BF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4" name="Google Shape;2904;p65"/>
            <p:cNvSpPr/>
            <p:nvPr/>
          </p:nvSpPr>
          <p:spPr>
            <a:xfrm>
              <a:off x="7860309" y="4515977"/>
              <a:ext cx="20" cy="703"/>
            </a:xfrm>
            <a:custGeom>
              <a:rect b="b" l="l" r="r" t="t"/>
              <a:pathLst>
                <a:path extrusionOk="0" h="35" w="1">
                  <a:moveTo>
                    <a:pt x="1" y="1"/>
                  </a:moveTo>
                  <a:lnTo>
                    <a:pt x="1" y="1"/>
                  </a:lnTo>
                  <a:lnTo>
                    <a:pt x="1" y="34"/>
                  </a:lnTo>
                  <a:lnTo>
                    <a:pt x="1" y="34"/>
                  </a:lnTo>
                  <a:close/>
                </a:path>
              </a:pathLst>
            </a:custGeom>
            <a:solidFill>
              <a:srgbClr val="5CC9BF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5" name="Google Shape;2905;p65"/>
            <p:cNvSpPr/>
            <p:nvPr/>
          </p:nvSpPr>
          <p:spPr>
            <a:xfrm>
              <a:off x="7860309" y="4515977"/>
              <a:ext cx="20" cy="20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5CC9BF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6" name="Google Shape;2906;p65"/>
            <p:cNvSpPr/>
            <p:nvPr/>
          </p:nvSpPr>
          <p:spPr>
            <a:xfrm>
              <a:off x="7652891" y="3110108"/>
              <a:ext cx="109624" cy="499353"/>
            </a:xfrm>
            <a:custGeom>
              <a:rect b="b" l="l" r="r" t="t"/>
              <a:pathLst>
                <a:path extrusionOk="0" h="24862" w="5458">
                  <a:moveTo>
                    <a:pt x="5082" y="1"/>
                  </a:moveTo>
                  <a:cubicBezTo>
                    <a:pt x="4985" y="1"/>
                    <a:pt x="4890" y="68"/>
                    <a:pt x="4890" y="214"/>
                  </a:cubicBezTo>
                  <a:cubicBezTo>
                    <a:pt x="4857" y="981"/>
                    <a:pt x="4790" y="1748"/>
                    <a:pt x="4657" y="2515"/>
                  </a:cubicBezTo>
                  <a:cubicBezTo>
                    <a:pt x="4490" y="3249"/>
                    <a:pt x="4290" y="3983"/>
                    <a:pt x="4056" y="4684"/>
                  </a:cubicBezTo>
                  <a:cubicBezTo>
                    <a:pt x="3556" y="6185"/>
                    <a:pt x="3022" y="7652"/>
                    <a:pt x="2655" y="9187"/>
                  </a:cubicBezTo>
                  <a:cubicBezTo>
                    <a:pt x="2288" y="10788"/>
                    <a:pt x="2022" y="12422"/>
                    <a:pt x="1755" y="14057"/>
                  </a:cubicBezTo>
                  <a:cubicBezTo>
                    <a:pt x="1455" y="15725"/>
                    <a:pt x="1188" y="17393"/>
                    <a:pt x="921" y="19060"/>
                  </a:cubicBezTo>
                  <a:cubicBezTo>
                    <a:pt x="587" y="20962"/>
                    <a:pt x="287" y="22830"/>
                    <a:pt x="20" y="24698"/>
                  </a:cubicBezTo>
                  <a:cubicBezTo>
                    <a:pt x="0" y="24797"/>
                    <a:pt x="75" y="24861"/>
                    <a:pt x="146" y="24861"/>
                  </a:cubicBezTo>
                  <a:cubicBezTo>
                    <a:pt x="194" y="24861"/>
                    <a:pt x="240" y="24832"/>
                    <a:pt x="254" y="24765"/>
                  </a:cubicBezTo>
                  <a:cubicBezTo>
                    <a:pt x="887" y="21429"/>
                    <a:pt x="1455" y="18060"/>
                    <a:pt x="2055" y="14691"/>
                  </a:cubicBezTo>
                  <a:cubicBezTo>
                    <a:pt x="2322" y="13056"/>
                    <a:pt x="2589" y="11388"/>
                    <a:pt x="2956" y="9787"/>
                  </a:cubicBezTo>
                  <a:cubicBezTo>
                    <a:pt x="3289" y="8253"/>
                    <a:pt x="3823" y="6752"/>
                    <a:pt x="4323" y="5251"/>
                  </a:cubicBezTo>
                  <a:cubicBezTo>
                    <a:pt x="4890" y="3649"/>
                    <a:pt x="5457" y="1915"/>
                    <a:pt x="5291" y="180"/>
                  </a:cubicBezTo>
                  <a:lnTo>
                    <a:pt x="5291" y="180"/>
                  </a:lnTo>
                  <a:lnTo>
                    <a:pt x="5291" y="214"/>
                  </a:lnTo>
                  <a:cubicBezTo>
                    <a:pt x="5291" y="76"/>
                    <a:pt x="5185" y="1"/>
                    <a:pt x="508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7" name="Google Shape;2907;p65"/>
            <p:cNvSpPr/>
            <p:nvPr/>
          </p:nvSpPr>
          <p:spPr>
            <a:xfrm>
              <a:off x="7466061" y="2614289"/>
              <a:ext cx="145375" cy="180223"/>
            </a:xfrm>
            <a:custGeom>
              <a:rect b="b" l="l" r="r" t="t"/>
              <a:pathLst>
                <a:path extrusionOk="0" h="8973" w="7238">
                  <a:moveTo>
                    <a:pt x="7030" y="0"/>
                  </a:moveTo>
                  <a:cubicBezTo>
                    <a:pt x="6993" y="0"/>
                    <a:pt x="6954" y="15"/>
                    <a:pt x="6920" y="49"/>
                  </a:cubicBezTo>
                  <a:cubicBezTo>
                    <a:pt x="6320" y="716"/>
                    <a:pt x="5853" y="1516"/>
                    <a:pt x="5353" y="2250"/>
                  </a:cubicBezTo>
                  <a:cubicBezTo>
                    <a:pt x="4786" y="3017"/>
                    <a:pt x="4219" y="3785"/>
                    <a:pt x="3651" y="4518"/>
                  </a:cubicBezTo>
                  <a:cubicBezTo>
                    <a:pt x="3084" y="5252"/>
                    <a:pt x="2484" y="5953"/>
                    <a:pt x="1884" y="6653"/>
                  </a:cubicBezTo>
                  <a:cubicBezTo>
                    <a:pt x="1283" y="7354"/>
                    <a:pt x="649" y="8054"/>
                    <a:pt x="82" y="8788"/>
                  </a:cubicBezTo>
                  <a:cubicBezTo>
                    <a:pt x="1" y="8869"/>
                    <a:pt x="74" y="8973"/>
                    <a:pt x="158" y="8973"/>
                  </a:cubicBezTo>
                  <a:cubicBezTo>
                    <a:pt x="177" y="8973"/>
                    <a:pt x="197" y="8967"/>
                    <a:pt x="216" y="8955"/>
                  </a:cubicBezTo>
                  <a:cubicBezTo>
                    <a:pt x="916" y="8321"/>
                    <a:pt x="1583" y="7587"/>
                    <a:pt x="2184" y="6887"/>
                  </a:cubicBezTo>
                  <a:cubicBezTo>
                    <a:pt x="2784" y="6220"/>
                    <a:pt x="3385" y="5486"/>
                    <a:pt x="3952" y="4785"/>
                  </a:cubicBezTo>
                  <a:cubicBezTo>
                    <a:pt x="4519" y="4085"/>
                    <a:pt x="5086" y="3351"/>
                    <a:pt x="5620" y="2617"/>
                  </a:cubicBezTo>
                  <a:cubicBezTo>
                    <a:pt x="5886" y="2250"/>
                    <a:pt x="6153" y="1850"/>
                    <a:pt x="6420" y="1450"/>
                  </a:cubicBezTo>
                  <a:cubicBezTo>
                    <a:pt x="6687" y="1083"/>
                    <a:pt x="6987" y="682"/>
                    <a:pt x="7187" y="249"/>
                  </a:cubicBezTo>
                  <a:cubicBezTo>
                    <a:pt x="7237" y="124"/>
                    <a:pt x="7139" y="0"/>
                    <a:pt x="703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8" name="Google Shape;2908;p65"/>
            <p:cNvSpPr/>
            <p:nvPr/>
          </p:nvSpPr>
          <p:spPr>
            <a:xfrm>
              <a:off x="7899173" y="2530073"/>
              <a:ext cx="38202" cy="208984"/>
            </a:xfrm>
            <a:custGeom>
              <a:rect b="b" l="l" r="r" t="t"/>
              <a:pathLst>
                <a:path extrusionOk="0" h="10405" w="1902">
                  <a:moveTo>
                    <a:pt x="116" y="1"/>
                  </a:moveTo>
                  <a:cubicBezTo>
                    <a:pt x="58" y="1"/>
                    <a:pt x="0" y="34"/>
                    <a:pt x="0" y="105"/>
                  </a:cubicBezTo>
                  <a:cubicBezTo>
                    <a:pt x="100" y="939"/>
                    <a:pt x="300" y="1806"/>
                    <a:pt x="467" y="2640"/>
                  </a:cubicBezTo>
                  <a:cubicBezTo>
                    <a:pt x="634" y="3474"/>
                    <a:pt x="801" y="4342"/>
                    <a:pt x="968" y="5176"/>
                  </a:cubicBezTo>
                  <a:cubicBezTo>
                    <a:pt x="1301" y="6877"/>
                    <a:pt x="1635" y="8578"/>
                    <a:pt x="1268" y="10279"/>
                  </a:cubicBezTo>
                  <a:cubicBezTo>
                    <a:pt x="1248" y="10360"/>
                    <a:pt x="1313" y="10404"/>
                    <a:pt x="1375" y="10404"/>
                  </a:cubicBezTo>
                  <a:cubicBezTo>
                    <a:pt x="1416" y="10404"/>
                    <a:pt x="1455" y="10385"/>
                    <a:pt x="1468" y="10346"/>
                  </a:cubicBezTo>
                  <a:cubicBezTo>
                    <a:pt x="1902" y="8678"/>
                    <a:pt x="1601" y="6977"/>
                    <a:pt x="1301" y="5342"/>
                  </a:cubicBezTo>
                  <a:cubicBezTo>
                    <a:pt x="1134" y="4475"/>
                    <a:pt x="968" y="3608"/>
                    <a:pt x="801" y="2740"/>
                  </a:cubicBezTo>
                  <a:cubicBezTo>
                    <a:pt x="634" y="1873"/>
                    <a:pt x="501" y="939"/>
                    <a:pt x="234" y="72"/>
                  </a:cubicBezTo>
                  <a:cubicBezTo>
                    <a:pt x="218" y="25"/>
                    <a:pt x="167" y="1"/>
                    <a:pt x="11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9" name="Google Shape;2909;p65"/>
            <p:cNvSpPr/>
            <p:nvPr/>
          </p:nvSpPr>
          <p:spPr>
            <a:xfrm>
              <a:off x="7567711" y="2255330"/>
              <a:ext cx="33221" cy="7773"/>
            </a:xfrm>
            <a:custGeom>
              <a:rect b="b" l="l" r="r" t="t"/>
              <a:pathLst>
                <a:path extrusionOk="0" h="387" w="1654">
                  <a:moveTo>
                    <a:pt x="97" y="1"/>
                  </a:moveTo>
                  <a:cubicBezTo>
                    <a:pt x="42" y="1"/>
                    <a:pt x="1" y="79"/>
                    <a:pt x="58" y="108"/>
                  </a:cubicBezTo>
                  <a:cubicBezTo>
                    <a:pt x="258" y="275"/>
                    <a:pt x="525" y="341"/>
                    <a:pt x="792" y="375"/>
                  </a:cubicBezTo>
                  <a:cubicBezTo>
                    <a:pt x="855" y="383"/>
                    <a:pt x="918" y="387"/>
                    <a:pt x="981" y="387"/>
                  </a:cubicBezTo>
                  <a:cubicBezTo>
                    <a:pt x="1185" y="387"/>
                    <a:pt x="1389" y="343"/>
                    <a:pt x="1593" y="241"/>
                  </a:cubicBezTo>
                  <a:cubicBezTo>
                    <a:pt x="1653" y="211"/>
                    <a:pt x="1604" y="70"/>
                    <a:pt x="1519" y="70"/>
                  </a:cubicBezTo>
                  <a:cubicBezTo>
                    <a:pt x="1510" y="70"/>
                    <a:pt x="1502" y="71"/>
                    <a:pt x="1493" y="74"/>
                  </a:cubicBezTo>
                  <a:cubicBezTo>
                    <a:pt x="1329" y="129"/>
                    <a:pt x="1143" y="183"/>
                    <a:pt x="936" y="183"/>
                  </a:cubicBezTo>
                  <a:cubicBezTo>
                    <a:pt x="889" y="183"/>
                    <a:pt x="841" y="181"/>
                    <a:pt x="792" y="174"/>
                  </a:cubicBezTo>
                  <a:cubicBezTo>
                    <a:pt x="559" y="174"/>
                    <a:pt x="325" y="74"/>
                    <a:pt x="125" y="8"/>
                  </a:cubicBezTo>
                  <a:cubicBezTo>
                    <a:pt x="116" y="3"/>
                    <a:pt x="106" y="1"/>
                    <a:pt x="9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0" name="Google Shape;2910;p65"/>
            <p:cNvSpPr/>
            <p:nvPr/>
          </p:nvSpPr>
          <p:spPr>
            <a:xfrm>
              <a:off x="7647247" y="2216606"/>
              <a:ext cx="27316" cy="15988"/>
            </a:xfrm>
            <a:custGeom>
              <a:rect b="b" l="l" r="r" t="t"/>
              <a:pathLst>
                <a:path extrusionOk="0" h="796" w="1360">
                  <a:moveTo>
                    <a:pt x="935" y="1"/>
                  </a:moveTo>
                  <a:cubicBezTo>
                    <a:pt x="768" y="1"/>
                    <a:pt x="635" y="34"/>
                    <a:pt x="535" y="101"/>
                  </a:cubicBezTo>
                  <a:cubicBezTo>
                    <a:pt x="401" y="134"/>
                    <a:pt x="301" y="234"/>
                    <a:pt x="201" y="301"/>
                  </a:cubicBezTo>
                  <a:cubicBezTo>
                    <a:pt x="168" y="368"/>
                    <a:pt x="101" y="435"/>
                    <a:pt x="68" y="468"/>
                  </a:cubicBezTo>
                  <a:cubicBezTo>
                    <a:pt x="34" y="535"/>
                    <a:pt x="1" y="601"/>
                    <a:pt x="1" y="701"/>
                  </a:cubicBezTo>
                  <a:cubicBezTo>
                    <a:pt x="1" y="760"/>
                    <a:pt x="46" y="795"/>
                    <a:pt x="97" y="795"/>
                  </a:cubicBezTo>
                  <a:cubicBezTo>
                    <a:pt x="134" y="795"/>
                    <a:pt x="173" y="777"/>
                    <a:pt x="201" y="735"/>
                  </a:cubicBezTo>
                  <a:cubicBezTo>
                    <a:pt x="234" y="701"/>
                    <a:pt x="268" y="668"/>
                    <a:pt x="301" y="601"/>
                  </a:cubicBezTo>
                  <a:cubicBezTo>
                    <a:pt x="301" y="568"/>
                    <a:pt x="335" y="535"/>
                    <a:pt x="368" y="501"/>
                  </a:cubicBezTo>
                  <a:cubicBezTo>
                    <a:pt x="468" y="401"/>
                    <a:pt x="535" y="335"/>
                    <a:pt x="635" y="301"/>
                  </a:cubicBezTo>
                  <a:cubicBezTo>
                    <a:pt x="785" y="226"/>
                    <a:pt x="954" y="189"/>
                    <a:pt x="1113" y="189"/>
                  </a:cubicBezTo>
                  <a:cubicBezTo>
                    <a:pt x="1166" y="189"/>
                    <a:pt x="1219" y="193"/>
                    <a:pt x="1269" y="201"/>
                  </a:cubicBezTo>
                  <a:cubicBezTo>
                    <a:pt x="1278" y="206"/>
                    <a:pt x="1287" y="208"/>
                    <a:pt x="1294" y="208"/>
                  </a:cubicBezTo>
                  <a:cubicBezTo>
                    <a:pt x="1343" y="208"/>
                    <a:pt x="1359" y="130"/>
                    <a:pt x="1302" y="101"/>
                  </a:cubicBezTo>
                  <a:lnTo>
                    <a:pt x="1302" y="101"/>
                  </a:lnTo>
                  <a:lnTo>
                    <a:pt x="1302" y="134"/>
                  </a:lnTo>
                  <a:cubicBezTo>
                    <a:pt x="1168" y="34"/>
                    <a:pt x="1068" y="1"/>
                    <a:pt x="93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1" name="Google Shape;2911;p65"/>
            <p:cNvSpPr/>
            <p:nvPr/>
          </p:nvSpPr>
          <p:spPr>
            <a:xfrm>
              <a:off x="7409421" y="3117097"/>
              <a:ext cx="58970" cy="102132"/>
            </a:xfrm>
            <a:custGeom>
              <a:rect b="b" l="l" r="r" t="t"/>
              <a:pathLst>
                <a:path extrusionOk="0" h="5085" w="2936">
                  <a:moveTo>
                    <a:pt x="289" y="0"/>
                  </a:moveTo>
                  <a:cubicBezTo>
                    <a:pt x="242" y="0"/>
                    <a:pt x="200" y="29"/>
                    <a:pt x="200" y="99"/>
                  </a:cubicBezTo>
                  <a:cubicBezTo>
                    <a:pt x="0" y="1167"/>
                    <a:pt x="67" y="2367"/>
                    <a:pt x="534" y="3335"/>
                  </a:cubicBezTo>
                  <a:cubicBezTo>
                    <a:pt x="767" y="3768"/>
                    <a:pt x="1068" y="4135"/>
                    <a:pt x="1435" y="4469"/>
                  </a:cubicBezTo>
                  <a:cubicBezTo>
                    <a:pt x="1635" y="4602"/>
                    <a:pt x="1801" y="4736"/>
                    <a:pt x="2002" y="4869"/>
                  </a:cubicBezTo>
                  <a:cubicBezTo>
                    <a:pt x="2198" y="4953"/>
                    <a:pt x="2418" y="5085"/>
                    <a:pt x="2622" y="5085"/>
                  </a:cubicBezTo>
                  <a:cubicBezTo>
                    <a:pt x="2660" y="5085"/>
                    <a:pt x="2698" y="5080"/>
                    <a:pt x="2735" y="5069"/>
                  </a:cubicBezTo>
                  <a:cubicBezTo>
                    <a:pt x="2936" y="5036"/>
                    <a:pt x="2936" y="4803"/>
                    <a:pt x="2836" y="4669"/>
                  </a:cubicBezTo>
                  <a:cubicBezTo>
                    <a:pt x="2735" y="4536"/>
                    <a:pt x="2469" y="4469"/>
                    <a:pt x="2302" y="4402"/>
                  </a:cubicBezTo>
                  <a:cubicBezTo>
                    <a:pt x="2102" y="4302"/>
                    <a:pt x="1935" y="4169"/>
                    <a:pt x="1768" y="4035"/>
                  </a:cubicBezTo>
                  <a:cubicBezTo>
                    <a:pt x="1435" y="3768"/>
                    <a:pt x="1168" y="3435"/>
                    <a:pt x="968" y="3068"/>
                  </a:cubicBezTo>
                  <a:cubicBezTo>
                    <a:pt x="501" y="2134"/>
                    <a:pt x="567" y="1133"/>
                    <a:pt x="434" y="133"/>
                  </a:cubicBezTo>
                  <a:cubicBezTo>
                    <a:pt x="434" y="55"/>
                    <a:pt x="355" y="0"/>
                    <a:pt x="2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2" name="Google Shape;2912;p65"/>
            <p:cNvSpPr/>
            <p:nvPr/>
          </p:nvSpPr>
          <p:spPr>
            <a:xfrm>
              <a:off x="8132220" y="2662071"/>
              <a:ext cx="26251" cy="41455"/>
            </a:xfrm>
            <a:custGeom>
              <a:rect b="b" l="l" r="r" t="t"/>
              <a:pathLst>
                <a:path extrusionOk="0" h="2064" w="1307">
                  <a:moveTo>
                    <a:pt x="1063" y="0"/>
                  </a:moveTo>
                  <a:cubicBezTo>
                    <a:pt x="991" y="0"/>
                    <a:pt x="922" y="42"/>
                    <a:pt x="906" y="138"/>
                  </a:cubicBezTo>
                  <a:cubicBezTo>
                    <a:pt x="873" y="271"/>
                    <a:pt x="906" y="438"/>
                    <a:pt x="873" y="605"/>
                  </a:cubicBezTo>
                  <a:cubicBezTo>
                    <a:pt x="839" y="738"/>
                    <a:pt x="773" y="905"/>
                    <a:pt x="706" y="1005"/>
                  </a:cubicBezTo>
                  <a:cubicBezTo>
                    <a:pt x="573" y="1305"/>
                    <a:pt x="372" y="1539"/>
                    <a:pt x="139" y="1739"/>
                  </a:cubicBezTo>
                  <a:cubicBezTo>
                    <a:pt x="0" y="1878"/>
                    <a:pt x="139" y="2063"/>
                    <a:pt x="305" y="2063"/>
                  </a:cubicBezTo>
                  <a:cubicBezTo>
                    <a:pt x="338" y="2063"/>
                    <a:pt x="372" y="2056"/>
                    <a:pt x="406" y="2039"/>
                  </a:cubicBezTo>
                  <a:cubicBezTo>
                    <a:pt x="739" y="1873"/>
                    <a:pt x="973" y="1572"/>
                    <a:pt x="1106" y="1205"/>
                  </a:cubicBezTo>
                  <a:cubicBezTo>
                    <a:pt x="1206" y="1039"/>
                    <a:pt x="1240" y="872"/>
                    <a:pt x="1273" y="705"/>
                  </a:cubicBezTo>
                  <a:cubicBezTo>
                    <a:pt x="1306" y="538"/>
                    <a:pt x="1306" y="305"/>
                    <a:pt x="1273" y="138"/>
                  </a:cubicBezTo>
                  <a:lnTo>
                    <a:pt x="1240" y="138"/>
                  </a:lnTo>
                  <a:cubicBezTo>
                    <a:pt x="1222" y="51"/>
                    <a:pt x="1141" y="0"/>
                    <a:pt x="1063" y="0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3" name="Google Shape;2913;p65"/>
            <p:cNvSpPr/>
            <p:nvPr/>
          </p:nvSpPr>
          <p:spPr>
            <a:xfrm>
              <a:off x="7233155" y="2864950"/>
              <a:ext cx="44970" cy="19442"/>
            </a:xfrm>
            <a:custGeom>
              <a:rect b="b" l="l" r="r" t="t"/>
              <a:pathLst>
                <a:path extrusionOk="0" h="968" w="2239">
                  <a:moveTo>
                    <a:pt x="235" y="1"/>
                  </a:moveTo>
                  <a:cubicBezTo>
                    <a:pt x="116" y="1"/>
                    <a:pt x="0" y="149"/>
                    <a:pt x="103" y="278"/>
                  </a:cubicBezTo>
                  <a:cubicBezTo>
                    <a:pt x="508" y="655"/>
                    <a:pt x="1087" y="967"/>
                    <a:pt x="1664" y="967"/>
                  </a:cubicBezTo>
                  <a:cubicBezTo>
                    <a:pt x="1801" y="967"/>
                    <a:pt x="1937" y="950"/>
                    <a:pt x="2071" y="911"/>
                  </a:cubicBezTo>
                  <a:cubicBezTo>
                    <a:pt x="2238" y="845"/>
                    <a:pt x="2205" y="611"/>
                    <a:pt x="2005" y="578"/>
                  </a:cubicBezTo>
                  <a:cubicBezTo>
                    <a:pt x="1704" y="578"/>
                    <a:pt x="1404" y="578"/>
                    <a:pt x="1137" y="478"/>
                  </a:cubicBezTo>
                  <a:cubicBezTo>
                    <a:pt x="837" y="378"/>
                    <a:pt x="570" y="244"/>
                    <a:pt x="337" y="44"/>
                  </a:cubicBezTo>
                  <a:cubicBezTo>
                    <a:pt x="306" y="14"/>
                    <a:pt x="271" y="1"/>
                    <a:pt x="235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4" name="Google Shape;2914;p65"/>
            <p:cNvSpPr/>
            <p:nvPr/>
          </p:nvSpPr>
          <p:spPr>
            <a:xfrm>
              <a:off x="7226888" y="2682096"/>
              <a:ext cx="29625" cy="39065"/>
            </a:xfrm>
            <a:custGeom>
              <a:rect b="b" l="l" r="r" t="t"/>
              <a:pathLst>
                <a:path extrusionOk="0" h="1945" w="1475">
                  <a:moveTo>
                    <a:pt x="169" y="1"/>
                  </a:moveTo>
                  <a:cubicBezTo>
                    <a:pt x="90" y="1"/>
                    <a:pt x="1" y="79"/>
                    <a:pt x="48" y="175"/>
                  </a:cubicBezTo>
                  <a:cubicBezTo>
                    <a:pt x="249" y="475"/>
                    <a:pt x="415" y="775"/>
                    <a:pt x="615" y="1042"/>
                  </a:cubicBezTo>
                  <a:lnTo>
                    <a:pt x="882" y="1476"/>
                  </a:lnTo>
                  <a:cubicBezTo>
                    <a:pt x="982" y="1643"/>
                    <a:pt x="1116" y="1776"/>
                    <a:pt x="1216" y="1910"/>
                  </a:cubicBezTo>
                  <a:cubicBezTo>
                    <a:pt x="1248" y="1934"/>
                    <a:pt x="1281" y="1945"/>
                    <a:pt x="1311" y="1945"/>
                  </a:cubicBezTo>
                  <a:cubicBezTo>
                    <a:pt x="1405" y="1945"/>
                    <a:pt x="1475" y="1844"/>
                    <a:pt x="1449" y="1743"/>
                  </a:cubicBezTo>
                  <a:cubicBezTo>
                    <a:pt x="1383" y="1609"/>
                    <a:pt x="1283" y="1443"/>
                    <a:pt x="1183" y="1309"/>
                  </a:cubicBezTo>
                  <a:cubicBezTo>
                    <a:pt x="1082" y="1176"/>
                    <a:pt x="982" y="1042"/>
                    <a:pt x="882" y="876"/>
                  </a:cubicBezTo>
                  <a:cubicBezTo>
                    <a:pt x="682" y="609"/>
                    <a:pt x="482" y="308"/>
                    <a:pt x="249" y="42"/>
                  </a:cubicBezTo>
                  <a:cubicBezTo>
                    <a:pt x="230" y="13"/>
                    <a:pt x="200" y="1"/>
                    <a:pt x="169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5" name="Google Shape;2915;p65"/>
            <p:cNvSpPr/>
            <p:nvPr/>
          </p:nvSpPr>
          <p:spPr>
            <a:xfrm>
              <a:off x="7601695" y="2306326"/>
              <a:ext cx="44709" cy="13216"/>
            </a:xfrm>
            <a:custGeom>
              <a:rect b="b" l="l" r="r" t="t"/>
              <a:pathLst>
                <a:path extrusionOk="0" h="658" w="2226">
                  <a:moveTo>
                    <a:pt x="1997" y="1"/>
                  </a:moveTo>
                  <a:cubicBezTo>
                    <a:pt x="1988" y="1"/>
                    <a:pt x="1979" y="2"/>
                    <a:pt x="1969" y="4"/>
                  </a:cubicBezTo>
                  <a:lnTo>
                    <a:pt x="1969" y="37"/>
                  </a:lnTo>
                  <a:cubicBezTo>
                    <a:pt x="1669" y="104"/>
                    <a:pt x="1368" y="204"/>
                    <a:pt x="1068" y="271"/>
                  </a:cubicBezTo>
                  <a:cubicBezTo>
                    <a:pt x="768" y="337"/>
                    <a:pt x="434" y="371"/>
                    <a:pt x="134" y="404"/>
                  </a:cubicBezTo>
                  <a:cubicBezTo>
                    <a:pt x="1" y="404"/>
                    <a:pt x="1" y="638"/>
                    <a:pt x="134" y="638"/>
                  </a:cubicBezTo>
                  <a:cubicBezTo>
                    <a:pt x="265" y="651"/>
                    <a:pt x="397" y="657"/>
                    <a:pt x="529" y="657"/>
                  </a:cubicBezTo>
                  <a:cubicBezTo>
                    <a:pt x="1071" y="657"/>
                    <a:pt x="1613" y="545"/>
                    <a:pt x="2069" y="304"/>
                  </a:cubicBezTo>
                  <a:cubicBezTo>
                    <a:pt x="2226" y="241"/>
                    <a:pt x="2146" y="1"/>
                    <a:pt x="1997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82200" lIns="82200" spcFirstLastPara="1" rIns="82200" wrap="square" tIns="8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t/>
              </a:r>
              <a:endParaRPr b="0" i="0" sz="12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16" name="Google Shape;2916;p65"/>
          <p:cNvGrpSpPr/>
          <p:nvPr/>
        </p:nvGrpSpPr>
        <p:grpSpPr>
          <a:xfrm>
            <a:off x="0" y="3"/>
            <a:ext cx="8338943" cy="787318"/>
            <a:chOff x="-75" y="157521"/>
            <a:chExt cx="8081937" cy="841421"/>
          </a:xfrm>
        </p:grpSpPr>
        <p:sp>
          <p:nvSpPr>
            <p:cNvPr id="2917" name="Google Shape;2917;p65"/>
            <p:cNvSpPr/>
            <p:nvPr/>
          </p:nvSpPr>
          <p:spPr>
            <a:xfrm rot="5400000">
              <a:off x="2878875" y="-2659225"/>
              <a:ext cx="717000" cy="6474900"/>
            </a:xfrm>
            <a:prstGeom prst="round2SameRect">
              <a:avLst>
                <a:gd fmla="val 48054" name="adj1"/>
                <a:gd fmla="val 0" name="adj2"/>
              </a:avLst>
            </a:prstGeom>
            <a:solidFill>
              <a:srgbClr val="774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8" name="Google Shape;2918;p65"/>
            <p:cNvSpPr txBox="1"/>
            <p:nvPr/>
          </p:nvSpPr>
          <p:spPr>
            <a:xfrm>
              <a:off x="387270" y="273661"/>
              <a:ext cx="5372100" cy="48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Gantt </a:t>
              </a:r>
              <a:r>
                <a:rPr b="1" lang="en" sz="26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Chart</a:t>
              </a:r>
              <a:endParaRPr b="1" sz="2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919" name="Google Shape;2919;p65"/>
            <p:cNvGrpSpPr/>
            <p:nvPr/>
          </p:nvGrpSpPr>
          <p:grpSpPr>
            <a:xfrm>
              <a:off x="6862400" y="157521"/>
              <a:ext cx="1219462" cy="841421"/>
              <a:chOff x="6733375" y="1343796"/>
              <a:chExt cx="1219462" cy="841421"/>
            </a:xfrm>
          </p:grpSpPr>
          <p:grpSp>
            <p:nvGrpSpPr>
              <p:cNvPr id="2920" name="Google Shape;2920;p65"/>
              <p:cNvGrpSpPr/>
              <p:nvPr/>
            </p:nvGrpSpPr>
            <p:grpSpPr>
              <a:xfrm>
                <a:off x="6958180" y="1612448"/>
                <a:ext cx="560626" cy="572765"/>
                <a:chOff x="1961475" y="2492375"/>
                <a:chExt cx="1421825" cy="1451875"/>
              </a:xfrm>
            </p:grpSpPr>
            <p:sp>
              <p:nvSpPr>
                <p:cNvPr id="2921" name="Google Shape;2921;p65"/>
                <p:cNvSpPr/>
                <p:nvPr/>
              </p:nvSpPr>
              <p:spPr>
                <a:xfrm>
                  <a:off x="1961475" y="2492375"/>
                  <a:ext cx="1421825" cy="1451875"/>
                </a:xfrm>
                <a:custGeom>
                  <a:rect b="b" l="l" r="r" t="t"/>
                  <a:pathLst>
                    <a:path extrusionOk="0" h="58075" w="56873">
                      <a:moveTo>
                        <a:pt x="28469" y="9443"/>
                      </a:moveTo>
                      <a:cubicBezTo>
                        <a:pt x="29104" y="9443"/>
                        <a:pt x="29744" y="9475"/>
                        <a:pt x="30389" y="9540"/>
                      </a:cubicBezTo>
                      <a:cubicBezTo>
                        <a:pt x="40930" y="10641"/>
                        <a:pt x="48602" y="20248"/>
                        <a:pt x="47535" y="30989"/>
                      </a:cubicBezTo>
                      <a:cubicBezTo>
                        <a:pt x="46535" y="41054"/>
                        <a:pt x="38211" y="48571"/>
                        <a:pt x="28494" y="48571"/>
                      </a:cubicBezTo>
                      <a:cubicBezTo>
                        <a:pt x="27841" y="48571"/>
                        <a:pt x="27183" y="48537"/>
                        <a:pt x="26520" y="48468"/>
                      </a:cubicBezTo>
                      <a:cubicBezTo>
                        <a:pt x="15979" y="47367"/>
                        <a:pt x="8307" y="37794"/>
                        <a:pt x="9374" y="27053"/>
                      </a:cubicBezTo>
                      <a:cubicBezTo>
                        <a:pt x="10376" y="16969"/>
                        <a:pt x="18728" y="9443"/>
                        <a:pt x="28469" y="9443"/>
                      </a:cubicBezTo>
                      <a:close/>
                      <a:moveTo>
                        <a:pt x="26420" y="0"/>
                      </a:moveTo>
                      <a:cubicBezTo>
                        <a:pt x="24552" y="133"/>
                        <a:pt x="22717" y="467"/>
                        <a:pt x="20949" y="967"/>
                      </a:cubicBezTo>
                      <a:cubicBezTo>
                        <a:pt x="21049" y="1134"/>
                        <a:pt x="21149" y="1301"/>
                        <a:pt x="21249" y="1501"/>
                      </a:cubicBezTo>
                      <a:cubicBezTo>
                        <a:pt x="22317" y="3903"/>
                        <a:pt x="21249" y="6738"/>
                        <a:pt x="18881" y="7839"/>
                      </a:cubicBezTo>
                      <a:cubicBezTo>
                        <a:pt x="18255" y="8130"/>
                        <a:pt x="17601" y="8267"/>
                        <a:pt x="16958" y="8267"/>
                      </a:cubicBezTo>
                      <a:cubicBezTo>
                        <a:pt x="15168" y="8267"/>
                        <a:pt x="13462" y="7204"/>
                        <a:pt x="12677" y="5437"/>
                      </a:cubicBezTo>
                      <a:cubicBezTo>
                        <a:pt x="12610" y="5270"/>
                        <a:pt x="12543" y="5104"/>
                        <a:pt x="12510" y="4904"/>
                      </a:cubicBezTo>
                      <a:cubicBezTo>
                        <a:pt x="10975" y="5971"/>
                        <a:pt x="9541" y="7172"/>
                        <a:pt x="8240" y="8506"/>
                      </a:cubicBezTo>
                      <a:cubicBezTo>
                        <a:pt x="8407" y="8606"/>
                        <a:pt x="8574" y="8673"/>
                        <a:pt x="8707" y="8773"/>
                      </a:cubicBezTo>
                      <a:cubicBezTo>
                        <a:pt x="10809" y="10341"/>
                        <a:pt x="11309" y="13343"/>
                        <a:pt x="9775" y="15478"/>
                      </a:cubicBezTo>
                      <a:cubicBezTo>
                        <a:pt x="8866" y="16789"/>
                        <a:pt x="7433" y="17479"/>
                        <a:pt x="5970" y="17479"/>
                      </a:cubicBezTo>
                      <a:cubicBezTo>
                        <a:pt x="5015" y="17479"/>
                        <a:pt x="4047" y="17185"/>
                        <a:pt x="3203" y="16579"/>
                      </a:cubicBezTo>
                      <a:cubicBezTo>
                        <a:pt x="3070" y="16478"/>
                        <a:pt x="2970" y="16345"/>
                        <a:pt x="2836" y="16245"/>
                      </a:cubicBezTo>
                      <a:cubicBezTo>
                        <a:pt x="2036" y="17913"/>
                        <a:pt x="1402" y="19681"/>
                        <a:pt x="902" y="21515"/>
                      </a:cubicBezTo>
                      <a:cubicBezTo>
                        <a:pt x="1035" y="21515"/>
                        <a:pt x="1154" y="21501"/>
                        <a:pt x="1267" y="21501"/>
                      </a:cubicBezTo>
                      <a:cubicBezTo>
                        <a:pt x="1324" y="21501"/>
                        <a:pt x="1380" y="21504"/>
                        <a:pt x="1435" y="21515"/>
                      </a:cubicBezTo>
                      <a:cubicBezTo>
                        <a:pt x="4004" y="21782"/>
                        <a:pt x="5905" y="24117"/>
                        <a:pt x="5638" y="26752"/>
                      </a:cubicBezTo>
                      <a:cubicBezTo>
                        <a:pt x="5388" y="29253"/>
                        <a:pt x="3351" y="31081"/>
                        <a:pt x="954" y="31081"/>
                      </a:cubicBezTo>
                      <a:cubicBezTo>
                        <a:pt x="794" y="31081"/>
                        <a:pt x="631" y="31072"/>
                        <a:pt x="468" y="31056"/>
                      </a:cubicBezTo>
                      <a:cubicBezTo>
                        <a:pt x="301" y="31056"/>
                        <a:pt x="168" y="30989"/>
                        <a:pt x="1" y="30955"/>
                      </a:cubicBezTo>
                      <a:lnTo>
                        <a:pt x="1" y="30955"/>
                      </a:lnTo>
                      <a:cubicBezTo>
                        <a:pt x="134" y="32857"/>
                        <a:pt x="435" y="34725"/>
                        <a:pt x="902" y="36493"/>
                      </a:cubicBezTo>
                      <a:cubicBezTo>
                        <a:pt x="1035" y="36426"/>
                        <a:pt x="1202" y="36326"/>
                        <a:pt x="1335" y="36226"/>
                      </a:cubicBezTo>
                      <a:cubicBezTo>
                        <a:pt x="1958" y="35945"/>
                        <a:pt x="2611" y="35812"/>
                        <a:pt x="3254" y="35812"/>
                      </a:cubicBezTo>
                      <a:cubicBezTo>
                        <a:pt x="5057" y="35812"/>
                        <a:pt x="6786" y="36858"/>
                        <a:pt x="7573" y="38628"/>
                      </a:cubicBezTo>
                      <a:cubicBezTo>
                        <a:pt x="8640" y="41063"/>
                        <a:pt x="7573" y="43898"/>
                        <a:pt x="5205" y="44999"/>
                      </a:cubicBezTo>
                      <a:cubicBezTo>
                        <a:pt x="5038" y="45066"/>
                        <a:pt x="4871" y="45099"/>
                        <a:pt x="4704" y="45166"/>
                      </a:cubicBezTo>
                      <a:cubicBezTo>
                        <a:pt x="5738" y="46733"/>
                        <a:pt x="6906" y="48201"/>
                        <a:pt x="8207" y="49535"/>
                      </a:cubicBezTo>
                      <a:cubicBezTo>
                        <a:pt x="8307" y="49369"/>
                        <a:pt x="8374" y="49202"/>
                        <a:pt x="8507" y="49035"/>
                      </a:cubicBezTo>
                      <a:cubicBezTo>
                        <a:pt x="9415" y="47723"/>
                        <a:pt x="10848" y="47034"/>
                        <a:pt x="12304" y="47034"/>
                      </a:cubicBezTo>
                      <a:cubicBezTo>
                        <a:pt x="13254" y="47034"/>
                        <a:pt x="14215" y="47328"/>
                        <a:pt x="15045" y="47934"/>
                      </a:cubicBezTo>
                      <a:cubicBezTo>
                        <a:pt x="17180" y="49502"/>
                        <a:pt x="17647" y="52504"/>
                        <a:pt x="16112" y="54639"/>
                      </a:cubicBezTo>
                      <a:cubicBezTo>
                        <a:pt x="16012" y="54806"/>
                        <a:pt x="15879" y="54939"/>
                        <a:pt x="15745" y="55073"/>
                      </a:cubicBezTo>
                      <a:cubicBezTo>
                        <a:pt x="17380" y="55907"/>
                        <a:pt x="19115" y="56574"/>
                        <a:pt x="20949" y="57108"/>
                      </a:cubicBezTo>
                      <a:cubicBezTo>
                        <a:pt x="20949" y="56874"/>
                        <a:pt x="20916" y="56674"/>
                        <a:pt x="20949" y="56474"/>
                      </a:cubicBezTo>
                      <a:cubicBezTo>
                        <a:pt x="21200" y="54002"/>
                        <a:pt x="23240" y="52146"/>
                        <a:pt x="25640" y="52146"/>
                      </a:cubicBezTo>
                      <a:cubicBezTo>
                        <a:pt x="25799" y="52146"/>
                        <a:pt x="25958" y="52154"/>
                        <a:pt x="26120" y="52171"/>
                      </a:cubicBezTo>
                      <a:cubicBezTo>
                        <a:pt x="28688" y="52438"/>
                        <a:pt x="30556" y="54806"/>
                        <a:pt x="30323" y="57441"/>
                      </a:cubicBezTo>
                      <a:cubicBezTo>
                        <a:pt x="30289" y="57641"/>
                        <a:pt x="30222" y="57841"/>
                        <a:pt x="30189" y="58075"/>
                      </a:cubicBezTo>
                      <a:cubicBezTo>
                        <a:pt x="31857" y="57975"/>
                        <a:pt x="33458" y="57708"/>
                        <a:pt x="35059" y="57308"/>
                      </a:cubicBezTo>
                      <a:cubicBezTo>
                        <a:pt x="35393" y="57241"/>
                        <a:pt x="35526" y="56874"/>
                        <a:pt x="35393" y="56574"/>
                      </a:cubicBezTo>
                      <a:cubicBezTo>
                        <a:pt x="35393" y="56574"/>
                        <a:pt x="35393" y="56540"/>
                        <a:pt x="35393" y="56540"/>
                      </a:cubicBezTo>
                      <a:cubicBezTo>
                        <a:pt x="34325" y="54105"/>
                        <a:pt x="35359" y="51270"/>
                        <a:pt x="37728" y="50203"/>
                      </a:cubicBezTo>
                      <a:cubicBezTo>
                        <a:pt x="38360" y="49909"/>
                        <a:pt x="39023" y="49769"/>
                        <a:pt x="39676" y="49769"/>
                      </a:cubicBezTo>
                      <a:cubicBezTo>
                        <a:pt x="41469" y="49769"/>
                        <a:pt x="43183" y="50819"/>
                        <a:pt x="43966" y="52604"/>
                      </a:cubicBezTo>
                      <a:cubicBezTo>
                        <a:pt x="44056" y="52831"/>
                        <a:pt x="44270" y="52965"/>
                        <a:pt x="44482" y="52965"/>
                      </a:cubicBezTo>
                      <a:cubicBezTo>
                        <a:pt x="44581" y="52965"/>
                        <a:pt x="44681" y="52935"/>
                        <a:pt x="44766" y="52871"/>
                      </a:cubicBezTo>
                      <a:cubicBezTo>
                        <a:pt x="45934" y="52037"/>
                        <a:pt x="47034" y="51103"/>
                        <a:pt x="48069" y="50103"/>
                      </a:cubicBezTo>
                      <a:cubicBezTo>
                        <a:pt x="48302" y="49869"/>
                        <a:pt x="48269" y="49469"/>
                        <a:pt x="48002" y="49302"/>
                      </a:cubicBezTo>
                      <a:cubicBezTo>
                        <a:pt x="47968" y="49269"/>
                        <a:pt x="47935" y="49269"/>
                        <a:pt x="47902" y="49235"/>
                      </a:cubicBezTo>
                      <a:cubicBezTo>
                        <a:pt x="45800" y="47667"/>
                        <a:pt x="45333" y="44699"/>
                        <a:pt x="46868" y="42530"/>
                      </a:cubicBezTo>
                      <a:cubicBezTo>
                        <a:pt x="47780" y="41233"/>
                        <a:pt x="49222" y="40539"/>
                        <a:pt x="50685" y="40539"/>
                      </a:cubicBezTo>
                      <a:cubicBezTo>
                        <a:pt x="51629" y="40539"/>
                        <a:pt x="52582" y="40828"/>
                        <a:pt x="53406" y="41430"/>
                      </a:cubicBezTo>
                      <a:lnTo>
                        <a:pt x="53472" y="41496"/>
                      </a:lnTo>
                      <a:cubicBezTo>
                        <a:pt x="53567" y="41567"/>
                        <a:pt x="53678" y="41600"/>
                        <a:pt x="53788" y="41600"/>
                      </a:cubicBezTo>
                      <a:cubicBezTo>
                        <a:pt x="53989" y="41600"/>
                        <a:pt x="54187" y="41490"/>
                        <a:pt x="54273" y="41296"/>
                      </a:cubicBezTo>
                      <a:cubicBezTo>
                        <a:pt x="54873" y="39995"/>
                        <a:pt x="55407" y="38628"/>
                        <a:pt x="55807" y="37193"/>
                      </a:cubicBezTo>
                      <a:cubicBezTo>
                        <a:pt x="55874" y="36860"/>
                        <a:pt x="55641" y="36560"/>
                        <a:pt x="55307" y="36526"/>
                      </a:cubicBezTo>
                      <a:lnTo>
                        <a:pt x="55207" y="36526"/>
                      </a:lnTo>
                      <a:cubicBezTo>
                        <a:pt x="52605" y="36259"/>
                        <a:pt x="50737" y="33891"/>
                        <a:pt x="51004" y="31256"/>
                      </a:cubicBezTo>
                      <a:cubicBezTo>
                        <a:pt x="51254" y="28784"/>
                        <a:pt x="53295" y="26928"/>
                        <a:pt x="55667" y="26928"/>
                      </a:cubicBezTo>
                      <a:cubicBezTo>
                        <a:pt x="55824" y="26928"/>
                        <a:pt x="55982" y="26936"/>
                        <a:pt x="56141" y="26953"/>
                      </a:cubicBezTo>
                      <a:cubicBezTo>
                        <a:pt x="56174" y="26953"/>
                        <a:pt x="56208" y="26986"/>
                        <a:pt x="56208" y="26986"/>
                      </a:cubicBezTo>
                      <a:cubicBezTo>
                        <a:pt x="56229" y="26988"/>
                        <a:pt x="56249" y="26989"/>
                        <a:pt x="56270" y="26989"/>
                      </a:cubicBezTo>
                      <a:cubicBezTo>
                        <a:pt x="56608" y="26989"/>
                        <a:pt x="56873" y="26734"/>
                        <a:pt x="56841" y="26419"/>
                      </a:cubicBezTo>
                      <a:cubicBezTo>
                        <a:pt x="56708" y="24951"/>
                        <a:pt x="56475" y="23483"/>
                        <a:pt x="56141" y="22082"/>
                      </a:cubicBezTo>
                      <a:cubicBezTo>
                        <a:pt x="56068" y="21838"/>
                        <a:pt x="55851" y="21683"/>
                        <a:pt x="55623" y="21683"/>
                      </a:cubicBezTo>
                      <a:cubicBezTo>
                        <a:pt x="55539" y="21683"/>
                        <a:pt x="55454" y="21704"/>
                        <a:pt x="55374" y="21749"/>
                      </a:cubicBezTo>
                      <a:cubicBezTo>
                        <a:pt x="55340" y="21749"/>
                        <a:pt x="55307" y="21782"/>
                        <a:pt x="55274" y="21782"/>
                      </a:cubicBezTo>
                      <a:cubicBezTo>
                        <a:pt x="54641" y="22076"/>
                        <a:pt x="53980" y="22216"/>
                        <a:pt x="53331" y="22216"/>
                      </a:cubicBezTo>
                      <a:cubicBezTo>
                        <a:pt x="51548" y="22216"/>
                        <a:pt x="49852" y="21165"/>
                        <a:pt x="49069" y="19381"/>
                      </a:cubicBezTo>
                      <a:cubicBezTo>
                        <a:pt x="48002" y="16979"/>
                        <a:pt x="49069" y="14110"/>
                        <a:pt x="51438" y="13043"/>
                      </a:cubicBezTo>
                      <a:cubicBezTo>
                        <a:pt x="51438" y="13043"/>
                        <a:pt x="51471" y="13009"/>
                        <a:pt x="51471" y="13009"/>
                      </a:cubicBezTo>
                      <a:cubicBezTo>
                        <a:pt x="51771" y="12876"/>
                        <a:pt x="51905" y="12509"/>
                        <a:pt x="51704" y="12209"/>
                      </a:cubicBezTo>
                      <a:cubicBezTo>
                        <a:pt x="50904" y="11041"/>
                        <a:pt x="49970" y="9907"/>
                        <a:pt x="49003" y="8873"/>
                      </a:cubicBezTo>
                      <a:cubicBezTo>
                        <a:pt x="48900" y="8756"/>
                        <a:pt x="48766" y="8703"/>
                        <a:pt x="48630" y="8703"/>
                      </a:cubicBezTo>
                      <a:cubicBezTo>
                        <a:pt x="48457" y="8703"/>
                        <a:pt x="48281" y="8790"/>
                        <a:pt x="48169" y="8940"/>
                      </a:cubicBezTo>
                      <a:cubicBezTo>
                        <a:pt x="48169" y="8973"/>
                        <a:pt x="48135" y="8973"/>
                        <a:pt x="48135" y="9006"/>
                      </a:cubicBezTo>
                      <a:cubicBezTo>
                        <a:pt x="47228" y="10297"/>
                        <a:pt x="45784" y="10990"/>
                        <a:pt x="44319" y="10990"/>
                      </a:cubicBezTo>
                      <a:cubicBezTo>
                        <a:pt x="43361" y="10990"/>
                        <a:pt x="42395" y="10694"/>
                        <a:pt x="41564" y="10074"/>
                      </a:cubicBezTo>
                      <a:cubicBezTo>
                        <a:pt x="39462" y="8539"/>
                        <a:pt x="38995" y="5537"/>
                        <a:pt x="40496" y="3369"/>
                      </a:cubicBezTo>
                      <a:cubicBezTo>
                        <a:pt x="40697" y="3102"/>
                        <a:pt x="40630" y="2702"/>
                        <a:pt x="40330" y="2569"/>
                      </a:cubicBezTo>
                      <a:cubicBezTo>
                        <a:pt x="39062" y="1968"/>
                        <a:pt x="37728" y="1468"/>
                        <a:pt x="36360" y="1067"/>
                      </a:cubicBezTo>
                      <a:cubicBezTo>
                        <a:pt x="36312" y="1053"/>
                        <a:pt x="36264" y="1046"/>
                        <a:pt x="36218" y="1046"/>
                      </a:cubicBezTo>
                      <a:cubicBezTo>
                        <a:pt x="35945" y="1046"/>
                        <a:pt x="35722" y="1283"/>
                        <a:pt x="35693" y="1568"/>
                      </a:cubicBezTo>
                      <a:cubicBezTo>
                        <a:pt x="35443" y="4040"/>
                        <a:pt x="33402" y="5895"/>
                        <a:pt x="31002" y="5895"/>
                      </a:cubicBezTo>
                      <a:cubicBezTo>
                        <a:pt x="30844" y="5895"/>
                        <a:pt x="30684" y="5887"/>
                        <a:pt x="30523" y="5871"/>
                      </a:cubicBezTo>
                      <a:cubicBezTo>
                        <a:pt x="27954" y="5604"/>
                        <a:pt x="26053" y="3236"/>
                        <a:pt x="26320" y="600"/>
                      </a:cubicBezTo>
                      <a:cubicBezTo>
                        <a:pt x="26353" y="400"/>
                        <a:pt x="26386" y="200"/>
                        <a:pt x="2642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22" name="Google Shape;2922;p65"/>
                <p:cNvSpPr/>
                <p:nvPr/>
              </p:nvSpPr>
              <p:spPr>
                <a:xfrm>
                  <a:off x="2093250" y="2662475"/>
                  <a:ext cx="1159175" cy="1111650"/>
                </a:xfrm>
                <a:custGeom>
                  <a:rect b="b" l="l" r="r" t="t"/>
                  <a:pathLst>
                    <a:path extrusionOk="0" h="44466" w="46367">
                      <a:moveTo>
                        <a:pt x="23185" y="7304"/>
                      </a:moveTo>
                      <a:cubicBezTo>
                        <a:pt x="30397" y="7304"/>
                        <a:pt x="36684" y="12752"/>
                        <a:pt x="37694" y="20249"/>
                      </a:cubicBezTo>
                      <a:cubicBezTo>
                        <a:pt x="38761" y="28388"/>
                        <a:pt x="33124" y="35927"/>
                        <a:pt x="25118" y="37027"/>
                      </a:cubicBezTo>
                      <a:cubicBezTo>
                        <a:pt x="24459" y="37118"/>
                        <a:pt x="23804" y="37163"/>
                        <a:pt x="23155" y="37163"/>
                      </a:cubicBezTo>
                      <a:cubicBezTo>
                        <a:pt x="15965" y="37163"/>
                        <a:pt x="9652" y="31715"/>
                        <a:pt x="8673" y="24218"/>
                      </a:cubicBezTo>
                      <a:cubicBezTo>
                        <a:pt x="7606" y="16046"/>
                        <a:pt x="13210" y="8540"/>
                        <a:pt x="21215" y="7440"/>
                      </a:cubicBezTo>
                      <a:cubicBezTo>
                        <a:pt x="21877" y="7349"/>
                        <a:pt x="22535" y="7304"/>
                        <a:pt x="23185" y="7304"/>
                      </a:cubicBezTo>
                      <a:close/>
                      <a:moveTo>
                        <a:pt x="23173" y="1"/>
                      </a:moveTo>
                      <a:cubicBezTo>
                        <a:pt x="22208" y="1"/>
                        <a:pt x="21231" y="66"/>
                        <a:pt x="20248" y="201"/>
                      </a:cubicBezTo>
                      <a:lnTo>
                        <a:pt x="20281" y="201"/>
                      </a:lnTo>
                      <a:cubicBezTo>
                        <a:pt x="8373" y="1836"/>
                        <a:pt x="0" y="13044"/>
                        <a:pt x="1601" y="25186"/>
                      </a:cubicBezTo>
                      <a:cubicBezTo>
                        <a:pt x="3071" y="36329"/>
                        <a:pt x="12435" y="44466"/>
                        <a:pt x="23170" y="44466"/>
                      </a:cubicBezTo>
                      <a:cubicBezTo>
                        <a:pt x="24133" y="44466"/>
                        <a:pt x="25106" y="44400"/>
                        <a:pt x="26086" y="44266"/>
                      </a:cubicBezTo>
                      <a:cubicBezTo>
                        <a:pt x="37994" y="42631"/>
                        <a:pt x="46367" y="31390"/>
                        <a:pt x="44766" y="19248"/>
                      </a:cubicBezTo>
                      <a:cubicBezTo>
                        <a:pt x="43297" y="8108"/>
                        <a:pt x="33909" y="1"/>
                        <a:pt x="2317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923" name="Google Shape;2923;p65"/>
              <p:cNvGrpSpPr/>
              <p:nvPr/>
            </p:nvGrpSpPr>
            <p:grpSpPr>
              <a:xfrm>
                <a:off x="7518896" y="1343796"/>
                <a:ext cx="433941" cy="443257"/>
                <a:chOff x="1961475" y="2492375"/>
                <a:chExt cx="1421825" cy="1451875"/>
              </a:xfrm>
            </p:grpSpPr>
            <p:sp>
              <p:nvSpPr>
                <p:cNvPr id="2924" name="Google Shape;2924;p65"/>
                <p:cNvSpPr/>
                <p:nvPr/>
              </p:nvSpPr>
              <p:spPr>
                <a:xfrm>
                  <a:off x="1961475" y="2492375"/>
                  <a:ext cx="1421825" cy="1451875"/>
                </a:xfrm>
                <a:custGeom>
                  <a:rect b="b" l="l" r="r" t="t"/>
                  <a:pathLst>
                    <a:path extrusionOk="0" h="58075" w="56873">
                      <a:moveTo>
                        <a:pt x="28469" y="9443"/>
                      </a:moveTo>
                      <a:cubicBezTo>
                        <a:pt x="29104" y="9443"/>
                        <a:pt x="29744" y="9475"/>
                        <a:pt x="30389" y="9540"/>
                      </a:cubicBezTo>
                      <a:cubicBezTo>
                        <a:pt x="40930" y="10641"/>
                        <a:pt x="48602" y="20248"/>
                        <a:pt x="47535" y="30989"/>
                      </a:cubicBezTo>
                      <a:cubicBezTo>
                        <a:pt x="46535" y="41054"/>
                        <a:pt x="38211" y="48571"/>
                        <a:pt x="28494" y="48571"/>
                      </a:cubicBezTo>
                      <a:cubicBezTo>
                        <a:pt x="27841" y="48571"/>
                        <a:pt x="27183" y="48537"/>
                        <a:pt x="26520" y="48468"/>
                      </a:cubicBezTo>
                      <a:cubicBezTo>
                        <a:pt x="15979" y="47367"/>
                        <a:pt x="8307" y="37794"/>
                        <a:pt x="9374" y="27053"/>
                      </a:cubicBezTo>
                      <a:cubicBezTo>
                        <a:pt x="10376" y="16969"/>
                        <a:pt x="18728" y="9443"/>
                        <a:pt x="28469" y="9443"/>
                      </a:cubicBezTo>
                      <a:close/>
                      <a:moveTo>
                        <a:pt x="26420" y="0"/>
                      </a:moveTo>
                      <a:cubicBezTo>
                        <a:pt x="24552" y="133"/>
                        <a:pt x="22717" y="467"/>
                        <a:pt x="20949" y="967"/>
                      </a:cubicBezTo>
                      <a:cubicBezTo>
                        <a:pt x="21049" y="1134"/>
                        <a:pt x="21149" y="1301"/>
                        <a:pt x="21249" y="1501"/>
                      </a:cubicBezTo>
                      <a:cubicBezTo>
                        <a:pt x="22317" y="3903"/>
                        <a:pt x="21249" y="6738"/>
                        <a:pt x="18881" y="7839"/>
                      </a:cubicBezTo>
                      <a:cubicBezTo>
                        <a:pt x="18255" y="8130"/>
                        <a:pt x="17601" y="8267"/>
                        <a:pt x="16958" y="8267"/>
                      </a:cubicBezTo>
                      <a:cubicBezTo>
                        <a:pt x="15168" y="8267"/>
                        <a:pt x="13462" y="7204"/>
                        <a:pt x="12677" y="5437"/>
                      </a:cubicBezTo>
                      <a:cubicBezTo>
                        <a:pt x="12610" y="5270"/>
                        <a:pt x="12543" y="5104"/>
                        <a:pt x="12510" y="4904"/>
                      </a:cubicBezTo>
                      <a:cubicBezTo>
                        <a:pt x="10975" y="5971"/>
                        <a:pt x="9541" y="7172"/>
                        <a:pt x="8240" y="8506"/>
                      </a:cubicBezTo>
                      <a:cubicBezTo>
                        <a:pt x="8407" y="8606"/>
                        <a:pt x="8574" y="8673"/>
                        <a:pt x="8707" y="8773"/>
                      </a:cubicBezTo>
                      <a:cubicBezTo>
                        <a:pt x="10809" y="10341"/>
                        <a:pt x="11309" y="13343"/>
                        <a:pt x="9775" y="15478"/>
                      </a:cubicBezTo>
                      <a:cubicBezTo>
                        <a:pt x="8866" y="16789"/>
                        <a:pt x="7433" y="17479"/>
                        <a:pt x="5970" y="17479"/>
                      </a:cubicBezTo>
                      <a:cubicBezTo>
                        <a:pt x="5015" y="17479"/>
                        <a:pt x="4047" y="17185"/>
                        <a:pt x="3203" y="16579"/>
                      </a:cubicBezTo>
                      <a:cubicBezTo>
                        <a:pt x="3070" y="16478"/>
                        <a:pt x="2970" y="16345"/>
                        <a:pt x="2836" y="16245"/>
                      </a:cubicBezTo>
                      <a:cubicBezTo>
                        <a:pt x="2036" y="17913"/>
                        <a:pt x="1402" y="19681"/>
                        <a:pt x="902" y="21515"/>
                      </a:cubicBezTo>
                      <a:cubicBezTo>
                        <a:pt x="1035" y="21515"/>
                        <a:pt x="1154" y="21501"/>
                        <a:pt x="1267" y="21501"/>
                      </a:cubicBezTo>
                      <a:cubicBezTo>
                        <a:pt x="1324" y="21501"/>
                        <a:pt x="1380" y="21504"/>
                        <a:pt x="1435" y="21515"/>
                      </a:cubicBezTo>
                      <a:cubicBezTo>
                        <a:pt x="4004" y="21782"/>
                        <a:pt x="5905" y="24117"/>
                        <a:pt x="5638" y="26752"/>
                      </a:cubicBezTo>
                      <a:cubicBezTo>
                        <a:pt x="5388" y="29253"/>
                        <a:pt x="3351" y="31081"/>
                        <a:pt x="954" y="31081"/>
                      </a:cubicBezTo>
                      <a:cubicBezTo>
                        <a:pt x="794" y="31081"/>
                        <a:pt x="631" y="31072"/>
                        <a:pt x="468" y="31056"/>
                      </a:cubicBezTo>
                      <a:cubicBezTo>
                        <a:pt x="301" y="31056"/>
                        <a:pt x="168" y="30989"/>
                        <a:pt x="1" y="30955"/>
                      </a:cubicBezTo>
                      <a:lnTo>
                        <a:pt x="1" y="30955"/>
                      </a:lnTo>
                      <a:cubicBezTo>
                        <a:pt x="134" y="32857"/>
                        <a:pt x="435" y="34725"/>
                        <a:pt x="902" y="36493"/>
                      </a:cubicBezTo>
                      <a:cubicBezTo>
                        <a:pt x="1035" y="36426"/>
                        <a:pt x="1202" y="36326"/>
                        <a:pt x="1335" y="36226"/>
                      </a:cubicBezTo>
                      <a:cubicBezTo>
                        <a:pt x="1958" y="35945"/>
                        <a:pt x="2611" y="35812"/>
                        <a:pt x="3254" y="35812"/>
                      </a:cubicBezTo>
                      <a:cubicBezTo>
                        <a:pt x="5057" y="35812"/>
                        <a:pt x="6786" y="36858"/>
                        <a:pt x="7573" y="38628"/>
                      </a:cubicBezTo>
                      <a:cubicBezTo>
                        <a:pt x="8640" y="41063"/>
                        <a:pt x="7573" y="43898"/>
                        <a:pt x="5205" y="44999"/>
                      </a:cubicBezTo>
                      <a:cubicBezTo>
                        <a:pt x="5038" y="45066"/>
                        <a:pt x="4871" y="45099"/>
                        <a:pt x="4704" y="45166"/>
                      </a:cubicBezTo>
                      <a:cubicBezTo>
                        <a:pt x="5738" y="46733"/>
                        <a:pt x="6906" y="48201"/>
                        <a:pt x="8207" y="49535"/>
                      </a:cubicBezTo>
                      <a:cubicBezTo>
                        <a:pt x="8307" y="49369"/>
                        <a:pt x="8374" y="49202"/>
                        <a:pt x="8507" y="49035"/>
                      </a:cubicBezTo>
                      <a:cubicBezTo>
                        <a:pt x="9415" y="47723"/>
                        <a:pt x="10848" y="47034"/>
                        <a:pt x="12304" y="47034"/>
                      </a:cubicBezTo>
                      <a:cubicBezTo>
                        <a:pt x="13254" y="47034"/>
                        <a:pt x="14215" y="47328"/>
                        <a:pt x="15045" y="47934"/>
                      </a:cubicBezTo>
                      <a:cubicBezTo>
                        <a:pt x="17180" y="49502"/>
                        <a:pt x="17647" y="52504"/>
                        <a:pt x="16112" y="54639"/>
                      </a:cubicBezTo>
                      <a:cubicBezTo>
                        <a:pt x="16012" y="54806"/>
                        <a:pt x="15879" y="54939"/>
                        <a:pt x="15745" y="55073"/>
                      </a:cubicBezTo>
                      <a:cubicBezTo>
                        <a:pt x="17380" y="55907"/>
                        <a:pt x="19115" y="56574"/>
                        <a:pt x="20949" y="57108"/>
                      </a:cubicBezTo>
                      <a:cubicBezTo>
                        <a:pt x="20949" y="56874"/>
                        <a:pt x="20916" y="56674"/>
                        <a:pt x="20949" y="56474"/>
                      </a:cubicBezTo>
                      <a:cubicBezTo>
                        <a:pt x="21200" y="54002"/>
                        <a:pt x="23240" y="52146"/>
                        <a:pt x="25640" y="52146"/>
                      </a:cubicBezTo>
                      <a:cubicBezTo>
                        <a:pt x="25799" y="52146"/>
                        <a:pt x="25958" y="52154"/>
                        <a:pt x="26120" y="52171"/>
                      </a:cubicBezTo>
                      <a:cubicBezTo>
                        <a:pt x="28688" y="52438"/>
                        <a:pt x="30556" y="54806"/>
                        <a:pt x="30323" y="57441"/>
                      </a:cubicBezTo>
                      <a:cubicBezTo>
                        <a:pt x="30289" y="57641"/>
                        <a:pt x="30222" y="57841"/>
                        <a:pt x="30189" y="58075"/>
                      </a:cubicBezTo>
                      <a:cubicBezTo>
                        <a:pt x="31857" y="57975"/>
                        <a:pt x="33458" y="57708"/>
                        <a:pt x="35059" y="57308"/>
                      </a:cubicBezTo>
                      <a:cubicBezTo>
                        <a:pt x="35393" y="57241"/>
                        <a:pt x="35526" y="56874"/>
                        <a:pt x="35393" y="56574"/>
                      </a:cubicBezTo>
                      <a:cubicBezTo>
                        <a:pt x="35393" y="56574"/>
                        <a:pt x="35393" y="56540"/>
                        <a:pt x="35393" y="56540"/>
                      </a:cubicBezTo>
                      <a:cubicBezTo>
                        <a:pt x="34325" y="54105"/>
                        <a:pt x="35359" y="51270"/>
                        <a:pt x="37728" y="50203"/>
                      </a:cubicBezTo>
                      <a:cubicBezTo>
                        <a:pt x="38360" y="49909"/>
                        <a:pt x="39023" y="49769"/>
                        <a:pt x="39676" y="49769"/>
                      </a:cubicBezTo>
                      <a:cubicBezTo>
                        <a:pt x="41469" y="49769"/>
                        <a:pt x="43183" y="50819"/>
                        <a:pt x="43966" y="52604"/>
                      </a:cubicBezTo>
                      <a:cubicBezTo>
                        <a:pt x="44056" y="52831"/>
                        <a:pt x="44270" y="52965"/>
                        <a:pt x="44482" y="52965"/>
                      </a:cubicBezTo>
                      <a:cubicBezTo>
                        <a:pt x="44581" y="52965"/>
                        <a:pt x="44681" y="52935"/>
                        <a:pt x="44766" y="52871"/>
                      </a:cubicBezTo>
                      <a:cubicBezTo>
                        <a:pt x="45934" y="52037"/>
                        <a:pt x="47034" y="51103"/>
                        <a:pt x="48069" y="50103"/>
                      </a:cubicBezTo>
                      <a:cubicBezTo>
                        <a:pt x="48302" y="49869"/>
                        <a:pt x="48269" y="49469"/>
                        <a:pt x="48002" y="49302"/>
                      </a:cubicBezTo>
                      <a:cubicBezTo>
                        <a:pt x="47968" y="49269"/>
                        <a:pt x="47935" y="49269"/>
                        <a:pt x="47902" y="49235"/>
                      </a:cubicBezTo>
                      <a:cubicBezTo>
                        <a:pt x="45800" y="47667"/>
                        <a:pt x="45333" y="44699"/>
                        <a:pt x="46868" y="42530"/>
                      </a:cubicBezTo>
                      <a:cubicBezTo>
                        <a:pt x="47780" y="41233"/>
                        <a:pt x="49222" y="40539"/>
                        <a:pt x="50685" y="40539"/>
                      </a:cubicBezTo>
                      <a:cubicBezTo>
                        <a:pt x="51629" y="40539"/>
                        <a:pt x="52582" y="40828"/>
                        <a:pt x="53406" y="41430"/>
                      </a:cubicBezTo>
                      <a:lnTo>
                        <a:pt x="53472" y="41496"/>
                      </a:lnTo>
                      <a:cubicBezTo>
                        <a:pt x="53567" y="41567"/>
                        <a:pt x="53678" y="41600"/>
                        <a:pt x="53788" y="41600"/>
                      </a:cubicBezTo>
                      <a:cubicBezTo>
                        <a:pt x="53989" y="41600"/>
                        <a:pt x="54187" y="41490"/>
                        <a:pt x="54273" y="41296"/>
                      </a:cubicBezTo>
                      <a:cubicBezTo>
                        <a:pt x="54873" y="39995"/>
                        <a:pt x="55407" y="38628"/>
                        <a:pt x="55807" y="37193"/>
                      </a:cubicBezTo>
                      <a:cubicBezTo>
                        <a:pt x="55874" y="36860"/>
                        <a:pt x="55641" y="36560"/>
                        <a:pt x="55307" y="36526"/>
                      </a:cubicBezTo>
                      <a:lnTo>
                        <a:pt x="55207" y="36526"/>
                      </a:lnTo>
                      <a:cubicBezTo>
                        <a:pt x="52605" y="36259"/>
                        <a:pt x="50737" y="33891"/>
                        <a:pt x="51004" y="31256"/>
                      </a:cubicBezTo>
                      <a:cubicBezTo>
                        <a:pt x="51254" y="28784"/>
                        <a:pt x="53295" y="26928"/>
                        <a:pt x="55667" y="26928"/>
                      </a:cubicBezTo>
                      <a:cubicBezTo>
                        <a:pt x="55824" y="26928"/>
                        <a:pt x="55982" y="26936"/>
                        <a:pt x="56141" y="26953"/>
                      </a:cubicBezTo>
                      <a:cubicBezTo>
                        <a:pt x="56174" y="26953"/>
                        <a:pt x="56208" y="26986"/>
                        <a:pt x="56208" y="26986"/>
                      </a:cubicBezTo>
                      <a:cubicBezTo>
                        <a:pt x="56229" y="26988"/>
                        <a:pt x="56249" y="26989"/>
                        <a:pt x="56270" y="26989"/>
                      </a:cubicBezTo>
                      <a:cubicBezTo>
                        <a:pt x="56608" y="26989"/>
                        <a:pt x="56873" y="26734"/>
                        <a:pt x="56841" y="26419"/>
                      </a:cubicBezTo>
                      <a:cubicBezTo>
                        <a:pt x="56708" y="24951"/>
                        <a:pt x="56475" y="23483"/>
                        <a:pt x="56141" y="22082"/>
                      </a:cubicBezTo>
                      <a:cubicBezTo>
                        <a:pt x="56068" y="21838"/>
                        <a:pt x="55851" y="21683"/>
                        <a:pt x="55623" y="21683"/>
                      </a:cubicBezTo>
                      <a:cubicBezTo>
                        <a:pt x="55539" y="21683"/>
                        <a:pt x="55454" y="21704"/>
                        <a:pt x="55374" y="21749"/>
                      </a:cubicBezTo>
                      <a:cubicBezTo>
                        <a:pt x="55340" y="21749"/>
                        <a:pt x="55307" y="21782"/>
                        <a:pt x="55274" y="21782"/>
                      </a:cubicBezTo>
                      <a:cubicBezTo>
                        <a:pt x="54641" y="22076"/>
                        <a:pt x="53980" y="22216"/>
                        <a:pt x="53331" y="22216"/>
                      </a:cubicBezTo>
                      <a:cubicBezTo>
                        <a:pt x="51548" y="22216"/>
                        <a:pt x="49852" y="21165"/>
                        <a:pt x="49069" y="19381"/>
                      </a:cubicBezTo>
                      <a:cubicBezTo>
                        <a:pt x="48002" y="16979"/>
                        <a:pt x="49069" y="14110"/>
                        <a:pt x="51438" y="13043"/>
                      </a:cubicBezTo>
                      <a:cubicBezTo>
                        <a:pt x="51438" y="13043"/>
                        <a:pt x="51471" y="13009"/>
                        <a:pt x="51471" y="13009"/>
                      </a:cubicBezTo>
                      <a:cubicBezTo>
                        <a:pt x="51771" y="12876"/>
                        <a:pt x="51905" y="12509"/>
                        <a:pt x="51704" y="12209"/>
                      </a:cubicBezTo>
                      <a:cubicBezTo>
                        <a:pt x="50904" y="11041"/>
                        <a:pt x="49970" y="9907"/>
                        <a:pt x="49003" y="8873"/>
                      </a:cubicBezTo>
                      <a:cubicBezTo>
                        <a:pt x="48900" y="8756"/>
                        <a:pt x="48766" y="8703"/>
                        <a:pt x="48630" y="8703"/>
                      </a:cubicBezTo>
                      <a:cubicBezTo>
                        <a:pt x="48457" y="8703"/>
                        <a:pt x="48281" y="8790"/>
                        <a:pt x="48169" y="8940"/>
                      </a:cubicBezTo>
                      <a:cubicBezTo>
                        <a:pt x="48169" y="8973"/>
                        <a:pt x="48135" y="8973"/>
                        <a:pt x="48135" y="9006"/>
                      </a:cubicBezTo>
                      <a:cubicBezTo>
                        <a:pt x="47228" y="10297"/>
                        <a:pt x="45784" y="10990"/>
                        <a:pt x="44319" y="10990"/>
                      </a:cubicBezTo>
                      <a:cubicBezTo>
                        <a:pt x="43361" y="10990"/>
                        <a:pt x="42395" y="10694"/>
                        <a:pt x="41564" y="10074"/>
                      </a:cubicBezTo>
                      <a:cubicBezTo>
                        <a:pt x="39462" y="8539"/>
                        <a:pt x="38995" y="5537"/>
                        <a:pt x="40496" y="3369"/>
                      </a:cubicBezTo>
                      <a:cubicBezTo>
                        <a:pt x="40697" y="3102"/>
                        <a:pt x="40630" y="2702"/>
                        <a:pt x="40330" y="2569"/>
                      </a:cubicBezTo>
                      <a:cubicBezTo>
                        <a:pt x="39062" y="1968"/>
                        <a:pt x="37728" y="1468"/>
                        <a:pt x="36360" y="1067"/>
                      </a:cubicBezTo>
                      <a:cubicBezTo>
                        <a:pt x="36312" y="1053"/>
                        <a:pt x="36264" y="1046"/>
                        <a:pt x="36218" y="1046"/>
                      </a:cubicBezTo>
                      <a:cubicBezTo>
                        <a:pt x="35945" y="1046"/>
                        <a:pt x="35722" y="1283"/>
                        <a:pt x="35693" y="1568"/>
                      </a:cubicBezTo>
                      <a:cubicBezTo>
                        <a:pt x="35443" y="4040"/>
                        <a:pt x="33402" y="5895"/>
                        <a:pt x="31002" y="5895"/>
                      </a:cubicBezTo>
                      <a:cubicBezTo>
                        <a:pt x="30844" y="5895"/>
                        <a:pt x="30684" y="5887"/>
                        <a:pt x="30523" y="5871"/>
                      </a:cubicBezTo>
                      <a:cubicBezTo>
                        <a:pt x="27954" y="5604"/>
                        <a:pt x="26053" y="3236"/>
                        <a:pt x="26320" y="600"/>
                      </a:cubicBezTo>
                      <a:cubicBezTo>
                        <a:pt x="26353" y="400"/>
                        <a:pt x="26386" y="200"/>
                        <a:pt x="2642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25" name="Google Shape;2925;p65"/>
                <p:cNvSpPr/>
                <p:nvPr/>
              </p:nvSpPr>
              <p:spPr>
                <a:xfrm>
                  <a:off x="2093250" y="2662475"/>
                  <a:ext cx="1159175" cy="1111650"/>
                </a:xfrm>
                <a:custGeom>
                  <a:rect b="b" l="l" r="r" t="t"/>
                  <a:pathLst>
                    <a:path extrusionOk="0" h="44466" w="46367">
                      <a:moveTo>
                        <a:pt x="23185" y="7304"/>
                      </a:moveTo>
                      <a:cubicBezTo>
                        <a:pt x="30397" y="7304"/>
                        <a:pt x="36684" y="12752"/>
                        <a:pt x="37694" y="20249"/>
                      </a:cubicBezTo>
                      <a:cubicBezTo>
                        <a:pt x="38761" y="28388"/>
                        <a:pt x="33124" y="35927"/>
                        <a:pt x="25118" y="37027"/>
                      </a:cubicBezTo>
                      <a:cubicBezTo>
                        <a:pt x="24459" y="37118"/>
                        <a:pt x="23804" y="37163"/>
                        <a:pt x="23155" y="37163"/>
                      </a:cubicBezTo>
                      <a:cubicBezTo>
                        <a:pt x="15965" y="37163"/>
                        <a:pt x="9652" y="31715"/>
                        <a:pt x="8673" y="24218"/>
                      </a:cubicBezTo>
                      <a:cubicBezTo>
                        <a:pt x="7606" y="16046"/>
                        <a:pt x="13210" y="8540"/>
                        <a:pt x="21215" y="7440"/>
                      </a:cubicBezTo>
                      <a:cubicBezTo>
                        <a:pt x="21877" y="7349"/>
                        <a:pt x="22535" y="7304"/>
                        <a:pt x="23185" y="7304"/>
                      </a:cubicBezTo>
                      <a:close/>
                      <a:moveTo>
                        <a:pt x="23173" y="1"/>
                      </a:moveTo>
                      <a:cubicBezTo>
                        <a:pt x="22208" y="1"/>
                        <a:pt x="21231" y="66"/>
                        <a:pt x="20248" y="201"/>
                      </a:cubicBezTo>
                      <a:lnTo>
                        <a:pt x="20281" y="201"/>
                      </a:lnTo>
                      <a:cubicBezTo>
                        <a:pt x="8373" y="1836"/>
                        <a:pt x="0" y="13044"/>
                        <a:pt x="1601" y="25186"/>
                      </a:cubicBezTo>
                      <a:cubicBezTo>
                        <a:pt x="3071" y="36329"/>
                        <a:pt x="12435" y="44466"/>
                        <a:pt x="23170" y="44466"/>
                      </a:cubicBezTo>
                      <a:cubicBezTo>
                        <a:pt x="24133" y="44466"/>
                        <a:pt x="25106" y="44400"/>
                        <a:pt x="26086" y="44266"/>
                      </a:cubicBezTo>
                      <a:cubicBezTo>
                        <a:pt x="37994" y="42631"/>
                        <a:pt x="46367" y="31390"/>
                        <a:pt x="44766" y="19248"/>
                      </a:cubicBezTo>
                      <a:cubicBezTo>
                        <a:pt x="43297" y="8108"/>
                        <a:pt x="33909" y="1"/>
                        <a:pt x="2317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926" name="Google Shape;2926;p65"/>
              <p:cNvSpPr/>
              <p:nvPr/>
            </p:nvSpPr>
            <p:spPr>
              <a:xfrm rot="1430105">
                <a:off x="7692480" y="1897451"/>
                <a:ext cx="151798" cy="268546"/>
              </a:xfrm>
              <a:custGeom>
                <a:rect b="b" l="l" r="r" t="t"/>
                <a:pathLst>
                  <a:path extrusionOk="0" fill="none" h="10742" w="6072">
                    <a:moveTo>
                      <a:pt x="901" y="10741"/>
                    </a:moveTo>
                    <a:lnTo>
                      <a:pt x="1" y="8339"/>
                    </a:lnTo>
                    <a:lnTo>
                      <a:pt x="2402" y="8139"/>
                    </a:lnTo>
                    <a:lnTo>
                      <a:pt x="1702" y="5537"/>
                    </a:lnTo>
                    <a:lnTo>
                      <a:pt x="4270" y="5437"/>
                    </a:lnTo>
                    <a:lnTo>
                      <a:pt x="3503" y="2869"/>
                    </a:lnTo>
                    <a:lnTo>
                      <a:pt x="6072" y="2602"/>
                    </a:lnTo>
                    <a:lnTo>
                      <a:pt x="5371" y="0"/>
                    </a:lnTo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7" name="Google Shape;2927;p65"/>
              <p:cNvSpPr/>
              <p:nvPr/>
            </p:nvSpPr>
            <p:spPr>
              <a:xfrm>
                <a:off x="6733375" y="1504375"/>
                <a:ext cx="156825" cy="208500"/>
              </a:xfrm>
              <a:custGeom>
                <a:rect b="b" l="l" r="r" t="t"/>
                <a:pathLst>
                  <a:path extrusionOk="0" fill="none" h="8340" w="6273">
                    <a:moveTo>
                      <a:pt x="1702" y="4070"/>
                    </a:moveTo>
                    <a:cubicBezTo>
                      <a:pt x="2536" y="3036"/>
                      <a:pt x="3270" y="2035"/>
                      <a:pt x="4104" y="1001"/>
                    </a:cubicBezTo>
                    <a:cubicBezTo>
                      <a:pt x="4304" y="667"/>
                      <a:pt x="4638" y="367"/>
                      <a:pt x="5004" y="200"/>
                    </a:cubicBezTo>
                    <a:cubicBezTo>
                      <a:pt x="5371" y="0"/>
                      <a:pt x="5838" y="100"/>
                      <a:pt x="6072" y="467"/>
                    </a:cubicBezTo>
                    <a:cubicBezTo>
                      <a:pt x="6272" y="868"/>
                      <a:pt x="6039" y="1301"/>
                      <a:pt x="5872" y="1668"/>
                    </a:cubicBezTo>
                    <a:cubicBezTo>
                      <a:pt x="5471" y="2469"/>
                      <a:pt x="5305" y="3303"/>
                      <a:pt x="5271" y="4170"/>
                    </a:cubicBezTo>
                    <a:cubicBezTo>
                      <a:pt x="5338" y="4804"/>
                      <a:pt x="5305" y="5438"/>
                      <a:pt x="5238" y="6071"/>
                    </a:cubicBezTo>
                    <a:cubicBezTo>
                      <a:pt x="4771" y="8340"/>
                      <a:pt x="1" y="7472"/>
                      <a:pt x="1202" y="4837"/>
                    </a:cubicBezTo>
                    <a:cubicBezTo>
                      <a:pt x="1335" y="4570"/>
                      <a:pt x="1502" y="4303"/>
                      <a:pt x="1702" y="407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8" name="Google Shape;2928;p65"/>
              <p:cNvSpPr/>
              <p:nvPr/>
            </p:nvSpPr>
            <p:spPr>
              <a:xfrm flipH="1">
                <a:off x="7362863" y="1393788"/>
                <a:ext cx="54225" cy="54250"/>
              </a:xfrm>
              <a:custGeom>
                <a:rect b="b" l="l" r="r" t="t"/>
                <a:pathLst>
                  <a:path extrusionOk="0" fill="none" h="2170" w="2169">
                    <a:moveTo>
                      <a:pt x="2168" y="1068"/>
                    </a:moveTo>
                    <a:cubicBezTo>
                      <a:pt x="2168" y="1669"/>
                      <a:pt x="1701" y="2169"/>
                      <a:pt x="1101" y="2169"/>
                    </a:cubicBezTo>
                    <a:cubicBezTo>
                      <a:pt x="500" y="2169"/>
                      <a:pt x="0" y="1669"/>
                      <a:pt x="0" y="1068"/>
                    </a:cubicBezTo>
                    <a:cubicBezTo>
                      <a:pt x="0" y="501"/>
                      <a:pt x="500" y="1"/>
                      <a:pt x="1101" y="1"/>
                    </a:cubicBezTo>
                    <a:cubicBezTo>
                      <a:pt x="1701" y="1"/>
                      <a:pt x="2168" y="501"/>
                      <a:pt x="2168" y="1068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929" name="Google Shape;2929;p65"/>
          <p:cNvSpPr txBox="1"/>
          <p:nvPr/>
        </p:nvSpPr>
        <p:spPr>
          <a:xfrm>
            <a:off x="0" y="727300"/>
            <a:ext cx="5964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A visual project management tool that shows tasks over time.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0" name="Google Shape;2930;p65"/>
          <p:cNvSpPr/>
          <p:nvPr/>
        </p:nvSpPr>
        <p:spPr>
          <a:xfrm rot="-5400000">
            <a:off x="681775" y="719465"/>
            <a:ext cx="600000" cy="1647600"/>
          </a:xfrm>
          <a:prstGeom prst="round2SameRect">
            <a:avLst>
              <a:gd fmla="val 47674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1" name="Google Shape;2931;p65"/>
          <p:cNvSpPr/>
          <p:nvPr/>
        </p:nvSpPr>
        <p:spPr>
          <a:xfrm rot="-5400000">
            <a:off x="681775" y="1497839"/>
            <a:ext cx="600000" cy="16476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73CA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2" name="Google Shape;2932;p65"/>
          <p:cNvSpPr txBox="1"/>
          <p:nvPr/>
        </p:nvSpPr>
        <p:spPr>
          <a:xfrm>
            <a:off x="286101" y="2063464"/>
            <a:ext cx="1486500" cy="5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Tasks</a:t>
            </a:r>
            <a:endParaRPr b="1"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 b="1" sz="19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9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3" name="Google Shape;2933;p65"/>
          <p:cNvSpPr/>
          <p:nvPr/>
        </p:nvSpPr>
        <p:spPr>
          <a:xfrm rot="-5400000">
            <a:off x="698950" y="2314536"/>
            <a:ext cx="600000" cy="16131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C463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4" name="Google Shape;2934;p65"/>
          <p:cNvSpPr txBox="1"/>
          <p:nvPr/>
        </p:nvSpPr>
        <p:spPr>
          <a:xfrm>
            <a:off x="213551" y="2836241"/>
            <a:ext cx="1570800" cy="5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Dependencies</a:t>
            </a:r>
            <a:endParaRPr b="1"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5" name="Google Shape;2935;p65"/>
          <p:cNvSpPr/>
          <p:nvPr/>
        </p:nvSpPr>
        <p:spPr>
          <a:xfrm rot="-5400000">
            <a:off x="716426" y="3093527"/>
            <a:ext cx="600000" cy="15780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6" name="Google Shape;2936;p65"/>
          <p:cNvSpPr txBox="1"/>
          <p:nvPr/>
        </p:nvSpPr>
        <p:spPr>
          <a:xfrm>
            <a:off x="399664" y="3609006"/>
            <a:ext cx="1363500" cy="5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Progress</a:t>
            </a:r>
            <a:endParaRPr b="1" sz="2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7" name="Google Shape;2937;p65"/>
          <p:cNvSpPr/>
          <p:nvPr/>
        </p:nvSpPr>
        <p:spPr>
          <a:xfrm rot="-5400000">
            <a:off x="705900" y="3865540"/>
            <a:ext cx="600000" cy="15990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8" name="Google Shape;2938;p65"/>
          <p:cNvSpPr txBox="1"/>
          <p:nvPr/>
        </p:nvSpPr>
        <p:spPr>
          <a:xfrm>
            <a:off x="188026" y="4343975"/>
            <a:ext cx="1786800" cy="5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b="1" lang="en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Resources</a:t>
            </a:r>
            <a:endParaRPr b="1" sz="2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9" name="Google Shape;2939;p65"/>
          <p:cNvSpPr txBox="1"/>
          <p:nvPr/>
        </p:nvSpPr>
        <p:spPr>
          <a:xfrm>
            <a:off x="476901" y="1285960"/>
            <a:ext cx="1209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Specific</a:t>
            </a:r>
            <a:endParaRPr b="1" sz="1300">
              <a:solidFill>
                <a:srgbClr val="FFFFFF"/>
              </a:solidFill>
            </a:endParaRPr>
          </a:p>
        </p:txBody>
      </p:sp>
      <p:sp>
        <p:nvSpPr>
          <p:cNvPr id="2940" name="Google Shape;2940;p65"/>
          <p:cNvSpPr/>
          <p:nvPr/>
        </p:nvSpPr>
        <p:spPr>
          <a:xfrm rot="5400000">
            <a:off x="3391625" y="-217765"/>
            <a:ext cx="573000" cy="36465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D9D2E9"/>
          </a:solidFill>
          <a:ln>
            <a:noFill/>
          </a:ln>
          <a:effectLst>
            <a:outerShdw blurRad="57150" rotWithShape="0" algn="bl" dir="5400000" dist="19050">
              <a:srgbClr val="000000">
                <a:alpha val="9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1" name="Google Shape;2941;p65"/>
          <p:cNvSpPr/>
          <p:nvPr/>
        </p:nvSpPr>
        <p:spPr>
          <a:xfrm rot="5400000">
            <a:off x="3391625" y="500503"/>
            <a:ext cx="573000" cy="36465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D9D2E9"/>
          </a:solidFill>
          <a:ln>
            <a:noFill/>
          </a:ln>
          <a:effectLst>
            <a:outerShdw blurRad="57150" rotWithShape="0" algn="bl" dir="5400000" dist="19050">
              <a:srgbClr val="000000">
                <a:alpha val="9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2" name="Google Shape;2942;p65"/>
          <p:cNvSpPr/>
          <p:nvPr/>
        </p:nvSpPr>
        <p:spPr>
          <a:xfrm rot="5400000">
            <a:off x="3391625" y="1280947"/>
            <a:ext cx="573000" cy="36465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D9D2E9"/>
          </a:solidFill>
          <a:ln>
            <a:noFill/>
          </a:ln>
          <a:effectLst>
            <a:outerShdw blurRad="57150" rotWithShape="0" algn="bl" dir="5400000" dist="19050">
              <a:srgbClr val="000000">
                <a:alpha val="9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3" name="Google Shape;2943;p65"/>
          <p:cNvSpPr/>
          <p:nvPr/>
        </p:nvSpPr>
        <p:spPr>
          <a:xfrm rot="5400000">
            <a:off x="3391625" y="2069857"/>
            <a:ext cx="573000" cy="36465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D9D2E9"/>
          </a:solidFill>
          <a:ln>
            <a:noFill/>
          </a:ln>
          <a:effectLst>
            <a:outerShdw blurRad="57150" rotWithShape="0" algn="bl" dir="5400000" dist="19050">
              <a:srgbClr val="000000">
                <a:alpha val="9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4" name="Google Shape;2944;p65"/>
          <p:cNvSpPr/>
          <p:nvPr/>
        </p:nvSpPr>
        <p:spPr>
          <a:xfrm rot="5400000">
            <a:off x="3391625" y="2841834"/>
            <a:ext cx="573000" cy="36465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D9D2E9"/>
          </a:solidFill>
          <a:ln>
            <a:noFill/>
          </a:ln>
          <a:effectLst>
            <a:outerShdw blurRad="57150" rotWithShape="0" algn="bl" dir="5400000" dist="19050">
              <a:srgbClr val="000000">
                <a:alpha val="9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5" name="Google Shape;2945;p65"/>
          <p:cNvSpPr txBox="1"/>
          <p:nvPr/>
        </p:nvSpPr>
        <p:spPr>
          <a:xfrm>
            <a:off x="2412201" y="1426383"/>
            <a:ext cx="30606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Visualize project timeline</a:t>
            </a:r>
            <a:endParaRPr sz="24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46" name="Google Shape;2946;p65"/>
          <p:cNvSpPr txBox="1"/>
          <p:nvPr/>
        </p:nvSpPr>
        <p:spPr>
          <a:xfrm>
            <a:off x="2210301" y="2829103"/>
            <a:ext cx="32496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Highlight task relationships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47" name="Google Shape;2947;p65"/>
          <p:cNvSpPr txBox="1"/>
          <p:nvPr/>
        </p:nvSpPr>
        <p:spPr>
          <a:xfrm>
            <a:off x="2697938" y="3645175"/>
            <a:ext cx="22320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Track work visually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48" name="Google Shape;2948;p65"/>
          <p:cNvSpPr txBox="1"/>
          <p:nvPr/>
        </p:nvSpPr>
        <p:spPr>
          <a:xfrm>
            <a:off x="2412200" y="4461250"/>
            <a:ext cx="27336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 allocation efficiently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49" name="Google Shape;2949;p65"/>
          <p:cNvSpPr/>
          <p:nvPr/>
        </p:nvSpPr>
        <p:spPr>
          <a:xfrm rot="-5400000">
            <a:off x="681775" y="773864"/>
            <a:ext cx="600000" cy="16476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7745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0" name="Google Shape;2950;p65"/>
          <p:cNvSpPr txBox="1"/>
          <p:nvPr/>
        </p:nvSpPr>
        <p:spPr>
          <a:xfrm>
            <a:off x="273176" y="1334477"/>
            <a:ext cx="1486500" cy="5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</a:t>
            </a:r>
            <a:endParaRPr b="1"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1" name="Google Shape;2951;p65"/>
          <p:cNvSpPr txBox="1"/>
          <p:nvPr/>
        </p:nvSpPr>
        <p:spPr>
          <a:xfrm>
            <a:off x="2815600" y="2122025"/>
            <a:ext cx="20061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 start and end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5" name="Shape 2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6" name="Google Shape;2956;p66"/>
          <p:cNvSpPr/>
          <p:nvPr/>
        </p:nvSpPr>
        <p:spPr>
          <a:xfrm rot="5400000">
            <a:off x="1213500" y="-1213500"/>
            <a:ext cx="432900" cy="2859900"/>
          </a:xfrm>
          <a:prstGeom prst="round2SameRect">
            <a:avLst>
              <a:gd fmla="val 47312" name="adj1"/>
              <a:gd fmla="val 0" name="adj2"/>
            </a:avLst>
          </a:prstGeom>
          <a:solidFill>
            <a:srgbClr val="7745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7" name="Google Shape;2957;p66"/>
          <p:cNvSpPr txBox="1"/>
          <p:nvPr/>
        </p:nvSpPr>
        <p:spPr>
          <a:xfrm>
            <a:off x="0" y="-54125"/>
            <a:ext cx="22320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Gantt Chart</a:t>
            </a:r>
            <a:endParaRPr b="1" sz="2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8" name="Google Shape;2958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59" name="Google Shape;2959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2824"/>
            <a:ext cx="9143998" cy="4660675"/>
          </a:xfrm>
          <a:prstGeom prst="rect">
            <a:avLst/>
          </a:prstGeom>
          <a:noFill/>
          <a:ln>
            <a:noFill/>
          </a:ln>
        </p:spPr>
      </p:pic>
      <p:sp>
        <p:nvSpPr>
          <p:cNvPr id="2960" name="Google Shape;2960;p6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4" name="Shape 2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5" name="Google Shape;2965;p67"/>
          <p:cNvSpPr/>
          <p:nvPr/>
        </p:nvSpPr>
        <p:spPr>
          <a:xfrm rot="5400000">
            <a:off x="1213500" y="-1213500"/>
            <a:ext cx="432900" cy="2859900"/>
          </a:xfrm>
          <a:prstGeom prst="round2SameRect">
            <a:avLst>
              <a:gd fmla="val 47312" name="adj1"/>
              <a:gd fmla="val 0" name="adj2"/>
            </a:avLst>
          </a:prstGeom>
          <a:solidFill>
            <a:srgbClr val="7745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6" name="Google Shape;2966;p67"/>
          <p:cNvSpPr txBox="1"/>
          <p:nvPr/>
        </p:nvSpPr>
        <p:spPr>
          <a:xfrm>
            <a:off x="0" y="-54125"/>
            <a:ext cx="22320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Gantt Chart</a:t>
            </a:r>
            <a:endParaRPr b="1" sz="2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7" name="Google Shape;2967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68" name="Google Shape;2968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32900"/>
            <a:ext cx="9143998" cy="4710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2" name="Shape 2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73" name="Google Shape;2973;p68"/>
          <p:cNvGrpSpPr/>
          <p:nvPr/>
        </p:nvGrpSpPr>
        <p:grpSpPr>
          <a:xfrm>
            <a:off x="-100" y="219725"/>
            <a:ext cx="6614970" cy="717000"/>
            <a:chOff x="-100" y="219725"/>
            <a:chExt cx="7716050" cy="717000"/>
          </a:xfrm>
        </p:grpSpPr>
        <p:sp>
          <p:nvSpPr>
            <p:cNvPr id="2974" name="Google Shape;2974;p68"/>
            <p:cNvSpPr/>
            <p:nvPr/>
          </p:nvSpPr>
          <p:spPr>
            <a:xfrm rot="5400000">
              <a:off x="3414650" y="-3195025"/>
              <a:ext cx="717000" cy="7546500"/>
            </a:xfrm>
            <a:prstGeom prst="round2SameRect">
              <a:avLst>
                <a:gd fmla="val 48054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75" name="Google Shape;2975;p68"/>
            <p:cNvSpPr txBox="1"/>
            <p:nvPr/>
          </p:nvSpPr>
          <p:spPr>
            <a:xfrm>
              <a:off x="74950" y="268650"/>
              <a:ext cx="7641000" cy="62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1100"/>
                <a:buFont typeface="Arial"/>
                <a:buNone/>
              </a:pPr>
              <a:r>
                <a:rPr b="1" lang="en" sz="3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Costing</a:t>
              </a:r>
              <a:endParaRPr b="1" sz="3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1100"/>
                <a:buFont typeface="Arial"/>
                <a:buNone/>
              </a:pPr>
              <a:r>
                <a:t/>
              </a:r>
              <a:endParaRPr b="1" sz="2300">
                <a:solidFill>
                  <a:srgbClr val="FFE59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300">
                <a:solidFill>
                  <a:srgbClr val="FFE59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976" name="Google Shape;2976;p68"/>
          <p:cNvGrpSpPr/>
          <p:nvPr/>
        </p:nvGrpSpPr>
        <p:grpSpPr>
          <a:xfrm>
            <a:off x="8583380" y="-2"/>
            <a:ext cx="560626" cy="572765"/>
            <a:chOff x="1961475" y="2492375"/>
            <a:chExt cx="1421825" cy="1451875"/>
          </a:xfrm>
        </p:grpSpPr>
        <p:sp>
          <p:nvSpPr>
            <p:cNvPr id="2977" name="Google Shape;2977;p68"/>
            <p:cNvSpPr/>
            <p:nvPr/>
          </p:nvSpPr>
          <p:spPr>
            <a:xfrm>
              <a:off x="1961475" y="2492375"/>
              <a:ext cx="1421825" cy="1451875"/>
            </a:xfrm>
            <a:custGeom>
              <a:rect b="b" l="l" r="r" t="t"/>
              <a:pathLst>
                <a:path extrusionOk="0" h="58075" w="56873">
                  <a:moveTo>
                    <a:pt x="28469" y="9443"/>
                  </a:moveTo>
                  <a:cubicBezTo>
                    <a:pt x="29104" y="9443"/>
                    <a:pt x="29744" y="9475"/>
                    <a:pt x="30389" y="9540"/>
                  </a:cubicBezTo>
                  <a:cubicBezTo>
                    <a:pt x="40930" y="10641"/>
                    <a:pt x="48602" y="20248"/>
                    <a:pt x="47535" y="30989"/>
                  </a:cubicBezTo>
                  <a:cubicBezTo>
                    <a:pt x="46535" y="41054"/>
                    <a:pt x="38211" y="48571"/>
                    <a:pt x="28494" y="48571"/>
                  </a:cubicBezTo>
                  <a:cubicBezTo>
                    <a:pt x="27841" y="48571"/>
                    <a:pt x="27183" y="48537"/>
                    <a:pt x="26520" y="48468"/>
                  </a:cubicBezTo>
                  <a:cubicBezTo>
                    <a:pt x="15979" y="47367"/>
                    <a:pt x="8307" y="37794"/>
                    <a:pt x="9374" y="27053"/>
                  </a:cubicBezTo>
                  <a:cubicBezTo>
                    <a:pt x="10376" y="16969"/>
                    <a:pt x="18728" y="9443"/>
                    <a:pt x="28469" y="9443"/>
                  </a:cubicBezTo>
                  <a:close/>
                  <a:moveTo>
                    <a:pt x="26420" y="0"/>
                  </a:moveTo>
                  <a:cubicBezTo>
                    <a:pt x="24552" y="133"/>
                    <a:pt x="22717" y="467"/>
                    <a:pt x="20949" y="967"/>
                  </a:cubicBezTo>
                  <a:cubicBezTo>
                    <a:pt x="21049" y="1134"/>
                    <a:pt x="21149" y="1301"/>
                    <a:pt x="21249" y="1501"/>
                  </a:cubicBezTo>
                  <a:cubicBezTo>
                    <a:pt x="22317" y="3903"/>
                    <a:pt x="21249" y="6738"/>
                    <a:pt x="18881" y="7839"/>
                  </a:cubicBezTo>
                  <a:cubicBezTo>
                    <a:pt x="18255" y="8130"/>
                    <a:pt x="17601" y="8267"/>
                    <a:pt x="16958" y="8267"/>
                  </a:cubicBezTo>
                  <a:cubicBezTo>
                    <a:pt x="15168" y="8267"/>
                    <a:pt x="13462" y="7204"/>
                    <a:pt x="12677" y="5437"/>
                  </a:cubicBezTo>
                  <a:cubicBezTo>
                    <a:pt x="12610" y="5270"/>
                    <a:pt x="12543" y="5104"/>
                    <a:pt x="12510" y="4904"/>
                  </a:cubicBezTo>
                  <a:cubicBezTo>
                    <a:pt x="10975" y="5971"/>
                    <a:pt x="9541" y="7172"/>
                    <a:pt x="8240" y="8506"/>
                  </a:cubicBezTo>
                  <a:cubicBezTo>
                    <a:pt x="8407" y="8606"/>
                    <a:pt x="8574" y="8673"/>
                    <a:pt x="8707" y="8773"/>
                  </a:cubicBezTo>
                  <a:cubicBezTo>
                    <a:pt x="10809" y="10341"/>
                    <a:pt x="11309" y="13343"/>
                    <a:pt x="9775" y="15478"/>
                  </a:cubicBezTo>
                  <a:cubicBezTo>
                    <a:pt x="8866" y="16789"/>
                    <a:pt x="7433" y="17479"/>
                    <a:pt x="5970" y="17479"/>
                  </a:cubicBezTo>
                  <a:cubicBezTo>
                    <a:pt x="5015" y="17479"/>
                    <a:pt x="4047" y="17185"/>
                    <a:pt x="3203" y="16579"/>
                  </a:cubicBezTo>
                  <a:cubicBezTo>
                    <a:pt x="3070" y="16478"/>
                    <a:pt x="2970" y="16345"/>
                    <a:pt x="2836" y="16245"/>
                  </a:cubicBezTo>
                  <a:cubicBezTo>
                    <a:pt x="2036" y="17913"/>
                    <a:pt x="1402" y="19681"/>
                    <a:pt x="902" y="21515"/>
                  </a:cubicBezTo>
                  <a:cubicBezTo>
                    <a:pt x="1035" y="21515"/>
                    <a:pt x="1154" y="21501"/>
                    <a:pt x="1267" y="21501"/>
                  </a:cubicBezTo>
                  <a:cubicBezTo>
                    <a:pt x="1324" y="21501"/>
                    <a:pt x="1380" y="21504"/>
                    <a:pt x="1435" y="21515"/>
                  </a:cubicBezTo>
                  <a:cubicBezTo>
                    <a:pt x="4004" y="21782"/>
                    <a:pt x="5905" y="24117"/>
                    <a:pt x="5638" y="26752"/>
                  </a:cubicBezTo>
                  <a:cubicBezTo>
                    <a:pt x="5388" y="29253"/>
                    <a:pt x="3351" y="31081"/>
                    <a:pt x="954" y="31081"/>
                  </a:cubicBezTo>
                  <a:cubicBezTo>
                    <a:pt x="794" y="31081"/>
                    <a:pt x="631" y="31072"/>
                    <a:pt x="468" y="31056"/>
                  </a:cubicBezTo>
                  <a:cubicBezTo>
                    <a:pt x="301" y="31056"/>
                    <a:pt x="168" y="30989"/>
                    <a:pt x="1" y="30955"/>
                  </a:cubicBezTo>
                  <a:lnTo>
                    <a:pt x="1" y="30955"/>
                  </a:lnTo>
                  <a:cubicBezTo>
                    <a:pt x="134" y="32857"/>
                    <a:pt x="435" y="34725"/>
                    <a:pt x="902" y="36493"/>
                  </a:cubicBezTo>
                  <a:cubicBezTo>
                    <a:pt x="1035" y="36426"/>
                    <a:pt x="1202" y="36326"/>
                    <a:pt x="1335" y="36226"/>
                  </a:cubicBezTo>
                  <a:cubicBezTo>
                    <a:pt x="1958" y="35945"/>
                    <a:pt x="2611" y="35812"/>
                    <a:pt x="3254" y="35812"/>
                  </a:cubicBezTo>
                  <a:cubicBezTo>
                    <a:pt x="5057" y="35812"/>
                    <a:pt x="6786" y="36858"/>
                    <a:pt x="7573" y="38628"/>
                  </a:cubicBezTo>
                  <a:cubicBezTo>
                    <a:pt x="8640" y="41063"/>
                    <a:pt x="7573" y="43898"/>
                    <a:pt x="5205" y="44999"/>
                  </a:cubicBezTo>
                  <a:cubicBezTo>
                    <a:pt x="5038" y="45066"/>
                    <a:pt x="4871" y="45099"/>
                    <a:pt x="4704" y="45166"/>
                  </a:cubicBezTo>
                  <a:cubicBezTo>
                    <a:pt x="5738" y="46733"/>
                    <a:pt x="6906" y="48201"/>
                    <a:pt x="8207" y="49535"/>
                  </a:cubicBezTo>
                  <a:cubicBezTo>
                    <a:pt x="8307" y="49369"/>
                    <a:pt x="8374" y="49202"/>
                    <a:pt x="8507" y="49035"/>
                  </a:cubicBezTo>
                  <a:cubicBezTo>
                    <a:pt x="9415" y="47723"/>
                    <a:pt x="10848" y="47034"/>
                    <a:pt x="12304" y="47034"/>
                  </a:cubicBezTo>
                  <a:cubicBezTo>
                    <a:pt x="13254" y="47034"/>
                    <a:pt x="14215" y="47328"/>
                    <a:pt x="15045" y="47934"/>
                  </a:cubicBezTo>
                  <a:cubicBezTo>
                    <a:pt x="17180" y="49502"/>
                    <a:pt x="17647" y="52504"/>
                    <a:pt x="16112" y="54639"/>
                  </a:cubicBezTo>
                  <a:cubicBezTo>
                    <a:pt x="16012" y="54806"/>
                    <a:pt x="15879" y="54939"/>
                    <a:pt x="15745" y="55073"/>
                  </a:cubicBezTo>
                  <a:cubicBezTo>
                    <a:pt x="17380" y="55907"/>
                    <a:pt x="19115" y="56574"/>
                    <a:pt x="20949" y="57108"/>
                  </a:cubicBezTo>
                  <a:cubicBezTo>
                    <a:pt x="20949" y="56874"/>
                    <a:pt x="20916" y="56674"/>
                    <a:pt x="20949" y="56474"/>
                  </a:cubicBezTo>
                  <a:cubicBezTo>
                    <a:pt x="21200" y="54002"/>
                    <a:pt x="23240" y="52146"/>
                    <a:pt x="25640" y="52146"/>
                  </a:cubicBezTo>
                  <a:cubicBezTo>
                    <a:pt x="25799" y="52146"/>
                    <a:pt x="25958" y="52154"/>
                    <a:pt x="26120" y="52171"/>
                  </a:cubicBezTo>
                  <a:cubicBezTo>
                    <a:pt x="28688" y="52438"/>
                    <a:pt x="30556" y="54806"/>
                    <a:pt x="30323" y="57441"/>
                  </a:cubicBezTo>
                  <a:cubicBezTo>
                    <a:pt x="30289" y="57641"/>
                    <a:pt x="30222" y="57841"/>
                    <a:pt x="30189" y="58075"/>
                  </a:cubicBezTo>
                  <a:cubicBezTo>
                    <a:pt x="31857" y="57975"/>
                    <a:pt x="33458" y="57708"/>
                    <a:pt x="35059" y="57308"/>
                  </a:cubicBezTo>
                  <a:cubicBezTo>
                    <a:pt x="35393" y="57241"/>
                    <a:pt x="35526" y="56874"/>
                    <a:pt x="35393" y="56574"/>
                  </a:cubicBezTo>
                  <a:cubicBezTo>
                    <a:pt x="35393" y="56574"/>
                    <a:pt x="35393" y="56540"/>
                    <a:pt x="35393" y="56540"/>
                  </a:cubicBezTo>
                  <a:cubicBezTo>
                    <a:pt x="34325" y="54105"/>
                    <a:pt x="35359" y="51270"/>
                    <a:pt x="37728" y="50203"/>
                  </a:cubicBezTo>
                  <a:cubicBezTo>
                    <a:pt x="38360" y="49909"/>
                    <a:pt x="39023" y="49769"/>
                    <a:pt x="39676" y="49769"/>
                  </a:cubicBezTo>
                  <a:cubicBezTo>
                    <a:pt x="41469" y="49769"/>
                    <a:pt x="43183" y="50819"/>
                    <a:pt x="43966" y="52604"/>
                  </a:cubicBezTo>
                  <a:cubicBezTo>
                    <a:pt x="44056" y="52831"/>
                    <a:pt x="44270" y="52965"/>
                    <a:pt x="44482" y="52965"/>
                  </a:cubicBezTo>
                  <a:cubicBezTo>
                    <a:pt x="44581" y="52965"/>
                    <a:pt x="44681" y="52935"/>
                    <a:pt x="44766" y="52871"/>
                  </a:cubicBezTo>
                  <a:cubicBezTo>
                    <a:pt x="45934" y="52037"/>
                    <a:pt x="47034" y="51103"/>
                    <a:pt x="48069" y="50103"/>
                  </a:cubicBezTo>
                  <a:cubicBezTo>
                    <a:pt x="48302" y="49869"/>
                    <a:pt x="48269" y="49469"/>
                    <a:pt x="48002" y="49302"/>
                  </a:cubicBezTo>
                  <a:cubicBezTo>
                    <a:pt x="47968" y="49269"/>
                    <a:pt x="47935" y="49269"/>
                    <a:pt x="47902" y="49235"/>
                  </a:cubicBezTo>
                  <a:cubicBezTo>
                    <a:pt x="45800" y="47667"/>
                    <a:pt x="45333" y="44699"/>
                    <a:pt x="46868" y="42530"/>
                  </a:cubicBezTo>
                  <a:cubicBezTo>
                    <a:pt x="47780" y="41233"/>
                    <a:pt x="49222" y="40539"/>
                    <a:pt x="50685" y="40539"/>
                  </a:cubicBezTo>
                  <a:cubicBezTo>
                    <a:pt x="51629" y="40539"/>
                    <a:pt x="52582" y="40828"/>
                    <a:pt x="53406" y="41430"/>
                  </a:cubicBezTo>
                  <a:lnTo>
                    <a:pt x="53472" y="41496"/>
                  </a:lnTo>
                  <a:cubicBezTo>
                    <a:pt x="53567" y="41567"/>
                    <a:pt x="53678" y="41600"/>
                    <a:pt x="53788" y="41600"/>
                  </a:cubicBezTo>
                  <a:cubicBezTo>
                    <a:pt x="53989" y="41600"/>
                    <a:pt x="54187" y="41490"/>
                    <a:pt x="54273" y="41296"/>
                  </a:cubicBezTo>
                  <a:cubicBezTo>
                    <a:pt x="54873" y="39995"/>
                    <a:pt x="55407" y="38628"/>
                    <a:pt x="55807" y="37193"/>
                  </a:cubicBezTo>
                  <a:cubicBezTo>
                    <a:pt x="55874" y="36860"/>
                    <a:pt x="55641" y="36560"/>
                    <a:pt x="55307" y="36526"/>
                  </a:cubicBezTo>
                  <a:lnTo>
                    <a:pt x="55207" y="36526"/>
                  </a:lnTo>
                  <a:cubicBezTo>
                    <a:pt x="52605" y="36259"/>
                    <a:pt x="50737" y="33891"/>
                    <a:pt x="51004" y="31256"/>
                  </a:cubicBezTo>
                  <a:cubicBezTo>
                    <a:pt x="51254" y="28784"/>
                    <a:pt x="53295" y="26928"/>
                    <a:pt x="55667" y="26928"/>
                  </a:cubicBezTo>
                  <a:cubicBezTo>
                    <a:pt x="55824" y="26928"/>
                    <a:pt x="55982" y="26936"/>
                    <a:pt x="56141" y="26953"/>
                  </a:cubicBezTo>
                  <a:cubicBezTo>
                    <a:pt x="56174" y="26953"/>
                    <a:pt x="56208" y="26986"/>
                    <a:pt x="56208" y="26986"/>
                  </a:cubicBezTo>
                  <a:cubicBezTo>
                    <a:pt x="56229" y="26988"/>
                    <a:pt x="56249" y="26989"/>
                    <a:pt x="56270" y="26989"/>
                  </a:cubicBezTo>
                  <a:cubicBezTo>
                    <a:pt x="56608" y="26989"/>
                    <a:pt x="56873" y="26734"/>
                    <a:pt x="56841" y="26419"/>
                  </a:cubicBezTo>
                  <a:cubicBezTo>
                    <a:pt x="56708" y="24951"/>
                    <a:pt x="56475" y="23483"/>
                    <a:pt x="56141" y="22082"/>
                  </a:cubicBezTo>
                  <a:cubicBezTo>
                    <a:pt x="56068" y="21838"/>
                    <a:pt x="55851" y="21683"/>
                    <a:pt x="55623" y="21683"/>
                  </a:cubicBezTo>
                  <a:cubicBezTo>
                    <a:pt x="55539" y="21683"/>
                    <a:pt x="55454" y="21704"/>
                    <a:pt x="55374" y="21749"/>
                  </a:cubicBezTo>
                  <a:cubicBezTo>
                    <a:pt x="55340" y="21749"/>
                    <a:pt x="55307" y="21782"/>
                    <a:pt x="55274" y="21782"/>
                  </a:cubicBezTo>
                  <a:cubicBezTo>
                    <a:pt x="54641" y="22076"/>
                    <a:pt x="53980" y="22216"/>
                    <a:pt x="53331" y="22216"/>
                  </a:cubicBezTo>
                  <a:cubicBezTo>
                    <a:pt x="51548" y="22216"/>
                    <a:pt x="49852" y="21165"/>
                    <a:pt x="49069" y="19381"/>
                  </a:cubicBezTo>
                  <a:cubicBezTo>
                    <a:pt x="48002" y="16979"/>
                    <a:pt x="49069" y="14110"/>
                    <a:pt x="51438" y="13043"/>
                  </a:cubicBezTo>
                  <a:cubicBezTo>
                    <a:pt x="51438" y="13043"/>
                    <a:pt x="51471" y="13009"/>
                    <a:pt x="51471" y="13009"/>
                  </a:cubicBezTo>
                  <a:cubicBezTo>
                    <a:pt x="51771" y="12876"/>
                    <a:pt x="51905" y="12509"/>
                    <a:pt x="51704" y="12209"/>
                  </a:cubicBezTo>
                  <a:cubicBezTo>
                    <a:pt x="50904" y="11041"/>
                    <a:pt x="49970" y="9907"/>
                    <a:pt x="49003" y="8873"/>
                  </a:cubicBezTo>
                  <a:cubicBezTo>
                    <a:pt x="48900" y="8756"/>
                    <a:pt x="48766" y="8703"/>
                    <a:pt x="48630" y="8703"/>
                  </a:cubicBezTo>
                  <a:cubicBezTo>
                    <a:pt x="48457" y="8703"/>
                    <a:pt x="48281" y="8790"/>
                    <a:pt x="48169" y="8940"/>
                  </a:cubicBezTo>
                  <a:cubicBezTo>
                    <a:pt x="48169" y="8973"/>
                    <a:pt x="48135" y="8973"/>
                    <a:pt x="48135" y="9006"/>
                  </a:cubicBezTo>
                  <a:cubicBezTo>
                    <a:pt x="47228" y="10297"/>
                    <a:pt x="45784" y="10990"/>
                    <a:pt x="44319" y="10990"/>
                  </a:cubicBezTo>
                  <a:cubicBezTo>
                    <a:pt x="43361" y="10990"/>
                    <a:pt x="42395" y="10694"/>
                    <a:pt x="41564" y="10074"/>
                  </a:cubicBezTo>
                  <a:cubicBezTo>
                    <a:pt x="39462" y="8539"/>
                    <a:pt x="38995" y="5537"/>
                    <a:pt x="40496" y="3369"/>
                  </a:cubicBezTo>
                  <a:cubicBezTo>
                    <a:pt x="40697" y="3102"/>
                    <a:pt x="40630" y="2702"/>
                    <a:pt x="40330" y="2569"/>
                  </a:cubicBezTo>
                  <a:cubicBezTo>
                    <a:pt x="39062" y="1968"/>
                    <a:pt x="37728" y="1468"/>
                    <a:pt x="36360" y="1067"/>
                  </a:cubicBezTo>
                  <a:cubicBezTo>
                    <a:pt x="36312" y="1053"/>
                    <a:pt x="36264" y="1046"/>
                    <a:pt x="36218" y="1046"/>
                  </a:cubicBezTo>
                  <a:cubicBezTo>
                    <a:pt x="35945" y="1046"/>
                    <a:pt x="35722" y="1283"/>
                    <a:pt x="35693" y="1568"/>
                  </a:cubicBezTo>
                  <a:cubicBezTo>
                    <a:pt x="35443" y="4040"/>
                    <a:pt x="33402" y="5895"/>
                    <a:pt x="31002" y="5895"/>
                  </a:cubicBezTo>
                  <a:cubicBezTo>
                    <a:pt x="30844" y="5895"/>
                    <a:pt x="30684" y="5887"/>
                    <a:pt x="30523" y="5871"/>
                  </a:cubicBezTo>
                  <a:cubicBezTo>
                    <a:pt x="27954" y="5604"/>
                    <a:pt x="26053" y="3236"/>
                    <a:pt x="26320" y="600"/>
                  </a:cubicBezTo>
                  <a:cubicBezTo>
                    <a:pt x="26353" y="400"/>
                    <a:pt x="26386" y="200"/>
                    <a:pt x="26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78" name="Google Shape;2978;p68"/>
            <p:cNvSpPr/>
            <p:nvPr/>
          </p:nvSpPr>
          <p:spPr>
            <a:xfrm>
              <a:off x="2093250" y="2662475"/>
              <a:ext cx="1159175" cy="1111650"/>
            </a:xfrm>
            <a:custGeom>
              <a:rect b="b" l="l" r="r" t="t"/>
              <a:pathLst>
                <a:path extrusionOk="0" h="44466" w="46367">
                  <a:moveTo>
                    <a:pt x="23185" y="7304"/>
                  </a:moveTo>
                  <a:cubicBezTo>
                    <a:pt x="30397" y="7304"/>
                    <a:pt x="36684" y="12752"/>
                    <a:pt x="37694" y="20249"/>
                  </a:cubicBezTo>
                  <a:cubicBezTo>
                    <a:pt x="38761" y="28388"/>
                    <a:pt x="33124" y="35927"/>
                    <a:pt x="25118" y="37027"/>
                  </a:cubicBezTo>
                  <a:cubicBezTo>
                    <a:pt x="24459" y="37118"/>
                    <a:pt x="23804" y="37163"/>
                    <a:pt x="23155" y="37163"/>
                  </a:cubicBezTo>
                  <a:cubicBezTo>
                    <a:pt x="15965" y="37163"/>
                    <a:pt x="9652" y="31715"/>
                    <a:pt x="8673" y="24218"/>
                  </a:cubicBezTo>
                  <a:cubicBezTo>
                    <a:pt x="7606" y="16046"/>
                    <a:pt x="13210" y="8540"/>
                    <a:pt x="21215" y="7440"/>
                  </a:cubicBezTo>
                  <a:cubicBezTo>
                    <a:pt x="21877" y="7349"/>
                    <a:pt x="22535" y="7304"/>
                    <a:pt x="23185" y="7304"/>
                  </a:cubicBezTo>
                  <a:close/>
                  <a:moveTo>
                    <a:pt x="23173" y="1"/>
                  </a:moveTo>
                  <a:cubicBezTo>
                    <a:pt x="22208" y="1"/>
                    <a:pt x="21231" y="66"/>
                    <a:pt x="20248" y="201"/>
                  </a:cubicBezTo>
                  <a:lnTo>
                    <a:pt x="20281" y="201"/>
                  </a:lnTo>
                  <a:cubicBezTo>
                    <a:pt x="8373" y="1836"/>
                    <a:pt x="0" y="13044"/>
                    <a:pt x="1601" y="25186"/>
                  </a:cubicBezTo>
                  <a:cubicBezTo>
                    <a:pt x="3071" y="36329"/>
                    <a:pt x="12435" y="44466"/>
                    <a:pt x="23170" y="44466"/>
                  </a:cubicBezTo>
                  <a:cubicBezTo>
                    <a:pt x="24133" y="44466"/>
                    <a:pt x="25106" y="44400"/>
                    <a:pt x="26086" y="44266"/>
                  </a:cubicBezTo>
                  <a:cubicBezTo>
                    <a:pt x="37994" y="42631"/>
                    <a:pt x="46367" y="31390"/>
                    <a:pt x="44766" y="19248"/>
                  </a:cubicBezTo>
                  <a:cubicBezTo>
                    <a:pt x="43297" y="8108"/>
                    <a:pt x="33909" y="1"/>
                    <a:pt x="23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979" name="Google Shape;2979;p68"/>
          <p:cNvSpPr/>
          <p:nvPr/>
        </p:nvSpPr>
        <p:spPr>
          <a:xfrm rot="-5400000">
            <a:off x="2593975" y="2439950"/>
            <a:ext cx="659100" cy="15003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C463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0" name="Google Shape;2980;p68"/>
          <p:cNvSpPr/>
          <p:nvPr/>
        </p:nvSpPr>
        <p:spPr>
          <a:xfrm rot="5400000">
            <a:off x="5757850" y="-249775"/>
            <a:ext cx="839700" cy="48939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4E5EC"/>
          </a:solidFill>
          <a:ln>
            <a:noFill/>
          </a:ln>
          <a:effectLst>
            <a:outerShdw blurRad="57150" rotWithShape="0" algn="bl" dir="5400000" dist="19050">
              <a:srgbClr val="000000">
                <a:alpha val="9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1" name="Google Shape;2981;p68"/>
          <p:cNvSpPr txBox="1"/>
          <p:nvPr/>
        </p:nvSpPr>
        <p:spPr>
          <a:xfrm>
            <a:off x="3699400" y="1872425"/>
            <a:ext cx="4893900" cy="7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in budgeting, resource allocation, and project planning</a:t>
            </a:r>
            <a:endParaRPr sz="18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82" name="Google Shape;2982;p68"/>
          <p:cNvSpPr/>
          <p:nvPr/>
        </p:nvSpPr>
        <p:spPr>
          <a:xfrm rot="5400000">
            <a:off x="5833525" y="738375"/>
            <a:ext cx="721200" cy="48939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4E5EC"/>
          </a:solidFill>
          <a:ln>
            <a:noFill/>
          </a:ln>
          <a:effectLst>
            <a:outerShdw blurRad="57150" rotWithShape="0" algn="bl" dir="5400000" dist="19050">
              <a:srgbClr val="000000">
                <a:alpha val="9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3" name="Google Shape;2983;p68"/>
          <p:cNvSpPr txBox="1"/>
          <p:nvPr/>
        </p:nvSpPr>
        <p:spPr>
          <a:xfrm>
            <a:off x="3747175" y="2824725"/>
            <a:ext cx="47997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Ensures realistic expectations for effort, staffing, and expenses</a:t>
            </a:r>
            <a:endParaRPr sz="18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84" name="Google Shape;2984;p68"/>
          <p:cNvSpPr/>
          <p:nvPr/>
        </p:nvSpPr>
        <p:spPr>
          <a:xfrm rot="-5400000">
            <a:off x="2485525" y="1439078"/>
            <a:ext cx="876000" cy="15003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73CA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5" name="Google Shape;2985;p68"/>
          <p:cNvSpPr/>
          <p:nvPr/>
        </p:nvSpPr>
        <p:spPr>
          <a:xfrm rot="-5400000">
            <a:off x="2569367" y="3278691"/>
            <a:ext cx="708300" cy="15003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6" name="Google Shape;2986;p68"/>
          <p:cNvSpPr/>
          <p:nvPr/>
        </p:nvSpPr>
        <p:spPr>
          <a:xfrm rot="5400000">
            <a:off x="5838775" y="1581903"/>
            <a:ext cx="710700" cy="48939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4E5EC"/>
          </a:solidFill>
          <a:ln>
            <a:noFill/>
          </a:ln>
          <a:effectLst>
            <a:outerShdw blurRad="57150" rotWithShape="0" algn="bl" dir="5400000" dist="19050">
              <a:srgbClr val="000000">
                <a:alpha val="9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7" name="Google Shape;2987;p68"/>
          <p:cNvSpPr txBox="1"/>
          <p:nvPr/>
        </p:nvSpPr>
        <p:spPr>
          <a:xfrm>
            <a:off x="3747175" y="3579175"/>
            <a:ext cx="4799700" cy="7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Guides decision-making on tools, infrastructure, and risks</a:t>
            </a:r>
            <a:endParaRPr sz="18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88" name="Google Shape;2988;p6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989" name="Google Shape;2989;p68"/>
          <p:cNvGrpSpPr/>
          <p:nvPr/>
        </p:nvGrpSpPr>
        <p:grpSpPr>
          <a:xfrm>
            <a:off x="-84857" y="1777329"/>
            <a:ext cx="2258236" cy="2371058"/>
            <a:chOff x="4456381" y="1028825"/>
            <a:chExt cx="3657062" cy="3359867"/>
          </a:xfrm>
        </p:grpSpPr>
        <p:grpSp>
          <p:nvGrpSpPr>
            <p:cNvPr id="2990" name="Google Shape;2990;p68"/>
            <p:cNvGrpSpPr/>
            <p:nvPr/>
          </p:nvGrpSpPr>
          <p:grpSpPr>
            <a:xfrm>
              <a:off x="4806350" y="1028825"/>
              <a:ext cx="2998000" cy="2881257"/>
              <a:chOff x="4758675" y="913000"/>
              <a:chExt cx="2998000" cy="2881257"/>
            </a:xfrm>
          </p:grpSpPr>
          <p:sp>
            <p:nvSpPr>
              <p:cNvPr id="2991" name="Google Shape;2991;p68"/>
              <p:cNvSpPr/>
              <p:nvPr/>
            </p:nvSpPr>
            <p:spPr>
              <a:xfrm>
                <a:off x="4958825" y="1196857"/>
                <a:ext cx="2597700" cy="25974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81775" lIns="81775" spcFirstLastPara="1" rIns="81775" wrap="square" tIns="817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52"/>
                  <a:buFont typeface="Arial"/>
                  <a:buNone/>
                </a:pPr>
                <a:r>
                  <a:t/>
                </a:r>
                <a:endParaRPr b="0" i="0" sz="125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992" name="Google Shape;2992;p68"/>
              <p:cNvGrpSpPr/>
              <p:nvPr/>
            </p:nvGrpSpPr>
            <p:grpSpPr>
              <a:xfrm>
                <a:off x="4758675" y="913000"/>
                <a:ext cx="2998000" cy="1732100"/>
                <a:chOff x="4799625" y="135925"/>
                <a:chExt cx="2998000" cy="1732100"/>
              </a:xfrm>
            </p:grpSpPr>
            <p:sp>
              <p:nvSpPr>
                <p:cNvPr id="2993" name="Google Shape;2993;p68"/>
                <p:cNvSpPr/>
                <p:nvPr/>
              </p:nvSpPr>
              <p:spPr>
                <a:xfrm>
                  <a:off x="4799625" y="371100"/>
                  <a:ext cx="31725" cy="850"/>
                </a:xfrm>
                <a:custGeom>
                  <a:rect b="b" l="l" r="r" t="t"/>
                  <a:pathLst>
                    <a:path extrusionOk="0" fill="none" h="34" w="1269">
                      <a:moveTo>
                        <a:pt x="1" y="1"/>
                      </a:moveTo>
                      <a:lnTo>
                        <a:pt x="1268" y="34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94" name="Google Shape;2994;p68"/>
                <p:cNvSpPr/>
                <p:nvPr/>
              </p:nvSpPr>
              <p:spPr>
                <a:xfrm>
                  <a:off x="4866350" y="373600"/>
                  <a:ext cx="246025" cy="6700"/>
                </a:xfrm>
                <a:custGeom>
                  <a:rect b="b" l="l" r="r" t="t"/>
                  <a:pathLst>
                    <a:path extrusionOk="0" fill="none" h="268" w="9841">
                      <a:moveTo>
                        <a:pt x="0" y="1"/>
                      </a:moveTo>
                      <a:lnTo>
                        <a:pt x="9841" y="267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95" name="Google Shape;2995;p68"/>
                <p:cNvSpPr/>
                <p:nvPr/>
              </p:nvSpPr>
              <p:spPr>
                <a:xfrm>
                  <a:off x="5129875" y="381100"/>
                  <a:ext cx="31700" cy="31725"/>
                </a:xfrm>
                <a:custGeom>
                  <a:rect b="b" l="l" r="r" t="t"/>
                  <a:pathLst>
                    <a:path extrusionOk="0" fill="none" h="1269" w="1268">
                      <a:moveTo>
                        <a:pt x="0" y="1"/>
                      </a:moveTo>
                      <a:lnTo>
                        <a:pt x="1268" y="34"/>
                      </a:lnTo>
                      <a:lnTo>
                        <a:pt x="1234" y="1268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96" name="Google Shape;2996;p68"/>
                <p:cNvSpPr/>
                <p:nvPr/>
              </p:nvSpPr>
              <p:spPr>
                <a:xfrm>
                  <a:off x="5151550" y="455325"/>
                  <a:ext cx="8350" cy="508725"/>
                </a:xfrm>
                <a:custGeom>
                  <a:rect b="b" l="l" r="r" t="t"/>
                  <a:pathLst>
                    <a:path extrusionOk="0" fill="none" h="20349" w="334">
                      <a:moveTo>
                        <a:pt x="334" y="1"/>
                      </a:moveTo>
                      <a:lnTo>
                        <a:pt x="0" y="20349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97" name="Google Shape;2997;p68"/>
                <p:cNvSpPr/>
                <p:nvPr/>
              </p:nvSpPr>
              <p:spPr>
                <a:xfrm>
                  <a:off x="5150725" y="984875"/>
                  <a:ext cx="31700" cy="33375"/>
                </a:xfrm>
                <a:custGeom>
                  <a:rect b="b" l="l" r="r" t="t"/>
                  <a:pathLst>
                    <a:path extrusionOk="0" fill="none" h="1335" w="1268">
                      <a:moveTo>
                        <a:pt x="33" y="0"/>
                      </a:moveTo>
                      <a:lnTo>
                        <a:pt x="0" y="1268"/>
                      </a:lnTo>
                      <a:lnTo>
                        <a:pt x="1268" y="1335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98" name="Google Shape;2998;p68"/>
                <p:cNvSpPr/>
                <p:nvPr/>
              </p:nvSpPr>
              <p:spPr>
                <a:xfrm>
                  <a:off x="5223275" y="1019900"/>
                  <a:ext cx="82575" cy="4200"/>
                </a:xfrm>
                <a:custGeom>
                  <a:rect b="b" l="l" r="r" t="t"/>
                  <a:pathLst>
                    <a:path extrusionOk="0" fill="none" h="168" w="3303">
                      <a:moveTo>
                        <a:pt x="0" y="0"/>
                      </a:moveTo>
                      <a:lnTo>
                        <a:pt x="3302" y="167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99" name="Google Shape;2999;p68"/>
                <p:cNvSpPr/>
                <p:nvPr/>
              </p:nvSpPr>
              <p:spPr>
                <a:xfrm>
                  <a:off x="5325850" y="995725"/>
                  <a:ext cx="31700" cy="30875"/>
                </a:xfrm>
                <a:custGeom>
                  <a:rect b="b" l="l" r="r" t="t"/>
                  <a:pathLst>
                    <a:path extrusionOk="0" fill="none" h="1235" w="1268">
                      <a:moveTo>
                        <a:pt x="0" y="1168"/>
                      </a:moveTo>
                      <a:lnTo>
                        <a:pt x="1268" y="1234"/>
                      </a:lnTo>
                      <a:lnTo>
                        <a:pt x="1268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00" name="Google Shape;3000;p68"/>
                <p:cNvSpPr/>
                <p:nvPr/>
              </p:nvSpPr>
              <p:spPr>
                <a:xfrm>
                  <a:off x="5357525" y="301050"/>
                  <a:ext cx="4200" cy="649650"/>
                </a:xfrm>
                <a:custGeom>
                  <a:rect b="b" l="l" r="r" t="t"/>
                  <a:pathLst>
                    <a:path extrusionOk="0" fill="none" h="25986" w="168">
                      <a:moveTo>
                        <a:pt x="1" y="25986"/>
                      </a:moveTo>
                      <a:lnTo>
                        <a:pt x="167" y="1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01" name="Google Shape;3001;p68"/>
                <p:cNvSpPr/>
                <p:nvPr/>
              </p:nvSpPr>
              <p:spPr>
                <a:xfrm>
                  <a:off x="5362525" y="247675"/>
                  <a:ext cx="31725" cy="30875"/>
                </a:xfrm>
                <a:custGeom>
                  <a:rect b="b" l="l" r="r" t="t"/>
                  <a:pathLst>
                    <a:path extrusionOk="0" fill="none" h="1235" w="1269">
                      <a:moveTo>
                        <a:pt x="1" y="1235"/>
                      </a:moveTo>
                      <a:lnTo>
                        <a:pt x="1" y="1"/>
                      </a:lnTo>
                      <a:lnTo>
                        <a:pt x="1268" y="1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02" name="Google Shape;3002;p68"/>
                <p:cNvSpPr/>
                <p:nvPr/>
              </p:nvSpPr>
              <p:spPr>
                <a:xfrm>
                  <a:off x="5424250" y="247675"/>
                  <a:ext cx="61725" cy="25"/>
                </a:xfrm>
                <a:custGeom>
                  <a:rect b="b" l="l" r="r" t="t"/>
                  <a:pathLst>
                    <a:path extrusionOk="0" fill="none" h="1" w="2469">
                      <a:moveTo>
                        <a:pt x="0" y="1"/>
                      </a:moveTo>
                      <a:lnTo>
                        <a:pt x="2469" y="1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03" name="Google Shape;3003;p68"/>
                <p:cNvSpPr/>
                <p:nvPr/>
              </p:nvSpPr>
              <p:spPr>
                <a:xfrm>
                  <a:off x="5501800" y="247675"/>
                  <a:ext cx="30875" cy="30875"/>
                </a:xfrm>
                <a:custGeom>
                  <a:rect b="b" l="l" r="r" t="t"/>
                  <a:pathLst>
                    <a:path extrusionOk="0" fill="none" h="1235" w="1235">
                      <a:moveTo>
                        <a:pt x="0" y="1"/>
                      </a:moveTo>
                      <a:lnTo>
                        <a:pt x="1235" y="1"/>
                      </a:lnTo>
                      <a:lnTo>
                        <a:pt x="1235" y="1235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04" name="Google Shape;3004;p68"/>
                <p:cNvSpPr/>
                <p:nvPr/>
              </p:nvSpPr>
              <p:spPr>
                <a:xfrm>
                  <a:off x="5528475" y="324400"/>
                  <a:ext cx="3375" cy="432000"/>
                </a:xfrm>
                <a:custGeom>
                  <a:rect b="b" l="l" r="r" t="t"/>
                  <a:pathLst>
                    <a:path extrusionOk="0" fill="none" h="17280" w="135">
                      <a:moveTo>
                        <a:pt x="134" y="1"/>
                      </a:moveTo>
                      <a:lnTo>
                        <a:pt x="1" y="1728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05" name="Google Shape;3005;p68"/>
                <p:cNvSpPr/>
                <p:nvPr/>
              </p:nvSpPr>
              <p:spPr>
                <a:xfrm>
                  <a:off x="5527650" y="778900"/>
                  <a:ext cx="31725" cy="30875"/>
                </a:xfrm>
                <a:custGeom>
                  <a:rect b="b" l="l" r="r" t="t"/>
                  <a:pathLst>
                    <a:path extrusionOk="0" fill="none" h="1235" w="1269">
                      <a:moveTo>
                        <a:pt x="0" y="0"/>
                      </a:moveTo>
                      <a:lnTo>
                        <a:pt x="0" y="1234"/>
                      </a:lnTo>
                      <a:lnTo>
                        <a:pt x="1268" y="1234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06" name="Google Shape;3006;p68"/>
                <p:cNvSpPr/>
                <p:nvPr/>
              </p:nvSpPr>
              <p:spPr>
                <a:xfrm>
                  <a:off x="5602700" y="809750"/>
                  <a:ext cx="413650" cy="25"/>
                </a:xfrm>
                <a:custGeom>
                  <a:rect b="b" l="l" r="r" t="t"/>
                  <a:pathLst>
                    <a:path extrusionOk="0" fill="none" h="1" w="16546">
                      <a:moveTo>
                        <a:pt x="1" y="0"/>
                      </a:moveTo>
                      <a:lnTo>
                        <a:pt x="16546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07" name="Google Shape;3007;p68"/>
                <p:cNvSpPr/>
                <p:nvPr/>
              </p:nvSpPr>
              <p:spPr>
                <a:xfrm>
                  <a:off x="6038025" y="809750"/>
                  <a:ext cx="31700" cy="31700"/>
                </a:xfrm>
                <a:custGeom>
                  <a:rect b="b" l="l" r="r" t="t"/>
                  <a:pathLst>
                    <a:path extrusionOk="0" fill="none" h="1268" w="1268">
                      <a:moveTo>
                        <a:pt x="0" y="0"/>
                      </a:moveTo>
                      <a:lnTo>
                        <a:pt x="1268" y="0"/>
                      </a:lnTo>
                      <a:lnTo>
                        <a:pt x="1268" y="1268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08" name="Google Shape;3008;p68"/>
                <p:cNvSpPr/>
                <p:nvPr/>
              </p:nvSpPr>
              <p:spPr>
                <a:xfrm>
                  <a:off x="6069700" y="883975"/>
                  <a:ext cx="25" cy="85075"/>
                </a:xfrm>
                <a:custGeom>
                  <a:rect b="b" l="l" r="r" t="t"/>
                  <a:pathLst>
                    <a:path extrusionOk="0" fill="none" h="3403" w="1">
                      <a:moveTo>
                        <a:pt x="1" y="0"/>
                      </a:moveTo>
                      <a:lnTo>
                        <a:pt x="1" y="3403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09" name="Google Shape;3009;p68"/>
                <p:cNvSpPr/>
                <p:nvPr/>
              </p:nvSpPr>
              <p:spPr>
                <a:xfrm>
                  <a:off x="6038025" y="990700"/>
                  <a:ext cx="31700" cy="30900"/>
                </a:xfrm>
                <a:custGeom>
                  <a:rect b="b" l="l" r="r" t="t"/>
                  <a:pathLst>
                    <a:path extrusionOk="0" fill="none" h="1236" w="1268">
                      <a:moveTo>
                        <a:pt x="1268" y="1"/>
                      </a:moveTo>
                      <a:lnTo>
                        <a:pt x="1268" y="1235"/>
                      </a:lnTo>
                      <a:lnTo>
                        <a:pt x="0" y="1202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10" name="Google Shape;3010;p68"/>
                <p:cNvSpPr/>
                <p:nvPr/>
              </p:nvSpPr>
              <p:spPr>
                <a:xfrm>
                  <a:off x="5561000" y="1012400"/>
                  <a:ext cx="432000" cy="7525"/>
                </a:xfrm>
                <a:custGeom>
                  <a:rect b="b" l="l" r="r" t="t"/>
                  <a:pathLst>
                    <a:path extrusionOk="0" fill="none" h="301" w="17280">
                      <a:moveTo>
                        <a:pt x="17280" y="300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11" name="Google Shape;3011;p68"/>
                <p:cNvSpPr/>
                <p:nvPr/>
              </p:nvSpPr>
              <p:spPr>
                <a:xfrm>
                  <a:off x="5506800" y="1011550"/>
                  <a:ext cx="31725" cy="30900"/>
                </a:xfrm>
                <a:custGeom>
                  <a:rect b="b" l="l" r="r" t="t"/>
                  <a:pathLst>
                    <a:path extrusionOk="0" fill="none" h="1236" w="1269">
                      <a:moveTo>
                        <a:pt x="1268" y="1"/>
                      </a:moveTo>
                      <a:lnTo>
                        <a:pt x="1" y="1"/>
                      </a:lnTo>
                      <a:lnTo>
                        <a:pt x="34" y="1235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12" name="Google Shape;3012;p68"/>
                <p:cNvSpPr/>
                <p:nvPr/>
              </p:nvSpPr>
              <p:spPr>
                <a:xfrm>
                  <a:off x="5507625" y="1085775"/>
                  <a:ext cx="9200" cy="626300"/>
                </a:xfrm>
                <a:custGeom>
                  <a:rect b="b" l="l" r="r" t="t"/>
                  <a:pathLst>
                    <a:path extrusionOk="0" fill="none" h="25052" w="368">
                      <a:moveTo>
                        <a:pt x="1" y="1"/>
                      </a:moveTo>
                      <a:lnTo>
                        <a:pt x="368" y="25052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13" name="Google Shape;3013;p68"/>
                <p:cNvSpPr/>
                <p:nvPr/>
              </p:nvSpPr>
              <p:spPr>
                <a:xfrm>
                  <a:off x="5516800" y="1733750"/>
                  <a:ext cx="31725" cy="31700"/>
                </a:xfrm>
                <a:custGeom>
                  <a:rect b="b" l="l" r="r" t="t"/>
                  <a:pathLst>
                    <a:path extrusionOk="0" fill="none" h="1268" w="1269">
                      <a:moveTo>
                        <a:pt x="1" y="0"/>
                      </a:moveTo>
                      <a:lnTo>
                        <a:pt x="34" y="1234"/>
                      </a:lnTo>
                      <a:lnTo>
                        <a:pt x="1268" y="1268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14" name="Google Shape;3014;p68"/>
                <p:cNvSpPr/>
                <p:nvPr/>
              </p:nvSpPr>
              <p:spPr>
                <a:xfrm>
                  <a:off x="5591025" y="1765425"/>
                  <a:ext cx="833950" cy="4200"/>
                </a:xfrm>
                <a:custGeom>
                  <a:rect b="b" l="l" r="r" t="t"/>
                  <a:pathLst>
                    <a:path extrusionOk="0" fill="none" h="168" w="33358">
                      <a:moveTo>
                        <a:pt x="1" y="1"/>
                      </a:moveTo>
                      <a:lnTo>
                        <a:pt x="33358" y="168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15" name="Google Shape;3015;p68"/>
                <p:cNvSpPr/>
                <p:nvPr/>
              </p:nvSpPr>
              <p:spPr>
                <a:xfrm>
                  <a:off x="6445800" y="1738750"/>
                  <a:ext cx="31725" cy="31700"/>
                </a:xfrm>
                <a:custGeom>
                  <a:rect b="b" l="l" r="r" t="t"/>
                  <a:pathLst>
                    <a:path extrusionOk="0" fill="none" h="1268" w="1269">
                      <a:moveTo>
                        <a:pt x="1" y="1235"/>
                      </a:moveTo>
                      <a:lnTo>
                        <a:pt x="1268" y="1268"/>
                      </a:lnTo>
                      <a:lnTo>
                        <a:pt x="1202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16" name="Google Shape;3016;p68"/>
                <p:cNvSpPr/>
                <p:nvPr/>
              </p:nvSpPr>
              <p:spPr>
                <a:xfrm>
                  <a:off x="6443300" y="1016575"/>
                  <a:ext cx="30875" cy="682175"/>
                </a:xfrm>
                <a:custGeom>
                  <a:rect b="b" l="l" r="r" t="t"/>
                  <a:pathLst>
                    <a:path extrusionOk="0" fill="none" h="27287" w="1235">
                      <a:moveTo>
                        <a:pt x="1235" y="27286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17" name="Google Shape;3017;p68"/>
                <p:cNvSpPr/>
                <p:nvPr/>
              </p:nvSpPr>
              <p:spPr>
                <a:xfrm>
                  <a:off x="6441625" y="928175"/>
                  <a:ext cx="50900" cy="68400"/>
                </a:xfrm>
                <a:custGeom>
                  <a:rect b="b" l="l" r="r" t="t"/>
                  <a:pathLst>
                    <a:path extrusionOk="0" fill="none" h="2736" w="2036">
                      <a:moveTo>
                        <a:pt x="34" y="2735"/>
                      </a:moveTo>
                      <a:lnTo>
                        <a:pt x="1" y="1468"/>
                      </a:lnTo>
                      <a:lnTo>
                        <a:pt x="2036" y="1268"/>
                      </a:lnTo>
                      <a:lnTo>
                        <a:pt x="2002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18" name="Google Shape;3018;p68"/>
                <p:cNvSpPr/>
                <p:nvPr/>
              </p:nvSpPr>
              <p:spPr>
                <a:xfrm>
                  <a:off x="6473325" y="314400"/>
                  <a:ext cx="17525" cy="574600"/>
                </a:xfrm>
                <a:custGeom>
                  <a:rect b="b" l="l" r="r" t="t"/>
                  <a:pathLst>
                    <a:path extrusionOk="0" fill="none" h="22984" w="701">
                      <a:moveTo>
                        <a:pt x="701" y="22983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19" name="Google Shape;3019;p68"/>
                <p:cNvSpPr/>
                <p:nvPr/>
              </p:nvSpPr>
              <p:spPr>
                <a:xfrm>
                  <a:off x="6472500" y="262700"/>
                  <a:ext cx="30875" cy="31700"/>
                </a:xfrm>
                <a:custGeom>
                  <a:rect b="b" l="l" r="r" t="t"/>
                  <a:pathLst>
                    <a:path extrusionOk="0" fill="none" h="1268" w="1235">
                      <a:moveTo>
                        <a:pt x="33" y="1268"/>
                      </a:moveTo>
                      <a:lnTo>
                        <a:pt x="0" y="0"/>
                      </a:lnTo>
                      <a:lnTo>
                        <a:pt x="1234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20" name="Google Shape;3020;p68"/>
                <p:cNvSpPr/>
                <p:nvPr/>
              </p:nvSpPr>
              <p:spPr>
                <a:xfrm>
                  <a:off x="6541700" y="262700"/>
                  <a:ext cx="458700" cy="25"/>
                </a:xfrm>
                <a:custGeom>
                  <a:rect b="b" l="l" r="r" t="t"/>
                  <a:pathLst>
                    <a:path extrusionOk="0" fill="none" h="1" w="18348">
                      <a:moveTo>
                        <a:pt x="1" y="0"/>
                      </a:moveTo>
                      <a:lnTo>
                        <a:pt x="18347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21" name="Google Shape;3021;p68"/>
                <p:cNvSpPr/>
                <p:nvPr/>
              </p:nvSpPr>
              <p:spPr>
                <a:xfrm>
                  <a:off x="7018725" y="262700"/>
                  <a:ext cx="31700" cy="31700"/>
                </a:xfrm>
                <a:custGeom>
                  <a:rect b="b" l="l" r="r" t="t"/>
                  <a:pathLst>
                    <a:path extrusionOk="0" fill="none" h="1268" w="1268">
                      <a:moveTo>
                        <a:pt x="0" y="0"/>
                      </a:moveTo>
                      <a:lnTo>
                        <a:pt x="1268" y="0"/>
                      </a:lnTo>
                      <a:lnTo>
                        <a:pt x="1268" y="1268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22" name="Google Shape;3022;p68"/>
                <p:cNvSpPr/>
                <p:nvPr/>
              </p:nvSpPr>
              <p:spPr>
                <a:xfrm>
                  <a:off x="7051225" y="335250"/>
                  <a:ext cx="9200" cy="995725"/>
                </a:xfrm>
                <a:custGeom>
                  <a:rect b="b" l="l" r="r" t="t"/>
                  <a:pathLst>
                    <a:path extrusionOk="0" fill="none" h="39829" w="368">
                      <a:moveTo>
                        <a:pt x="1" y="0"/>
                      </a:moveTo>
                      <a:lnTo>
                        <a:pt x="368" y="39829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23" name="Google Shape;3023;p68"/>
                <p:cNvSpPr/>
                <p:nvPr/>
              </p:nvSpPr>
              <p:spPr>
                <a:xfrm>
                  <a:off x="7060400" y="1351800"/>
                  <a:ext cx="31725" cy="30875"/>
                </a:xfrm>
                <a:custGeom>
                  <a:rect b="b" l="l" r="r" t="t"/>
                  <a:pathLst>
                    <a:path extrusionOk="0" fill="none" h="1235" w="1269">
                      <a:moveTo>
                        <a:pt x="1" y="1"/>
                      </a:moveTo>
                      <a:lnTo>
                        <a:pt x="1" y="1235"/>
                      </a:lnTo>
                      <a:lnTo>
                        <a:pt x="1268" y="1235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24" name="Google Shape;3024;p68"/>
                <p:cNvSpPr/>
                <p:nvPr/>
              </p:nvSpPr>
              <p:spPr>
                <a:xfrm>
                  <a:off x="7119625" y="1382650"/>
                  <a:ext cx="55900" cy="25"/>
                </a:xfrm>
                <a:custGeom>
                  <a:rect b="b" l="l" r="r" t="t"/>
                  <a:pathLst>
                    <a:path extrusionOk="0" fill="none" h="1" w="2236">
                      <a:moveTo>
                        <a:pt x="0" y="1"/>
                      </a:moveTo>
                      <a:lnTo>
                        <a:pt x="2235" y="1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25" name="Google Shape;3025;p68"/>
                <p:cNvSpPr/>
                <p:nvPr/>
              </p:nvSpPr>
              <p:spPr>
                <a:xfrm>
                  <a:off x="7189675" y="1351800"/>
                  <a:ext cx="30875" cy="30875"/>
                </a:xfrm>
                <a:custGeom>
                  <a:rect b="b" l="l" r="r" t="t"/>
                  <a:pathLst>
                    <a:path extrusionOk="0" fill="none" h="1235" w="1235">
                      <a:moveTo>
                        <a:pt x="0" y="1235"/>
                      </a:moveTo>
                      <a:lnTo>
                        <a:pt x="1234" y="1235"/>
                      </a:lnTo>
                      <a:lnTo>
                        <a:pt x="1234" y="1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26" name="Google Shape;3026;p68"/>
                <p:cNvSpPr/>
                <p:nvPr/>
              </p:nvSpPr>
              <p:spPr>
                <a:xfrm>
                  <a:off x="7220525" y="1274250"/>
                  <a:ext cx="31725" cy="31700"/>
                </a:xfrm>
                <a:custGeom>
                  <a:rect b="b" l="l" r="r" t="t"/>
                  <a:pathLst>
                    <a:path extrusionOk="0" fill="none" h="1268" w="1269">
                      <a:moveTo>
                        <a:pt x="0" y="1268"/>
                      </a:moveTo>
                      <a:lnTo>
                        <a:pt x="0" y="0"/>
                      </a:lnTo>
                      <a:lnTo>
                        <a:pt x="1268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27" name="Google Shape;3027;p68"/>
                <p:cNvSpPr/>
                <p:nvPr/>
              </p:nvSpPr>
              <p:spPr>
                <a:xfrm>
                  <a:off x="7288900" y="1274250"/>
                  <a:ext cx="258550" cy="25"/>
                </a:xfrm>
                <a:custGeom>
                  <a:rect b="b" l="l" r="r" t="t"/>
                  <a:pathLst>
                    <a:path extrusionOk="0" fill="none" h="1" w="10342">
                      <a:moveTo>
                        <a:pt x="1" y="0"/>
                      </a:moveTo>
                      <a:lnTo>
                        <a:pt x="10341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28" name="Google Shape;3028;p68"/>
                <p:cNvSpPr/>
                <p:nvPr/>
              </p:nvSpPr>
              <p:spPr>
                <a:xfrm>
                  <a:off x="7565775" y="1274250"/>
                  <a:ext cx="31700" cy="25"/>
                </a:xfrm>
                <a:custGeom>
                  <a:rect b="b" l="l" r="r" t="t"/>
                  <a:pathLst>
                    <a:path extrusionOk="0" fill="none" h="1" w="1268">
                      <a:moveTo>
                        <a:pt x="0" y="0"/>
                      </a:moveTo>
                      <a:lnTo>
                        <a:pt x="1268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29" name="Google Shape;3029;p68"/>
                <p:cNvSpPr/>
                <p:nvPr/>
              </p:nvSpPr>
              <p:spPr>
                <a:xfrm>
                  <a:off x="5509300" y="1416850"/>
                  <a:ext cx="237700" cy="25"/>
                </a:xfrm>
                <a:custGeom>
                  <a:rect b="b" l="l" r="r" t="t"/>
                  <a:pathLst>
                    <a:path extrusionOk="0" fill="none" h="1" w="9508">
                      <a:moveTo>
                        <a:pt x="9507" y="0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30" name="Google Shape;3030;p68"/>
                <p:cNvSpPr/>
                <p:nvPr/>
              </p:nvSpPr>
              <p:spPr>
                <a:xfrm>
                  <a:off x="5646900" y="1351800"/>
                  <a:ext cx="136800" cy="105925"/>
                </a:xfrm>
                <a:custGeom>
                  <a:rect b="b" l="l" r="r" t="t"/>
                  <a:pathLst>
                    <a:path extrusionOk="0" h="4237" w="5472">
                      <a:moveTo>
                        <a:pt x="2736" y="1"/>
                      </a:moveTo>
                      <a:cubicBezTo>
                        <a:pt x="1" y="1"/>
                        <a:pt x="1" y="4237"/>
                        <a:pt x="2736" y="4237"/>
                      </a:cubicBezTo>
                      <a:cubicBezTo>
                        <a:pt x="5471" y="4237"/>
                        <a:pt x="5471" y="1"/>
                        <a:pt x="273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31" name="Google Shape;3031;p68"/>
                <p:cNvSpPr/>
                <p:nvPr/>
              </p:nvSpPr>
              <p:spPr>
                <a:xfrm>
                  <a:off x="7624150" y="1269250"/>
                  <a:ext cx="173475" cy="134275"/>
                </a:xfrm>
                <a:custGeom>
                  <a:rect b="b" l="l" r="r" t="t"/>
                  <a:pathLst>
                    <a:path extrusionOk="0" h="5371" w="6939">
                      <a:moveTo>
                        <a:pt x="3469" y="0"/>
                      </a:moveTo>
                      <a:cubicBezTo>
                        <a:pt x="0" y="0"/>
                        <a:pt x="0" y="5371"/>
                        <a:pt x="3469" y="5371"/>
                      </a:cubicBezTo>
                      <a:cubicBezTo>
                        <a:pt x="6939" y="5371"/>
                        <a:pt x="6939" y="0"/>
                        <a:pt x="346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32" name="Google Shape;3032;p68"/>
                <p:cNvSpPr/>
                <p:nvPr/>
              </p:nvSpPr>
              <p:spPr>
                <a:xfrm>
                  <a:off x="5491800" y="205975"/>
                  <a:ext cx="97575" cy="98425"/>
                </a:xfrm>
                <a:custGeom>
                  <a:rect b="b" l="l" r="r" t="t"/>
                  <a:pathLst>
                    <a:path extrusionOk="0" h="3937" w="3903">
                      <a:moveTo>
                        <a:pt x="1968" y="1"/>
                      </a:moveTo>
                      <a:cubicBezTo>
                        <a:pt x="867" y="1"/>
                        <a:pt x="0" y="901"/>
                        <a:pt x="0" y="1969"/>
                      </a:cubicBezTo>
                      <a:cubicBezTo>
                        <a:pt x="0" y="3036"/>
                        <a:pt x="867" y="3937"/>
                        <a:pt x="1968" y="3937"/>
                      </a:cubicBezTo>
                      <a:cubicBezTo>
                        <a:pt x="3036" y="3937"/>
                        <a:pt x="3903" y="3070"/>
                        <a:pt x="3903" y="1969"/>
                      </a:cubicBezTo>
                      <a:cubicBezTo>
                        <a:pt x="3903" y="901"/>
                        <a:pt x="3036" y="1"/>
                        <a:pt x="196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33" name="Google Shape;3033;p68"/>
                <p:cNvSpPr/>
                <p:nvPr/>
              </p:nvSpPr>
              <p:spPr>
                <a:xfrm>
                  <a:off x="6986200" y="198475"/>
                  <a:ext cx="128450" cy="128450"/>
                </a:xfrm>
                <a:custGeom>
                  <a:rect b="b" l="l" r="r" t="t"/>
                  <a:pathLst>
                    <a:path extrusionOk="0" h="5138" w="5138">
                      <a:moveTo>
                        <a:pt x="2569" y="1"/>
                      </a:moveTo>
                      <a:cubicBezTo>
                        <a:pt x="1134" y="1"/>
                        <a:pt x="0" y="1168"/>
                        <a:pt x="0" y="2569"/>
                      </a:cubicBezTo>
                      <a:cubicBezTo>
                        <a:pt x="0" y="4003"/>
                        <a:pt x="1134" y="5138"/>
                        <a:pt x="2569" y="5138"/>
                      </a:cubicBezTo>
                      <a:cubicBezTo>
                        <a:pt x="4003" y="5138"/>
                        <a:pt x="5137" y="4003"/>
                        <a:pt x="5137" y="2569"/>
                      </a:cubicBezTo>
                      <a:cubicBezTo>
                        <a:pt x="5137" y="1168"/>
                        <a:pt x="4003" y="1"/>
                        <a:pt x="256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34" name="Google Shape;3034;p68"/>
                <p:cNvSpPr/>
                <p:nvPr/>
              </p:nvSpPr>
              <p:spPr>
                <a:xfrm>
                  <a:off x="6716000" y="490350"/>
                  <a:ext cx="297725" cy="1275100"/>
                </a:xfrm>
                <a:custGeom>
                  <a:rect b="b" l="l" r="r" t="t"/>
                  <a:pathLst>
                    <a:path extrusionOk="0" fill="none" h="51004" w="11909">
                      <a:moveTo>
                        <a:pt x="1201" y="1"/>
                      </a:moveTo>
                      <a:cubicBezTo>
                        <a:pt x="1201" y="2436"/>
                        <a:pt x="701" y="22684"/>
                        <a:pt x="2035" y="22750"/>
                      </a:cubicBezTo>
                      <a:cubicBezTo>
                        <a:pt x="4203" y="22817"/>
                        <a:pt x="6939" y="22217"/>
                        <a:pt x="7039" y="25185"/>
                      </a:cubicBezTo>
                      <a:cubicBezTo>
                        <a:pt x="7105" y="26386"/>
                        <a:pt x="7773" y="30723"/>
                        <a:pt x="6171" y="31156"/>
                      </a:cubicBezTo>
                      <a:cubicBezTo>
                        <a:pt x="5604" y="31290"/>
                        <a:pt x="5004" y="31123"/>
                        <a:pt x="4437" y="31090"/>
                      </a:cubicBezTo>
                      <a:cubicBezTo>
                        <a:pt x="0" y="30656"/>
                        <a:pt x="1401" y="34125"/>
                        <a:pt x="1401" y="36927"/>
                      </a:cubicBezTo>
                      <a:cubicBezTo>
                        <a:pt x="1401" y="40463"/>
                        <a:pt x="467" y="45466"/>
                        <a:pt x="1401" y="48869"/>
                      </a:cubicBezTo>
                      <a:cubicBezTo>
                        <a:pt x="2002" y="51004"/>
                        <a:pt x="3036" y="50370"/>
                        <a:pt x="5404" y="50370"/>
                      </a:cubicBezTo>
                      <a:lnTo>
                        <a:pt x="11909" y="50370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35" name="Google Shape;3035;p68"/>
                <p:cNvSpPr/>
                <p:nvPr/>
              </p:nvSpPr>
              <p:spPr>
                <a:xfrm>
                  <a:off x="5208250" y="135925"/>
                  <a:ext cx="2300000" cy="1040775"/>
                </a:xfrm>
                <a:custGeom>
                  <a:rect b="b" l="l" r="r" t="t"/>
                  <a:pathLst>
                    <a:path extrusionOk="0" fill="none" h="41631" w="92000">
                      <a:moveTo>
                        <a:pt x="91032" y="41631"/>
                      </a:moveTo>
                      <a:cubicBezTo>
                        <a:pt x="91066" y="33958"/>
                        <a:pt x="91299" y="29989"/>
                        <a:pt x="91333" y="22317"/>
                      </a:cubicBezTo>
                      <a:cubicBezTo>
                        <a:pt x="91333" y="19982"/>
                        <a:pt x="92000" y="601"/>
                        <a:pt x="90765" y="601"/>
                      </a:cubicBezTo>
                      <a:cubicBezTo>
                        <a:pt x="73687" y="635"/>
                        <a:pt x="56574" y="635"/>
                        <a:pt x="39462" y="668"/>
                      </a:cubicBezTo>
                      <a:cubicBezTo>
                        <a:pt x="30889" y="701"/>
                        <a:pt x="22350" y="701"/>
                        <a:pt x="13777" y="735"/>
                      </a:cubicBezTo>
                      <a:cubicBezTo>
                        <a:pt x="11742" y="735"/>
                        <a:pt x="9674" y="735"/>
                        <a:pt x="7639" y="735"/>
                      </a:cubicBezTo>
                      <a:cubicBezTo>
                        <a:pt x="6339" y="735"/>
                        <a:pt x="1969" y="1"/>
                        <a:pt x="968" y="735"/>
                      </a:cubicBezTo>
                      <a:cubicBezTo>
                        <a:pt x="1" y="1469"/>
                        <a:pt x="401" y="3637"/>
                        <a:pt x="401" y="4938"/>
                      </a:cubicBezTo>
                      <a:cubicBezTo>
                        <a:pt x="401" y="13344"/>
                        <a:pt x="434" y="21750"/>
                        <a:pt x="434" y="30156"/>
                      </a:cubicBez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36" name="Google Shape;3036;p68"/>
                <p:cNvSpPr/>
                <p:nvPr/>
              </p:nvSpPr>
              <p:spPr>
                <a:xfrm>
                  <a:off x="5058975" y="507025"/>
                  <a:ext cx="381125" cy="617975"/>
                </a:xfrm>
                <a:custGeom>
                  <a:rect b="b" l="l" r="r" t="t"/>
                  <a:pathLst>
                    <a:path extrusionOk="0" fill="none" h="24719" w="15245">
                      <a:moveTo>
                        <a:pt x="1" y="1"/>
                      </a:moveTo>
                      <a:lnTo>
                        <a:pt x="501" y="22283"/>
                      </a:lnTo>
                      <a:cubicBezTo>
                        <a:pt x="534" y="23351"/>
                        <a:pt x="368" y="24518"/>
                        <a:pt x="1402" y="24518"/>
                      </a:cubicBezTo>
                      <a:lnTo>
                        <a:pt x="15245" y="24718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37" name="Google Shape;3037;p68"/>
                <p:cNvSpPr/>
                <p:nvPr/>
              </p:nvSpPr>
              <p:spPr>
                <a:xfrm>
                  <a:off x="5429250" y="338575"/>
                  <a:ext cx="35875" cy="1509450"/>
                </a:xfrm>
                <a:custGeom>
                  <a:rect b="b" l="l" r="r" t="t"/>
                  <a:pathLst>
                    <a:path extrusionOk="0" fill="none" h="60378" w="1435">
                      <a:moveTo>
                        <a:pt x="0" y="1"/>
                      </a:moveTo>
                      <a:cubicBezTo>
                        <a:pt x="467" y="20148"/>
                        <a:pt x="934" y="40263"/>
                        <a:pt x="1435" y="60377"/>
                      </a:cubicBez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38" name="Google Shape;3038;p68"/>
                <p:cNvSpPr/>
                <p:nvPr/>
              </p:nvSpPr>
              <p:spPr>
                <a:xfrm>
                  <a:off x="4875525" y="1289250"/>
                  <a:ext cx="373625" cy="25"/>
                </a:xfrm>
                <a:custGeom>
                  <a:rect b="b" l="l" r="r" t="t"/>
                  <a:pathLst>
                    <a:path extrusionOk="0" fill="none" h="1" w="14945">
                      <a:moveTo>
                        <a:pt x="0" y="1"/>
                      </a:moveTo>
                      <a:lnTo>
                        <a:pt x="14944" y="1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39" name="Google Shape;3039;p68"/>
                <p:cNvSpPr/>
                <p:nvPr/>
              </p:nvSpPr>
              <p:spPr>
                <a:xfrm>
                  <a:off x="4885525" y="1681200"/>
                  <a:ext cx="373625" cy="25"/>
                </a:xfrm>
                <a:custGeom>
                  <a:rect b="b" l="l" r="r" t="t"/>
                  <a:pathLst>
                    <a:path extrusionOk="0" fill="none" h="1" w="14945">
                      <a:moveTo>
                        <a:pt x="0" y="1"/>
                      </a:moveTo>
                      <a:lnTo>
                        <a:pt x="14944" y="1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40" name="Google Shape;3040;p68"/>
                <p:cNvSpPr/>
                <p:nvPr/>
              </p:nvSpPr>
              <p:spPr>
                <a:xfrm>
                  <a:off x="5074825" y="1463550"/>
                  <a:ext cx="373625" cy="25"/>
                </a:xfrm>
                <a:custGeom>
                  <a:rect b="b" l="l" r="r" t="t"/>
                  <a:pathLst>
                    <a:path extrusionOk="0" fill="none" h="1" w="14945">
                      <a:moveTo>
                        <a:pt x="1" y="0"/>
                      </a:moveTo>
                      <a:lnTo>
                        <a:pt x="14945" y="0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41" name="Google Shape;3041;p68"/>
                <p:cNvSpPr/>
                <p:nvPr/>
              </p:nvSpPr>
              <p:spPr>
                <a:xfrm>
                  <a:off x="7127950" y="271025"/>
                  <a:ext cx="212675" cy="993250"/>
                </a:xfrm>
                <a:custGeom>
                  <a:rect b="b" l="l" r="r" t="t"/>
                  <a:pathLst>
                    <a:path extrusionOk="0" fill="none" h="39730" w="8507">
                      <a:moveTo>
                        <a:pt x="8507" y="1"/>
                      </a:moveTo>
                      <a:lnTo>
                        <a:pt x="8507" y="4070"/>
                      </a:lnTo>
                      <a:cubicBezTo>
                        <a:pt x="8507" y="4971"/>
                        <a:pt x="7740" y="5738"/>
                        <a:pt x="6839" y="5738"/>
                      </a:cubicBezTo>
                      <a:lnTo>
                        <a:pt x="735" y="5738"/>
                      </a:lnTo>
                      <a:cubicBezTo>
                        <a:pt x="334" y="5738"/>
                        <a:pt x="1" y="6072"/>
                        <a:pt x="1" y="6472"/>
                      </a:cubicBezTo>
                      <a:lnTo>
                        <a:pt x="1" y="39729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42" name="Google Shape;3042;p68"/>
                <p:cNvSpPr/>
                <p:nvPr/>
              </p:nvSpPr>
              <p:spPr>
                <a:xfrm>
                  <a:off x="7134625" y="1356800"/>
                  <a:ext cx="344450" cy="511225"/>
                </a:xfrm>
                <a:custGeom>
                  <a:rect b="b" l="l" r="r" t="t"/>
                  <a:pathLst>
                    <a:path extrusionOk="0" fill="none" h="20449" w="13778">
                      <a:moveTo>
                        <a:pt x="13777" y="1"/>
                      </a:moveTo>
                      <a:lnTo>
                        <a:pt x="13777" y="20449"/>
                      </a:lnTo>
                      <a:lnTo>
                        <a:pt x="1" y="20449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43" name="Google Shape;3043;p68"/>
                <p:cNvSpPr/>
                <p:nvPr/>
              </p:nvSpPr>
              <p:spPr>
                <a:xfrm>
                  <a:off x="7132950" y="1099125"/>
                  <a:ext cx="174325" cy="25"/>
                </a:xfrm>
                <a:custGeom>
                  <a:rect b="b" l="l" r="r" t="t"/>
                  <a:pathLst>
                    <a:path extrusionOk="0" fill="none" h="1" w="6973">
                      <a:moveTo>
                        <a:pt x="1" y="0"/>
                      </a:moveTo>
                      <a:lnTo>
                        <a:pt x="6973" y="0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44" name="Google Shape;3044;p68"/>
                <p:cNvSpPr/>
                <p:nvPr/>
              </p:nvSpPr>
              <p:spPr>
                <a:xfrm>
                  <a:off x="7210525" y="903150"/>
                  <a:ext cx="288550" cy="25"/>
                </a:xfrm>
                <a:custGeom>
                  <a:rect b="b" l="l" r="r" t="t"/>
                  <a:pathLst>
                    <a:path extrusionOk="0" fill="none" h="1" w="11542">
                      <a:moveTo>
                        <a:pt x="0" y="0"/>
                      </a:moveTo>
                      <a:lnTo>
                        <a:pt x="11542" y="0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45" name="Google Shape;3045;p68"/>
                <p:cNvSpPr/>
                <p:nvPr/>
              </p:nvSpPr>
              <p:spPr>
                <a:xfrm>
                  <a:off x="7328925" y="1646175"/>
                  <a:ext cx="149300" cy="25"/>
                </a:xfrm>
                <a:custGeom>
                  <a:rect b="b" l="l" r="r" t="t"/>
                  <a:pathLst>
                    <a:path extrusionOk="0" fill="none" h="1" w="5972">
                      <a:moveTo>
                        <a:pt x="1" y="1"/>
                      </a:moveTo>
                      <a:lnTo>
                        <a:pt x="5972" y="1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46" name="Google Shape;3046;p68"/>
                <p:cNvSpPr/>
                <p:nvPr/>
              </p:nvSpPr>
              <p:spPr>
                <a:xfrm>
                  <a:off x="7269725" y="557075"/>
                  <a:ext cx="219350" cy="25"/>
                </a:xfrm>
                <a:custGeom>
                  <a:rect b="b" l="l" r="r" t="t"/>
                  <a:pathLst>
                    <a:path extrusionOk="0" fill="none" h="1" w="8774">
                      <a:moveTo>
                        <a:pt x="1" y="0"/>
                      </a:moveTo>
                      <a:lnTo>
                        <a:pt x="8773" y="0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47" name="Google Shape;3047;p68"/>
                <p:cNvSpPr/>
                <p:nvPr/>
              </p:nvSpPr>
              <p:spPr>
                <a:xfrm>
                  <a:off x="7142975" y="712175"/>
                  <a:ext cx="174300" cy="25"/>
                </a:xfrm>
                <a:custGeom>
                  <a:rect b="b" l="l" r="r" t="t"/>
                  <a:pathLst>
                    <a:path extrusionOk="0" fill="none" h="1" w="6972">
                      <a:moveTo>
                        <a:pt x="0" y="1"/>
                      </a:moveTo>
                      <a:lnTo>
                        <a:pt x="6972" y="1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48" name="Google Shape;3048;p68"/>
                <p:cNvSpPr/>
                <p:nvPr/>
              </p:nvSpPr>
              <p:spPr>
                <a:xfrm>
                  <a:off x="6374075" y="154275"/>
                  <a:ext cx="25" cy="1486925"/>
                </a:xfrm>
                <a:custGeom>
                  <a:rect b="b" l="l" r="r" t="t"/>
                  <a:pathLst>
                    <a:path extrusionOk="0" fill="none" h="59477" w="1">
                      <a:moveTo>
                        <a:pt x="1" y="59477"/>
                      </a:moveTo>
                      <a:lnTo>
                        <a:pt x="1" y="1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49" name="Google Shape;3049;p68"/>
                <p:cNvSpPr/>
                <p:nvPr/>
              </p:nvSpPr>
              <p:spPr>
                <a:xfrm>
                  <a:off x="5610200" y="1504400"/>
                  <a:ext cx="668850" cy="171000"/>
                </a:xfrm>
                <a:custGeom>
                  <a:rect b="b" l="l" r="r" t="t"/>
                  <a:pathLst>
                    <a:path extrusionOk="0" fill="none" h="6840" w="26754">
                      <a:moveTo>
                        <a:pt x="635" y="1"/>
                      </a:moveTo>
                      <a:cubicBezTo>
                        <a:pt x="635" y="1168"/>
                        <a:pt x="1" y="4871"/>
                        <a:pt x="635" y="5772"/>
                      </a:cubicBezTo>
                      <a:cubicBezTo>
                        <a:pt x="1368" y="6839"/>
                        <a:pt x="4304" y="6305"/>
                        <a:pt x="5705" y="6305"/>
                      </a:cubicBezTo>
                      <a:lnTo>
                        <a:pt x="26753" y="6305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50" name="Google Shape;3050;p68"/>
                <p:cNvSpPr/>
                <p:nvPr/>
              </p:nvSpPr>
              <p:spPr>
                <a:xfrm>
                  <a:off x="5593525" y="247675"/>
                  <a:ext cx="798925" cy="1236750"/>
                </a:xfrm>
                <a:custGeom>
                  <a:rect b="b" l="l" r="r" t="t"/>
                  <a:pathLst>
                    <a:path extrusionOk="0" fill="none" h="49470" w="31957">
                      <a:moveTo>
                        <a:pt x="23784" y="1"/>
                      </a:moveTo>
                      <a:lnTo>
                        <a:pt x="23784" y="5371"/>
                      </a:lnTo>
                      <a:cubicBezTo>
                        <a:pt x="23784" y="5371"/>
                        <a:pt x="16379" y="5571"/>
                        <a:pt x="14144" y="5571"/>
                      </a:cubicBezTo>
                      <a:lnTo>
                        <a:pt x="8040" y="5571"/>
                      </a:lnTo>
                      <a:cubicBezTo>
                        <a:pt x="6138" y="5571"/>
                        <a:pt x="3370" y="5671"/>
                        <a:pt x="1735" y="5705"/>
                      </a:cubicBezTo>
                      <a:cubicBezTo>
                        <a:pt x="1001" y="5738"/>
                        <a:pt x="434" y="6339"/>
                        <a:pt x="368" y="7072"/>
                      </a:cubicBezTo>
                      <a:cubicBezTo>
                        <a:pt x="234" y="9641"/>
                        <a:pt x="1" y="15412"/>
                        <a:pt x="801" y="17580"/>
                      </a:cubicBezTo>
                      <a:cubicBezTo>
                        <a:pt x="1368" y="19148"/>
                        <a:pt x="935" y="18814"/>
                        <a:pt x="2936" y="18981"/>
                      </a:cubicBezTo>
                      <a:cubicBezTo>
                        <a:pt x="4971" y="19148"/>
                        <a:pt x="7072" y="18981"/>
                        <a:pt x="9107" y="18981"/>
                      </a:cubicBezTo>
                      <a:lnTo>
                        <a:pt x="18214" y="18981"/>
                      </a:lnTo>
                      <a:cubicBezTo>
                        <a:pt x="19348" y="18981"/>
                        <a:pt x="21816" y="18514"/>
                        <a:pt x="22784" y="18981"/>
                      </a:cubicBezTo>
                      <a:cubicBezTo>
                        <a:pt x="24185" y="19648"/>
                        <a:pt x="23784" y="20215"/>
                        <a:pt x="23784" y="22050"/>
                      </a:cubicBezTo>
                      <a:lnTo>
                        <a:pt x="23784" y="36293"/>
                      </a:lnTo>
                      <a:cubicBezTo>
                        <a:pt x="23784" y="37928"/>
                        <a:pt x="24385" y="40630"/>
                        <a:pt x="23017" y="41364"/>
                      </a:cubicBezTo>
                      <a:cubicBezTo>
                        <a:pt x="22483" y="41664"/>
                        <a:pt x="20916" y="41364"/>
                        <a:pt x="20315" y="41364"/>
                      </a:cubicBezTo>
                      <a:lnTo>
                        <a:pt x="9674" y="41364"/>
                      </a:lnTo>
                      <a:cubicBezTo>
                        <a:pt x="8807" y="41364"/>
                        <a:pt x="8106" y="42064"/>
                        <a:pt x="8073" y="42931"/>
                      </a:cubicBezTo>
                      <a:cubicBezTo>
                        <a:pt x="8040" y="44599"/>
                        <a:pt x="7940" y="46300"/>
                        <a:pt x="8040" y="47935"/>
                      </a:cubicBezTo>
                      <a:cubicBezTo>
                        <a:pt x="8073" y="48802"/>
                        <a:pt x="8840" y="49469"/>
                        <a:pt x="9741" y="49436"/>
                      </a:cubicBezTo>
                      <a:cubicBezTo>
                        <a:pt x="17113" y="49036"/>
                        <a:pt x="24552" y="49436"/>
                        <a:pt x="31957" y="49436"/>
                      </a:cubicBez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51" name="Google Shape;3051;p68"/>
                <p:cNvSpPr/>
                <p:nvPr/>
              </p:nvSpPr>
              <p:spPr>
                <a:xfrm>
                  <a:off x="5636050" y="1092450"/>
                  <a:ext cx="386975" cy="233525"/>
                </a:xfrm>
                <a:custGeom>
                  <a:rect b="b" l="l" r="r" t="t"/>
                  <a:pathLst>
                    <a:path extrusionOk="0" fill="none" h="9341" w="15479">
                      <a:moveTo>
                        <a:pt x="1" y="9341"/>
                      </a:moveTo>
                      <a:cubicBezTo>
                        <a:pt x="1" y="7239"/>
                        <a:pt x="68" y="5138"/>
                        <a:pt x="34" y="3003"/>
                      </a:cubicBezTo>
                      <a:cubicBezTo>
                        <a:pt x="1" y="401"/>
                        <a:pt x="68" y="434"/>
                        <a:pt x="2736" y="267"/>
                      </a:cubicBezTo>
                      <a:cubicBezTo>
                        <a:pt x="6973" y="1"/>
                        <a:pt x="11242" y="468"/>
                        <a:pt x="15479" y="468"/>
                      </a:cubicBez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52" name="Google Shape;3052;p68"/>
                <p:cNvSpPr/>
                <p:nvPr/>
              </p:nvSpPr>
              <p:spPr>
                <a:xfrm>
                  <a:off x="5419250" y="898150"/>
                  <a:ext cx="555400" cy="25"/>
                </a:xfrm>
                <a:custGeom>
                  <a:rect b="b" l="l" r="r" t="t"/>
                  <a:pathLst>
                    <a:path extrusionOk="0" fill="none" h="1" w="22216">
                      <a:moveTo>
                        <a:pt x="22216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53" name="Google Shape;3053;p68"/>
                <p:cNvSpPr/>
                <p:nvPr/>
              </p:nvSpPr>
              <p:spPr>
                <a:xfrm>
                  <a:off x="5806175" y="547050"/>
                  <a:ext cx="583775" cy="25"/>
                </a:xfrm>
                <a:custGeom>
                  <a:rect b="b" l="l" r="r" t="t"/>
                  <a:pathLst>
                    <a:path extrusionOk="0" fill="none" h="1" w="23351">
                      <a:moveTo>
                        <a:pt x="1" y="1"/>
                      </a:moveTo>
                      <a:lnTo>
                        <a:pt x="23351" y="1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54" name="Google Shape;3054;p68"/>
                <p:cNvSpPr/>
                <p:nvPr/>
              </p:nvSpPr>
              <p:spPr>
                <a:xfrm>
                  <a:off x="7656675" y="957550"/>
                  <a:ext cx="118575" cy="280975"/>
                </a:xfrm>
                <a:custGeom>
                  <a:rect b="b" l="l" r="r" t="t"/>
                  <a:pathLst>
                    <a:path extrusionOk="0" h="11239" w="4743">
                      <a:moveTo>
                        <a:pt x="1935" y="1"/>
                      </a:moveTo>
                      <a:cubicBezTo>
                        <a:pt x="1910" y="1"/>
                        <a:pt x="1885" y="9"/>
                        <a:pt x="1868" y="26"/>
                      </a:cubicBezTo>
                      <a:cubicBezTo>
                        <a:pt x="1768" y="159"/>
                        <a:pt x="1768" y="360"/>
                        <a:pt x="1768" y="526"/>
                      </a:cubicBezTo>
                      <a:cubicBezTo>
                        <a:pt x="1802" y="760"/>
                        <a:pt x="1802" y="993"/>
                        <a:pt x="1802" y="1194"/>
                      </a:cubicBezTo>
                      <a:cubicBezTo>
                        <a:pt x="1835" y="1661"/>
                        <a:pt x="1835" y="2128"/>
                        <a:pt x="1868" y="2595"/>
                      </a:cubicBezTo>
                      <a:cubicBezTo>
                        <a:pt x="1868" y="3462"/>
                        <a:pt x="1902" y="4362"/>
                        <a:pt x="1935" y="5263"/>
                      </a:cubicBezTo>
                      <a:cubicBezTo>
                        <a:pt x="1968" y="6130"/>
                        <a:pt x="2002" y="7031"/>
                        <a:pt x="2002" y="7932"/>
                      </a:cubicBezTo>
                      <a:cubicBezTo>
                        <a:pt x="2035" y="8699"/>
                        <a:pt x="2002" y="9499"/>
                        <a:pt x="2035" y="10300"/>
                      </a:cubicBezTo>
                      <a:cubicBezTo>
                        <a:pt x="1768" y="9833"/>
                        <a:pt x="1501" y="9333"/>
                        <a:pt x="1234" y="8832"/>
                      </a:cubicBezTo>
                      <a:cubicBezTo>
                        <a:pt x="1034" y="8499"/>
                        <a:pt x="868" y="8165"/>
                        <a:pt x="701" y="7832"/>
                      </a:cubicBezTo>
                      <a:cubicBezTo>
                        <a:pt x="601" y="7665"/>
                        <a:pt x="501" y="7498"/>
                        <a:pt x="401" y="7331"/>
                      </a:cubicBezTo>
                      <a:cubicBezTo>
                        <a:pt x="367" y="7231"/>
                        <a:pt x="300" y="7164"/>
                        <a:pt x="200" y="7131"/>
                      </a:cubicBezTo>
                      <a:lnTo>
                        <a:pt x="167" y="7098"/>
                      </a:lnTo>
                      <a:cubicBezTo>
                        <a:pt x="155" y="7074"/>
                        <a:pt x="131" y="7063"/>
                        <a:pt x="104" y="7063"/>
                      </a:cubicBezTo>
                      <a:cubicBezTo>
                        <a:pt x="56" y="7063"/>
                        <a:pt x="0" y="7100"/>
                        <a:pt x="0" y="7164"/>
                      </a:cubicBezTo>
                      <a:cubicBezTo>
                        <a:pt x="34" y="7231"/>
                        <a:pt x="0" y="7265"/>
                        <a:pt x="0" y="7331"/>
                      </a:cubicBezTo>
                      <a:cubicBezTo>
                        <a:pt x="0" y="7398"/>
                        <a:pt x="67" y="7498"/>
                        <a:pt x="67" y="7565"/>
                      </a:cubicBezTo>
                      <a:cubicBezTo>
                        <a:pt x="134" y="7732"/>
                        <a:pt x="200" y="7898"/>
                        <a:pt x="300" y="8065"/>
                      </a:cubicBezTo>
                      <a:cubicBezTo>
                        <a:pt x="434" y="8399"/>
                        <a:pt x="601" y="8766"/>
                        <a:pt x="767" y="9099"/>
                      </a:cubicBezTo>
                      <a:cubicBezTo>
                        <a:pt x="1134" y="9766"/>
                        <a:pt x="1468" y="10433"/>
                        <a:pt x="1868" y="11101"/>
                      </a:cubicBezTo>
                      <a:cubicBezTo>
                        <a:pt x="1916" y="11196"/>
                        <a:pt x="2002" y="11238"/>
                        <a:pt x="2089" y="11238"/>
                      </a:cubicBezTo>
                      <a:cubicBezTo>
                        <a:pt x="2185" y="11238"/>
                        <a:pt x="2283" y="11188"/>
                        <a:pt x="2335" y="11101"/>
                      </a:cubicBezTo>
                      <a:cubicBezTo>
                        <a:pt x="2402" y="11034"/>
                        <a:pt x="2435" y="10967"/>
                        <a:pt x="2469" y="10900"/>
                      </a:cubicBezTo>
                      <a:cubicBezTo>
                        <a:pt x="2535" y="10867"/>
                        <a:pt x="2569" y="10800"/>
                        <a:pt x="2602" y="10700"/>
                      </a:cubicBezTo>
                      <a:cubicBezTo>
                        <a:pt x="3269" y="9633"/>
                        <a:pt x="3970" y="8532"/>
                        <a:pt x="4604" y="7431"/>
                      </a:cubicBezTo>
                      <a:cubicBezTo>
                        <a:pt x="4742" y="7200"/>
                        <a:pt x="4560" y="7000"/>
                        <a:pt x="4369" y="7000"/>
                      </a:cubicBezTo>
                      <a:cubicBezTo>
                        <a:pt x="4284" y="7000"/>
                        <a:pt x="4198" y="7039"/>
                        <a:pt x="4137" y="7131"/>
                      </a:cubicBezTo>
                      <a:cubicBezTo>
                        <a:pt x="3603" y="7965"/>
                        <a:pt x="3102" y="8799"/>
                        <a:pt x="2602" y="9633"/>
                      </a:cubicBezTo>
                      <a:cubicBezTo>
                        <a:pt x="2569" y="9066"/>
                        <a:pt x="2535" y="8499"/>
                        <a:pt x="2535" y="7932"/>
                      </a:cubicBezTo>
                      <a:cubicBezTo>
                        <a:pt x="2502" y="7031"/>
                        <a:pt x="2469" y="6130"/>
                        <a:pt x="2435" y="5263"/>
                      </a:cubicBezTo>
                      <a:cubicBezTo>
                        <a:pt x="2402" y="4362"/>
                        <a:pt x="2335" y="3462"/>
                        <a:pt x="2302" y="2595"/>
                      </a:cubicBezTo>
                      <a:cubicBezTo>
                        <a:pt x="2269" y="2128"/>
                        <a:pt x="2235" y="1661"/>
                        <a:pt x="2202" y="1194"/>
                      </a:cubicBezTo>
                      <a:cubicBezTo>
                        <a:pt x="2202" y="993"/>
                        <a:pt x="2168" y="760"/>
                        <a:pt x="2168" y="526"/>
                      </a:cubicBezTo>
                      <a:cubicBezTo>
                        <a:pt x="2135" y="360"/>
                        <a:pt x="2135" y="159"/>
                        <a:pt x="2002" y="26"/>
                      </a:cubicBezTo>
                      <a:cubicBezTo>
                        <a:pt x="1985" y="9"/>
                        <a:pt x="1960" y="1"/>
                        <a:pt x="1935" y="1"/>
                      </a:cubicBezTo>
                      <a:close/>
                    </a:path>
                  </a:pathLst>
                </a:custGeom>
                <a:solidFill>
                  <a:srgbClr val="5CC9BF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55" name="Google Shape;3055;p68"/>
                <p:cNvSpPr/>
                <p:nvPr/>
              </p:nvSpPr>
              <p:spPr>
                <a:xfrm>
                  <a:off x="4846325" y="323575"/>
                  <a:ext cx="2311675" cy="1534450"/>
                </a:xfrm>
                <a:custGeom>
                  <a:rect b="b" l="l" r="r" t="t"/>
                  <a:pathLst>
                    <a:path extrusionOk="0" fill="none" h="61378" w="92467">
                      <a:moveTo>
                        <a:pt x="1" y="5004"/>
                      </a:moveTo>
                      <a:cubicBezTo>
                        <a:pt x="268" y="15211"/>
                        <a:pt x="601" y="25452"/>
                        <a:pt x="1001" y="35692"/>
                      </a:cubicBezTo>
                      <a:cubicBezTo>
                        <a:pt x="1168" y="40796"/>
                        <a:pt x="1402" y="45933"/>
                        <a:pt x="1602" y="51037"/>
                      </a:cubicBezTo>
                      <a:cubicBezTo>
                        <a:pt x="1769" y="54506"/>
                        <a:pt x="234" y="61211"/>
                        <a:pt x="5004" y="61211"/>
                      </a:cubicBezTo>
                      <a:cubicBezTo>
                        <a:pt x="33858" y="61211"/>
                        <a:pt x="62679" y="61311"/>
                        <a:pt x="91533" y="61377"/>
                      </a:cubicBezTo>
                      <a:cubicBezTo>
                        <a:pt x="91599" y="57942"/>
                        <a:pt x="92166" y="54539"/>
                        <a:pt x="92166" y="51103"/>
                      </a:cubicBezTo>
                      <a:cubicBezTo>
                        <a:pt x="92166" y="50103"/>
                        <a:pt x="92467" y="47301"/>
                        <a:pt x="91633" y="46567"/>
                      </a:cubicBezTo>
                      <a:cubicBezTo>
                        <a:pt x="90899" y="45933"/>
                        <a:pt x="87430" y="46533"/>
                        <a:pt x="86429" y="46500"/>
                      </a:cubicBezTo>
                      <a:cubicBezTo>
                        <a:pt x="85762" y="43665"/>
                        <a:pt x="86229" y="40096"/>
                        <a:pt x="86196" y="37127"/>
                      </a:cubicBezTo>
                      <a:cubicBezTo>
                        <a:pt x="86162" y="32557"/>
                        <a:pt x="86095" y="28020"/>
                        <a:pt x="86029" y="23484"/>
                      </a:cubicBezTo>
                      <a:cubicBezTo>
                        <a:pt x="85995" y="19047"/>
                        <a:pt x="85962" y="14611"/>
                        <a:pt x="85895" y="10174"/>
                      </a:cubicBezTo>
                      <a:cubicBezTo>
                        <a:pt x="85895" y="7973"/>
                        <a:pt x="85995" y="5704"/>
                        <a:pt x="85829" y="3536"/>
                      </a:cubicBezTo>
                      <a:cubicBezTo>
                        <a:pt x="85528" y="0"/>
                        <a:pt x="80658" y="1301"/>
                        <a:pt x="77956" y="1234"/>
                      </a:cubicBezTo>
                      <a:cubicBezTo>
                        <a:pt x="74887" y="1201"/>
                        <a:pt x="71819" y="1101"/>
                        <a:pt x="68750" y="1068"/>
                      </a:cubicBezTo>
                      <a:cubicBezTo>
                        <a:pt x="69417" y="1134"/>
                        <a:pt x="69317" y="48702"/>
                        <a:pt x="69350" y="51370"/>
                      </a:cubicBezTo>
                      <a:lnTo>
                        <a:pt x="69384" y="54573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056" name="Google Shape;3056;p68"/>
            <p:cNvGrpSpPr/>
            <p:nvPr/>
          </p:nvGrpSpPr>
          <p:grpSpPr>
            <a:xfrm>
              <a:off x="4456381" y="1942093"/>
              <a:ext cx="3657062" cy="2446599"/>
              <a:chOff x="4456381" y="1942093"/>
              <a:chExt cx="3657062" cy="2446599"/>
            </a:xfrm>
          </p:grpSpPr>
          <p:grpSp>
            <p:nvGrpSpPr>
              <p:cNvPr id="3057" name="Google Shape;3057;p68"/>
              <p:cNvGrpSpPr/>
              <p:nvPr/>
            </p:nvGrpSpPr>
            <p:grpSpPr>
              <a:xfrm>
                <a:off x="4456381" y="1942093"/>
                <a:ext cx="3657062" cy="2405081"/>
                <a:chOff x="4429144" y="1824993"/>
                <a:chExt cx="3657062" cy="2405081"/>
              </a:xfrm>
            </p:grpSpPr>
            <p:sp>
              <p:nvSpPr>
                <p:cNvPr id="3058" name="Google Shape;3058;p68"/>
                <p:cNvSpPr/>
                <p:nvPr/>
              </p:nvSpPr>
              <p:spPr>
                <a:xfrm>
                  <a:off x="6702839" y="2842405"/>
                  <a:ext cx="111650" cy="294704"/>
                </a:xfrm>
                <a:custGeom>
                  <a:rect b="b" l="l" r="r" t="t"/>
                  <a:pathLst>
                    <a:path extrusionOk="0" h="14177" w="5371">
                      <a:moveTo>
                        <a:pt x="2414" y="0"/>
                      </a:moveTo>
                      <a:cubicBezTo>
                        <a:pt x="2139" y="0"/>
                        <a:pt x="1843" y="100"/>
                        <a:pt x="1535" y="332"/>
                      </a:cubicBezTo>
                      <a:cubicBezTo>
                        <a:pt x="234" y="1333"/>
                        <a:pt x="234" y="3802"/>
                        <a:pt x="334" y="5236"/>
                      </a:cubicBezTo>
                      <a:cubicBezTo>
                        <a:pt x="501" y="7571"/>
                        <a:pt x="0" y="9806"/>
                        <a:pt x="134" y="12108"/>
                      </a:cubicBezTo>
                      <a:cubicBezTo>
                        <a:pt x="167" y="12875"/>
                        <a:pt x="467" y="13709"/>
                        <a:pt x="1168" y="14042"/>
                      </a:cubicBezTo>
                      <a:cubicBezTo>
                        <a:pt x="1367" y="14134"/>
                        <a:pt x="1594" y="14177"/>
                        <a:pt x="1826" y="14177"/>
                      </a:cubicBezTo>
                      <a:cubicBezTo>
                        <a:pt x="2101" y="14177"/>
                        <a:pt x="2383" y="14117"/>
                        <a:pt x="2636" y="14009"/>
                      </a:cubicBezTo>
                      <a:cubicBezTo>
                        <a:pt x="5371" y="13042"/>
                        <a:pt x="5171" y="9672"/>
                        <a:pt x="4237" y="7504"/>
                      </a:cubicBezTo>
                      <a:cubicBezTo>
                        <a:pt x="4203" y="7438"/>
                        <a:pt x="4170" y="7371"/>
                        <a:pt x="4170" y="7337"/>
                      </a:cubicBezTo>
                      <a:cubicBezTo>
                        <a:pt x="4037" y="7071"/>
                        <a:pt x="3937" y="6770"/>
                        <a:pt x="3937" y="6470"/>
                      </a:cubicBezTo>
                      <a:cubicBezTo>
                        <a:pt x="3903" y="6203"/>
                        <a:pt x="3970" y="5936"/>
                        <a:pt x="4037" y="5670"/>
                      </a:cubicBezTo>
                      <a:cubicBezTo>
                        <a:pt x="4303" y="4502"/>
                        <a:pt x="4337" y="3301"/>
                        <a:pt x="4203" y="2134"/>
                      </a:cubicBezTo>
                      <a:cubicBezTo>
                        <a:pt x="4074" y="1177"/>
                        <a:pt x="3364" y="0"/>
                        <a:pt x="2414" y="0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59" name="Google Shape;3059;p68"/>
                <p:cNvSpPr/>
                <p:nvPr/>
              </p:nvSpPr>
              <p:spPr>
                <a:xfrm>
                  <a:off x="6440958" y="2144527"/>
                  <a:ext cx="379081" cy="812376"/>
                </a:xfrm>
                <a:custGeom>
                  <a:rect b="b" l="l" r="r" t="t"/>
                  <a:pathLst>
                    <a:path extrusionOk="0" h="39080" w="18236">
                      <a:moveTo>
                        <a:pt x="2970" y="0"/>
                      </a:moveTo>
                      <a:cubicBezTo>
                        <a:pt x="1" y="0"/>
                        <a:pt x="2352" y="4659"/>
                        <a:pt x="4326" y="8219"/>
                      </a:cubicBezTo>
                      <a:cubicBezTo>
                        <a:pt x="5226" y="9821"/>
                        <a:pt x="6060" y="11222"/>
                        <a:pt x="6327" y="11889"/>
                      </a:cubicBezTo>
                      <a:cubicBezTo>
                        <a:pt x="9029" y="19094"/>
                        <a:pt x="10997" y="31303"/>
                        <a:pt x="10830" y="39075"/>
                      </a:cubicBezTo>
                      <a:cubicBezTo>
                        <a:pt x="10925" y="39078"/>
                        <a:pt x="11022" y="39079"/>
                        <a:pt x="11121" y="39079"/>
                      </a:cubicBezTo>
                      <a:cubicBezTo>
                        <a:pt x="12544" y="39079"/>
                        <a:pt x="14373" y="38793"/>
                        <a:pt x="16011" y="38793"/>
                      </a:cubicBezTo>
                      <a:cubicBezTo>
                        <a:pt x="16825" y="38793"/>
                        <a:pt x="17591" y="38863"/>
                        <a:pt x="18236" y="39075"/>
                      </a:cubicBezTo>
                      <a:cubicBezTo>
                        <a:pt x="18069" y="31369"/>
                        <a:pt x="17035" y="20528"/>
                        <a:pt x="16034" y="13156"/>
                      </a:cubicBezTo>
                      <a:cubicBezTo>
                        <a:pt x="14867" y="4750"/>
                        <a:pt x="12031" y="781"/>
                        <a:pt x="3258" y="14"/>
                      </a:cubicBezTo>
                      <a:cubicBezTo>
                        <a:pt x="3157" y="5"/>
                        <a:pt x="3061" y="0"/>
                        <a:pt x="297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60" name="Google Shape;3060;p68"/>
                <p:cNvSpPr/>
                <p:nvPr/>
              </p:nvSpPr>
              <p:spPr>
                <a:xfrm>
                  <a:off x="6627255" y="3843655"/>
                  <a:ext cx="151873" cy="255894"/>
                </a:xfrm>
                <a:custGeom>
                  <a:rect b="b" l="l" r="r" t="t"/>
                  <a:pathLst>
                    <a:path extrusionOk="0" h="12310" w="7306">
                      <a:moveTo>
                        <a:pt x="6939" y="1"/>
                      </a:moveTo>
                      <a:lnTo>
                        <a:pt x="0" y="468"/>
                      </a:lnTo>
                      <a:cubicBezTo>
                        <a:pt x="67" y="1468"/>
                        <a:pt x="1235" y="12310"/>
                        <a:pt x="1235" y="12310"/>
                      </a:cubicBezTo>
                      <a:lnTo>
                        <a:pt x="7306" y="11742"/>
                      </a:lnTo>
                      <a:lnTo>
                        <a:pt x="6939" y="1"/>
                      </a:ln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61" name="Google Shape;3061;p68"/>
                <p:cNvSpPr/>
                <p:nvPr/>
              </p:nvSpPr>
              <p:spPr>
                <a:xfrm>
                  <a:off x="6487189" y="4049763"/>
                  <a:ext cx="311355" cy="120817"/>
                </a:xfrm>
                <a:custGeom>
                  <a:rect b="b" l="l" r="r" t="t"/>
                  <a:pathLst>
                    <a:path extrusionOk="0" h="5812" w="14978">
                      <a:moveTo>
                        <a:pt x="7939" y="1"/>
                      </a:moveTo>
                      <a:cubicBezTo>
                        <a:pt x="7877" y="1"/>
                        <a:pt x="7821" y="9"/>
                        <a:pt x="7773" y="26"/>
                      </a:cubicBezTo>
                      <a:cubicBezTo>
                        <a:pt x="7472" y="126"/>
                        <a:pt x="7039" y="827"/>
                        <a:pt x="6705" y="1027"/>
                      </a:cubicBezTo>
                      <a:cubicBezTo>
                        <a:pt x="6238" y="1327"/>
                        <a:pt x="5704" y="1527"/>
                        <a:pt x="5171" y="1727"/>
                      </a:cubicBezTo>
                      <a:cubicBezTo>
                        <a:pt x="4137" y="2161"/>
                        <a:pt x="3136" y="2661"/>
                        <a:pt x="2235" y="3262"/>
                      </a:cubicBezTo>
                      <a:cubicBezTo>
                        <a:pt x="1635" y="3695"/>
                        <a:pt x="334" y="4529"/>
                        <a:pt x="67" y="5230"/>
                      </a:cubicBezTo>
                      <a:cubicBezTo>
                        <a:pt x="0" y="5430"/>
                        <a:pt x="67" y="5730"/>
                        <a:pt x="301" y="5797"/>
                      </a:cubicBezTo>
                      <a:cubicBezTo>
                        <a:pt x="323" y="5808"/>
                        <a:pt x="345" y="5812"/>
                        <a:pt x="368" y="5812"/>
                      </a:cubicBezTo>
                      <a:cubicBezTo>
                        <a:pt x="415" y="5812"/>
                        <a:pt x="467" y="5797"/>
                        <a:pt x="534" y="5797"/>
                      </a:cubicBezTo>
                      <a:lnTo>
                        <a:pt x="13743" y="5530"/>
                      </a:lnTo>
                      <a:cubicBezTo>
                        <a:pt x="14177" y="5530"/>
                        <a:pt x="14444" y="5430"/>
                        <a:pt x="14611" y="5263"/>
                      </a:cubicBezTo>
                      <a:cubicBezTo>
                        <a:pt x="14978" y="4963"/>
                        <a:pt x="14878" y="4363"/>
                        <a:pt x="14744" y="3629"/>
                      </a:cubicBezTo>
                      <a:cubicBezTo>
                        <a:pt x="14677" y="3295"/>
                        <a:pt x="14544" y="2962"/>
                        <a:pt x="14477" y="2628"/>
                      </a:cubicBezTo>
                      <a:cubicBezTo>
                        <a:pt x="14344" y="2128"/>
                        <a:pt x="14511" y="1160"/>
                        <a:pt x="14277" y="760"/>
                      </a:cubicBezTo>
                      <a:cubicBezTo>
                        <a:pt x="14144" y="527"/>
                        <a:pt x="13944" y="460"/>
                        <a:pt x="13710" y="426"/>
                      </a:cubicBezTo>
                      <a:cubicBezTo>
                        <a:pt x="13325" y="406"/>
                        <a:pt x="12792" y="374"/>
                        <a:pt x="12284" y="374"/>
                      </a:cubicBezTo>
                      <a:cubicBezTo>
                        <a:pt x="11955" y="374"/>
                        <a:pt x="11637" y="387"/>
                        <a:pt x="11375" y="426"/>
                      </a:cubicBezTo>
                      <a:cubicBezTo>
                        <a:pt x="11075" y="456"/>
                        <a:pt x="10775" y="473"/>
                        <a:pt x="10472" y="473"/>
                      </a:cubicBezTo>
                      <a:cubicBezTo>
                        <a:pt x="10101" y="473"/>
                        <a:pt x="9726" y="448"/>
                        <a:pt x="9340" y="393"/>
                      </a:cubicBezTo>
                      <a:cubicBezTo>
                        <a:pt x="8993" y="335"/>
                        <a:pt x="8344" y="1"/>
                        <a:pt x="793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62" name="Google Shape;3062;p68"/>
                <p:cNvSpPr/>
                <p:nvPr/>
              </p:nvSpPr>
              <p:spPr>
                <a:xfrm>
                  <a:off x="6439336" y="2598630"/>
                  <a:ext cx="366837" cy="1407231"/>
                </a:xfrm>
                <a:custGeom>
                  <a:rect b="b" l="l" r="r" t="t"/>
                  <a:pathLst>
                    <a:path extrusionOk="0" h="67696" w="17647">
                      <a:moveTo>
                        <a:pt x="3867" y="1"/>
                      </a:moveTo>
                      <a:cubicBezTo>
                        <a:pt x="1779" y="1"/>
                        <a:pt x="521" y="1059"/>
                        <a:pt x="334" y="2986"/>
                      </a:cubicBezTo>
                      <a:cubicBezTo>
                        <a:pt x="1" y="6022"/>
                        <a:pt x="401" y="9224"/>
                        <a:pt x="368" y="12260"/>
                      </a:cubicBezTo>
                      <a:cubicBezTo>
                        <a:pt x="334" y="15529"/>
                        <a:pt x="634" y="18831"/>
                        <a:pt x="935" y="22100"/>
                      </a:cubicBezTo>
                      <a:cubicBezTo>
                        <a:pt x="935" y="28438"/>
                        <a:pt x="1568" y="34776"/>
                        <a:pt x="2269" y="41080"/>
                      </a:cubicBezTo>
                      <a:cubicBezTo>
                        <a:pt x="3003" y="47785"/>
                        <a:pt x="4537" y="54023"/>
                        <a:pt x="6038" y="60594"/>
                      </a:cubicBezTo>
                      <a:cubicBezTo>
                        <a:pt x="6405" y="62195"/>
                        <a:pt x="6739" y="63797"/>
                        <a:pt x="7239" y="65364"/>
                      </a:cubicBezTo>
                      <a:cubicBezTo>
                        <a:pt x="7439" y="65898"/>
                        <a:pt x="7639" y="66465"/>
                        <a:pt x="8040" y="66865"/>
                      </a:cubicBezTo>
                      <a:cubicBezTo>
                        <a:pt x="8573" y="67399"/>
                        <a:pt x="9374" y="67533"/>
                        <a:pt x="10141" y="67599"/>
                      </a:cubicBezTo>
                      <a:cubicBezTo>
                        <a:pt x="10850" y="67662"/>
                        <a:pt x="11566" y="67695"/>
                        <a:pt x="12286" y="67695"/>
                      </a:cubicBezTo>
                      <a:cubicBezTo>
                        <a:pt x="13091" y="67695"/>
                        <a:pt x="13901" y="67654"/>
                        <a:pt x="14711" y="67566"/>
                      </a:cubicBezTo>
                      <a:cubicBezTo>
                        <a:pt x="15245" y="67499"/>
                        <a:pt x="15812" y="67432"/>
                        <a:pt x="16212" y="67066"/>
                      </a:cubicBezTo>
                      <a:cubicBezTo>
                        <a:pt x="16779" y="66599"/>
                        <a:pt x="16879" y="65798"/>
                        <a:pt x="16979" y="65097"/>
                      </a:cubicBezTo>
                      <a:cubicBezTo>
                        <a:pt x="17647" y="58259"/>
                        <a:pt x="16879" y="51521"/>
                        <a:pt x="16346" y="44716"/>
                      </a:cubicBezTo>
                      <a:cubicBezTo>
                        <a:pt x="15812" y="38045"/>
                        <a:pt x="15245" y="31373"/>
                        <a:pt x="14444" y="24735"/>
                      </a:cubicBezTo>
                      <a:cubicBezTo>
                        <a:pt x="13977" y="20799"/>
                        <a:pt x="12977" y="16930"/>
                        <a:pt x="12610" y="12993"/>
                      </a:cubicBezTo>
                      <a:cubicBezTo>
                        <a:pt x="12243" y="9157"/>
                        <a:pt x="12109" y="5388"/>
                        <a:pt x="9174" y="2353"/>
                      </a:cubicBezTo>
                      <a:cubicBezTo>
                        <a:pt x="7873" y="1018"/>
                        <a:pt x="6172" y="151"/>
                        <a:pt x="4337" y="18"/>
                      </a:cubicBezTo>
                      <a:cubicBezTo>
                        <a:pt x="4176" y="6"/>
                        <a:pt x="4019" y="1"/>
                        <a:pt x="386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63" name="Google Shape;3063;p68"/>
                <p:cNvSpPr/>
                <p:nvPr/>
              </p:nvSpPr>
              <p:spPr>
                <a:xfrm>
                  <a:off x="6140474" y="3861678"/>
                  <a:ext cx="162288" cy="246893"/>
                </a:xfrm>
                <a:custGeom>
                  <a:rect b="b" l="l" r="r" t="t"/>
                  <a:pathLst>
                    <a:path extrusionOk="0" h="11877" w="7807">
                      <a:moveTo>
                        <a:pt x="7806" y="1"/>
                      </a:moveTo>
                      <a:lnTo>
                        <a:pt x="234" y="1002"/>
                      </a:lnTo>
                      <a:cubicBezTo>
                        <a:pt x="201" y="2036"/>
                        <a:pt x="1" y="11876"/>
                        <a:pt x="1" y="11876"/>
                      </a:cubicBezTo>
                      <a:lnTo>
                        <a:pt x="6138" y="11476"/>
                      </a:lnTo>
                      <a:lnTo>
                        <a:pt x="7806" y="1"/>
                      </a:ln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64" name="Google Shape;3064;p68"/>
                <p:cNvSpPr/>
                <p:nvPr/>
              </p:nvSpPr>
              <p:spPr>
                <a:xfrm>
                  <a:off x="6420628" y="2047719"/>
                  <a:ext cx="113728" cy="142872"/>
                </a:xfrm>
                <a:custGeom>
                  <a:rect b="b" l="l" r="r" t="t"/>
                  <a:pathLst>
                    <a:path extrusionOk="0" h="6873" w="5471">
                      <a:moveTo>
                        <a:pt x="0" y="1"/>
                      </a:moveTo>
                      <a:lnTo>
                        <a:pt x="0" y="6872"/>
                      </a:lnTo>
                      <a:lnTo>
                        <a:pt x="5471" y="6872"/>
                      </a:lnTo>
                      <a:lnTo>
                        <a:pt x="5471" y="1"/>
                      </a:ln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65" name="Google Shape;3065;p68"/>
                <p:cNvSpPr/>
                <p:nvPr/>
              </p:nvSpPr>
              <p:spPr>
                <a:xfrm>
                  <a:off x="6078756" y="2536267"/>
                  <a:ext cx="532576" cy="1461049"/>
                </a:xfrm>
                <a:custGeom>
                  <a:rect b="b" l="l" r="r" t="t"/>
                  <a:pathLst>
                    <a:path extrusionOk="0" h="70285" w="25620">
                      <a:moveTo>
                        <a:pt x="18183" y="1"/>
                      </a:moveTo>
                      <a:cubicBezTo>
                        <a:pt x="15078" y="1"/>
                        <a:pt x="12495" y="3553"/>
                        <a:pt x="11442" y="6253"/>
                      </a:cubicBezTo>
                      <a:cubicBezTo>
                        <a:pt x="4304" y="24566"/>
                        <a:pt x="1" y="46382"/>
                        <a:pt x="568" y="66029"/>
                      </a:cubicBezTo>
                      <a:cubicBezTo>
                        <a:pt x="601" y="66696"/>
                        <a:pt x="635" y="67397"/>
                        <a:pt x="1002" y="67931"/>
                      </a:cubicBezTo>
                      <a:cubicBezTo>
                        <a:pt x="1502" y="68665"/>
                        <a:pt x="2436" y="68898"/>
                        <a:pt x="3303" y="69098"/>
                      </a:cubicBezTo>
                      <a:cubicBezTo>
                        <a:pt x="4704" y="69398"/>
                        <a:pt x="6105" y="69732"/>
                        <a:pt x="7540" y="70066"/>
                      </a:cubicBezTo>
                      <a:cubicBezTo>
                        <a:pt x="8015" y="70175"/>
                        <a:pt x="8520" y="70285"/>
                        <a:pt x="9011" y="70285"/>
                      </a:cubicBezTo>
                      <a:cubicBezTo>
                        <a:pt x="9417" y="70285"/>
                        <a:pt x="9813" y="70210"/>
                        <a:pt x="10175" y="69999"/>
                      </a:cubicBezTo>
                      <a:cubicBezTo>
                        <a:pt x="10909" y="69599"/>
                        <a:pt x="11242" y="68731"/>
                        <a:pt x="11509" y="67931"/>
                      </a:cubicBezTo>
                      <a:cubicBezTo>
                        <a:pt x="13978" y="60759"/>
                        <a:pt x="14745" y="53053"/>
                        <a:pt x="15979" y="45615"/>
                      </a:cubicBezTo>
                      <a:cubicBezTo>
                        <a:pt x="17046" y="39143"/>
                        <a:pt x="18247" y="32672"/>
                        <a:pt x="19782" y="26267"/>
                      </a:cubicBezTo>
                      <a:cubicBezTo>
                        <a:pt x="20249" y="24266"/>
                        <a:pt x="20782" y="22265"/>
                        <a:pt x="21350" y="20297"/>
                      </a:cubicBezTo>
                      <a:cubicBezTo>
                        <a:pt x="21350" y="20230"/>
                        <a:pt x="22417" y="16494"/>
                        <a:pt x="22751" y="14326"/>
                      </a:cubicBezTo>
                      <a:cubicBezTo>
                        <a:pt x="22751" y="13925"/>
                        <a:pt x="22717" y="13492"/>
                        <a:pt x="23017" y="13225"/>
                      </a:cubicBezTo>
                      <a:cubicBezTo>
                        <a:pt x="23084" y="13191"/>
                        <a:pt x="23151" y="13158"/>
                        <a:pt x="23218" y="13125"/>
                      </a:cubicBezTo>
                      <a:cubicBezTo>
                        <a:pt x="23484" y="12524"/>
                        <a:pt x="23785" y="11991"/>
                        <a:pt x="24085" y="11424"/>
                      </a:cubicBezTo>
                      <a:cubicBezTo>
                        <a:pt x="25619" y="8488"/>
                        <a:pt x="23284" y="2317"/>
                        <a:pt x="20449" y="649"/>
                      </a:cubicBezTo>
                      <a:cubicBezTo>
                        <a:pt x="19673" y="198"/>
                        <a:pt x="18913" y="1"/>
                        <a:pt x="1818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66" name="Google Shape;3066;p68"/>
                <p:cNvSpPr/>
                <p:nvPr/>
              </p:nvSpPr>
              <p:spPr>
                <a:xfrm>
                  <a:off x="6224373" y="2143965"/>
                  <a:ext cx="504138" cy="786433"/>
                </a:xfrm>
                <a:custGeom>
                  <a:rect b="b" l="l" r="r" t="t"/>
                  <a:pathLst>
                    <a:path extrusionOk="0" h="37832" w="24252">
                      <a:moveTo>
                        <a:pt x="13377" y="1"/>
                      </a:moveTo>
                      <a:cubicBezTo>
                        <a:pt x="13277" y="1"/>
                        <a:pt x="13177" y="3"/>
                        <a:pt x="13077" y="7"/>
                      </a:cubicBezTo>
                      <a:cubicBezTo>
                        <a:pt x="12601" y="27"/>
                        <a:pt x="12129" y="32"/>
                        <a:pt x="11657" y="32"/>
                      </a:cubicBezTo>
                      <a:cubicBezTo>
                        <a:pt x="11157" y="32"/>
                        <a:pt x="10659" y="26"/>
                        <a:pt x="10159" y="26"/>
                      </a:cubicBezTo>
                      <a:cubicBezTo>
                        <a:pt x="9544" y="26"/>
                        <a:pt x="8928" y="35"/>
                        <a:pt x="8307" y="74"/>
                      </a:cubicBezTo>
                      <a:cubicBezTo>
                        <a:pt x="5772" y="241"/>
                        <a:pt x="4904" y="1842"/>
                        <a:pt x="3870" y="4010"/>
                      </a:cubicBezTo>
                      <a:cubicBezTo>
                        <a:pt x="3437" y="4944"/>
                        <a:pt x="3103" y="5911"/>
                        <a:pt x="2903" y="6912"/>
                      </a:cubicBezTo>
                      <a:cubicBezTo>
                        <a:pt x="2336" y="9747"/>
                        <a:pt x="2536" y="12683"/>
                        <a:pt x="2536" y="15585"/>
                      </a:cubicBezTo>
                      <a:cubicBezTo>
                        <a:pt x="2536" y="19888"/>
                        <a:pt x="1002" y="33398"/>
                        <a:pt x="1" y="37601"/>
                      </a:cubicBezTo>
                      <a:cubicBezTo>
                        <a:pt x="1751" y="37770"/>
                        <a:pt x="3583" y="37831"/>
                        <a:pt x="5459" y="37831"/>
                      </a:cubicBezTo>
                      <a:cubicBezTo>
                        <a:pt x="10244" y="37831"/>
                        <a:pt x="15316" y="37435"/>
                        <a:pt x="20046" y="37435"/>
                      </a:cubicBezTo>
                      <a:cubicBezTo>
                        <a:pt x="21486" y="37435"/>
                        <a:pt x="22893" y="37472"/>
                        <a:pt x="24252" y="37567"/>
                      </a:cubicBezTo>
                      <a:cubicBezTo>
                        <a:pt x="24085" y="35866"/>
                        <a:pt x="23484" y="25225"/>
                        <a:pt x="23318" y="23524"/>
                      </a:cubicBezTo>
                      <a:cubicBezTo>
                        <a:pt x="23017" y="20055"/>
                        <a:pt x="22751" y="16586"/>
                        <a:pt x="22550" y="13117"/>
                      </a:cubicBezTo>
                      <a:cubicBezTo>
                        <a:pt x="22484" y="11816"/>
                        <a:pt x="22550" y="10448"/>
                        <a:pt x="22350" y="9180"/>
                      </a:cubicBezTo>
                      <a:cubicBezTo>
                        <a:pt x="22217" y="8213"/>
                        <a:pt x="21716" y="7312"/>
                        <a:pt x="21183" y="6478"/>
                      </a:cubicBezTo>
                      <a:cubicBezTo>
                        <a:pt x="20616" y="5511"/>
                        <a:pt x="20082" y="4544"/>
                        <a:pt x="19582" y="3576"/>
                      </a:cubicBezTo>
                      <a:cubicBezTo>
                        <a:pt x="19315" y="3076"/>
                        <a:pt x="19081" y="2576"/>
                        <a:pt x="18848" y="2042"/>
                      </a:cubicBezTo>
                      <a:cubicBezTo>
                        <a:pt x="18548" y="1408"/>
                        <a:pt x="18481" y="975"/>
                        <a:pt x="17714" y="774"/>
                      </a:cubicBezTo>
                      <a:cubicBezTo>
                        <a:pt x="16310" y="431"/>
                        <a:pt x="14819" y="1"/>
                        <a:pt x="1337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67" name="Google Shape;3067;p68"/>
                <p:cNvSpPr/>
                <p:nvPr/>
              </p:nvSpPr>
              <p:spPr>
                <a:xfrm>
                  <a:off x="5844398" y="2107359"/>
                  <a:ext cx="210806" cy="319857"/>
                </a:xfrm>
                <a:custGeom>
                  <a:rect b="b" l="l" r="r" t="t"/>
                  <a:pathLst>
                    <a:path extrusionOk="0" h="15387" w="10141">
                      <a:moveTo>
                        <a:pt x="2035" y="0"/>
                      </a:moveTo>
                      <a:cubicBezTo>
                        <a:pt x="1802" y="0"/>
                        <a:pt x="1635" y="267"/>
                        <a:pt x="1601" y="501"/>
                      </a:cubicBezTo>
                      <a:cubicBezTo>
                        <a:pt x="1601" y="701"/>
                        <a:pt x="1701" y="934"/>
                        <a:pt x="1802" y="1134"/>
                      </a:cubicBezTo>
                      <a:lnTo>
                        <a:pt x="2669" y="2936"/>
                      </a:lnTo>
                      <a:cubicBezTo>
                        <a:pt x="2702" y="3002"/>
                        <a:pt x="2736" y="3069"/>
                        <a:pt x="2702" y="3136"/>
                      </a:cubicBezTo>
                      <a:cubicBezTo>
                        <a:pt x="2669" y="3203"/>
                        <a:pt x="2635" y="3236"/>
                        <a:pt x="2569" y="3269"/>
                      </a:cubicBezTo>
                      <a:cubicBezTo>
                        <a:pt x="2202" y="3503"/>
                        <a:pt x="1802" y="3636"/>
                        <a:pt x="1468" y="3870"/>
                      </a:cubicBezTo>
                      <a:cubicBezTo>
                        <a:pt x="1101" y="4137"/>
                        <a:pt x="834" y="4670"/>
                        <a:pt x="601" y="5071"/>
                      </a:cubicBezTo>
                      <a:cubicBezTo>
                        <a:pt x="0" y="6171"/>
                        <a:pt x="734" y="7039"/>
                        <a:pt x="1368" y="7839"/>
                      </a:cubicBezTo>
                      <a:cubicBezTo>
                        <a:pt x="2135" y="8773"/>
                        <a:pt x="2736" y="9841"/>
                        <a:pt x="3303" y="10941"/>
                      </a:cubicBezTo>
                      <a:cubicBezTo>
                        <a:pt x="3770" y="11775"/>
                        <a:pt x="4203" y="12643"/>
                        <a:pt x="4637" y="13410"/>
                      </a:cubicBezTo>
                      <a:cubicBezTo>
                        <a:pt x="5137" y="14277"/>
                        <a:pt x="5771" y="15244"/>
                        <a:pt x="6772" y="15378"/>
                      </a:cubicBezTo>
                      <a:cubicBezTo>
                        <a:pt x="6840" y="15384"/>
                        <a:pt x="6908" y="15386"/>
                        <a:pt x="6975" y="15386"/>
                      </a:cubicBezTo>
                      <a:cubicBezTo>
                        <a:pt x="7298" y="15386"/>
                        <a:pt x="7602" y="15322"/>
                        <a:pt x="7906" y="15211"/>
                      </a:cubicBezTo>
                      <a:cubicBezTo>
                        <a:pt x="8740" y="15011"/>
                        <a:pt x="9674" y="14577"/>
                        <a:pt x="9907" y="13777"/>
                      </a:cubicBezTo>
                      <a:cubicBezTo>
                        <a:pt x="10141" y="13110"/>
                        <a:pt x="9841" y="12409"/>
                        <a:pt x="9540" y="11775"/>
                      </a:cubicBezTo>
                      <a:cubicBezTo>
                        <a:pt x="7639" y="7739"/>
                        <a:pt x="4737" y="4403"/>
                        <a:pt x="2602" y="501"/>
                      </a:cubicBezTo>
                      <a:cubicBezTo>
                        <a:pt x="2469" y="267"/>
                        <a:pt x="2302" y="0"/>
                        <a:pt x="2035" y="0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68" name="Google Shape;3068;p68"/>
                <p:cNvSpPr/>
                <p:nvPr/>
              </p:nvSpPr>
              <p:spPr>
                <a:xfrm>
                  <a:off x="5926218" y="2220775"/>
                  <a:ext cx="472916" cy="407830"/>
                </a:xfrm>
                <a:custGeom>
                  <a:rect b="b" l="l" r="r" t="t"/>
                  <a:pathLst>
                    <a:path extrusionOk="0" h="19619" w="22750">
                      <a:moveTo>
                        <a:pt x="18846" y="1"/>
                      </a:moveTo>
                      <a:cubicBezTo>
                        <a:pt x="18769" y="1"/>
                        <a:pt x="18692" y="5"/>
                        <a:pt x="18614" y="15"/>
                      </a:cubicBezTo>
                      <a:cubicBezTo>
                        <a:pt x="18047" y="82"/>
                        <a:pt x="17546" y="415"/>
                        <a:pt x="17079" y="749"/>
                      </a:cubicBezTo>
                      <a:cubicBezTo>
                        <a:pt x="13677" y="3217"/>
                        <a:pt x="10641" y="6253"/>
                        <a:pt x="8540" y="9889"/>
                      </a:cubicBezTo>
                      <a:cubicBezTo>
                        <a:pt x="8607" y="9755"/>
                        <a:pt x="7639" y="8454"/>
                        <a:pt x="7506" y="8287"/>
                      </a:cubicBezTo>
                      <a:cubicBezTo>
                        <a:pt x="7139" y="7754"/>
                        <a:pt x="6805" y="7187"/>
                        <a:pt x="6438" y="6653"/>
                      </a:cubicBezTo>
                      <a:cubicBezTo>
                        <a:pt x="5805" y="5719"/>
                        <a:pt x="5237" y="4752"/>
                        <a:pt x="4604" y="3784"/>
                      </a:cubicBezTo>
                      <a:cubicBezTo>
                        <a:pt x="3103" y="5052"/>
                        <a:pt x="1568" y="6286"/>
                        <a:pt x="0" y="7487"/>
                      </a:cubicBezTo>
                      <a:cubicBezTo>
                        <a:pt x="901" y="9388"/>
                        <a:pt x="1868" y="11290"/>
                        <a:pt x="2902" y="13124"/>
                      </a:cubicBezTo>
                      <a:cubicBezTo>
                        <a:pt x="3536" y="14158"/>
                        <a:pt x="4070" y="15192"/>
                        <a:pt x="4937" y="16026"/>
                      </a:cubicBezTo>
                      <a:cubicBezTo>
                        <a:pt x="5871" y="16894"/>
                        <a:pt x="6772" y="17761"/>
                        <a:pt x="7739" y="18595"/>
                      </a:cubicBezTo>
                      <a:cubicBezTo>
                        <a:pt x="8240" y="19028"/>
                        <a:pt x="8807" y="19495"/>
                        <a:pt x="9474" y="19596"/>
                      </a:cubicBezTo>
                      <a:cubicBezTo>
                        <a:pt x="9580" y="19611"/>
                        <a:pt x="9685" y="19619"/>
                        <a:pt x="9790" y="19619"/>
                      </a:cubicBezTo>
                      <a:cubicBezTo>
                        <a:pt x="10577" y="19619"/>
                        <a:pt x="11332" y="19203"/>
                        <a:pt x="12009" y="18762"/>
                      </a:cubicBezTo>
                      <a:cubicBezTo>
                        <a:pt x="14444" y="17227"/>
                        <a:pt x="16679" y="15326"/>
                        <a:pt x="18614" y="13191"/>
                      </a:cubicBezTo>
                      <a:cubicBezTo>
                        <a:pt x="21149" y="10389"/>
                        <a:pt x="22750" y="6019"/>
                        <a:pt x="21482" y="2450"/>
                      </a:cubicBezTo>
                      <a:cubicBezTo>
                        <a:pt x="21074" y="1255"/>
                        <a:pt x="20102" y="1"/>
                        <a:pt x="1884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69" name="Google Shape;3069;p68"/>
                <p:cNvSpPr/>
                <p:nvPr/>
              </p:nvSpPr>
              <p:spPr>
                <a:xfrm>
                  <a:off x="6148103" y="2147707"/>
                  <a:ext cx="357815" cy="384839"/>
                </a:xfrm>
                <a:custGeom>
                  <a:rect b="b" l="l" r="r" t="t"/>
                  <a:pathLst>
                    <a:path extrusionOk="0" h="18513" w="17213">
                      <a:moveTo>
                        <a:pt x="11615" y="0"/>
                      </a:moveTo>
                      <a:cubicBezTo>
                        <a:pt x="10286" y="0"/>
                        <a:pt x="8922" y="502"/>
                        <a:pt x="7906" y="1395"/>
                      </a:cubicBezTo>
                      <a:cubicBezTo>
                        <a:pt x="5038" y="3930"/>
                        <a:pt x="2202" y="6599"/>
                        <a:pt x="301" y="9934"/>
                      </a:cubicBezTo>
                      <a:cubicBezTo>
                        <a:pt x="167" y="10201"/>
                        <a:pt x="34" y="10435"/>
                        <a:pt x="34" y="10702"/>
                      </a:cubicBezTo>
                      <a:cubicBezTo>
                        <a:pt x="1" y="11035"/>
                        <a:pt x="167" y="11302"/>
                        <a:pt x="301" y="11569"/>
                      </a:cubicBezTo>
                      <a:cubicBezTo>
                        <a:pt x="935" y="12636"/>
                        <a:pt x="1635" y="13704"/>
                        <a:pt x="2669" y="14404"/>
                      </a:cubicBezTo>
                      <a:cubicBezTo>
                        <a:pt x="3403" y="14938"/>
                        <a:pt x="4304" y="15238"/>
                        <a:pt x="5104" y="15672"/>
                      </a:cubicBezTo>
                      <a:cubicBezTo>
                        <a:pt x="5905" y="16105"/>
                        <a:pt x="6672" y="16773"/>
                        <a:pt x="6872" y="17673"/>
                      </a:cubicBezTo>
                      <a:cubicBezTo>
                        <a:pt x="6939" y="17873"/>
                        <a:pt x="6939" y="18074"/>
                        <a:pt x="7072" y="18240"/>
                      </a:cubicBezTo>
                      <a:cubicBezTo>
                        <a:pt x="7124" y="18327"/>
                        <a:pt x="7212" y="18404"/>
                        <a:pt x="7308" y="18445"/>
                      </a:cubicBezTo>
                      <a:lnTo>
                        <a:pt x="7308" y="18445"/>
                      </a:lnTo>
                      <a:cubicBezTo>
                        <a:pt x="9520" y="16431"/>
                        <a:pt x="11726" y="14412"/>
                        <a:pt x="13410" y="11969"/>
                      </a:cubicBezTo>
                      <a:cubicBezTo>
                        <a:pt x="15278" y="9301"/>
                        <a:pt x="17213" y="5364"/>
                        <a:pt x="15512" y="2229"/>
                      </a:cubicBezTo>
                      <a:cubicBezTo>
                        <a:pt x="14667" y="684"/>
                        <a:pt x="13165" y="0"/>
                        <a:pt x="11615" y="0"/>
                      </a:cubicBezTo>
                      <a:close/>
                      <a:moveTo>
                        <a:pt x="7873" y="18174"/>
                      </a:moveTo>
                      <a:lnTo>
                        <a:pt x="7573" y="18441"/>
                      </a:lnTo>
                      <a:cubicBezTo>
                        <a:pt x="7533" y="18464"/>
                        <a:pt x="7489" y="18475"/>
                        <a:pt x="7445" y="18475"/>
                      </a:cubicBezTo>
                      <a:cubicBezTo>
                        <a:pt x="7399" y="18475"/>
                        <a:pt x="7352" y="18464"/>
                        <a:pt x="7308" y="18445"/>
                      </a:cubicBezTo>
                      <a:lnTo>
                        <a:pt x="7308" y="18445"/>
                      </a:lnTo>
                      <a:cubicBezTo>
                        <a:pt x="7285" y="18466"/>
                        <a:pt x="7262" y="18486"/>
                        <a:pt x="7239" y="18507"/>
                      </a:cubicBezTo>
                      <a:cubicBezTo>
                        <a:pt x="7266" y="18511"/>
                        <a:pt x="7294" y="18512"/>
                        <a:pt x="7321" y="18512"/>
                      </a:cubicBezTo>
                      <a:cubicBezTo>
                        <a:pt x="7559" y="18512"/>
                        <a:pt x="7783" y="18383"/>
                        <a:pt x="7873" y="18174"/>
                      </a:cubicBezTo>
                      <a:close/>
                    </a:path>
                  </a:pathLst>
                </a:custGeom>
                <a:solidFill>
                  <a:srgbClr val="C46345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70" name="Google Shape;3070;p68"/>
                <p:cNvSpPr/>
                <p:nvPr/>
              </p:nvSpPr>
              <p:spPr>
                <a:xfrm>
                  <a:off x="6389405" y="1940934"/>
                  <a:ext cx="133851" cy="174220"/>
                </a:xfrm>
                <a:custGeom>
                  <a:rect b="b" l="l" r="r" t="t"/>
                  <a:pathLst>
                    <a:path extrusionOk="0" h="8381" w="6439">
                      <a:moveTo>
                        <a:pt x="2236" y="1"/>
                      </a:moveTo>
                      <a:cubicBezTo>
                        <a:pt x="1836" y="1"/>
                        <a:pt x="1402" y="67"/>
                        <a:pt x="1168" y="367"/>
                      </a:cubicBezTo>
                      <a:cubicBezTo>
                        <a:pt x="1068" y="501"/>
                        <a:pt x="1035" y="634"/>
                        <a:pt x="1002" y="801"/>
                      </a:cubicBezTo>
                      <a:cubicBezTo>
                        <a:pt x="768" y="1535"/>
                        <a:pt x="568" y="2302"/>
                        <a:pt x="401" y="3069"/>
                      </a:cubicBezTo>
                      <a:cubicBezTo>
                        <a:pt x="134" y="4237"/>
                        <a:pt x="1" y="5438"/>
                        <a:pt x="168" y="6605"/>
                      </a:cubicBezTo>
                      <a:cubicBezTo>
                        <a:pt x="268" y="7339"/>
                        <a:pt x="868" y="7806"/>
                        <a:pt x="1502" y="8106"/>
                      </a:cubicBezTo>
                      <a:cubicBezTo>
                        <a:pt x="1926" y="8288"/>
                        <a:pt x="2384" y="8380"/>
                        <a:pt x="2842" y="8380"/>
                      </a:cubicBezTo>
                      <a:cubicBezTo>
                        <a:pt x="3394" y="8380"/>
                        <a:pt x="3945" y="8246"/>
                        <a:pt x="4437" y="7973"/>
                      </a:cubicBezTo>
                      <a:cubicBezTo>
                        <a:pt x="5105" y="7606"/>
                        <a:pt x="5538" y="7006"/>
                        <a:pt x="5672" y="6238"/>
                      </a:cubicBezTo>
                      <a:cubicBezTo>
                        <a:pt x="5772" y="5738"/>
                        <a:pt x="5805" y="5238"/>
                        <a:pt x="5905" y="4771"/>
                      </a:cubicBezTo>
                      <a:cubicBezTo>
                        <a:pt x="6039" y="4037"/>
                        <a:pt x="6439" y="3336"/>
                        <a:pt x="6372" y="2569"/>
                      </a:cubicBezTo>
                      <a:cubicBezTo>
                        <a:pt x="6339" y="1668"/>
                        <a:pt x="5672" y="901"/>
                        <a:pt x="4871" y="501"/>
                      </a:cubicBezTo>
                      <a:cubicBezTo>
                        <a:pt x="4071" y="67"/>
                        <a:pt x="3137" y="1"/>
                        <a:pt x="2236" y="1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71" name="Google Shape;3071;p68"/>
                <p:cNvSpPr/>
                <p:nvPr/>
              </p:nvSpPr>
              <p:spPr>
                <a:xfrm>
                  <a:off x="6386640" y="1915698"/>
                  <a:ext cx="187940" cy="187919"/>
                </a:xfrm>
                <a:custGeom>
                  <a:rect b="b" l="l" r="r" t="t"/>
                  <a:pathLst>
                    <a:path extrusionOk="0" h="9040" w="9041">
                      <a:moveTo>
                        <a:pt x="4517" y="1"/>
                      </a:moveTo>
                      <a:cubicBezTo>
                        <a:pt x="4123" y="1"/>
                        <a:pt x="3730" y="33"/>
                        <a:pt x="3336" y="80"/>
                      </a:cubicBezTo>
                      <a:cubicBezTo>
                        <a:pt x="2402" y="214"/>
                        <a:pt x="1435" y="414"/>
                        <a:pt x="834" y="1081"/>
                      </a:cubicBezTo>
                      <a:cubicBezTo>
                        <a:pt x="468" y="1481"/>
                        <a:pt x="1" y="2415"/>
                        <a:pt x="668" y="2682"/>
                      </a:cubicBezTo>
                      <a:cubicBezTo>
                        <a:pt x="1071" y="2872"/>
                        <a:pt x="1525" y="3045"/>
                        <a:pt x="1970" y="3045"/>
                      </a:cubicBezTo>
                      <a:cubicBezTo>
                        <a:pt x="2150" y="3045"/>
                        <a:pt x="2329" y="3017"/>
                        <a:pt x="2502" y="2949"/>
                      </a:cubicBezTo>
                      <a:cubicBezTo>
                        <a:pt x="2664" y="2889"/>
                        <a:pt x="2983" y="2719"/>
                        <a:pt x="3181" y="2719"/>
                      </a:cubicBezTo>
                      <a:cubicBezTo>
                        <a:pt x="3311" y="2719"/>
                        <a:pt x="3389" y="2791"/>
                        <a:pt x="3336" y="3016"/>
                      </a:cubicBezTo>
                      <a:cubicBezTo>
                        <a:pt x="3236" y="3449"/>
                        <a:pt x="2669" y="3783"/>
                        <a:pt x="2836" y="4283"/>
                      </a:cubicBezTo>
                      <a:cubicBezTo>
                        <a:pt x="2903" y="4617"/>
                        <a:pt x="3270" y="4784"/>
                        <a:pt x="3503" y="5017"/>
                      </a:cubicBezTo>
                      <a:cubicBezTo>
                        <a:pt x="3803" y="5284"/>
                        <a:pt x="3937" y="5718"/>
                        <a:pt x="3903" y="6118"/>
                      </a:cubicBezTo>
                      <a:cubicBezTo>
                        <a:pt x="3903" y="6151"/>
                        <a:pt x="3870" y="6185"/>
                        <a:pt x="3870" y="6218"/>
                      </a:cubicBezTo>
                      <a:cubicBezTo>
                        <a:pt x="3837" y="6418"/>
                        <a:pt x="3803" y="6585"/>
                        <a:pt x="3870" y="6785"/>
                      </a:cubicBezTo>
                      <a:cubicBezTo>
                        <a:pt x="3970" y="7085"/>
                        <a:pt x="4337" y="7185"/>
                        <a:pt x="4604" y="7386"/>
                      </a:cubicBezTo>
                      <a:cubicBezTo>
                        <a:pt x="4971" y="7686"/>
                        <a:pt x="5171" y="8086"/>
                        <a:pt x="5538" y="8386"/>
                      </a:cubicBezTo>
                      <a:cubicBezTo>
                        <a:pt x="5896" y="8660"/>
                        <a:pt x="6493" y="9040"/>
                        <a:pt x="6993" y="9040"/>
                      </a:cubicBezTo>
                      <a:cubicBezTo>
                        <a:pt x="7286" y="9040"/>
                        <a:pt x="7546" y="8910"/>
                        <a:pt x="7706" y="8553"/>
                      </a:cubicBezTo>
                      <a:cubicBezTo>
                        <a:pt x="7806" y="8286"/>
                        <a:pt x="7839" y="8019"/>
                        <a:pt x="7873" y="7719"/>
                      </a:cubicBezTo>
                      <a:cubicBezTo>
                        <a:pt x="8040" y="6819"/>
                        <a:pt x="8540" y="6051"/>
                        <a:pt x="8773" y="5184"/>
                      </a:cubicBezTo>
                      <a:cubicBezTo>
                        <a:pt x="9040" y="4150"/>
                        <a:pt x="8907" y="2982"/>
                        <a:pt x="8340" y="2048"/>
                      </a:cubicBezTo>
                      <a:cubicBezTo>
                        <a:pt x="7806" y="1114"/>
                        <a:pt x="6872" y="414"/>
                        <a:pt x="5838" y="147"/>
                      </a:cubicBezTo>
                      <a:cubicBezTo>
                        <a:pt x="5398" y="41"/>
                        <a:pt x="4957" y="1"/>
                        <a:pt x="451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72" name="Google Shape;3072;p68"/>
                <p:cNvSpPr/>
                <p:nvPr/>
              </p:nvSpPr>
              <p:spPr>
                <a:xfrm>
                  <a:off x="6437258" y="2013046"/>
                  <a:ext cx="61739" cy="43009"/>
                </a:xfrm>
                <a:custGeom>
                  <a:rect b="b" l="l" r="r" t="t"/>
                  <a:pathLst>
                    <a:path extrusionOk="0" h="2069" w="2970">
                      <a:moveTo>
                        <a:pt x="1502" y="1"/>
                      </a:moveTo>
                      <a:cubicBezTo>
                        <a:pt x="1" y="1"/>
                        <a:pt x="1" y="2069"/>
                        <a:pt x="1502" y="2069"/>
                      </a:cubicBezTo>
                      <a:cubicBezTo>
                        <a:pt x="2969" y="2069"/>
                        <a:pt x="2969" y="1"/>
                        <a:pt x="1502" y="1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73" name="Google Shape;3073;p68"/>
                <p:cNvSpPr/>
                <p:nvPr/>
              </p:nvSpPr>
              <p:spPr>
                <a:xfrm>
                  <a:off x="5969892" y="4059305"/>
                  <a:ext cx="314141" cy="110964"/>
                </a:xfrm>
                <a:custGeom>
                  <a:rect b="b" l="l" r="r" t="t"/>
                  <a:pathLst>
                    <a:path extrusionOk="0" h="5338" w="15112">
                      <a:moveTo>
                        <a:pt x="8540" y="1"/>
                      </a:moveTo>
                      <a:cubicBezTo>
                        <a:pt x="7806" y="1"/>
                        <a:pt x="7306" y="1168"/>
                        <a:pt x="6506" y="1469"/>
                      </a:cubicBezTo>
                      <a:cubicBezTo>
                        <a:pt x="5238" y="1969"/>
                        <a:pt x="3904" y="2236"/>
                        <a:pt x="2669" y="2803"/>
                      </a:cubicBezTo>
                      <a:cubicBezTo>
                        <a:pt x="1635" y="3270"/>
                        <a:pt x="368" y="4170"/>
                        <a:pt x="1" y="5338"/>
                      </a:cubicBezTo>
                      <a:lnTo>
                        <a:pt x="14044" y="5338"/>
                      </a:lnTo>
                      <a:cubicBezTo>
                        <a:pt x="14645" y="5338"/>
                        <a:pt x="15112" y="4771"/>
                        <a:pt x="15012" y="4170"/>
                      </a:cubicBezTo>
                      <a:cubicBezTo>
                        <a:pt x="14845" y="3370"/>
                        <a:pt x="14745" y="2536"/>
                        <a:pt x="14845" y="1702"/>
                      </a:cubicBezTo>
                      <a:cubicBezTo>
                        <a:pt x="14845" y="1502"/>
                        <a:pt x="14878" y="1302"/>
                        <a:pt x="14845" y="1102"/>
                      </a:cubicBezTo>
                      <a:cubicBezTo>
                        <a:pt x="14811" y="935"/>
                        <a:pt x="14678" y="735"/>
                        <a:pt x="14478" y="668"/>
                      </a:cubicBezTo>
                      <a:cubicBezTo>
                        <a:pt x="14411" y="635"/>
                        <a:pt x="14344" y="626"/>
                        <a:pt x="14278" y="626"/>
                      </a:cubicBezTo>
                      <a:cubicBezTo>
                        <a:pt x="14211" y="626"/>
                        <a:pt x="14144" y="635"/>
                        <a:pt x="14078" y="635"/>
                      </a:cubicBezTo>
                      <a:cubicBezTo>
                        <a:pt x="13901" y="655"/>
                        <a:pt x="13727" y="663"/>
                        <a:pt x="13556" y="663"/>
                      </a:cubicBezTo>
                      <a:cubicBezTo>
                        <a:pt x="12949" y="663"/>
                        <a:pt x="12367" y="564"/>
                        <a:pt x="11772" y="564"/>
                      </a:cubicBezTo>
                      <a:cubicBezTo>
                        <a:pt x="11706" y="564"/>
                        <a:pt x="11641" y="565"/>
                        <a:pt x="11576" y="568"/>
                      </a:cubicBezTo>
                      <a:cubicBezTo>
                        <a:pt x="11109" y="568"/>
                        <a:pt x="10642" y="568"/>
                        <a:pt x="10175" y="501"/>
                      </a:cubicBezTo>
                      <a:cubicBezTo>
                        <a:pt x="9641" y="401"/>
                        <a:pt x="9041" y="34"/>
                        <a:pt x="854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74" name="Google Shape;3074;p68"/>
                <p:cNvSpPr/>
                <p:nvPr/>
              </p:nvSpPr>
              <p:spPr>
                <a:xfrm>
                  <a:off x="5922060" y="2171800"/>
                  <a:ext cx="50638" cy="58267"/>
                </a:xfrm>
                <a:custGeom>
                  <a:rect b="b" l="l" r="r" t="t"/>
                  <a:pathLst>
                    <a:path extrusionOk="0" h="2803" w="2436">
                      <a:moveTo>
                        <a:pt x="640" y="1"/>
                      </a:moveTo>
                      <a:cubicBezTo>
                        <a:pt x="326" y="1"/>
                        <a:pt x="55" y="140"/>
                        <a:pt x="34" y="570"/>
                      </a:cubicBezTo>
                      <a:cubicBezTo>
                        <a:pt x="0" y="736"/>
                        <a:pt x="34" y="903"/>
                        <a:pt x="134" y="1037"/>
                      </a:cubicBezTo>
                      <a:cubicBezTo>
                        <a:pt x="200" y="1137"/>
                        <a:pt x="300" y="1203"/>
                        <a:pt x="401" y="1270"/>
                      </a:cubicBezTo>
                      <a:cubicBezTo>
                        <a:pt x="567" y="1370"/>
                        <a:pt x="667" y="1504"/>
                        <a:pt x="801" y="1637"/>
                      </a:cubicBezTo>
                      <a:cubicBezTo>
                        <a:pt x="868" y="1737"/>
                        <a:pt x="934" y="1804"/>
                        <a:pt x="1001" y="1904"/>
                      </a:cubicBezTo>
                      <a:cubicBezTo>
                        <a:pt x="1131" y="2190"/>
                        <a:pt x="1343" y="2803"/>
                        <a:pt x="1684" y="2803"/>
                      </a:cubicBezTo>
                      <a:cubicBezTo>
                        <a:pt x="1779" y="2803"/>
                        <a:pt x="1885" y="2755"/>
                        <a:pt x="2002" y="2638"/>
                      </a:cubicBezTo>
                      <a:cubicBezTo>
                        <a:pt x="2135" y="2504"/>
                        <a:pt x="2202" y="2304"/>
                        <a:pt x="2269" y="2104"/>
                      </a:cubicBezTo>
                      <a:cubicBezTo>
                        <a:pt x="2369" y="1637"/>
                        <a:pt x="2435" y="1137"/>
                        <a:pt x="2202" y="736"/>
                      </a:cubicBezTo>
                      <a:cubicBezTo>
                        <a:pt x="2002" y="469"/>
                        <a:pt x="1701" y="303"/>
                        <a:pt x="1368" y="169"/>
                      </a:cubicBezTo>
                      <a:cubicBezTo>
                        <a:pt x="1301" y="136"/>
                        <a:pt x="1234" y="136"/>
                        <a:pt x="1168" y="103"/>
                      </a:cubicBezTo>
                      <a:cubicBezTo>
                        <a:pt x="1002" y="43"/>
                        <a:pt x="814" y="1"/>
                        <a:pt x="640" y="1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75" name="Google Shape;3075;p68"/>
                <p:cNvSpPr/>
                <p:nvPr/>
              </p:nvSpPr>
              <p:spPr>
                <a:xfrm>
                  <a:off x="6036059" y="4091214"/>
                  <a:ext cx="27481" cy="43695"/>
                </a:xfrm>
                <a:custGeom>
                  <a:rect b="b" l="l" r="r" t="t"/>
                  <a:pathLst>
                    <a:path extrusionOk="0" h="2102" w="1322">
                      <a:moveTo>
                        <a:pt x="206" y="1"/>
                      </a:moveTo>
                      <a:cubicBezTo>
                        <a:pt x="101" y="1"/>
                        <a:pt x="0" y="93"/>
                        <a:pt x="20" y="234"/>
                      </a:cubicBezTo>
                      <a:cubicBezTo>
                        <a:pt x="87" y="767"/>
                        <a:pt x="354" y="1335"/>
                        <a:pt x="687" y="1768"/>
                      </a:cubicBezTo>
                      <a:cubicBezTo>
                        <a:pt x="787" y="1902"/>
                        <a:pt x="887" y="2102"/>
                        <a:pt x="1088" y="2102"/>
                      </a:cubicBezTo>
                      <a:cubicBezTo>
                        <a:pt x="1188" y="2102"/>
                        <a:pt x="1254" y="2035"/>
                        <a:pt x="1288" y="1935"/>
                      </a:cubicBezTo>
                      <a:cubicBezTo>
                        <a:pt x="1321" y="1835"/>
                        <a:pt x="1288" y="1735"/>
                        <a:pt x="1221" y="1668"/>
                      </a:cubicBezTo>
                      <a:cubicBezTo>
                        <a:pt x="1088" y="1435"/>
                        <a:pt x="887" y="1201"/>
                        <a:pt x="754" y="968"/>
                      </a:cubicBezTo>
                      <a:cubicBezTo>
                        <a:pt x="621" y="701"/>
                        <a:pt x="487" y="401"/>
                        <a:pt x="387" y="134"/>
                      </a:cubicBezTo>
                      <a:cubicBezTo>
                        <a:pt x="347" y="41"/>
                        <a:pt x="276" y="1"/>
                        <a:pt x="206" y="1"/>
                      </a:cubicBezTo>
                      <a:close/>
                    </a:path>
                  </a:pathLst>
                </a:custGeom>
                <a:solidFill>
                  <a:srgbClr val="5CC9BF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76" name="Google Shape;3076;p68"/>
                <p:cNvSpPr/>
                <p:nvPr/>
              </p:nvSpPr>
              <p:spPr>
                <a:xfrm>
                  <a:off x="6066970" y="4087971"/>
                  <a:ext cx="29144" cy="29227"/>
                </a:xfrm>
                <a:custGeom>
                  <a:rect b="b" l="l" r="r" t="t"/>
                  <a:pathLst>
                    <a:path extrusionOk="0" h="1406" w="1402">
                      <a:moveTo>
                        <a:pt x="175" y="1"/>
                      </a:moveTo>
                      <a:cubicBezTo>
                        <a:pt x="130" y="1"/>
                        <a:pt x="87" y="17"/>
                        <a:pt x="68" y="56"/>
                      </a:cubicBezTo>
                      <a:cubicBezTo>
                        <a:pt x="1" y="123"/>
                        <a:pt x="1" y="223"/>
                        <a:pt x="68" y="290"/>
                      </a:cubicBezTo>
                      <a:cubicBezTo>
                        <a:pt x="201" y="423"/>
                        <a:pt x="334" y="557"/>
                        <a:pt x="468" y="723"/>
                      </a:cubicBezTo>
                      <a:cubicBezTo>
                        <a:pt x="535" y="790"/>
                        <a:pt x="601" y="890"/>
                        <a:pt x="668" y="957"/>
                      </a:cubicBezTo>
                      <a:cubicBezTo>
                        <a:pt x="658" y="936"/>
                        <a:pt x="654" y="928"/>
                        <a:pt x="654" y="928"/>
                      </a:cubicBezTo>
                      <a:lnTo>
                        <a:pt x="654" y="928"/>
                      </a:lnTo>
                      <a:cubicBezTo>
                        <a:pt x="655" y="928"/>
                        <a:pt x="678" y="967"/>
                        <a:pt x="701" y="990"/>
                      </a:cubicBezTo>
                      <a:cubicBezTo>
                        <a:pt x="701" y="990"/>
                        <a:pt x="735" y="1024"/>
                        <a:pt x="735" y="1024"/>
                      </a:cubicBezTo>
                      <a:cubicBezTo>
                        <a:pt x="768" y="1090"/>
                        <a:pt x="801" y="1124"/>
                        <a:pt x="835" y="1157"/>
                      </a:cubicBezTo>
                      <a:cubicBezTo>
                        <a:pt x="891" y="1269"/>
                        <a:pt x="995" y="1406"/>
                        <a:pt x="1126" y="1406"/>
                      </a:cubicBezTo>
                      <a:cubicBezTo>
                        <a:pt x="1150" y="1406"/>
                        <a:pt x="1176" y="1401"/>
                        <a:pt x="1202" y="1390"/>
                      </a:cubicBezTo>
                      <a:cubicBezTo>
                        <a:pt x="1335" y="1357"/>
                        <a:pt x="1402" y="1224"/>
                        <a:pt x="1369" y="1090"/>
                      </a:cubicBezTo>
                      <a:lnTo>
                        <a:pt x="1369" y="1090"/>
                      </a:lnTo>
                      <a:lnTo>
                        <a:pt x="1369" y="1124"/>
                      </a:lnTo>
                      <a:cubicBezTo>
                        <a:pt x="1369" y="1057"/>
                        <a:pt x="1335" y="990"/>
                        <a:pt x="1268" y="923"/>
                      </a:cubicBezTo>
                      <a:cubicBezTo>
                        <a:pt x="1168" y="757"/>
                        <a:pt x="1002" y="590"/>
                        <a:pt x="835" y="456"/>
                      </a:cubicBezTo>
                      <a:cubicBezTo>
                        <a:pt x="668" y="290"/>
                        <a:pt x="468" y="123"/>
                        <a:pt x="268" y="23"/>
                      </a:cubicBezTo>
                      <a:cubicBezTo>
                        <a:pt x="240" y="9"/>
                        <a:pt x="207" y="1"/>
                        <a:pt x="175" y="1"/>
                      </a:cubicBezTo>
                      <a:close/>
                    </a:path>
                  </a:pathLst>
                </a:custGeom>
                <a:solidFill>
                  <a:srgbClr val="5CC9BF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77" name="Google Shape;3077;p68"/>
                <p:cNvSpPr/>
                <p:nvPr/>
              </p:nvSpPr>
              <p:spPr>
                <a:xfrm>
                  <a:off x="6101643" y="4076226"/>
                  <a:ext cx="35048" cy="22866"/>
                </a:xfrm>
                <a:custGeom>
                  <a:rect b="b" l="l" r="r" t="t"/>
                  <a:pathLst>
                    <a:path extrusionOk="0" h="1100" w="1686">
                      <a:moveTo>
                        <a:pt x="193" y="1"/>
                      </a:moveTo>
                      <a:cubicBezTo>
                        <a:pt x="132" y="1"/>
                        <a:pt x="76" y="24"/>
                        <a:pt x="34" y="87"/>
                      </a:cubicBezTo>
                      <a:cubicBezTo>
                        <a:pt x="1" y="188"/>
                        <a:pt x="34" y="288"/>
                        <a:pt x="101" y="354"/>
                      </a:cubicBezTo>
                      <a:cubicBezTo>
                        <a:pt x="301" y="488"/>
                        <a:pt x="501" y="621"/>
                        <a:pt x="701" y="755"/>
                      </a:cubicBezTo>
                      <a:cubicBezTo>
                        <a:pt x="935" y="888"/>
                        <a:pt x="1135" y="1021"/>
                        <a:pt x="1368" y="1088"/>
                      </a:cubicBezTo>
                      <a:cubicBezTo>
                        <a:pt x="1393" y="1096"/>
                        <a:pt x="1416" y="1100"/>
                        <a:pt x="1438" y="1100"/>
                      </a:cubicBezTo>
                      <a:cubicBezTo>
                        <a:pt x="1597" y="1100"/>
                        <a:pt x="1686" y="905"/>
                        <a:pt x="1569" y="788"/>
                      </a:cubicBezTo>
                      <a:cubicBezTo>
                        <a:pt x="1368" y="588"/>
                        <a:pt x="1168" y="488"/>
                        <a:pt x="935" y="354"/>
                      </a:cubicBezTo>
                      <a:cubicBezTo>
                        <a:pt x="735" y="254"/>
                        <a:pt x="501" y="121"/>
                        <a:pt x="301" y="21"/>
                      </a:cubicBezTo>
                      <a:cubicBezTo>
                        <a:pt x="264" y="9"/>
                        <a:pt x="228" y="1"/>
                        <a:pt x="193" y="1"/>
                      </a:cubicBezTo>
                      <a:close/>
                    </a:path>
                  </a:pathLst>
                </a:custGeom>
                <a:solidFill>
                  <a:srgbClr val="5CC9BF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78" name="Google Shape;3078;p68"/>
                <p:cNvSpPr/>
                <p:nvPr/>
              </p:nvSpPr>
              <p:spPr>
                <a:xfrm>
                  <a:off x="6581481" y="4067973"/>
                  <a:ext cx="29851" cy="30890"/>
                </a:xfrm>
                <a:custGeom>
                  <a:rect b="b" l="l" r="r" t="t"/>
                  <a:pathLst>
                    <a:path extrusionOk="0" h="1486" w="1436">
                      <a:moveTo>
                        <a:pt x="184" y="1"/>
                      </a:moveTo>
                      <a:cubicBezTo>
                        <a:pt x="143" y="1"/>
                        <a:pt x="101" y="17"/>
                        <a:pt x="68" y="51"/>
                      </a:cubicBezTo>
                      <a:cubicBezTo>
                        <a:pt x="34" y="84"/>
                        <a:pt x="1" y="184"/>
                        <a:pt x="34" y="251"/>
                      </a:cubicBezTo>
                      <a:cubicBezTo>
                        <a:pt x="168" y="484"/>
                        <a:pt x="334" y="718"/>
                        <a:pt x="535" y="918"/>
                      </a:cubicBezTo>
                      <a:cubicBezTo>
                        <a:pt x="601" y="1018"/>
                        <a:pt x="701" y="1118"/>
                        <a:pt x="801" y="1218"/>
                      </a:cubicBezTo>
                      <a:cubicBezTo>
                        <a:pt x="835" y="1285"/>
                        <a:pt x="868" y="1318"/>
                        <a:pt x="935" y="1352"/>
                      </a:cubicBezTo>
                      <a:cubicBezTo>
                        <a:pt x="968" y="1385"/>
                        <a:pt x="1002" y="1418"/>
                        <a:pt x="1035" y="1418"/>
                      </a:cubicBezTo>
                      <a:cubicBezTo>
                        <a:pt x="1068" y="1452"/>
                        <a:pt x="1102" y="1485"/>
                        <a:pt x="1168" y="1485"/>
                      </a:cubicBezTo>
                      <a:cubicBezTo>
                        <a:pt x="1235" y="1485"/>
                        <a:pt x="1302" y="1485"/>
                        <a:pt x="1369" y="1452"/>
                      </a:cubicBezTo>
                      <a:cubicBezTo>
                        <a:pt x="1402" y="1385"/>
                        <a:pt x="1435" y="1318"/>
                        <a:pt x="1402" y="1252"/>
                      </a:cubicBezTo>
                      <a:lnTo>
                        <a:pt x="1402" y="1218"/>
                      </a:lnTo>
                      <a:cubicBezTo>
                        <a:pt x="1402" y="1185"/>
                        <a:pt x="1369" y="1152"/>
                        <a:pt x="1369" y="1118"/>
                      </a:cubicBezTo>
                      <a:cubicBezTo>
                        <a:pt x="1335" y="1085"/>
                        <a:pt x="1302" y="1052"/>
                        <a:pt x="1268" y="1018"/>
                      </a:cubicBezTo>
                      <a:cubicBezTo>
                        <a:pt x="1235" y="985"/>
                        <a:pt x="1168" y="951"/>
                        <a:pt x="1135" y="885"/>
                      </a:cubicBezTo>
                      <a:cubicBezTo>
                        <a:pt x="1035" y="818"/>
                        <a:pt x="935" y="718"/>
                        <a:pt x="835" y="618"/>
                      </a:cubicBezTo>
                      <a:cubicBezTo>
                        <a:pt x="635" y="451"/>
                        <a:pt x="468" y="251"/>
                        <a:pt x="301" y="51"/>
                      </a:cubicBezTo>
                      <a:cubicBezTo>
                        <a:pt x="268" y="17"/>
                        <a:pt x="226" y="1"/>
                        <a:pt x="184" y="1"/>
                      </a:cubicBezTo>
                      <a:close/>
                    </a:path>
                  </a:pathLst>
                </a:custGeom>
                <a:solidFill>
                  <a:srgbClr val="5CC9BF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79" name="Google Shape;3079;p68"/>
                <p:cNvSpPr/>
                <p:nvPr/>
              </p:nvSpPr>
              <p:spPr>
                <a:xfrm>
                  <a:off x="6613827" y="4055210"/>
                  <a:ext cx="34258" cy="34902"/>
                </a:xfrm>
                <a:custGeom>
                  <a:rect b="b" l="l" r="r" t="t"/>
                  <a:pathLst>
                    <a:path extrusionOk="0" h="1679" w="1648">
                      <a:moveTo>
                        <a:pt x="163" y="0"/>
                      </a:moveTo>
                      <a:cubicBezTo>
                        <a:pt x="67" y="0"/>
                        <a:pt x="1" y="126"/>
                        <a:pt x="79" y="231"/>
                      </a:cubicBezTo>
                      <a:cubicBezTo>
                        <a:pt x="313" y="465"/>
                        <a:pt x="546" y="732"/>
                        <a:pt x="780" y="998"/>
                      </a:cubicBezTo>
                      <a:cubicBezTo>
                        <a:pt x="880" y="1132"/>
                        <a:pt x="1013" y="1232"/>
                        <a:pt x="1147" y="1365"/>
                      </a:cubicBezTo>
                      <a:cubicBezTo>
                        <a:pt x="1147" y="1365"/>
                        <a:pt x="1147" y="1399"/>
                        <a:pt x="1180" y="1399"/>
                      </a:cubicBezTo>
                      <a:lnTo>
                        <a:pt x="1180" y="1432"/>
                      </a:lnTo>
                      <a:lnTo>
                        <a:pt x="1180" y="1465"/>
                      </a:lnTo>
                      <a:cubicBezTo>
                        <a:pt x="1180" y="1465"/>
                        <a:pt x="1180" y="1499"/>
                        <a:pt x="1180" y="1532"/>
                      </a:cubicBezTo>
                      <a:cubicBezTo>
                        <a:pt x="1214" y="1565"/>
                        <a:pt x="1214" y="1599"/>
                        <a:pt x="1247" y="1632"/>
                      </a:cubicBezTo>
                      <a:cubicBezTo>
                        <a:pt x="1292" y="1662"/>
                        <a:pt x="1344" y="1679"/>
                        <a:pt x="1393" y="1679"/>
                      </a:cubicBezTo>
                      <a:cubicBezTo>
                        <a:pt x="1453" y="1679"/>
                        <a:pt x="1510" y="1654"/>
                        <a:pt x="1547" y="1599"/>
                      </a:cubicBezTo>
                      <a:cubicBezTo>
                        <a:pt x="1647" y="1532"/>
                        <a:pt x="1647" y="1399"/>
                        <a:pt x="1614" y="1299"/>
                      </a:cubicBezTo>
                      <a:cubicBezTo>
                        <a:pt x="1580" y="1199"/>
                        <a:pt x="1514" y="1132"/>
                        <a:pt x="1447" y="1065"/>
                      </a:cubicBezTo>
                      <a:cubicBezTo>
                        <a:pt x="1380" y="998"/>
                        <a:pt x="1280" y="932"/>
                        <a:pt x="1214" y="865"/>
                      </a:cubicBezTo>
                      <a:cubicBezTo>
                        <a:pt x="1080" y="732"/>
                        <a:pt x="913" y="565"/>
                        <a:pt x="747" y="431"/>
                      </a:cubicBezTo>
                      <a:cubicBezTo>
                        <a:pt x="580" y="298"/>
                        <a:pt x="413" y="164"/>
                        <a:pt x="246" y="31"/>
                      </a:cubicBezTo>
                      <a:cubicBezTo>
                        <a:pt x="218" y="10"/>
                        <a:pt x="189" y="0"/>
                        <a:pt x="163" y="0"/>
                      </a:cubicBezTo>
                      <a:close/>
                    </a:path>
                  </a:pathLst>
                </a:custGeom>
                <a:solidFill>
                  <a:srgbClr val="5CC9BF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80" name="Google Shape;3080;p68"/>
                <p:cNvSpPr/>
                <p:nvPr/>
              </p:nvSpPr>
              <p:spPr>
                <a:xfrm>
                  <a:off x="6557825" y="4082254"/>
                  <a:ext cx="34777" cy="34798"/>
                </a:xfrm>
                <a:custGeom>
                  <a:rect b="b" l="l" r="r" t="t"/>
                  <a:pathLst>
                    <a:path extrusionOk="0" h="1674" w="1673">
                      <a:moveTo>
                        <a:pt x="183" y="0"/>
                      </a:moveTo>
                      <a:cubicBezTo>
                        <a:pt x="80" y="0"/>
                        <a:pt x="0" y="119"/>
                        <a:pt x="105" y="198"/>
                      </a:cubicBezTo>
                      <a:cubicBezTo>
                        <a:pt x="338" y="465"/>
                        <a:pt x="572" y="731"/>
                        <a:pt x="805" y="998"/>
                      </a:cubicBezTo>
                      <a:cubicBezTo>
                        <a:pt x="905" y="1098"/>
                        <a:pt x="1039" y="1232"/>
                        <a:pt x="1139" y="1365"/>
                      </a:cubicBezTo>
                      <a:cubicBezTo>
                        <a:pt x="1172" y="1365"/>
                        <a:pt x="1172" y="1399"/>
                        <a:pt x="1206" y="1399"/>
                      </a:cubicBezTo>
                      <a:lnTo>
                        <a:pt x="1206" y="1432"/>
                      </a:lnTo>
                      <a:cubicBezTo>
                        <a:pt x="1206" y="1465"/>
                        <a:pt x="1206" y="1499"/>
                        <a:pt x="1206" y="1499"/>
                      </a:cubicBezTo>
                      <a:cubicBezTo>
                        <a:pt x="1239" y="1532"/>
                        <a:pt x="1239" y="1599"/>
                        <a:pt x="1272" y="1599"/>
                      </a:cubicBezTo>
                      <a:cubicBezTo>
                        <a:pt x="1322" y="1649"/>
                        <a:pt x="1381" y="1674"/>
                        <a:pt x="1435" y="1674"/>
                      </a:cubicBezTo>
                      <a:cubicBezTo>
                        <a:pt x="1489" y="1674"/>
                        <a:pt x="1539" y="1649"/>
                        <a:pt x="1573" y="1599"/>
                      </a:cubicBezTo>
                      <a:cubicBezTo>
                        <a:pt x="1673" y="1532"/>
                        <a:pt x="1673" y="1399"/>
                        <a:pt x="1639" y="1299"/>
                      </a:cubicBezTo>
                      <a:cubicBezTo>
                        <a:pt x="1606" y="1198"/>
                        <a:pt x="1539" y="1132"/>
                        <a:pt x="1472" y="1065"/>
                      </a:cubicBezTo>
                      <a:cubicBezTo>
                        <a:pt x="1406" y="998"/>
                        <a:pt x="1306" y="898"/>
                        <a:pt x="1239" y="832"/>
                      </a:cubicBezTo>
                      <a:cubicBezTo>
                        <a:pt x="1072" y="698"/>
                        <a:pt x="939" y="565"/>
                        <a:pt x="772" y="431"/>
                      </a:cubicBezTo>
                      <a:cubicBezTo>
                        <a:pt x="605" y="298"/>
                        <a:pt x="438" y="164"/>
                        <a:pt x="272" y="31"/>
                      </a:cubicBezTo>
                      <a:cubicBezTo>
                        <a:pt x="243" y="9"/>
                        <a:pt x="212" y="0"/>
                        <a:pt x="183" y="0"/>
                      </a:cubicBezTo>
                      <a:close/>
                    </a:path>
                  </a:pathLst>
                </a:custGeom>
                <a:solidFill>
                  <a:srgbClr val="5CC9BF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81" name="Google Shape;3081;p68"/>
                <p:cNvSpPr/>
                <p:nvPr/>
              </p:nvSpPr>
              <p:spPr>
                <a:xfrm>
                  <a:off x="6638356" y="4084977"/>
                  <a:ext cx="21" cy="21"/>
                </a:xfrm>
                <a:custGeom>
                  <a:rect b="b" l="l" r="r" t="t"/>
                  <a:pathLst>
                    <a:path extrusionOk="0" h="1" w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CC9BF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82" name="Google Shape;3082;p68"/>
                <p:cNvSpPr/>
                <p:nvPr/>
              </p:nvSpPr>
              <p:spPr>
                <a:xfrm>
                  <a:off x="6638356" y="4084977"/>
                  <a:ext cx="21" cy="21"/>
                </a:xfrm>
                <a:custGeom>
                  <a:rect b="b" l="l" r="r" t="t"/>
                  <a:pathLst>
                    <a:path extrusionOk="0" h="1" w="1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CC9BF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83" name="Google Shape;3083;p68"/>
                <p:cNvSpPr/>
                <p:nvPr/>
              </p:nvSpPr>
              <p:spPr>
                <a:xfrm>
                  <a:off x="6267029" y="2386472"/>
                  <a:ext cx="123436" cy="152954"/>
                </a:xfrm>
                <a:custGeom>
                  <a:rect b="b" l="l" r="r" t="t"/>
                  <a:pathLst>
                    <a:path extrusionOk="0" h="7358" w="5938">
                      <a:moveTo>
                        <a:pt x="5774" y="1"/>
                      </a:moveTo>
                      <a:cubicBezTo>
                        <a:pt x="5744" y="1"/>
                        <a:pt x="5714" y="15"/>
                        <a:pt x="5688" y="50"/>
                      </a:cubicBezTo>
                      <a:cubicBezTo>
                        <a:pt x="5187" y="583"/>
                        <a:pt x="4821" y="1250"/>
                        <a:pt x="4387" y="1851"/>
                      </a:cubicBezTo>
                      <a:cubicBezTo>
                        <a:pt x="3953" y="2485"/>
                        <a:pt x="3453" y="3085"/>
                        <a:pt x="2986" y="3719"/>
                      </a:cubicBezTo>
                      <a:cubicBezTo>
                        <a:pt x="2519" y="4319"/>
                        <a:pt x="2052" y="4886"/>
                        <a:pt x="1552" y="5453"/>
                      </a:cubicBezTo>
                      <a:cubicBezTo>
                        <a:pt x="1051" y="6054"/>
                        <a:pt x="551" y="6621"/>
                        <a:pt x="50" y="7221"/>
                      </a:cubicBezTo>
                      <a:cubicBezTo>
                        <a:pt x="1" y="7271"/>
                        <a:pt x="62" y="7357"/>
                        <a:pt x="124" y="7357"/>
                      </a:cubicBezTo>
                      <a:cubicBezTo>
                        <a:pt x="145" y="7357"/>
                        <a:pt x="167" y="7347"/>
                        <a:pt x="184" y="7321"/>
                      </a:cubicBezTo>
                      <a:cubicBezTo>
                        <a:pt x="784" y="6821"/>
                        <a:pt x="1285" y="6221"/>
                        <a:pt x="1818" y="5654"/>
                      </a:cubicBezTo>
                      <a:cubicBezTo>
                        <a:pt x="2319" y="5086"/>
                        <a:pt x="2786" y="4519"/>
                        <a:pt x="3253" y="3919"/>
                      </a:cubicBezTo>
                      <a:cubicBezTo>
                        <a:pt x="3720" y="3352"/>
                        <a:pt x="4187" y="2751"/>
                        <a:pt x="4620" y="2151"/>
                      </a:cubicBezTo>
                      <a:cubicBezTo>
                        <a:pt x="4854" y="1851"/>
                        <a:pt x="5054" y="1517"/>
                        <a:pt x="5288" y="1184"/>
                      </a:cubicBezTo>
                      <a:cubicBezTo>
                        <a:pt x="5521" y="883"/>
                        <a:pt x="5721" y="550"/>
                        <a:pt x="5888" y="216"/>
                      </a:cubicBezTo>
                      <a:cubicBezTo>
                        <a:pt x="5937" y="118"/>
                        <a:pt x="5859" y="1"/>
                        <a:pt x="5774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84" name="Google Shape;3084;p68"/>
                <p:cNvSpPr/>
                <p:nvPr/>
              </p:nvSpPr>
              <p:spPr>
                <a:xfrm>
                  <a:off x="7550506" y="1824993"/>
                  <a:ext cx="22908" cy="13242"/>
                </a:xfrm>
                <a:custGeom>
                  <a:rect b="b" l="l" r="r" t="t"/>
                  <a:pathLst>
                    <a:path extrusionOk="0" h="637" w="1102">
                      <a:moveTo>
                        <a:pt x="768" y="0"/>
                      </a:moveTo>
                      <a:cubicBezTo>
                        <a:pt x="635" y="0"/>
                        <a:pt x="535" y="0"/>
                        <a:pt x="435" y="67"/>
                      </a:cubicBezTo>
                      <a:cubicBezTo>
                        <a:pt x="335" y="100"/>
                        <a:pt x="234" y="167"/>
                        <a:pt x="168" y="234"/>
                      </a:cubicBezTo>
                      <a:cubicBezTo>
                        <a:pt x="134" y="300"/>
                        <a:pt x="101" y="334"/>
                        <a:pt x="68" y="367"/>
                      </a:cubicBezTo>
                      <a:cubicBezTo>
                        <a:pt x="34" y="434"/>
                        <a:pt x="1" y="500"/>
                        <a:pt x="1" y="567"/>
                      </a:cubicBezTo>
                      <a:cubicBezTo>
                        <a:pt x="1" y="608"/>
                        <a:pt x="52" y="637"/>
                        <a:pt x="99" y="637"/>
                      </a:cubicBezTo>
                      <a:cubicBezTo>
                        <a:pt x="128" y="637"/>
                        <a:pt x="155" y="626"/>
                        <a:pt x="168" y="601"/>
                      </a:cubicBezTo>
                      <a:cubicBezTo>
                        <a:pt x="201" y="567"/>
                        <a:pt x="201" y="534"/>
                        <a:pt x="234" y="467"/>
                      </a:cubicBezTo>
                      <a:cubicBezTo>
                        <a:pt x="268" y="434"/>
                        <a:pt x="268" y="400"/>
                        <a:pt x="301" y="367"/>
                      </a:cubicBezTo>
                      <a:cubicBezTo>
                        <a:pt x="368" y="300"/>
                        <a:pt x="435" y="267"/>
                        <a:pt x="535" y="234"/>
                      </a:cubicBezTo>
                      <a:cubicBezTo>
                        <a:pt x="619" y="170"/>
                        <a:pt x="731" y="147"/>
                        <a:pt x="843" y="147"/>
                      </a:cubicBezTo>
                      <a:cubicBezTo>
                        <a:pt x="908" y="147"/>
                        <a:pt x="974" y="155"/>
                        <a:pt x="1035" y="167"/>
                      </a:cubicBezTo>
                      <a:cubicBezTo>
                        <a:pt x="1068" y="167"/>
                        <a:pt x="1102" y="100"/>
                        <a:pt x="1068" y="67"/>
                      </a:cubicBezTo>
                      <a:cubicBezTo>
                        <a:pt x="968" y="33"/>
                        <a:pt x="868" y="0"/>
                        <a:pt x="768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85" name="Google Shape;3085;p68"/>
                <p:cNvSpPr/>
                <p:nvPr/>
              </p:nvSpPr>
              <p:spPr>
                <a:xfrm>
                  <a:off x="6105697" y="2575472"/>
                  <a:ext cx="38956" cy="16256"/>
                </a:xfrm>
                <a:custGeom>
                  <a:rect b="b" l="l" r="r" t="t"/>
                  <a:pathLst>
                    <a:path extrusionOk="0" h="782" w="1874">
                      <a:moveTo>
                        <a:pt x="216" y="0"/>
                      </a:moveTo>
                      <a:cubicBezTo>
                        <a:pt x="103" y="0"/>
                        <a:pt x="1" y="126"/>
                        <a:pt x="106" y="231"/>
                      </a:cubicBezTo>
                      <a:cubicBezTo>
                        <a:pt x="423" y="548"/>
                        <a:pt x="887" y="782"/>
                        <a:pt x="1349" y="782"/>
                      </a:cubicBezTo>
                      <a:cubicBezTo>
                        <a:pt x="1469" y="782"/>
                        <a:pt x="1590" y="766"/>
                        <a:pt x="1707" y="731"/>
                      </a:cubicBezTo>
                      <a:cubicBezTo>
                        <a:pt x="1874" y="698"/>
                        <a:pt x="1841" y="498"/>
                        <a:pt x="1674" y="464"/>
                      </a:cubicBezTo>
                      <a:cubicBezTo>
                        <a:pt x="1440" y="464"/>
                        <a:pt x="1173" y="464"/>
                        <a:pt x="940" y="398"/>
                      </a:cubicBezTo>
                      <a:cubicBezTo>
                        <a:pt x="706" y="298"/>
                        <a:pt x="473" y="198"/>
                        <a:pt x="306" y="31"/>
                      </a:cubicBezTo>
                      <a:cubicBezTo>
                        <a:pt x="278" y="9"/>
                        <a:pt x="246" y="0"/>
                        <a:pt x="216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86" name="Google Shape;3086;p68"/>
                <p:cNvSpPr/>
                <p:nvPr/>
              </p:nvSpPr>
              <p:spPr>
                <a:xfrm>
                  <a:off x="6100666" y="2419919"/>
                  <a:ext cx="25091" cy="33509"/>
                </a:xfrm>
                <a:custGeom>
                  <a:rect b="b" l="l" r="r" t="t"/>
                  <a:pathLst>
                    <a:path extrusionOk="0" h="1612" w="1207">
                      <a:moveTo>
                        <a:pt x="139" y="0"/>
                      </a:moveTo>
                      <a:cubicBezTo>
                        <a:pt x="70" y="0"/>
                        <a:pt x="1" y="71"/>
                        <a:pt x="48" y="142"/>
                      </a:cubicBezTo>
                      <a:cubicBezTo>
                        <a:pt x="215" y="409"/>
                        <a:pt x="348" y="642"/>
                        <a:pt x="515" y="876"/>
                      </a:cubicBezTo>
                      <a:lnTo>
                        <a:pt x="748" y="1243"/>
                      </a:lnTo>
                      <a:cubicBezTo>
                        <a:pt x="815" y="1343"/>
                        <a:pt x="915" y="1476"/>
                        <a:pt x="1015" y="1576"/>
                      </a:cubicBezTo>
                      <a:cubicBezTo>
                        <a:pt x="1040" y="1601"/>
                        <a:pt x="1065" y="1612"/>
                        <a:pt x="1088" y="1612"/>
                      </a:cubicBezTo>
                      <a:cubicBezTo>
                        <a:pt x="1157" y="1612"/>
                        <a:pt x="1207" y="1518"/>
                        <a:pt x="1182" y="1443"/>
                      </a:cubicBezTo>
                      <a:cubicBezTo>
                        <a:pt x="1115" y="1309"/>
                        <a:pt x="1048" y="1209"/>
                        <a:pt x="982" y="1076"/>
                      </a:cubicBezTo>
                      <a:lnTo>
                        <a:pt x="715" y="742"/>
                      </a:lnTo>
                      <a:cubicBezTo>
                        <a:pt x="548" y="509"/>
                        <a:pt x="381" y="275"/>
                        <a:pt x="215" y="42"/>
                      </a:cubicBezTo>
                      <a:cubicBezTo>
                        <a:pt x="195" y="12"/>
                        <a:pt x="167" y="0"/>
                        <a:pt x="13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87" name="Google Shape;3087;p68"/>
                <p:cNvSpPr/>
                <p:nvPr/>
              </p:nvSpPr>
              <p:spPr>
                <a:xfrm>
                  <a:off x="6418528" y="2101559"/>
                  <a:ext cx="37833" cy="11101"/>
                </a:xfrm>
                <a:custGeom>
                  <a:rect b="b" l="l" r="r" t="t"/>
                  <a:pathLst>
                    <a:path extrusionOk="0" h="534" w="1820">
                      <a:moveTo>
                        <a:pt x="1659" y="1"/>
                      </a:moveTo>
                      <a:cubicBezTo>
                        <a:pt x="1642" y="1"/>
                        <a:pt x="1623" y="4"/>
                        <a:pt x="1602" y="12"/>
                      </a:cubicBezTo>
                      <a:cubicBezTo>
                        <a:pt x="1369" y="79"/>
                        <a:pt x="1135" y="146"/>
                        <a:pt x="868" y="213"/>
                      </a:cubicBezTo>
                      <a:cubicBezTo>
                        <a:pt x="635" y="279"/>
                        <a:pt x="368" y="279"/>
                        <a:pt x="134" y="313"/>
                      </a:cubicBezTo>
                      <a:cubicBezTo>
                        <a:pt x="1" y="313"/>
                        <a:pt x="1" y="513"/>
                        <a:pt x="134" y="513"/>
                      </a:cubicBezTo>
                      <a:cubicBezTo>
                        <a:pt x="243" y="526"/>
                        <a:pt x="354" y="533"/>
                        <a:pt x="464" y="533"/>
                      </a:cubicBezTo>
                      <a:cubicBezTo>
                        <a:pt x="896" y="533"/>
                        <a:pt x="1331" y="432"/>
                        <a:pt x="1702" y="246"/>
                      </a:cubicBezTo>
                      <a:cubicBezTo>
                        <a:pt x="1819" y="187"/>
                        <a:pt x="1782" y="1"/>
                        <a:pt x="1659" y="1"/>
                      </a:cubicBezTo>
                      <a:close/>
                    </a:path>
                  </a:pathLst>
                </a:custGeom>
                <a:solidFill>
                  <a:srgbClr val="C46345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88" name="Google Shape;3088;p68"/>
                <p:cNvSpPr/>
                <p:nvPr/>
              </p:nvSpPr>
              <p:spPr>
                <a:xfrm>
                  <a:off x="6651036" y="2315899"/>
                  <a:ext cx="71592" cy="618366"/>
                </a:xfrm>
                <a:custGeom>
                  <a:rect b="b" l="l" r="r" t="t"/>
                  <a:pathLst>
                    <a:path extrusionOk="0" h="29747" w="3444">
                      <a:moveTo>
                        <a:pt x="121" y="1"/>
                      </a:moveTo>
                      <a:cubicBezTo>
                        <a:pt x="60" y="1"/>
                        <a:pt x="0" y="71"/>
                        <a:pt x="24" y="142"/>
                      </a:cubicBezTo>
                      <a:cubicBezTo>
                        <a:pt x="858" y="1743"/>
                        <a:pt x="858" y="3678"/>
                        <a:pt x="1025" y="5446"/>
                      </a:cubicBezTo>
                      <a:cubicBezTo>
                        <a:pt x="1191" y="7381"/>
                        <a:pt x="1325" y="9315"/>
                        <a:pt x="1492" y="11250"/>
                      </a:cubicBezTo>
                      <a:cubicBezTo>
                        <a:pt x="1825" y="15186"/>
                        <a:pt x="2159" y="19089"/>
                        <a:pt x="2492" y="22992"/>
                      </a:cubicBezTo>
                      <a:cubicBezTo>
                        <a:pt x="2693" y="25193"/>
                        <a:pt x="2893" y="27395"/>
                        <a:pt x="3059" y="29597"/>
                      </a:cubicBezTo>
                      <a:cubicBezTo>
                        <a:pt x="3076" y="29697"/>
                        <a:pt x="3176" y="29747"/>
                        <a:pt x="3268" y="29747"/>
                      </a:cubicBezTo>
                      <a:cubicBezTo>
                        <a:pt x="3360" y="29747"/>
                        <a:pt x="3443" y="29697"/>
                        <a:pt x="3426" y="29597"/>
                      </a:cubicBezTo>
                      <a:cubicBezTo>
                        <a:pt x="3093" y="25627"/>
                        <a:pt x="2726" y="21691"/>
                        <a:pt x="2359" y="17755"/>
                      </a:cubicBezTo>
                      <a:lnTo>
                        <a:pt x="2359" y="17721"/>
                      </a:lnTo>
                      <a:cubicBezTo>
                        <a:pt x="1992" y="13785"/>
                        <a:pt x="1658" y="9816"/>
                        <a:pt x="1258" y="5846"/>
                      </a:cubicBezTo>
                      <a:cubicBezTo>
                        <a:pt x="1091" y="3912"/>
                        <a:pt x="1125" y="1810"/>
                        <a:pt x="191" y="42"/>
                      </a:cubicBezTo>
                      <a:cubicBezTo>
                        <a:pt x="171" y="13"/>
                        <a:pt x="146" y="1"/>
                        <a:pt x="121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89" name="Google Shape;3089;p68"/>
                <p:cNvSpPr/>
                <p:nvPr/>
              </p:nvSpPr>
              <p:spPr>
                <a:xfrm>
                  <a:off x="6456278" y="2957152"/>
                  <a:ext cx="66291" cy="261403"/>
                </a:xfrm>
                <a:custGeom>
                  <a:rect b="b" l="l" r="r" t="t"/>
                  <a:pathLst>
                    <a:path extrusionOk="0" h="12575" w="3189">
                      <a:moveTo>
                        <a:pt x="3035" y="0"/>
                      </a:moveTo>
                      <a:cubicBezTo>
                        <a:pt x="2999" y="0"/>
                        <a:pt x="2967" y="15"/>
                        <a:pt x="2955" y="50"/>
                      </a:cubicBezTo>
                      <a:cubicBezTo>
                        <a:pt x="2755" y="517"/>
                        <a:pt x="2688" y="1084"/>
                        <a:pt x="2555" y="1584"/>
                      </a:cubicBezTo>
                      <a:cubicBezTo>
                        <a:pt x="2421" y="2084"/>
                        <a:pt x="2321" y="2585"/>
                        <a:pt x="2188" y="3085"/>
                      </a:cubicBezTo>
                      <a:cubicBezTo>
                        <a:pt x="1954" y="4119"/>
                        <a:pt x="1687" y="5153"/>
                        <a:pt x="1454" y="6187"/>
                      </a:cubicBezTo>
                      <a:cubicBezTo>
                        <a:pt x="954" y="8289"/>
                        <a:pt x="487" y="10357"/>
                        <a:pt x="20" y="12425"/>
                      </a:cubicBezTo>
                      <a:cubicBezTo>
                        <a:pt x="0" y="12522"/>
                        <a:pt x="71" y="12574"/>
                        <a:pt x="141" y="12574"/>
                      </a:cubicBezTo>
                      <a:cubicBezTo>
                        <a:pt x="190" y="12574"/>
                        <a:pt x="239" y="12547"/>
                        <a:pt x="253" y="12492"/>
                      </a:cubicBezTo>
                      <a:cubicBezTo>
                        <a:pt x="753" y="10424"/>
                        <a:pt x="1254" y="8355"/>
                        <a:pt x="1754" y="6287"/>
                      </a:cubicBezTo>
                      <a:cubicBezTo>
                        <a:pt x="1988" y="5253"/>
                        <a:pt x="2255" y="4186"/>
                        <a:pt x="2488" y="3152"/>
                      </a:cubicBezTo>
                      <a:cubicBezTo>
                        <a:pt x="2588" y="2651"/>
                        <a:pt x="2722" y="2151"/>
                        <a:pt x="2822" y="1651"/>
                      </a:cubicBezTo>
                      <a:cubicBezTo>
                        <a:pt x="2955" y="1150"/>
                        <a:pt x="3155" y="617"/>
                        <a:pt x="3189" y="116"/>
                      </a:cubicBezTo>
                      <a:cubicBezTo>
                        <a:pt x="3189" y="51"/>
                        <a:pt x="3104" y="0"/>
                        <a:pt x="3035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90" name="Google Shape;3090;p68"/>
                <p:cNvSpPr/>
                <p:nvPr/>
              </p:nvSpPr>
              <p:spPr>
                <a:xfrm>
                  <a:off x="6447984" y="3489998"/>
                  <a:ext cx="568289" cy="701890"/>
                </a:xfrm>
                <a:custGeom>
                  <a:rect b="b" l="l" r="r" t="t"/>
                  <a:pathLst>
                    <a:path extrusionOk="0" h="33765" w="27338">
                      <a:moveTo>
                        <a:pt x="22334" y="11743"/>
                      </a:moveTo>
                      <a:cubicBezTo>
                        <a:pt x="22501" y="12644"/>
                        <a:pt x="22701" y="13578"/>
                        <a:pt x="22901" y="14512"/>
                      </a:cubicBezTo>
                      <a:cubicBezTo>
                        <a:pt x="23235" y="16113"/>
                        <a:pt x="23535" y="17714"/>
                        <a:pt x="23869" y="19349"/>
                      </a:cubicBezTo>
                      <a:cubicBezTo>
                        <a:pt x="22835" y="18948"/>
                        <a:pt x="21734" y="18615"/>
                        <a:pt x="20700" y="18248"/>
                      </a:cubicBezTo>
                      <a:cubicBezTo>
                        <a:pt x="19432" y="17814"/>
                        <a:pt x="18165" y="17381"/>
                        <a:pt x="16930" y="16947"/>
                      </a:cubicBezTo>
                      <a:cubicBezTo>
                        <a:pt x="15896" y="16613"/>
                        <a:pt x="14862" y="16246"/>
                        <a:pt x="13828" y="15880"/>
                      </a:cubicBezTo>
                      <a:cubicBezTo>
                        <a:pt x="15463" y="15246"/>
                        <a:pt x="17097" y="14612"/>
                        <a:pt x="18665" y="13811"/>
                      </a:cubicBezTo>
                      <a:cubicBezTo>
                        <a:pt x="19699" y="13311"/>
                        <a:pt x="20700" y="12744"/>
                        <a:pt x="21634" y="12077"/>
                      </a:cubicBezTo>
                      <a:cubicBezTo>
                        <a:pt x="21867" y="11977"/>
                        <a:pt x="22101" y="11843"/>
                        <a:pt x="22334" y="11743"/>
                      </a:cubicBezTo>
                      <a:close/>
                      <a:moveTo>
                        <a:pt x="5289" y="13511"/>
                      </a:moveTo>
                      <a:cubicBezTo>
                        <a:pt x="5422" y="13611"/>
                        <a:pt x="5556" y="13645"/>
                        <a:pt x="5722" y="13711"/>
                      </a:cubicBezTo>
                      <a:cubicBezTo>
                        <a:pt x="6023" y="13845"/>
                        <a:pt x="6356" y="13978"/>
                        <a:pt x="6690" y="14112"/>
                      </a:cubicBezTo>
                      <a:cubicBezTo>
                        <a:pt x="7324" y="14345"/>
                        <a:pt x="7991" y="14545"/>
                        <a:pt x="8624" y="14779"/>
                      </a:cubicBezTo>
                      <a:cubicBezTo>
                        <a:pt x="9759" y="15179"/>
                        <a:pt x="10926" y="15579"/>
                        <a:pt x="12094" y="15980"/>
                      </a:cubicBezTo>
                      <a:cubicBezTo>
                        <a:pt x="12060" y="15980"/>
                        <a:pt x="12027" y="15980"/>
                        <a:pt x="11994" y="16013"/>
                      </a:cubicBezTo>
                      <a:cubicBezTo>
                        <a:pt x="9659" y="16914"/>
                        <a:pt x="7324" y="17848"/>
                        <a:pt x="5122" y="19115"/>
                      </a:cubicBezTo>
                      <a:cubicBezTo>
                        <a:pt x="4655" y="19349"/>
                        <a:pt x="4155" y="19582"/>
                        <a:pt x="3688" y="19816"/>
                      </a:cubicBezTo>
                      <a:cubicBezTo>
                        <a:pt x="4188" y="17714"/>
                        <a:pt x="4755" y="15613"/>
                        <a:pt x="5289" y="13511"/>
                      </a:cubicBezTo>
                      <a:close/>
                      <a:moveTo>
                        <a:pt x="8620" y="0"/>
                      </a:moveTo>
                      <a:cubicBezTo>
                        <a:pt x="8531" y="0"/>
                        <a:pt x="8445" y="49"/>
                        <a:pt x="8391" y="168"/>
                      </a:cubicBezTo>
                      <a:cubicBezTo>
                        <a:pt x="8124" y="669"/>
                        <a:pt x="7991" y="1202"/>
                        <a:pt x="7824" y="1736"/>
                      </a:cubicBezTo>
                      <a:cubicBezTo>
                        <a:pt x="7690" y="2303"/>
                        <a:pt x="7524" y="2837"/>
                        <a:pt x="7357" y="3371"/>
                      </a:cubicBezTo>
                      <a:cubicBezTo>
                        <a:pt x="7057" y="4438"/>
                        <a:pt x="6723" y="5505"/>
                        <a:pt x="6423" y="6573"/>
                      </a:cubicBezTo>
                      <a:cubicBezTo>
                        <a:pt x="5822" y="8708"/>
                        <a:pt x="5255" y="10843"/>
                        <a:pt x="4688" y="13011"/>
                      </a:cubicBezTo>
                      <a:cubicBezTo>
                        <a:pt x="3521" y="17314"/>
                        <a:pt x="2420" y="21684"/>
                        <a:pt x="1486" y="26054"/>
                      </a:cubicBezTo>
                      <a:cubicBezTo>
                        <a:pt x="1219" y="27254"/>
                        <a:pt x="952" y="28489"/>
                        <a:pt x="685" y="29723"/>
                      </a:cubicBezTo>
                      <a:cubicBezTo>
                        <a:pt x="452" y="30924"/>
                        <a:pt x="185" y="32158"/>
                        <a:pt x="18" y="33392"/>
                      </a:cubicBezTo>
                      <a:cubicBezTo>
                        <a:pt x="0" y="33500"/>
                        <a:pt x="100" y="33560"/>
                        <a:pt x="200" y="33560"/>
                      </a:cubicBezTo>
                      <a:cubicBezTo>
                        <a:pt x="285" y="33560"/>
                        <a:pt x="370" y="33517"/>
                        <a:pt x="385" y="33425"/>
                      </a:cubicBezTo>
                      <a:cubicBezTo>
                        <a:pt x="719" y="32358"/>
                        <a:pt x="919" y="31291"/>
                        <a:pt x="1186" y="30190"/>
                      </a:cubicBezTo>
                      <a:cubicBezTo>
                        <a:pt x="1453" y="29122"/>
                        <a:pt x="1686" y="28055"/>
                        <a:pt x="1953" y="26954"/>
                      </a:cubicBezTo>
                      <a:cubicBezTo>
                        <a:pt x="2387" y="25120"/>
                        <a:pt x="2820" y="23285"/>
                        <a:pt x="3287" y="21417"/>
                      </a:cubicBezTo>
                      <a:cubicBezTo>
                        <a:pt x="3454" y="21317"/>
                        <a:pt x="3487" y="21083"/>
                        <a:pt x="3387" y="20950"/>
                      </a:cubicBezTo>
                      <a:cubicBezTo>
                        <a:pt x="3487" y="20883"/>
                        <a:pt x="3554" y="20816"/>
                        <a:pt x="3621" y="20783"/>
                      </a:cubicBezTo>
                      <a:cubicBezTo>
                        <a:pt x="3754" y="20683"/>
                        <a:pt x="3888" y="20583"/>
                        <a:pt x="4021" y="20483"/>
                      </a:cubicBezTo>
                      <a:cubicBezTo>
                        <a:pt x="4321" y="20283"/>
                        <a:pt x="4622" y="20116"/>
                        <a:pt x="4922" y="19916"/>
                      </a:cubicBezTo>
                      <a:cubicBezTo>
                        <a:pt x="5522" y="19549"/>
                        <a:pt x="6156" y="19215"/>
                        <a:pt x="6790" y="18882"/>
                      </a:cubicBezTo>
                      <a:cubicBezTo>
                        <a:pt x="8057" y="18215"/>
                        <a:pt x="9392" y="17647"/>
                        <a:pt x="10726" y="17114"/>
                      </a:cubicBezTo>
                      <a:cubicBezTo>
                        <a:pt x="11460" y="16814"/>
                        <a:pt x="12194" y="16547"/>
                        <a:pt x="12928" y="16246"/>
                      </a:cubicBezTo>
                      <a:cubicBezTo>
                        <a:pt x="15296" y="17047"/>
                        <a:pt x="17631" y="17881"/>
                        <a:pt x="19999" y="18682"/>
                      </a:cubicBezTo>
                      <a:cubicBezTo>
                        <a:pt x="20733" y="18948"/>
                        <a:pt x="21434" y="19182"/>
                        <a:pt x="22134" y="19449"/>
                      </a:cubicBezTo>
                      <a:cubicBezTo>
                        <a:pt x="22768" y="19649"/>
                        <a:pt x="23402" y="19882"/>
                        <a:pt x="24002" y="20083"/>
                      </a:cubicBezTo>
                      <a:cubicBezTo>
                        <a:pt x="24469" y="22284"/>
                        <a:pt x="24903" y="24486"/>
                        <a:pt x="25370" y="26687"/>
                      </a:cubicBezTo>
                      <a:cubicBezTo>
                        <a:pt x="25570" y="27821"/>
                        <a:pt x="25803" y="28956"/>
                        <a:pt x="26037" y="30090"/>
                      </a:cubicBezTo>
                      <a:cubicBezTo>
                        <a:pt x="26137" y="30657"/>
                        <a:pt x="26270" y="31257"/>
                        <a:pt x="26370" y="31824"/>
                      </a:cubicBezTo>
                      <a:cubicBezTo>
                        <a:pt x="26504" y="32391"/>
                        <a:pt x="26571" y="33025"/>
                        <a:pt x="26771" y="33559"/>
                      </a:cubicBezTo>
                      <a:cubicBezTo>
                        <a:pt x="26817" y="33697"/>
                        <a:pt x="26941" y="33765"/>
                        <a:pt x="27061" y="33765"/>
                      </a:cubicBezTo>
                      <a:cubicBezTo>
                        <a:pt x="27202" y="33765"/>
                        <a:pt x="27338" y="33672"/>
                        <a:pt x="27338" y="33492"/>
                      </a:cubicBezTo>
                      <a:cubicBezTo>
                        <a:pt x="27304" y="32992"/>
                        <a:pt x="27204" y="32491"/>
                        <a:pt x="27104" y="31991"/>
                      </a:cubicBezTo>
                      <a:cubicBezTo>
                        <a:pt x="27004" y="31491"/>
                        <a:pt x="26904" y="30990"/>
                        <a:pt x="26804" y="30490"/>
                      </a:cubicBezTo>
                      <a:cubicBezTo>
                        <a:pt x="26604" y="29456"/>
                        <a:pt x="26370" y="28422"/>
                        <a:pt x="26170" y="27388"/>
                      </a:cubicBezTo>
                      <a:cubicBezTo>
                        <a:pt x="25770" y="25353"/>
                        <a:pt x="25370" y="23352"/>
                        <a:pt x="24936" y="21317"/>
                      </a:cubicBezTo>
                      <a:cubicBezTo>
                        <a:pt x="24869" y="20883"/>
                        <a:pt x="24769" y="20450"/>
                        <a:pt x="24669" y="20016"/>
                      </a:cubicBezTo>
                      <a:cubicBezTo>
                        <a:pt x="24736" y="19916"/>
                        <a:pt x="24703" y="19749"/>
                        <a:pt x="24603" y="19649"/>
                      </a:cubicBezTo>
                      <a:cubicBezTo>
                        <a:pt x="23869" y="16146"/>
                        <a:pt x="23135" y="12644"/>
                        <a:pt x="22401" y="9141"/>
                      </a:cubicBezTo>
                      <a:cubicBezTo>
                        <a:pt x="22167" y="8007"/>
                        <a:pt x="21901" y="6906"/>
                        <a:pt x="21667" y="5772"/>
                      </a:cubicBezTo>
                      <a:cubicBezTo>
                        <a:pt x="21400" y="4605"/>
                        <a:pt x="21200" y="3437"/>
                        <a:pt x="20833" y="2303"/>
                      </a:cubicBezTo>
                      <a:cubicBezTo>
                        <a:pt x="20801" y="2224"/>
                        <a:pt x="20716" y="2182"/>
                        <a:pt x="20636" y="2182"/>
                      </a:cubicBezTo>
                      <a:cubicBezTo>
                        <a:pt x="20548" y="2182"/>
                        <a:pt x="20466" y="2232"/>
                        <a:pt x="20466" y="2337"/>
                      </a:cubicBezTo>
                      <a:cubicBezTo>
                        <a:pt x="20566" y="3371"/>
                        <a:pt x="20800" y="4338"/>
                        <a:pt x="21000" y="5339"/>
                      </a:cubicBezTo>
                      <a:cubicBezTo>
                        <a:pt x="21200" y="6373"/>
                        <a:pt x="21434" y="7407"/>
                        <a:pt x="21634" y="8441"/>
                      </a:cubicBezTo>
                      <a:cubicBezTo>
                        <a:pt x="21834" y="9375"/>
                        <a:pt x="22034" y="10309"/>
                        <a:pt x="22201" y="11243"/>
                      </a:cubicBezTo>
                      <a:cubicBezTo>
                        <a:pt x="21634" y="11476"/>
                        <a:pt x="21100" y="11777"/>
                        <a:pt x="20533" y="12043"/>
                      </a:cubicBezTo>
                      <a:cubicBezTo>
                        <a:pt x="19933" y="12344"/>
                        <a:pt x="19299" y="12644"/>
                        <a:pt x="18698" y="12911"/>
                      </a:cubicBezTo>
                      <a:cubicBezTo>
                        <a:pt x="17431" y="13511"/>
                        <a:pt x="16163" y="14112"/>
                        <a:pt x="14896" y="14679"/>
                      </a:cubicBezTo>
                      <a:cubicBezTo>
                        <a:pt x="14228" y="14979"/>
                        <a:pt x="13595" y="15279"/>
                        <a:pt x="12928" y="15579"/>
                      </a:cubicBezTo>
                      <a:cubicBezTo>
                        <a:pt x="11727" y="15179"/>
                        <a:pt x="10526" y="14779"/>
                        <a:pt x="9325" y="14378"/>
                      </a:cubicBezTo>
                      <a:cubicBezTo>
                        <a:pt x="8624" y="14145"/>
                        <a:pt x="7957" y="13911"/>
                        <a:pt x="7257" y="13678"/>
                      </a:cubicBezTo>
                      <a:cubicBezTo>
                        <a:pt x="6890" y="13578"/>
                        <a:pt x="6523" y="13444"/>
                        <a:pt x="6189" y="13344"/>
                      </a:cubicBezTo>
                      <a:cubicBezTo>
                        <a:pt x="5923" y="13278"/>
                        <a:pt x="5656" y="13178"/>
                        <a:pt x="5389" y="13178"/>
                      </a:cubicBezTo>
                      <a:cubicBezTo>
                        <a:pt x="5889" y="11310"/>
                        <a:pt x="6390" y="9475"/>
                        <a:pt x="6923" y="7607"/>
                      </a:cubicBezTo>
                      <a:cubicBezTo>
                        <a:pt x="7257" y="6439"/>
                        <a:pt x="7590" y="5239"/>
                        <a:pt x="7924" y="4071"/>
                      </a:cubicBezTo>
                      <a:cubicBezTo>
                        <a:pt x="8091" y="3471"/>
                        <a:pt x="8291" y="2870"/>
                        <a:pt x="8458" y="2270"/>
                      </a:cubicBezTo>
                      <a:cubicBezTo>
                        <a:pt x="8658" y="1669"/>
                        <a:pt x="8891" y="1069"/>
                        <a:pt x="8958" y="435"/>
                      </a:cubicBezTo>
                      <a:cubicBezTo>
                        <a:pt x="9003" y="210"/>
                        <a:pt x="8805" y="0"/>
                        <a:pt x="862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91" name="Google Shape;3091;p68"/>
                <p:cNvSpPr/>
                <p:nvPr/>
              </p:nvSpPr>
              <p:spPr>
                <a:xfrm>
                  <a:off x="6346666" y="2806421"/>
                  <a:ext cx="793043" cy="756436"/>
                </a:xfrm>
                <a:custGeom>
                  <a:rect b="b" l="l" r="r" t="t"/>
                  <a:pathLst>
                    <a:path extrusionOk="0" h="36389" w="38150">
                      <a:moveTo>
                        <a:pt x="28504" y="0"/>
                      </a:moveTo>
                      <a:cubicBezTo>
                        <a:pt x="27240" y="0"/>
                        <a:pt x="25981" y="201"/>
                        <a:pt x="24840" y="562"/>
                      </a:cubicBezTo>
                      <a:cubicBezTo>
                        <a:pt x="20437" y="1963"/>
                        <a:pt x="18836" y="6066"/>
                        <a:pt x="17935" y="10369"/>
                      </a:cubicBezTo>
                      <a:cubicBezTo>
                        <a:pt x="17234" y="13839"/>
                        <a:pt x="16968" y="17441"/>
                        <a:pt x="15833" y="20810"/>
                      </a:cubicBezTo>
                      <a:cubicBezTo>
                        <a:pt x="15400" y="22078"/>
                        <a:pt x="14833" y="23345"/>
                        <a:pt x="14066" y="24480"/>
                      </a:cubicBezTo>
                      <a:cubicBezTo>
                        <a:pt x="12831" y="26348"/>
                        <a:pt x="11163" y="27849"/>
                        <a:pt x="9095" y="28549"/>
                      </a:cubicBezTo>
                      <a:cubicBezTo>
                        <a:pt x="7461" y="29083"/>
                        <a:pt x="5626" y="29116"/>
                        <a:pt x="4125" y="29950"/>
                      </a:cubicBezTo>
                      <a:cubicBezTo>
                        <a:pt x="1" y="32223"/>
                        <a:pt x="2168" y="36331"/>
                        <a:pt x="6072" y="36331"/>
                      </a:cubicBezTo>
                      <a:cubicBezTo>
                        <a:pt x="6178" y="36331"/>
                        <a:pt x="6285" y="36327"/>
                        <a:pt x="6393" y="36321"/>
                      </a:cubicBezTo>
                      <a:cubicBezTo>
                        <a:pt x="8420" y="36208"/>
                        <a:pt x="10457" y="36148"/>
                        <a:pt x="12493" y="36148"/>
                      </a:cubicBezTo>
                      <a:cubicBezTo>
                        <a:pt x="14043" y="36148"/>
                        <a:pt x="15592" y="36183"/>
                        <a:pt x="17134" y="36255"/>
                      </a:cubicBezTo>
                      <a:cubicBezTo>
                        <a:pt x="18513" y="36308"/>
                        <a:pt x="19883" y="36389"/>
                        <a:pt x="21248" y="36389"/>
                      </a:cubicBezTo>
                      <a:cubicBezTo>
                        <a:pt x="22459" y="36389"/>
                        <a:pt x="23666" y="36325"/>
                        <a:pt x="24873" y="36121"/>
                      </a:cubicBezTo>
                      <a:cubicBezTo>
                        <a:pt x="27175" y="35754"/>
                        <a:pt x="30978" y="34420"/>
                        <a:pt x="32012" y="32118"/>
                      </a:cubicBezTo>
                      <a:cubicBezTo>
                        <a:pt x="34447" y="26915"/>
                        <a:pt x="36148" y="21377"/>
                        <a:pt x="37182" y="15707"/>
                      </a:cubicBezTo>
                      <a:cubicBezTo>
                        <a:pt x="37983" y="11203"/>
                        <a:pt x="38149" y="6033"/>
                        <a:pt x="35114" y="2597"/>
                      </a:cubicBezTo>
                      <a:cubicBezTo>
                        <a:pt x="33459" y="766"/>
                        <a:pt x="30973" y="0"/>
                        <a:pt x="2850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92" name="Google Shape;3092;p68"/>
                <p:cNvSpPr/>
                <p:nvPr/>
              </p:nvSpPr>
              <p:spPr>
                <a:xfrm>
                  <a:off x="4801801" y="3523091"/>
                  <a:ext cx="568309" cy="701744"/>
                </a:xfrm>
                <a:custGeom>
                  <a:rect b="b" l="l" r="r" t="t"/>
                  <a:pathLst>
                    <a:path extrusionOk="0" h="33758" w="27339">
                      <a:moveTo>
                        <a:pt x="22302" y="11719"/>
                      </a:moveTo>
                      <a:cubicBezTo>
                        <a:pt x="22502" y="12653"/>
                        <a:pt x="22702" y="13554"/>
                        <a:pt x="22869" y="14488"/>
                      </a:cubicBezTo>
                      <a:cubicBezTo>
                        <a:pt x="23203" y="16089"/>
                        <a:pt x="23536" y="17723"/>
                        <a:pt x="23870" y="19325"/>
                      </a:cubicBezTo>
                      <a:cubicBezTo>
                        <a:pt x="22836" y="18924"/>
                        <a:pt x="21735" y="18591"/>
                        <a:pt x="20701" y="18224"/>
                      </a:cubicBezTo>
                      <a:lnTo>
                        <a:pt x="20668" y="18224"/>
                      </a:lnTo>
                      <a:cubicBezTo>
                        <a:pt x="19433" y="17790"/>
                        <a:pt x="18166" y="17390"/>
                        <a:pt x="16932" y="16956"/>
                      </a:cubicBezTo>
                      <a:cubicBezTo>
                        <a:pt x="15897" y="16589"/>
                        <a:pt x="14863" y="16222"/>
                        <a:pt x="13829" y="15889"/>
                      </a:cubicBezTo>
                      <a:cubicBezTo>
                        <a:pt x="15464" y="15255"/>
                        <a:pt x="17098" y="14588"/>
                        <a:pt x="18666" y="13821"/>
                      </a:cubicBezTo>
                      <a:cubicBezTo>
                        <a:pt x="19700" y="13287"/>
                        <a:pt x="20701" y="12720"/>
                        <a:pt x="21635" y="12053"/>
                      </a:cubicBezTo>
                      <a:cubicBezTo>
                        <a:pt x="21868" y="11953"/>
                        <a:pt x="22102" y="11852"/>
                        <a:pt x="22302" y="11719"/>
                      </a:cubicBezTo>
                      <a:close/>
                      <a:moveTo>
                        <a:pt x="5290" y="13520"/>
                      </a:moveTo>
                      <a:cubicBezTo>
                        <a:pt x="5423" y="13587"/>
                        <a:pt x="5523" y="13654"/>
                        <a:pt x="5690" y="13720"/>
                      </a:cubicBezTo>
                      <a:cubicBezTo>
                        <a:pt x="6024" y="13854"/>
                        <a:pt x="6357" y="13954"/>
                        <a:pt x="6691" y="14087"/>
                      </a:cubicBezTo>
                      <a:cubicBezTo>
                        <a:pt x="7325" y="14321"/>
                        <a:pt x="7958" y="14554"/>
                        <a:pt x="8592" y="14755"/>
                      </a:cubicBezTo>
                      <a:cubicBezTo>
                        <a:pt x="9760" y="15155"/>
                        <a:pt x="10927" y="15555"/>
                        <a:pt x="12095" y="15955"/>
                      </a:cubicBezTo>
                      <a:cubicBezTo>
                        <a:pt x="12061" y="15955"/>
                        <a:pt x="12028" y="15989"/>
                        <a:pt x="11995" y="15989"/>
                      </a:cubicBezTo>
                      <a:cubicBezTo>
                        <a:pt x="9660" y="16889"/>
                        <a:pt x="7325" y="17857"/>
                        <a:pt x="5123" y="19124"/>
                      </a:cubicBezTo>
                      <a:cubicBezTo>
                        <a:pt x="4656" y="19358"/>
                        <a:pt x="4156" y="19591"/>
                        <a:pt x="3655" y="19825"/>
                      </a:cubicBezTo>
                      <a:cubicBezTo>
                        <a:pt x="4189" y="17723"/>
                        <a:pt x="4723" y="15588"/>
                        <a:pt x="5290" y="13520"/>
                      </a:cubicBezTo>
                      <a:close/>
                      <a:moveTo>
                        <a:pt x="8603" y="1"/>
                      </a:moveTo>
                      <a:cubicBezTo>
                        <a:pt x="8508" y="1"/>
                        <a:pt x="8416" y="52"/>
                        <a:pt x="8359" y="177"/>
                      </a:cubicBezTo>
                      <a:cubicBezTo>
                        <a:pt x="8125" y="678"/>
                        <a:pt x="7992" y="1212"/>
                        <a:pt x="7825" y="1745"/>
                      </a:cubicBezTo>
                      <a:cubicBezTo>
                        <a:pt x="7658" y="2279"/>
                        <a:pt x="7491" y="2813"/>
                        <a:pt x="7358" y="3380"/>
                      </a:cubicBezTo>
                      <a:cubicBezTo>
                        <a:pt x="7024" y="4414"/>
                        <a:pt x="6724" y="5481"/>
                        <a:pt x="6424" y="6549"/>
                      </a:cubicBezTo>
                      <a:cubicBezTo>
                        <a:pt x="5824" y="8684"/>
                        <a:pt x="5223" y="10852"/>
                        <a:pt x="4656" y="12987"/>
                      </a:cubicBezTo>
                      <a:cubicBezTo>
                        <a:pt x="3522" y="17323"/>
                        <a:pt x="2421" y="21660"/>
                        <a:pt x="1454" y="26029"/>
                      </a:cubicBezTo>
                      <a:cubicBezTo>
                        <a:pt x="1187" y="27264"/>
                        <a:pt x="920" y="28464"/>
                        <a:pt x="687" y="29699"/>
                      </a:cubicBezTo>
                      <a:cubicBezTo>
                        <a:pt x="453" y="30933"/>
                        <a:pt x="153" y="32134"/>
                        <a:pt x="19" y="33368"/>
                      </a:cubicBezTo>
                      <a:cubicBezTo>
                        <a:pt x="1" y="33498"/>
                        <a:pt x="96" y="33566"/>
                        <a:pt x="196" y="33566"/>
                      </a:cubicBezTo>
                      <a:cubicBezTo>
                        <a:pt x="275" y="33566"/>
                        <a:pt x="357" y="33523"/>
                        <a:pt x="386" y="33435"/>
                      </a:cubicBezTo>
                      <a:cubicBezTo>
                        <a:pt x="720" y="32367"/>
                        <a:pt x="920" y="31266"/>
                        <a:pt x="1187" y="30199"/>
                      </a:cubicBezTo>
                      <a:cubicBezTo>
                        <a:pt x="1420" y="29098"/>
                        <a:pt x="1687" y="28031"/>
                        <a:pt x="1954" y="26963"/>
                      </a:cubicBezTo>
                      <a:cubicBezTo>
                        <a:pt x="2388" y="25095"/>
                        <a:pt x="2821" y="23261"/>
                        <a:pt x="3255" y="21426"/>
                      </a:cubicBezTo>
                      <a:cubicBezTo>
                        <a:pt x="3422" y="21293"/>
                        <a:pt x="3489" y="21059"/>
                        <a:pt x="3389" y="20926"/>
                      </a:cubicBezTo>
                      <a:cubicBezTo>
                        <a:pt x="3455" y="20859"/>
                        <a:pt x="3555" y="20826"/>
                        <a:pt x="3622" y="20759"/>
                      </a:cubicBezTo>
                      <a:cubicBezTo>
                        <a:pt x="3755" y="20659"/>
                        <a:pt x="3889" y="20559"/>
                        <a:pt x="4022" y="20492"/>
                      </a:cubicBezTo>
                      <a:cubicBezTo>
                        <a:pt x="4323" y="20292"/>
                        <a:pt x="4623" y="20092"/>
                        <a:pt x="4923" y="19925"/>
                      </a:cubicBezTo>
                      <a:cubicBezTo>
                        <a:pt x="5523" y="19525"/>
                        <a:pt x="6157" y="19191"/>
                        <a:pt x="6791" y="18858"/>
                      </a:cubicBezTo>
                      <a:cubicBezTo>
                        <a:pt x="8059" y="18224"/>
                        <a:pt x="9393" y="17657"/>
                        <a:pt x="10727" y="17090"/>
                      </a:cubicBezTo>
                      <a:cubicBezTo>
                        <a:pt x="11428" y="16823"/>
                        <a:pt x="12161" y="16522"/>
                        <a:pt x="12895" y="16256"/>
                      </a:cubicBezTo>
                      <a:cubicBezTo>
                        <a:pt x="15264" y="17056"/>
                        <a:pt x="17632" y="17857"/>
                        <a:pt x="20000" y="18691"/>
                      </a:cubicBezTo>
                      <a:cubicBezTo>
                        <a:pt x="20701" y="18924"/>
                        <a:pt x="21435" y="19191"/>
                        <a:pt x="22135" y="19425"/>
                      </a:cubicBezTo>
                      <a:cubicBezTo>
                        <a:pt x="22769" y="19625"/>
                        <a:pt x="23369" y="19892"/>
                        <a:pt x="24003" y="20092"/>
                      </a:cubicBezTo>
                      <a:cubicBezTo>
                        <a:pt x="24437" y="22293"/>
                        <a:pt x="24904" y="24462"/>
                        <a:pt x="25338" y="26663"/>
                      </a:cubicBezTo>
                      <a:cubicBezTo>
                        <a:pt x="25571" y="27797"/>
                        <a:pt x="25805" y="28931"/>
                        <a:pt x="26005" y="30066"/>
                      </a:cubicBezTo>
                      <a:cubicBezTo>
                        <a:pt x="26138" y="30633"/>
                        <a:pt x="26238" y="31233"/>
                        <a:pt x="26372" y="31800"/>
                      </a:cubicBezTo>
                      <a:cubicBezTo>
                        <a:pt x="26472" y="32401"/>
                        <a:pt x="26538" y="33001"/>
                        <a:pt x="26772" y="33568"/>
                      </a:cubicBezTo>
                      <a:cubicBezTo>
                        <a:pt x="26818" y="33691"/>
                        <a:pt x="26942" y="33757"/>
                        <a:pt x="27062" y="33757"/>
                      </a:cubicBezTo>
                      <a:cubicBezTo>
                        <a:pt x="27203" y="33757"/>
                        <a:pt x="27339" y="33666"/>
                        <a:pt x="27339" y="33468"/>
                      </a:cubicBezTo>
                      <a:cubicBezTo>
                        <a:pt x="27306" y="32968"/>
                        <a:pt x="27172" y="32467"/>
                        <a:pt x="27072" y="32000"/>
                      </a:cubicBezTo>
                      <a:lnTo>
                        <a:pt x="27105" y="32000"/>
                      </a:lnTo>
                      <a:cubicBezTo>
                        <a:pt x="27005" y="31500"/>
                        <a:pt x="26905" y="30966"/>
                        <a:pt x="26805" y="30466"/>
                      </a:cubicBezTo>
                      <a:cubicBezTo>
                        <a:pt x="26572" y="29432"/>
                        <a:pt x="26372" y="28398"/>
                        <a:pt x="26171" y="27364"/>
                      </a:cubicBezTo>
                      <a:cubicBezTo>
                        <a:pt x="25771" y="25362"/>
                        <a:pt x="25338" y="23327"/>
                        <a:pt x="24937" y="21326"/>
                      </a:cubicBezTo>
                      <a:cubicBezTo>
                        <a:pt x="24837" y="20859"/>
                        <a:pt x="24770" y="20459"/>
                        <a:pt x="24670" y="20025"/>
                      </a:cubicBezTo>
                      <a:cubicBezTo>
                        <a:pt x="24737" y="19892"/>
                        <a:pt x="24704" y="19725"/>
                        <a:pt x="24604" y="19625"/>
                      </a:cubicBezTo>
                      <a:cubicBezTo>
                        <a:pt x="23870" y="16122"/>
                        <a:pt x="23136" y="12620"/>
                        <a:pt x="22402" y="9117"/>
                      </a:cubicBezTo>
                      <a:cubicBezTo>
                        <a:pt x="22135" y="8016"/>
                        <a:pt x="21902" y="6882"/>
                        <a:pt x="21668" y="5748"/>
                      </a:cubicBezTo>
                      <a:cubicBezTo>
                        <a:pt x="21401" y="4614"/>
                        <a:pt x="21201" y="3413"/>
                        <a:pt x="20801" y="2279"/>
                      </a:cubicBezTo>
                      <a:cubicBezTo>
                        <a:pt x="20787" y="2207"/>
                        <a:pt x="20716" y="2172"/>
                        <a:pt x="20643" y="2172"/>
                      </a:cubicBezTo>
                      <a:cubicBezTo>
                        <a:pt x="20548" y="2172"/>
                        <a:pt x="20448" y="2232"/>
                        <a:pt x="20467" y="2346"/>
                      </a:cubicBezTo>
                      <a:cubicBezTo>
                        <a:pt x="20567" y="3346"/>
                        <a:pt x="20801" y="4347"/>
                        <a:pt x="21001" y="5314"/>
                      </a:cubicBezTo>
                      <a:cubicBezTo>
                        <a:pt x="21201" y="6349"/>
                        <a:pt x="21401" y="7383"/>
                        <a:pt x="21635" y="8417"/>
                      </a:cubicBezTo>
                      <a:cubicBezTo>
                        <a:pt x="21802" y="9351"/>
                        <a:pt x="22002" y="10285"/>
                        <a:pt x="22202" y="11219"/>
                      </a:cubicBezTo>
                      <a:cubicBezTo>
                        <a:pt x="21635" y="11486"/>
                        <a:pt x="21101" y="11752"/>
                        <a:pt x="20534" y="12019"/>
                      </a:cubicBezTo>
                      <a:cubicBezTo>
                        <a:pt x="19900" y="12319"/>
                        <a:pt x="19300" y="12620"/>
                        <a:pt x="18666" y="12920"/>
                      </a:cubicBezTo>
                      <a:cubicBezTo>
                        <a:pt x="17399" y="13520"/>
                        <a:pt x="16164" y="14087"/>
                        <a:pt x="14897" y="14654"/>
                      </a:cubicBezTo>
                      <a:cubicBezTo>
                        <a:pt x="14230" y="14988"/>
                        <a:pt x="13562" y="15255"/>
                        <a:pt x="12895" y="15555"/>
                      </a:cubicBezTo>
                      <a:cubicBezTo>
                        <a:pt x="11728" y="15155"/>
                        <a:pt x="10527" y="14755"/>
                        <a:pt x="9326" y="14354"/>
                      </a:cubicBezTo>
                      <a:cubicBezTo>
                        <a:pt x="8626" y="14121"/>
                        <a:pt x="7925" y="13887"/>
                        <a:pt x="7225" y="13687"/>
                      </a:cubicBezTo>
                      <a:cubicBezTo>
                        <a:pt x="6891" y="13554"/>
                        <a:pt x="6524" y="13454"/>
                        <a:pt x="6157" y="13354"/>
                      </a:cubicBezTo>
                      <a:cubicBezTo>
                        <a:pt x="5949" y="13294"/>
                        <a:pt x="5688" y="13182"/>
                        <a:pt x="5468" y="13182"/>
                      </a:cubicBezTo>
                      <a:cubicBezTo>
                        <a:pt x="5441" y="13182"/>
                        <a:pt x="5415" y="13183"/>
                        <a:pt x="5390" y="13187"/>
                      </a:cubicBezTo>
                      <a:cubicBezTo>
                        <a:pt x="5857" y="11319"/>
                        <a:pt x="6391" y="9451"/>
                        <a:pt x="6891" y="7616"/>
                      </a:cubicBezTo>
                      <a:cubicBezTo>
                        <a:pt x="7225" y="6415"/>
                        <a:pt x="7558" y="5248"/>
                        <a:pt x="7925" y="4080"/>
                      </a:cubicBezTo>
                      <a:cubicBezTo>
                        <a:pt x="8092" y="3480"/>
                        <a:pt x="8259" y="2879"/>
                        <a:pt x="8459" y="2279"/>
                      </a:cubicBezTo>
                      <a:cubicBezTo>
                        <a:pt x="8626" y="1645"/>
                        <a:pt x="8859" y="1045"/>
                        <a:pt x="8959" y="411"/>
                      </a:cubicBezTo>
                      <a:cubicBezTo>
                        <a:pt x="8981" y="191"/>
                        <a:pt x="8786" y="1"/>
                        <a:pt x="860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93" name="Google Shape;3093;p68"/>
                <p:cNvSpPr/>
                <p:nvPr/>
              </p:nvSpPr>
              <p:spPr>
                <a:xfrm>
                  <a:off x="5779915" y="2963242"/>
                  <a:ext cx="135223" cy="116306"/>
                </a:xfrm>
                <a:custGeom>
                  <a:rect b="b" l="l" r="r" t="t"/>
                  <a:pathLst>
                    <a:path extrusionOk="0" h="5595" w="6505">
                      <a:moveTo>
                        <a:pt x="5066" y="0"/>
                      </a:moveTo>
                      <a:cubicBezTo>
                        <a:pt x="4863" y="0"/>
                        <a:pt x="4670" y="53"/>
                        <a:pt x="4503" y="157"/>
                      </a:cubicBezTo>
                      <a:lnTo>
                        <a:pt x="3036" y="957"/>
                      </a:lnTo>
                      <a:cubicBezTo>
                        <a:pt x="2965" y="981"/>
                        <a:pt x="2894" y="1005"/>
                        <a:pt x="2823" y="1005"/>
                      </a:cubicBezTo>
                      <a:cubicBezTo>
                        <a:pt x="2794" y="1005"/>
                        <a:pt x="2765" y="1001"/>
                        <a:pt x="2735" y="991"/>
                      </a:cubicBezTo>
                      <a:lnTo>
                        <a:pt x="400" y="290"/>
                      </a:lnTo>
                      <a:lnTo>
                        <a:pt x="0" y="3960"/>
                      </a:lnTo>
                      <a:lnTo>
                        <a:pt x="6505" y="5594"/>
                      </a:lnTo>
                      <a:lnTo>
                        <a:pt x="6238" y="1791"/>
                      </a:lnTo>
                      <a:lnTo>
                        <a:pt x="5437" y="57"/>
                      </a:lnTo>
                      <a:cubicBezTo>
                        <a:pt x="5312" y="19"/>
                        <a:pt x="5187" y="0"/>
                        <a:pt x="5066" y="0"/>
                      </a:cubicBezTo>
                      <a:close/>
                    </a:path>
                  </a:pathLst>
                </a:custGeom>
                <a:solidFill>
                  <a:srgbClr val="EDC4AC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94" name="Google Shape;3094;p68"/>
                <p:cNvSpPr/>
                <p:nvPr/>
              </p:nvSpPr>
              <p:spPr>
                <a:xfrm>
                  <a:off x="4662816" y="2841802"/>
                  <a:ext cx="728103" cy="790902"/>
                </a:xfrm>
                <a:custGeom>
                  <a:rect b="b" l="l" r="r" t="t"/>
                  <a:pathLst>
                    <a:path extrusionOk="0" h="38047" w="35026">
                      <a:moveTo>
                        <a:pt x="11090" y="1"/>
                      </a:moveTo>
                      <a:cubicBezTo>
                        <a:pt x="9152" y="1"/>
                        <a:pt x="7298" y="510"/>
                        <a:pt x="5872" y="1829"/>
                      </a:cubicBezTo>
                      <a:cubicBezTo>
                        <a:pt x="3937" y="3597"/>
                        <a:pt x="3370" y="6399"/>
                        <a:pt x="3036" y="9001"/>
                      </a:cubicBezTo>
                      <a:cubicBezTo>
                        <a:pt x="1935" y="17841"/>
                        <a:pt x="1" y="32084"/>
                        <a:pt x="10108" y="36254"/>
                      </a:cubicBezTo>
                      <a:cubicBezTo>
                        <a:pt x="12309" y="37188"/>
                        <a:pt x="14745" y="37521"/>
                        <a:pt x="17113" y="37722"/>
                      </a:cubicBezTo>
                      <a:cubicBezTo>
                        <a:pt x="19522" y="37934"/>
                        <a:pt x="21932" y="38046"/>
                        <a:pt x="24342" y="38046"/>
                      </a:cubicBezTo>
                      <a:cubicBezTo>
                        <a:pt x="25335" y="38046"/>
                        <a:pt x="26327" y="38027"/>
                        <a:pt x="27320" y="37988"/>
                      </a:cubicBezTo>
                      <a:cubicBezTo>
                        <a:pt x="29388" y="37888"/>
                        <a:pt x="31423" y="37722"/>
                        <a:pt x="33391" y="37154"/>
                      </a:cubicBezTo>
                      <a:cubicBezTo>
                        <a:pt x="33858" y="37021"/>
                        <a:pt x="34392" y="36821"/>
                        <a:pt x="34659" y="36387"/>
                      </a:cubicBezTo>
                      <a:cubicBezTo>
                        <a:pt x="35026" y="35854"/>
                        <a:pt x="34826" y="35053"/>
                        <a:pt x="34392" y="34553"/>
                      </a:cubicBezTo>
                      <a:cubicBezTo>
                        <a:pt x="33958" y="34052"/>
                        <a:pt x="33324" y="33752"/>
                        <a:pt x="32724" y="33485"/>
                      </a:cubicBezTo>
                      <a:cubicBezTo>
                        <a:pt x="29555" y="31984"/>
                        <a:pt x="24251" y="29916"/>
                        <a:pt x="22317" y="26880"/>
                      </a:cubicBezTo>
                      <a:cubicBezTo>
                        <a:pt x="22283" y="26814"/>
                        <a:pt x="22250" y="26714"/>
                        <a:pt x="22183" y="26647"/>
                      </a:cubicBezTo>
                      <a:lnTo>
                        <a:pt x="22217" y="26647"/>
                      </a:lnTo>
                      <a:cubicBezTo>
                        <a:pt x="21583" y="25446"/>
                        <a:pt x="21750" y="24212"/>
                        <a:pt x="21750" y="22844"/>
                      </a:cubicBezTo>
                      <a:lnTo>
                        <a:pt x="21750" y="16206"/>
                      </a:lnTo>
                      <a:cubicBezTo>
                        <a:pt x="21750" y="12103"/>
                        <a:pt x="23317" y="6432"/>
                        <a:pt x="19982" y="3163"/>
                      </a:cubicBezTo>
                      <a:cubicBezTo>
                        <a:pt x="18914" y="2129"/>
                        <a:pt x="17513" y="1462"/>
                        <a:pt x="16112" y="962"/>
                      </a:cubicBezTo>
                      <a:cubicBezTo>
                        <a:pt x="14528" y="387"/>
                        <a:pt x="12778" y="1"/>
                        <a:pt x="1109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95" name="Google Shape;3095;p68"/>
                <p:cNvSpPr/>
                <p:nvPr/>
              </p:nvSpPr>
              <p:spPr>
                <a:xfrm>
                  <a:off x="5615569" y="3769465"/>
                  <a:ext cx="145637" cy="440362"/>
                </a:xfrm>
                <a:custGeom>
                  <a:rect b="b" l="l" r="r" t="t"/>
                  <a:pathLst>
                    <a:path extrusionOk="0" h="21184" w="7006">
                      <a:moveTo>
                        <a:pt x="4537" y="0"/>
                      </a:moveTo>
                      <a:cubicBezTo>
                        <a:pt x="4070" y="34"/>
                        <a:pt x="3636" y="234"/>
                        <a:pt x="3236" y="467"/>
                      </a:cubicBezTo>
                      <a:cubicBezTo>
                        <a:pt x="2069" y="1201"/>
                        <a:pt x="1235" y="2402"/>
                        <a:pt x="768" y="3703"/>
                      </a:cubicBezTo>
                      <a:cubicBezTo>
                        <a:pt x="301" y="5004"/>
                        <a:pt x="167" y="6405"/>
                        <a:pt x="100" y="7773"/>
                      </a:cubicBezTo>
                      <a:cubicBezTo>
                        <a:pt x="0" y="10008"/>
                        <a:pt x="167" y="12243"/>
                        <a:pt x="467" y="14478"/>
                      </a:cubicBezTo>
                      <a:cubicBezTo>
                        <a:pt x="601" y="15378"/>
                        <a:pt x="534" y="16279"/>
                        <a:pt x="668" y="17179"/>
                      </a:cubicBezTo>
                      <a:cubicBezTo>
                        <a:pt x="801" y="18314"/>
                        <a:pt x="901" y="19448"/>
                        <a:pt x="868" y="20549"/>
                      </a:cubicBezTo>
                      <a:cubicBezTo>
                        <a:pt x="868" y="20710"/>
                        <a:pt x="4805" y="21184"/>
                        <a:pt x="5481" y="21184"/>
                      </a:cubicBezTo>
                      <a:cubicBezTo>
                        <a:pt x="5504" y="21184"/>
                        <a:pt x="5523" y="21183"/>
                        <a:pt x="5538" y="21182"/>
                      </a:cubicBezTo>
                      <a:cubicBezTo>
                        <a:pt x="5771" y="18414"/>
                        <a:pt x="6005" y="15678"/>
                        <a:pt x="6238" y="12943"/>
                      </a:cubicBezTo>
                      <a:cubicBezTo>
                        <a:pt x="6472" y="10241"/>
                        <a:pt x="6505" y="7539"/>
                        <a:pt x="6805" y="4837"/>
                      </a:cubicBezTo>
                      <a:cubicBezTo>
                        <a:pt x="6905" y="3837"/>
                        <a:pt x="7005" y="2802"/>
                        <a:pt x="6705" y="1835"/>
                      </a:cubicBezTo>
                      <a:cubicBezTo>
                        <a:pt x="6405" y="868"/>
                        <a:pt x="5538" y="0"/>
                        <a:pt x="4537" y="0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96" name="Google Shape;3096;p68"/>
                <p:cNvSpPr/>
                <p:nvPr/>
              </p:nvSpPr>
              <p:spPr>
                <a:xfrm>
                  <a:off x="5053912" y="3233417"/>
                  <a:ext cx="749597" cy="330542"/>
                </a:xfrm>
                <a:custGeom>
                  <a:rect b="b" l="l" r="r" t="t"/>
                  <a:pathLst>
                    <a:path extrusionOk="0" h="15901" w="36060">
                      <a:moveTo>
                        <a:pt x="3502" y="0"/>
                      </a:moveTo>
                      <a:cubicBezTo>
                        <a:pt x="3164" y="0"/>
                        <a:pt x="2890" y="31"/>
                        <a:pt x="2702" y="102"/>
                      </a:cubicBezTo>
                      <a:cubicBezTo>
                        <a:pt x="0" y="1070"/>
                        <a:pt x="2368" y="6540"/>
                        <a:pt x="2435" y="9543"/>
                      </a:cubicBezTo>
                      <a:cubicBezTo>
                        <a:pt x="2535" y="12411"/>
                        <a:pt x="4503" y="15413"/>
                        <a:pt x="7606" y="15513"/>
                      </a:cubicBezTo>
                      <a:lnTo>
                        <a:pt x="7806" y="15513"/>
                      </a:lnTo>
                      <a:cubicBezTo>
                        <a:pt x="12442" y="15513"/>
                        <a:pt x="17112" y="15547"/>
                        <a:pt x="21749" y="15580"/>
                      </a:cubicBezTo>
                      <a:cubicBezTo>
                        <a:pt x="23951" y="15580"/>
                        <a:pt x="26152" y="15814"/>
                        <a:pt x="28354" y="15847"/>
                      </a:cubicBezTo>
                      <a:cubicBezTo>
                        <a:pt x="29048" y="15847"/>
                        <a:pt x="29811" y="15900"/>
                        <a:pt x="30575" y="15900"/>
                      </a:cubicBezTo>
                      <a:cubicBezTo>
                        <a:pt x="31721" y="15900"/>
                        <a:pt x="32870" y="15780"/>
                        <a:pt x="33791" y="15180"/>
                      </a:cubicBezTo>
                      <a:cubicBezTo>
                        <a:pt x="35359" y="14146"/>
                        <a:pt x="36059" y="12278"/>
                        <a:pt x="35792" y="10510"/>
                      </a:cubicBezTo>
                      <a:lnTo>
                        <a:pt x="35792" y="10510"/>
                      </a:lnTo>
                      <a:lnTo>
                        <a:pt x="35826" y="10543"/>
                      </a:lnTo>
                      <a:cubicBezTo>
                        <a:pt x="35759" y="10176"/>
                        <a:pt x="35559" y="9843"/>
                        <a:pt x="35525" y="9476"/>
                      </a:cubicBezTo>
                      <a:cubicBezTo>
                        <a:pt x="35192" y="2571"/>
                        <a:pt x="17379" y="1937"/>
                        <a:pt x="12709" y="1604"/>
                      </a:cubicBezTo>
                      <a:cubicBezTo>
                        <a:pt x="11309" y="1516"/>
                        <a:pt x="5853" y="0"/>
                        <a:pt x="3502" y="0"/>
                      </a:cubicBezTo>
                      <a:close/>
                    </a:path>
                  </a:pathLst>
                </a:custGeom>
                <a:solidFill>
                  <a:srgbClr val="73CABE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97" name="Google Shape;3097;p68"/>
                <p:cNvSpPr/>
                <p:nvPr/>
              </p:nvSpPr>
              <p:spPr>
                <a:xfrm>
                  <a:off x="4847263" y="3269575"/>
                  <a:ext cx="949989" cy="417413"/>
                </a:xfrm>
                <a:custGeom>
                  <a:rect b="b" l="l" r="r" t="t"/>
                  <a:pathLst>
                    <a:path extrusionOk="0" h="20080" w="45700">
                      <a:moveTo>
                        <a:pt x="5116" y="0"/>
                      </a:moveTo>
                      <a:cubicBezTo>
                        <a:pt x="3127" y="0"/>
                        <a:pt x="1212" y="384"/>
                        <a:pt x="468" y="2003"/>
                      </a:cubicBezTo>
                      <a:cubicBezTo>
                        <a:pt x="1" y="3037"/>
                        <a:pt x="1" y="4204"/>
                        <a:pt x="167" y="5338"/>
                      </a:cubicBezTo>
                      <a:cubicBezTo>
                        <a:pt x="301" y="6339"/>
                        <a:pt x="568" y="7306"/>
                        <a:pt x="1068" y="8207"/>
                      </a:cubicBezTo>
                      <a:cubicBezTo>
                        <a:pt x="2002" y="9942"/>
                        <a:pt x="3803" y="11076"/>
                        <a:pt x="5605" y="11976"/>
                      </a:cubicBezTo>
                      <a:cubicBezTo>
                        <a:pt x="9608" y="13911"/>
                        <a:pt x="13410" y="14078"/>
                        <a:pt x="17713" y="14612"/>
                      </a:cubicBezTo>
                      <a:cubicBezTo>
                        <a:pt x="21549" y="15112"/>
                        <a:pt x="25319" y="16446"/>
                        <a:pt x="29222" y="16846"/>
                      </a:cubicBezTo>
                      <a:cubicBezTo>
                        <a:pt x="32824" y="17180"/>
                        <a:pt x="35926" y="19148"/>
                        <a:pt x="39429" y="19949"/>
                      </a:cubicBezTo>
                      <a:cubicBezTo>
                        <a:pt x="39629" y="19982"/>
                        <a:pt x="39796" y="20015"/>
                        <a:pt x="39963" y="20049"/>
                      </a:cubicBezTo>
                      <a:cubicBezTo>
                        <a:pt x="40161" y="20070"/>
                        <a:pt x="40355" y="20080"/>
                        <a:pt x="40547" y="20080"/>
                      </a:cubicBezTo>
                      <a:cubicBezTo>
                        <a:pt x="42807" y="20080"/>
                        <a:pt x="44577" y="18650"/>
                        <a:pt x="45100" y="16313"/>
                      </a:cubicBezTo>
                      <a:cubicBezTo>
                        <a:pt x="45700" y="13511"/>
                        <a:pt x="44132" y="10909"/>
                        <a:pt x="41197" y="8941"/>
                      </a:cubicBezTo>
                      <a:cubicBezTo>
                        <a:pt x="37694" y="6639"/>
                        <a:pt x="23651" y="3203"/>
                        <a:pt x="21716" y="2470"/>
                      </a:cubicBezTo>
                      <a:cubicBezTo>
                        <a:pt x="17713" y="868"/>
                        <a:pt x="13677" y="501"/>
                        <a:pt x="9441" y="301"/>
                      </a:cubicBezTo>
                      <a:cubicBezTo>
                        <a:pt x="8319" y="242"/>
                        <a:pt x="6695" y="0"/>
                        <a:pt x="5116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98" name="Google Shape;3098;p68"/>
                <p:cNvSpPr/>
                <p:nvPr/>
              </p:nvSpPr>
              <p:spPr>
                <a:xfrm>
                  <a:off x="5445673" y="3417782"/>
                  <a:ext cx="349500" cy="675490"/>
                </a:xfrm>
                <a:custGeom>
                  <a:rect b="b" l="l" r="r" t="t"/>
                  <a:pathLst>
                    <a:path extrusionOk="0" h="32495" w="16813">
                      <a:moveTo>
                        <a:pt x="5734" y="1"/>
                      </a:moveTo>
                      <a:cubicBezTo>
                        <a:pt x="4102" y="1"/>
                        <a:pt x="2519" y="925"/>
                        <a:pt x="1669" y="2542"/>
                      </a:cubicBezTo>
                      <a:cubicBezTo>
                        <a:pt x="1" y="5710"/>
                        <a:pt x="1869" y="9847"/>
                        <a:pt x="2369" y="13082"/>
                      </a:cubicBezTo>
                      <a:cubicBezTo>
                        <a:pt x="2703" y="15351"/>
                        <a:pt x="2636" y="17586"/>
                        <a:pt x="3170" y="19854"/>
                      </a:cubicBezTo>
                      <a:cubicBezTo>
                        <a:pt x="3704" y="22222"/>
                        <a:pt x="4504" y="24557"/>
                        <a:pt x="5338" y="26826"/>
                      </a:cubicBezTo>
                      <a:cubicBezTo>
                        <a:pt x="5772" y="28060"/>
                        <a:pt x="6305" y="29528"/>
                        <a:pt x="7173" y="30662"/>
                      </a:cubicBezTo>
                      <a:cubicBezTo>
                        <a:pt x="7640" y="31262"/>
                        <a:pt x="8173" y="31762"/>
                        <a:pt x="8874" y="32096"/>
                      </a:cubicBezTo>
                      <a:cubicBezTo>
                        <a:pt x="9449" y="32368"/>
                        <a:pt x="10166" y="32494"/>
                        <a:pt x="10921" y="32494"/>
                      </a:cubicBezTo>
                      <a:cubicBezTo>
                        <a:pt x="12485" y="32494"/>
                        <a:pt x="14211" y="31951"/>
                        <a:pt x="15178" y="31029"/>
                      </a:cubicBezTo>
                      <a:cubicBezTo>
                        <a:pt x="16813" y="29528"/>
                        <a:pt x="15278" y="25525"/>
                        <a:pt x="14978" y="23623"/>
                      </a:cubicBezTo>
                      <a:cubicBezTo>
                        <a:pt x="14511" y="20755"/>
                        <a:pt x="14011" y="17886"/>
                        <a:pt x="13444" y="15017"/>
                      </a:cubicBezTo>
                      <a:cubicBezTo>
                        <a:pt x="12577" y="10514"/>
                        <a:pt x="12410" y="4009"/>
                        <a:pt x="8440" y="940"/>
                      </a:cubicBezTo>
                      <a:cubicBezTo>
                        <a:pt x="7606" y="300"/>
                        <a:pt x="6662" y="1"/>
                        <a:pt x="573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99" name="Google Shape;3099;p68"/>
                <p:cNvSpPr/>
                <p:nvPr/>
              </p:nvSpPr>
              <p:spPr>
                <a:xfrm>
                  <a:off x="5143360" y="2676624"/>
                  <a:ext cx="536026" cy="483746"/>
                </a:xfrm>
                <a:custGeom>
                  <a:rect b="b" l="l" r="r" t="t"/>
                  <a:pathLst>
                    <a:path extrusionOk="0" h="23271" w="25786">
                      <a:moveTo>
                        <a:pt x="2485" y="1"/>
                      </a:moveTo>
                      <a:cubicBezTo>
                        <a:pt x="1859" y="1"/>
                        <a:pt x="1342" y="233"/>
                        <a:pt x="1134" y="869"/>
                      </a:cubicBezTo>
                      <a:cubicBezTo>
                        <a:pt x="0" y="4138"/>
                        <a:pt x="1768" y="8307"/>
                        <a:pt x="3369" y="11310"/>
                      </a:cubicBezTo>
                      <a:cubicBezTo>
                        <a:pt x="4537" y="13578"/>
                        <a:pt x="5804" y="17080"/>
                        <a:pt x="7706" y="18748"/>
                      </a:cubicBezTo>
                      <a:cubicBezTo>
                        <a:pt x="11141" y="21750"/>
                        <a:pt x="15978" y="22451"/>
                        <a:pt x="20281" y="23218"/>
                      </a:cubicBezTo>
                      <a:cubicBezTo>
                        <a:pt x="20494" y="23254"/>
                        <a:pt x="20704" y="23270"/>
                        <a:pt x="20913" y="23270"/>
                      </a:cubicBezTo>
                      <a:cubicBezTo>
                        <a:pt x="22248" y="23270"/>
                        <a:pt x="23525" y="22619"/>
                        <a:pt x="24851" y="22418"/>
                      </a:cubicBezTo>
                      <a:cubicBezTo>
                        <a:pt x="25018" y="22017"/>
                        <a:pt x="25785" y="16947"/>
                        <a:pt x="25518" y="16914"/>
                      </a:cubicBezTo>
                      <a:cubicBezTo>
                        <a:pt x="23650" y="16647"/>
                        <a:pt x="21382" y="15880"/>
                        <a:pt x="19614" y="15413"/>
                      </a:cubicBezTo>
                      <a:cubicBezTo>
                        <a:pt x="17212" y="14745"/>
                        <a:pt x="14644" y="14378"/>
                        <a:pt x="12943" y="12244"/>
                      </a:cubicBezTo>
                      <a:cubicBezTo>
                        <a:pt x="10541" y="9175"/>
                        <a:pt x="10207" y="5172"/>
                        <a:pt x="7539" y="2403"/>
                      </a:cubicBezTo>
                      <a:cubicBezTo>
                        <a:pt x="7205" y="2070"/>
                        <a:pt x="6038" y="1469"/>
                        <a:pt x="5671" y="1202"/>
                      </a:cubicBezTo>
                      <a:cubicBezTo>
                        <a:pt x="4974" y="695"/>
                        <a:pt x="3567" y="1"/>
                        <a:pt x="248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00" name="Google Shape;3100;p68"/>
                <p:cNvSpPr/>
                <p:nvPr/>
              </p:nvSpPr>
              <p:spPr>
                <a:xfrm>
                  <a:off x="4836870" y="2666355"/>
                  <a:ext cx="465993" cy="689168"/>
                </a:xfrm>
                <a:custGeom>
                  <a:rect b="b" l="l" r="r" t="t"/>
                  <a:pathLst>
                    <a:path extrusionOk="0" h="33153" w="22417">
                      <a:moveTo>
                        <a:pt x="14987" y="0"/>
                      </a:moveTo>
                      <a:cubicBezTo>
                        <a:pt x="13073" y="0"/>
                        <a:pt x="11168" y="218"/>
                        <a:pt x="9307" y="929"/>
                      </a:cubicBezTo>
                      <a:cubicBezTo>
                        <a:pt x="4070" y="2997"/>
                        <a:pt x="2802" y="7467"/>
                        <a:pt x="2202" y="12638"/>
                      </a:cubicBezTo>
                      <a:cubicBezTo>
                        <a:pt x="1935" y="14806"/>
                        <a:pt x="2202" y="16073"/>
                        <a:pt x="1935" y="18242"/>
                      </a:cubicBezTo>
                      <a:cubicBezTo>
                        <a:pt x="1368" y="23045"/>
                        <a:pt x="0" y="28449"/>
                        <a:pt x="367" y="33152"/>
                      </a:cubicBezTo>
                      <a:cubicBezTo>
                        <a:pt x="7105" y="32185"/>
                        <a:pt x="14444" y="30851"/>
                        <a:pt x="20748" y="28249"/>
                      </a:cubicBezTo>
                      <a:cubicBezTo>
                        <a:pt x="20815" y="28249"/>
                        <a:pt x="20515" y="25247"/>
                        <a:pt x="20515" y="24946"/>
                      </a:cubicBezTo>
                      <a:cubicBezTo>
                        <a:pt x="20482" y="23846"/>
                        <a:pt x="20515" y="22711"/>
                        <a:pt x="20582" y="21611"/>
                      </a:cubicBezTo>
                      <a:cubicBezTo>
                        <a:pt x="20748" y="19376"/>
                        <a:pt x="21049" y="17174"/>
                        <a:pt x="21349" y="14973"/>
                      </a:cubicBezTo>
                      <a:cubicBezTo>
                        <a:pt x="21582" y="13038"/>
                        <a:pt x="21816" y="11103"/>
                        <a:pt x="21949" y="9168"/>
                      </a:cubicBezTo>
                      <a:cubicBezTo>
                        <a:pt x="22083" y="7234"/>
                        <a:pt x="21883" y="5299"/>
                        <a:pt x="21983" y="3398"/>
                      </a:cubicBezTo>
                      <a:cubicBezTo>
                        <a:pt x="21983" y="3331"/>
                        <a:pt x="21983" y="3298"/>
                        <a:pt x="21983" y="3231"/>
                      </a:cubicBezTo>
                      <a:cubicBezTo>
                        <a:pt x="21983" y="2931"/>
                        <a:pt x="22416" y="3164"/>
                        <a:pt x="22283" y="2897"/>
                      </a:cubicBezTo>
                      <a:cubicBezTo>
                        <a:pt x="22116" y="2597"/>
                        <a:pt x="21416" y="1830"/>
                        <a:pt x="21149" y="1630"/>
                      </a:cubicBezTo>
                      <a:cubicBezTo>
                        <a:pt x="19714" y="662"/>
                        <a:pt x="17980" y="62"/>
                        <a:pt x="16245" y="29"/>
                      </a:cubicBezTo>
                      <a:cubicBezTo>
                        <a:pt x="15826" y="11"/>
                        <a:pt x="15406" y="0"/>
                        <a:pt x="1498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01" name="Google Shape;3101;p68"/>
                <p:cNvSpPr/>
                <p:nvPr/>
              </p:nvSpPr>
              <p:spPr>
                <a:xfrm>
                  <a:off x="5087879" y="2444262"/>
                  <a:ext cx="178918" cy="276287"/>
                </a:xfrm>
                <a:custGeom>
                  <a:rect b="b" l="l" r="r" t="t"/>
                  <a:pathLst>
                    <a:path extrusionOk="0" h="13291" w="8607">
                      <a:moveTo>
                        <a:pt x="5096" y="0"/>
                      </a:moveTo>
                      <a:cubicBezTo>
                        <a:pt x="4219" y="0"/>
                        <a:pt x="3244" y="375"/>
                        <a:pt x="2469" y="539"/>
                      </a:cubicBezTo>
                      <a:cubicBezTo>
                        <a:pt x="968" y="839"/>
                        <a:pt x="1" y="2306"/>
                        <a:pt x="301" y="3808"/>
                      </a:cubicBezTo>
                      <a:cubicBezTo>
                        <a:pt x="401" y="4208"/>
                        <a:pt x="468" y="4608"/>
                        <a:pt x="568" y="5042"/>
                      </a:cubicBezTo>
                      <a:cubicBezTo>
                        <a:pt x="701" y="5609"/>
                        <a:pt x="634" y="6076"/>
                        <a:pt x="1001" y="6576"/>
                      </a:cubicBezTo>
                      <a:cubicBezTo>
                        <a:pt x="1135" y="6743"/>
                        <a:pt x="1302" y="6910"/>
                        <a:pt x="1368" y="7143"/>
                      </a:cubicBezTo>
                      <a:cubicBezTo>
                        <a:pt x="1402" y="7243"/>
                        <a:pt x="1402" y="7377"/>
                        <a:pt x="1402" y="7510"/>
                      </a:cubicBezTo>
                      <a:cubicBezTo>
                        <a:pt x="1435" y="8644"/>
                        <a:pt x="1001" y="9812"/>
                        <a:pt x="701" y="10913"/>
                      </a:cubicBezTo>
                      <a:cubicBezTo>
                        <a:pt x="601" y="11346"/>
                        <a:pt x="601" y="11780"/>
                        <a:pt x="701" y="12180"/>
                      </a:cubicBezTo>
                      <a:cubicBezTo>
                        <a:pt x="1455" y="12995"/>
                        <a:pt x="2727" y="13291"/>
                        <a:pt x="3852" y="13291"/>
                      </a:cubicBezTo>
                      <a:cubicBezTo>
                        <a:pt x="3971" y="13291"/>
                        <a:pt x="4088" y="13287"/>
                        <a:pt x="4204" y="13281"/>
                      </a:cubicBezTo>
                      <a:cubicBezTo>
                        <a:pt x="4671" y="13248"/>
                        <a:pt x="5171" y="13148"/>
                        <a:pt x="5671" y="12981"/>
                      </a:cubicBezTo>
                      <a:cubicBezTo>
                        <a:pt x="5838" y="12681"/>
                        <a:pt x="5972" y="12380"/>
                        <a:pt x="6038" y="12013"/>
                      </a:cubicBezTo>
                      <a:cubicBezTo>
                        <a:pt x="6172" y="10979"/>
                        <a:pt x="6205" y="9879"/>
                        <a:pt x="6272" y="8845"/>
                      </a:cubicBezTo>
                      <a:cubicBezTo>
                        <a:pt x="6305" y="8678"/>
                        <a:pt x="6305" y="8544"/>
                        <a:pt x="6372" y="8444"/>
                      </a:cubicBezTo>
                      <a:cubicBezTo>
                        <a:pt x="6439" y="8277"/>
                        <a:pt x="6605" y="8211"/>
                        <a:pt x="6705" y="8111"/>
                      </a:cubicBezTo>
                      <a:cubicBezTo>
                        <a:pt x="8607" y="6743"/>
                        <a:pt x="7906" y="4008"/>
                        <a:pt x="7306" y="2106"/>
                      </a:cubicBezTo>
                      <a:cubicBezTo>
                        <a:pt x="7139" y="1573"/>
                        <a:pt x="6939" y="1006"/>
                        <a:pt x="6572" y="605"/>
                      </a:cubicBezTo>
                      <a:cubicBezTo>
                        <a:pt x="6170" y="152"/>
                        <a:pt x="5653" y="0"/>
                        <a:pt x="5096" y="0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02" name="Google Shape;3102;p68"/>
                <p:cNvSpPr/>
                <p:nvPr/>
              </p:nvSpPr>
              <p:spPr>
                <a:xfrm>
                  <a:off x="4992194" y="3109067"/>
                  <a:ext cx="414669" cy="91818"/>
                </a:xfrm>
                <a:custGeom>
                  <a:rect b="b" l="l" r="r" t="t"/>
                  <a:pathLst>
                    <a:path extrusionOk="0" h="4417" w="19948">
                      <a:moveTo>
                        <a:pt x="2832" y="1"/>
                      </a:moveTo>
                      <a:cubicBezTo>
                        <a:pt x="2533" y="1"/>
                        <a:pt x="2242" y="40"/>
                        <a:pt x="1968" y="147"/>
                      </a:cubicBezTo>
                      <a:cubicBezTo>
                        <a:pt x="1535" y="314"/>
                        <a:pt x="1168" y="647"/>
                        <a:pt x="868" y="981"/>
                      </a:cubicBezTo>
                      <a:cubicBezTo>
                        <a:pt x="401" y="1514"/>
                        <a:pt x="0" y="2248"/>
                        <a:pt x="67" y="2982"/>
                      </a:cubicBezTo>
                      <a:cubicBezTo>
                        <a:pt x="231" y="4243"/>
                        <a:pt x="1544" y="4355"/>
                        <a:pt x="2617" y="4355"/>
                      </a:cubicBezTo>
                      <a:cubicBezTo>
                        <a:pt x="2851" y="4355"/>
                        <a:pt x="3073" y="4350"/>
                        <a:pt x="3269" y="4350"/>
                      </a:cubicBezTo>
                      <a:cubicBezTo>
                        <a:pt x="5882" y="4350"/>
                        <a:pt x="8521" y="4270"/>
                        <a:pt x="11136" y="4270"/>
                      </a:cubicBezTo>
                      <a:cubicBezTo>
                        <a:pt x="12661" y="4270"/>
                        <a:pt x="14179" y="4297"/>
                        <a:pt x="15678" y="4383"/>
                      </a:cubicBezTo>
                      <a:cubicBezTo>
                        <a:pt x="15889" y="4394"/>
                        <a:pt x="16101" y="4398"/>
                        <a:pt x="16311" y="4398"/>
                      </a:cubicBezTo>
                      <a:cubicBezTo>
                        <a:pt x="16731" y="4398"/>
                        <a:pt x="17146" y="4383"/>
                        <a:pt x="17546" y="4383"/>
                      </a:cubicBezTo>
                      <a:cubicBezTo>
                        <a:pt x="18313" y="4350"/>
                        <a:pt x="19214" y="4417"/>
                        <a:pt x="19948" y="4250"/>
                      </a:cubicBezTo>
                      <a:cubicBezTo>
                        <a:pt x="19948" y="2882"/>
                        <a:pt x="18614" y="1848"/>
                        <a:pt x="17446" y="1514"/>
                      </a:cubicBezTo>
                      <a:cubicBezTo>
                        <a:pt x="16445" y="1214"/>
                        <a:pt x="15478" y="1181"/>
                        <a:pt x="14477" y="1181"/>
                      </a:cubicBezTo>
                      <a:cubicBezTo>
                        <a:pt x="13777" y="1181"/>
                        <a:pt x="13043" y="1181"/>
                        <a:pt x="12309" y="1148"/>
                      </a:cubicBezTo>
                      <a:cubicBezTo>
                        <a:pt x="11342" y="1047"/>
                        <a:pt x="10374" y="781"/>
                        <a:pt x="9407" y="647"/>
                      </a:cubicBezTo>
                      <a:cubicBezTo>
                        <a:pt x="7773" y="380"/>
                        <a:pt x="6105" y="480"/>
                        <a:pt x="4470" y="214"/>
                      </a:cubicBezTo>
                      <a:cubicBezTo>
                        <a:pt x="3934" y="128"/>
                        <a:pt x="3370" y="1"/>
                        <a:pt x="2832" y="1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03" name="Google Shape;3103;p68"/>
                <p:cNvSpPr/>
                <p:nvPr/>
              </p:nvSpPr>
              <p:spPr>
                <a:xfrm>
                  <a:off x="4809139" y="2676645"/>
                  <a:ext cx="409119" cy="535943"/>
                </a:xfrm>
                <a:custGeom>
                  <a:rect b="b" l="l" r="r" t="t"/>
                  <a:pathLst>
                    <a:path extrusionOk="0" h="25782" w="19681">
                      <a:moveTo>
                        <a:pt x="12576" y="1"/>
                      </a:moveTo>
                      <a:lnTo>
                        <a:pt x="12576" y="1"/>
                      </a:lnTo>
                      <a:cubicBezTo>
                        <a:pt x="10774" y="201"/>
                        <a:pt x="9040" y="1001"/>
                        <a:pt x="7572" y="2069"/>
                      </a:cubicBezTo>
                      <a:cubicBezTo>
                        <a:pt x="3869" y="4804"/>
                        <a:pt x="1368" y="9107"/>
                        <a:pt x="500" y="13577"/>
                      </a:cubicBezTo>
                      <a:cubicBezTo>
                        <a:pt x="0" y="16212"/>
                        <a:pt x="100" y="19014"/>
                        <a:pt x="1334" y="21382"/>
                      </a:cubicBezTo>
                      <a:cubicBezTo>
                        <a:pt x="3197" y="24879"/>
                        <a:pt x="6981" y="25687"/>
                        <a:pt x="10584" y="25687"/>
                      </a:cubicBezTo>
                      <a:cubicBezTo>
                        <a:pt x="10659" y="25687"/>
                        <a:pt x="10733" y="25686"/>
                        <a:pt x="10808" y="25686"/>
                      </a:cubicBezTo>
                      <a:cubicBezTo>
                        <a:pt x="11200" y="25686"/>
                        <a:pt x="13000" y="25782"/>
                        <a:pt x="14767" y="25782"/>
                      </a:cubicBezTo>
                      <a:cubicBezTo>
                        <a:pt x="16607" y="25782"/>
                        <a:pt x="18410" y="25677"/>
                        <a:pt x="18547" y="25252"/>
                      </a:cubicBezTo>
                      <a:cubicBezTo>
                        <a:pt x="18580" y="25152"/>
                        <a:pt x="18780" y="24618"/>
                        <a:pt x="18813" y="24518"/>
                      </a:cubicBezTo>
                      <a:cubicBezTo>
                        <a:pt x="18980" y="23651"/>
                        <a:pt x="19547" y="21583"/>
                        <a:pt x="19681" y="20715"/>
                      </a:cubicBezTo>
                      <a:lnTo>
                        <a:pt x="7405" y="19715"/>
                      </a:lnTo>
                      <a:cubicBezTo>
                        <a:pt x="7706" y="17847"/>
                        <a:pt x="8273" y="15945"/>
                        <a:pt x="8706" y="14244"/>
                      </a:cubicBezTo>
                      <a:cubicBezTo>
                        <a:pt x="9940" y="9474"/>
                        <a:pt x="11708" y="4837"/>
                        <a:pt x="12576" y="1"/>
                      </a:cubicBezTo>
                      <a:close/>
                    </a:path>
                  </a:pathLst>
                </a:custGeom>
                <a:solidFill>
                  <a:srgbClr val="C46345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04" name="Google Shape;3104;p68"/>
                <p:cNvSpPr/>
                <p:nvPr/>
              </p:nvSpPr>
              <p:spPr>
                <a:xfrm>
                  <a:off x="4953363" y="2428837"/>
                  <a:ext cx="305119" cy="299257"/>
                </a:xfrm>
                <a:custGeom>
                  <a:rect b="b" l="l" r="r" t="t"/>
                  <a:pathLst>
                    <a:path extrusionOk="0" h="14396" w="14678">
                      <a:moveTo>
                        <a:pt x="12356" y="0"/>
                      </a:moveTo>
                      <a:cubicBezTo>
                        <a:pt x="11957" y="0"/>
                        <a:pt x="11553" y="76"/>
                        <a:pt x="11175" y="213"/>
                      </a:cubicBezTo>
                      <a:cubicBezTo>
                        <a:pt x="10641" y="447"/>
                        <a:pt x="10174" y="780"/>
                        <a:pt x="9641" y="980"/>
                      </a:cubicBezTo>
                      <a:cubicBezTo>
                        <a:pt x="9040" y="1180"/>
                        <a:pt x="8373" y="1214"/>
                        <a:pt x="7739" y="1381"/>
                      </a:cubicBezTo>
                      <a:cubicBezTo>
                        <a:pt x="6438" y="1681"/>
                        <a:pt x="5337" y="2682"/>
                        <a:pt x="4870" y="3949"/>
                      </a:cubicBezTo>
                      <a:cubicBezTo>
                        <a:pt x="4637" y="4616"/>
                        <a:pt x="4537" y="5350"/>
                        <a:pt x="4203" y="5951"/>
                      </a:cubicBezTo>
                      <a:cubicBezTo>
                        <a:pt x="3736" y="6818"/>
                        <a:pt x="2836" y="7352"/>
                        <a:pt x="2269" y="8119"/>
                      </a:cubicBezTo>
                      <a:cubicBezTo>
                        <a:pt x="2002" y="8419"/>
                        <a:pt x="1835" y="8786"/>
                        <a:pt x="1635" y="9120"/>
                      </a:cubicBezTo>
                      <a:cubicBezTo>
                        <a:pt x="1268" y="9687"/>
                        <a:pt x="801" y="10187"/>
                        <a:pt x="501" y="10754"/>
                      </a:cubicBezTo>
                      <a:cubicBezTo>
                        <a:pt x="167" y="11354"/>
                        <a:pt x="0" y="12088"/>
                        <a:pt x="267" y="12689"/>
                      </a:cubicBezTo>
                      <a:cubicBezTo>
                        <a:pt x="467" y="13156"/>
                        <a:pt x="901" y="13489"/>
                        <a:pt x="1335" y="13689"/>
                      </a:cubicBezTo>
                      <a:cubicBezTo>
                        <a:pt x="1802" y="13890"/>
                        <a:pt x="2335" y="13990"/>
                        <a:pt x="2802" y="14156"/>
                      </a:cubicBezTo>
                      <a:cubicBezTo>
                        <a:pt x="3169" y="14303"/>
                        <a:pt x="3535" y="14396"/>
                        <a:pt x="3914" y="14396"/>
                      </a:cubicBezTo>
                      <a:cubicBezTo>
                        <a:pt x="4053" y="14396"/>
                        <a:pt x="4194" y="14383"/>
                        <a:pt x="4337" y="14357"/>
                      </a:cubicBezTo>
                      <a:cubicBezTo>
                        <a:pt x="5504" y="14123"/>
                        <a:pt x="6438" y="13222"/>
                        <a:pt x="7005" y="12188"/>
                      </a:cubicBezTo>
                      <a:cubicBezTo>
                        <a:pt x="7539" y="11154"/>
                        <a:pt x="7873" y="9853"/>
                        <a:pt x="8173" y="8753"/>
                      </a:cubicBezTo>
                      <a:cubicBezTo>
                        <a:pt x="8373" y="8052"/>
                        <a:pt x="8306" y="7352"/>
                        <a:pt x="8240" y="6684"/>
                      </a:cubicBezTo>
                      <a:cubicBezTo>
                        <a:pt x="8206" y="6184"/>
                        <a:pt x="7973" y="5550"/>
                        <a:pt x="8406" y="5150"/>
                      </a:cubicBezTo>
                      <a:cubicBezTo>
                        <a:pt x="8573" y="4983"/>
                        <a:pt x="8840" y="4950"/>
                        <a:pt x="9073" y="4950"/>
                      </a:cubicBezTo>
                      <a:cubicBezTo>
                        <a:pt x="9219" y="4968"/>
                        <a:pt x="9375" y="4996"/>
                        <a:pt x="9525" y="4996"/>
                      </a:cubicBezTo>
                      <a:cubicBezTo>
                        <a:pt x="9649" y="4996"/>
                        <a:pt x="9768" y="4977"/>
                        <a:pt x="9874" y="4917"/>
                      </a:cubicBezTo>
                      <a:cubicBezTo>
                        <a:pt x="10174" y="4750"/>
                        <a:pt x="10174" y="4316"/>
                        <a:pt x="10241" y="3983"/>
                      </a:cubicBezTo>
                      <a:cubicBezTo>
                        <a:pt x="10441" y="3215"/>
                        <a:pt x="11175" y="2982"/>
                        <a:pt x="11909" y="2915"/>
                      </a:cubicBezTo>
                      <a:cubicBezTo>
                        <a:pt x="12476" y="2882"/>
                        <a:pt x="13043" y="2915"/>
                        <a:pt x="13577" y="2815"/>
                      </a:cubicBezTo>
                      <a:cubicBezTo>
                        <a:pt x="14210" y="2682"/>
                        <a:pt x="14544" y="2348"/>
                        <a:pt x="14577" y="1948"/>
                      </a:cubicBezTo>
                      <a:cubicBezTo>
                        <a:pt x="14677" y="1314"/>
                        <a:pt x="14144" y="547"/>
                        <a:pt x="13443" y="213"/>
                      </a:cubicBezTo>
                      <a:cubicBezTo>
                        <a:pt x="13103" y="67"/>
                        <a:pt x="12732" y="0"/>
                        <a:pt x="1235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05" name="Google Shape;3105;p68"/>
                <p:cNvSpPr/>
                <p:nvPr/>
              </p:nvSpPr>
              <p:spPr>
                <a:xfrm>
                  <a:off x="5385348" y="3186999"/>
                  <a:ext cx="427869" cy="15279"/>
                </a:xfrm>
                <a:custGeom>
                  <a:rect b="b" l="l" r="r" t="t"/>
                  <a:pathLst>
                    <a:path extrusionOk="0" h="735" w="20583">
                      <a:moveTo>
                        <a:pt x="701" y="0"/>
                      </a:moveTo>
                      <a:cubicBezTo>
                        <a:pt x="301" y="0"/>
                        <a:pt x="1" y="334"/>
                        <a:pt x="1" y="734"/>
                      </a:cubicBezTo>
                      <a:lnTo>
                        <a:pt x="20582" y="734"/>
                      </a:lnTo>
                      <a:lnTo>
                        <a:pt x="20582" y="0"/>
                      </a:lnTo>
                      <a:close/>
                    </a:path>
                  </a:pathLst>
                </a:custGeom>
                <a:solidFill>
                  <a:srgbClr val="4764A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06" name="Google Shape;3106;p68"/>
                <p:cNvSpPr/>
                <p:nvPr/>
              </p:nvSpPr>
              <p:spPr>
                <a:xfrm>
                  <a:off x="5458852" y="2947776"/>
                  <a:ext cx="504824" cy="239243"/>
                </a:xfrm>
                <a:custGeom>
                  <a:rect b="b" l="l" r="r" t="t"/>
                  <a:pathLst>
                    <a:path extrusionOk="0" h="11509" w="24285">
                      <a:moveTo>
                        <a:pt x="4604" y="0"/>
                      </a:moveTo>
                      <a:cubicBezTo>
                        <a:pt x="4170" y="0"/>
                        <a:pt x="3803" y="267"/>
                        <a:pt x="3670" y="634"/>
                      </a:cubicBezTo>
                      <a:lnTo>
                        <a:pt x="1" y="11508"/>
                      </a:lnTo>
                      <a:lnTo>
                        <a:pt x="20615" y="11508"/>
                      </a:lnTo>
                      <a:lnTo>
                        <a:pt x="24118" y="1168"/>
                      </a:lnTo>
                      <a:cubicBezTo>
                        <a:pt x="24285" y="567"/>
                        <a:pt x="23818" y="0"/>
                        <a:pt x="23184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07" name="Google Shape;3107;p68"/>
                <p:cNvSpPr/>
                <p:nvPr/>
              </p:nvSpPr>
              <p:spPr>
                <a:xfrm>
                  <a:off x="5456774" y="3186999"/>
                  <a:ext cx="430634" cy="15279"/>
                </a:xfrm>
                <a:custGeom>
                  <a:rect b="b" l="l" r="r" t="t"/>
                  <a:pathLst>
                    <a:path extrusionOk="0" h="735" w="20716">
                      <a:moveTo>
                        <a:pt x="1" y="0"/>
                      </a:moveTo>
                      <a:lnTo>
                        <a:pt x="1" y="734"/>
                      </a:lnTo>
                      <a:lnTo>
                        <a:pt x="20715" y="734"/>
                      </a:lnTo>
                      <a:lnTo>
                        <a:pt x="20715" y="0"/>
                      </a:lnTo>
                      <a:close/>
                    </a:path>
                  </a:pathLst>
                </a:custGeom>
                <a:solidFill>
                  <a:srgbClr val="4764A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08" name="Google Shape;3108;p68"/>
                <p:cNvSpPr/>
                <p:nvPr/>
              </p:nvSpPr>
              <p:spPr>
                <a:xfrm>
                  <a:off x="5698075" y="3045540"/>
                  <a:ext cx="34694" cy="30599"/>
                </a:xfrm>
                <a:custGeom>
                  <a:rect b="b" l="l" r="r" t="t"/>
                  <a:pathLst>
                    <a:path extrusionOk="0" h="1472" w="1669">
                      <a:moveTo>
                        <a:pt x="868" y="1"/>
                      </a:moveTo>
                      <a:cubicBezTo>
                        <a:pt x="435" y="1"/>
                        <a:pt x="68" y="334"/>
                        <a:pt x="34" y="734"/>
                      </a:cubicBezTo>
                      <a:cubicBezTo>
                        <a:pt x="1" y="1135"/>
                        <a:pt x="368" y="1435"/>
                        <a:pt x="768" y="1468"/>
                      </a:cubicBezTo>
                      <a:cubicBezTo>
                        <a:pt x="794" y="1470"/>
                        <a:pt x="819" y="1471"/>
                        <a:pt x="844" y="1471"/>
                      </a:cubicBezTo>
                      <a:cubicBezTo>
                        <a:pt x="1218" y="1471"/>
                        <a:pt x="1573" y="1245"/>
                        <a:pt x="1635" y="901"/>
                      </a:cubicBezTo>
                      <a:cubicBezTo>
                        <a:pt x="1669" y="501"/>
                        <a:pt x="1435" y="134"/>
                        <a:pt x="1035" y="34"/>
                      </a:cubicBezTo>
                      <a:lnTo>
                        <a:pt x="935" y="34"/>
                      </a:lnTo>
                      <a:cubicBezTo>
                        <a:pt x="935" y="1"/>
                        <a:pt x="902" y="1"/>
                        <a:pt x="868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09" name="Google Shape;3109;p68"/>
                <p:cNvSpPr/>
                <p:nvPr/>
              </p:nvSpPr>
              <p:spPr>
                <a:xfrm>
                  <a:off x="5105901" y="2519242"/>
                  <a:ext cx="52551" cy="52260"/>
                </a:xfrm>
                <a:custGeom>
                  <a:rect b="b" l="l" r="r" t="t"/>
                  <a:pathLst>
                    <a:path extrusionOk="0" h="2514" w="2528">
                      <a:moveTo>
                        <a:pt x="1402" y="0"/>
                      </a:moveTo>
                      <a:cubicBezTo>
                        <a:pt x="1235" y="0"/>
                        <a:pt x="1035" y="67"/>
                        <a:pt x="868" y="134"/>
                      </a:cubicBezTo>
                      <a:cubicBezTo>
                        <a:pt x="1" y="434"/>
                        <a:pt x="34" y="1602"/>
                        <a:pt x="568" y="2202"/>
                      </a:cubicBezTo>
                      <a:cubicBezTo>
                        <a:pt x="769" y="2421"/>
                        <a:pt x="1000" y="2513"/>
                        <a:pt x="1231" y="2513"/>
                      </a:cubicBezTo>
                      <a:cubicBezTo>
                        <a:pt x="1880" y="2513"/>
                        <a:pt x="2527" y="1781"/>
                        <a:pt x="2503" y="1068"/>
                      </a:cubicBezTo>
                      <a:cubicBezTo>
                        <a:pt x="2469" y="534"/>
                        <a:pt x="1969" y="0"/>
                        <a:pt x="1402" y="0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10" name="Google Shape;3110;p68"/>
                <p:cNvSpPr/>
                <p:nvPr/>
              </p:nvSpPr>
              <p:spPr>
                <a:xfrm>
                  <a:off x="5723747" y="3758343"/>
                  <a:ext cx="146323" cy="295453"/>
                </a:xfrm>
                <a:custGeom>
                  <a:rect b="b" l="l" r="r" t="t"/>
                  <a:pathLst>
                    <a:path extrusionOk="0" h="14213" w="7039">
                      <a:moveTo>
                        <a:pt x="3768" y="1"/>
                      </a:moveTo>
                      <a:cubicBezTo>
                        <a:pt x="3746" y="1"/>
                        <a:pt x="3724" y="1"/>
                        <a:pt x="3703" y="2"/>
                      </a:cubicBezTo>
                      <a:cubicBezTo>
                        <a:pt x="2702" y="35"/>
                        <a:pt x="1268" y="1369"/>
                        <a:pt x="801" y="2270"/>
                      </a:cubicBezTo>
                      <a:cubicBezTo>
                        <a:pt x="0" y="3738"/>
                        <a:pt x="667" y="6006"/>
                        <a:pt x="1034" y="7507"/>
                      </a:cubicBezTo>
                      <a:cubicBezTo>
                        <a:pt x="1234" y="8374"/>
                        <a:pt x="1434" y="9242"/>
                        <a:pt x="1668" y="10109"/>
                      </a:cubicBezTo>
                      <a:cubicBezTo>
                        <a:pt x="1868" y="10910"/>
                        <a:pt x="2068" y="11744"/>
                        <a:pt x="2268" y="12577"/>
                      </a:cubicBezTo>
                      <a:cubicBezTo>
                        <a:pt x="2640" y="14155"/>
                        <a:pt x="3125" y="14212"/>
                        <a:pt x="4551" y="14212"/>
                      </a:cubicBezTo>
                      <a:cubicBezTo>
                        <a:pt x="4662" y="14212"/>
                        <a:pt x="4780" y="14212"/>
                        <a:pt x="4904" y="14212"/>
                      </a:cubicBezTo>
                      <a:cubicBezTo>
                        <a:pt x="7038" y="14212"/>
                        <a:pt x="6505" y="12244"/>
                        <a:pt x="6505" y="10676"/>
                      </a:cubicBezTo>
                      <a:cubicBezTo>
                        <a:pt x="6505" y="8475"/>
                        <a:pt x="6805" y="3704"/>
                        <a:pt x="6672" y="1469"/>
                      </a:cubicBezTo>
                      <a:cubicBezTo>
                        <a:pt x="6656" y="1263"/>
                        <a:pt x="6622" y="1190"/>
                        <a:pt x="6573" y="1190"/>
                      </a:cubicBezTo>
                      <a:cubicBezTo>
                        <a:pt x="6454" y="1190"/>
                        <a:pt x="6250" y="1631"/>
                        <a:pt x="6039" y="1631"/>
                      </a:cubicBezTo>
                      <a:cubicBezTo>
                        <a:pt x="5960" y="1631"/>
                        <a:pt x="5881" y="1570"/>
                        <a:pt x="5804" y="1403"/>
                      </a:cubicBezTo>
                      <a:cubicBezTo>
                        <a:pt x="5414" y="654"/>
                        <a:pt x="4642" y="1"/>
                        <a:pt x="3768" y="1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11" name="Google Shape;3111;p68"/>
                <p:cNvSpPr/>
                <p:nvPr/>
              </p:nvSpPr>
              <p:spPr>
                <a:xfrm>
                  <a:off x="5758400" y="3963662"/>
                  <a:ext cx="307904" cy="118551"/>
                </a:xfrm>
                <a:custGeom>
                  <a:rect b="b" l="l" r="r" t="t"/>
                  <a:pathLst>
                    <a:path extrusionOk="0" h="5703" w="14812">
                      <a:moveTo>
                        <a:pt x="4875" y="1"/>
                      </a:moveTo>
                      <a:cubicBezTo>
                        <a:pt x="4197" y="1"/>
                        <a:pt x="3213" y="318"/>
                        <a:pt x="2703" y="399"/>
                      </a:cubicBezTo>
                      <a:cubicBezTo>
                        <a:pt x="1802" y="499"/>
                        <a:pt x="902" y="632"/>
                        <a:pt x="1" y="766"/>
                      </a:cubicBezTo>
                      <a:cubicBezTo>
                        <a:pt x="101" y="1867"/>
                        <a:pt x="234" y="2934"/>
                        <a:pt x="401" y="4001"/>
                      </a:cubicBezTo>
                      <a:cubicBezTo>
                        <a:pt x="501" y="4468"/>
                        <a:pt x="535" y="5035"/>
                        <a:pt x="701" y="5436"/>
                      </a:cubicBezTo>
                      <a:cubicBezTo>
                        <a:pt x="768" y="5536"/>
                        <a:pt x="802" y="5636"/>
                        <a:pt x="868" y="5703"/>
                      </a:cubicBezTo>
                      <a:cubicBezTo>
                        <a:pt x="1369" y="5603"/>
                        <a:pt x="1869" y="5536"/>
                        <a:pt x="2369" y="5502"/>
                      </a:cubicBezTo>
                      <a:cubicBezTo>
                        <a:pt x="3604" y="5369"/>
                        <a:pt x="4871" y="5336"/>
                        <a:pt x="6105" y="5269"/>
                      </a:cubicBezTo>
                      <a:cubicBezTo>
                        <a:pt x="7206" y="5169"/>
                        <a:pt x="8307" y="5069"/>
                        <a:pt x="9408" y="4935"/>
                      </a:cubicBezTo>
                      <a:cubicBezTo>
                        <a:pt x="11109" y="4769"/>
                        <a:pt x="13110" y="4935"/>
                        <a:pt x="14478" y="3701"/>
                      </a:cubicBezTo>
                      <a:cubicBezTo>
                        <a:pt x="14578" y="3634"/>
                        <a:pt x="14678" y="3534"/>
                        <a:pt x="14711" y="3434"/>
                      </a:cubicBezTo>
                      <a:cubicBezTo>
                        <a:pt x="14812" y="3067"/>
                        <a:pt x="14445" y="2801"/>
                        <a:pt x="14111" y="2667"/>
                      </a:cubicBezTo>
                      <a:cubicBezTo>
                        <a:pt x="12610" y="2067"/>
                        <a:pt x="10942" y="2133"/>
                        <a:pt x="9341" y="1867"/>
                      </a:cubicBezTo>
                      <a:cubicBezTo>
                        <a:pt x="8507" y="1700"/>
                        <a:pt x="7673" y="1466"/>
                        <a:pt x="6873" y="1133"/>
                      </a:cubicBezTo>
                      <a:cubicBezTo>
                        <a:pt x="6506" y="966"/>
                        <a:pt x="6039" y="799"/>
                        <a:pt x="5738" y="532"/>
                      </a:cubicBezTo>
                      <a:cubicBezTo>
                        <a:pt x="5572" y="432"/>
                        <a:pt x="5472" y="132"/>
                        <a:pt x="5305" y="65"/>
                      </a:cubicBezTo>
                      <a:cubicBezTo>
                        <a:pt x="5187" y="19"/>
                        <a:pt x="5040" y="1"/>
                        <a:pt x="487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12" name="Google Shape;3112;p68"/>
                <p:cNvSpPr/>
                <p:nvPr/>
              </p:nvSpPr>
              <p:spPr>
                <a:xfrm>
                  <a:off x="5595468" y="3303001"/>
                  <a:ext cx="294704" cy="622087"/>
                </a:xfrm>
                <a:custGeom>
                  <a:rect b="b" l="l" r="r" t="t"/>
                  <a:pathLst>
                    <a:path extrusionOk="0" h="29926" w="14177">
                      <a:moveTo>
                        <a:pt x="1364" y="1"/>
                      </a:moveTo>
                      <a:cubicBezTo>
                        <a:pt x="1286" y="1"/>
                        <a:pt x="1209" y="9"/>
                        <a:pt x="1134" y="28"/>
                      </a:cubicBezTo>
                      <a:cubicBezTo>
                        <a:pt x="300" y="194"/>
                        <a:pt x="100" y="1295"/>
                        <a:pt x="234" y="2129"/>
                      </a:cubicBezTo>
                      <a:cubicBezTo>
                        <a:pt x="400" y="3563"/>
                        <a:pt x="0" y="4864"/>
                        <a:pt x="100" y="6332"/>
                      </a:cubicBezTo>
                      <a:cubicBezTo>
                        <a:pt x="200" y="7700"/>
                        <a:pt x="534" y="9067"/>
                        <a:pt x="901" y="10402"/>
                      </a:cubicBezTo>
                      <a:cubicBezTo>
                        <a:pt x="1801" y="13804"/>
                        <a:pt x="1901" y="17774"/>
                        <a:pt x="2902" y="21143"/>
                      </a:cubicBezTo>
                      <a:cubicBezTo>
                        <a:pt x="2902" y="21209"/>
                        <a:pt x="2935" y="21243"/>
                        <a:pt x="2935" y="21276"/>
                      </a:cubicBezTo>
                      <a:cubicBezTo>
                        <a:pt x="3569" y="23745"/>
                        <a:pt x="4036" y="26213"/>
                        <a:pt x="4603" y="28681"/>
                      </a:cubicBezTo>
                      <a:cubicBezTo>
                        <a:pt x="4670" y="29015"/>
                        <a:pt x="4703" y="29816"/>
                        <a:pt x="5137" y="29916"/>
                      </a:cubicBezTo>
                      <a:cubicBezTo>
                        <a:pt x="5162" y="29923"/>
                        <a:pt x="5189" y="29926"/>
                        <a:pt x="5217" y="29926"/>
                      </a:cubicBezTo>
                      <a:cubicBezTo>
                        <a:pt x="5590" y="29926"/>
                        <a:pt x="6158" y="29335"/>
                        <a:pt x="6438" y="29148"/>
                      </a:cubicBezTo>
                      <a:cubicBezTo>
                        <a:pt x="7172" y="28681"/>
                        <a:pt x="7906" y="28748"/>
                        <a:pt x="8773" y="28648"/>
                      </a:cubicBezTo>
                      <a:cubicBezTo>
                        <a:pt x="9874" y="28515"/>
                        <a:pt x="10908" y="28214"/>
                        <a:pt x="11909" y="27814"/>
                      </a:cubicBezTo>
                      <a:cubicBezTo>
                        <a:pt x="12676" y="27481"/>
                        <a:pt x="13443" y="27014"/>
                        <a:pt x="13843" y="26280"/>
                      </a:cubicBezTo>
                      <a:cubicBezTo>
                        <a:pt x="14110" y="25779"/>
                        <a:pt x="14143" y="25179"/>
                        <a:pt x="14177" y="24578"/>
                      </a:cubicBezTo>
                      <a:cubicBezTo>
                        <a:pt x="14177" y="23011"/>
                        <a:pt x="13877" y="21510"/>
                        <a:pt x="13676" y="19975"/>
                      </a:cubicBezTo>
                      <a:cubicBezTo>
                        <a:pt x="13476" y="18407"/>
                        <a:pt x="13209" y="16840"/>
                        <a:pt x="12876" y="15272"/>
                      </a:cubicBezTo>
                      <a:cubicBezTo>
                        <a:pt x="12009" y="11236"/>
                        <a:pt x="11008" y="5865"/>
                        <a:pt x="7906" y="2896"/>
                      </a:cubicBezTo>
                      <a:cubicBezTo>
                        <a:pt x="7105" y="2129"/>
                        <a:pt x="6171" y="1562"/>
                        <a:pt x="5137" y="1128"/>
                      </a:cubicBezTo>
                      <a:cubicBezTo>
                        <a:pt x="4103" y="695"/>
                        <a:pt x="3036" y="395"/>
                        <a:pt x="1968" y="128"/>
                      </a:cubicBezTo>
                      <a:cubicBezTo>
                        <a:pt x="1776" y="56"/>
                        <a:pt x="1566" y="1"/>
                        <a:pt x="1364" y="1"/>
                      </a:cubicBezTo>
                      <a:close/>
                    </a:path>
                  </a:pathLst>
                </a:custGeom>
                <a:solidFill>
                  <a:srgbClr val="73CABE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13" name="Google Shape;3113;p68"/>
                <p:cNvSpPr/>
                <p:nvPr/>
              </p:nvSpPr>
              <p:spPr>
                <a:xfrm rot="2078284">
                  <a:off x="5162159" y="2609088"/>
                  <a:ext cx="63109" cy="20828"/>
                </a:xfrm>
                <a:custGeom>
                  <a:rect b="b" l="l" r="r" t="t"/>
                  <a:pathLst>
                    <a:path extrusionOk="0" h="1002" w="3036">
                      <a:moveTo>
                        <a:pt x="2535" y="1"/>
                      </a:moveTo>
                      <a:cubicBezTo>
                        <a:pt x="2269" y="101"/>
                        <a:pt x="2035" y="201"/>
                        <a:pt x="1768" y="301"/>
                      </a:cubicBezTo>
                      <a:cubicBezTo>
                        <a:pt x="1568" y="368"/>
                        <a:pt x="1368" y="434"/>
                        <a:pt x="1168" y="501"/>
                      </a:cubicBezTo>
                      <a:cubicBezTo>
                        <a:pt x="968" y="534"/>
                        <a:pt x="801" y="601"/>
                        <a:pt x="601" y="601"/>
                      </a:cubicBezTo>
                      <a:cubicBezTo>
                        <a:pt x="501" y="601"/>
                        <a:pt x="367" y="634"/>
                        <a:pt x="267" y="668"/>
                      </a:cubicBezTo>
                      <a:cubicBezTo>
                        <a:pt x="0" y="801"/>
                        <a:pt x="134" y="935"/>
                        <a:pt x="300" y="1001"/>
                      </a:cubicBezTo>
                      <a:lnTo>
                        <a:pt x="334" y="1001"/>
                      </a:lnTo>
                      <a:cubicBezTo>
                        <a:pt x="1234" y="968"/>
                        <a:pt x="2168" y="901"/>
                        <a:pt x="3036" y="668"/>
                      </a:cubicBezTo>
                      <a:cubicBezTo>
                        <a:pt x="3036" y="434"/>
                        <a:pt x="2836" y="234"/>
                        <a:pt x="2702" y="34"/>
                      </a:cubicBezTo>
                      <a:cubicBezTo>
                        <a:pt x="2669" y="34"/>
                        <a:pt x="2669" y="1"/>
                        <a:pt x="2635" y="1"/>
                      </a:cubicBezTo>
                      <a:close/>
                    </a:path>
                  </a:pathLst>
                </a:custGeom>
                <a:solidFill>
                  <a:srgbClr val="C46345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14" name="Google Shape;3114;p68"/>
                <p:cNvSpPr/>
                <p:nvPr/>
              </p:nvSpPr>
              <p:spPr>
                <a:xfrm>
                  <a:off x="5596549" y="3500953"/>
                  <a:ext cx="141584" cy="414149"/>
                </a:xfrm>
                <a:custGeom>
                  <a:rect b="b" l="l" r="r" t="t"/>
                  <a:pathLst>
                    <a:path extrusionOk="0" h="19923" w="6811">
                      <a:moveTo>
                        <a:pt x="154" y="1"/>
                      </a:moveTo>
                      <a:cubicBezTo>
                        <a:pt x="72" y="1"/>
                        <a:pt x="0" y="79"/>
                        <a:pt x="48" y="175"/>
                      </a:cubicBezTo>
                      <a:cubicBezTo>
                        <a:pt x="1316" y="2443"/>
                        <a:pt x="1616" y="5112"/>
                        <a:pt x="2183" y="7614"/>
                      </a:cubicBezTo>
                      <a:cubicBezTo>
                        <a:pt x="2817" y="10249"/>
                        <a:pt x="3517" y="12884"/>
                        <a:pt x="4351" y="15486"/>
                      </a:cubicBezTo>
                      <a:cubicBezTo>
                        <a:pt x="4818" y="16954"/>
                        <a:pt x="5319" y="18421"/>
                        <a:pt x="5886" y="19856"/>
                      </a:cubicBezTo>
                      <a:cubicBezTo>
                        <a:pt x="5919" y="19889"/>
                        <a:pt x="5952" y="19923"/>
                        <a:pt x="6019" y="19923"/>
                      </a:cubicBezTo>
                      <a:cubicBezTo>
                        <a:pt x="6253" y="19856"/>
                        <a:pt x="6486" y="19756"/>
                        <a:pt x="6720" y="19689"/>
                      </a:cubicBezTo>
                      <a:cubicBezTo>
                        <a:pt x="6811" y="19659"/>
                        <a:pt x="6791" y="19518"/>
                        <a:pt x="6686" y="19518"/>
                      </a:cubicBezTo>
                      <a:cubicBezTo>
                        <a:pt x="6676" y="19518"/>
                        <a:pt x="6665" y="19519"/>
                        <a:pt x="6653" y="19522"/>
                      </a:cubicBezTo>
                      <a:lnTo>
                        <a:pt x="6052" y="19689"/>
                      </a:lnTo>
                      <a:cubicBezTo>
                        <a:pt x="5152" y="17120"/>
                        <a:pt x="4284" y="14519"/>
                        <a:pt x="3551" y="11883"/>
                      </a:cubicBezTo>
                      <a:cubicBezTo>
                        <a:pt x="2817" y="9282"/>
                        <a:pt x="2283" y="6646"/>
                        <a:pt x="1683" y="4044"/>
                      </a:cubicBezTo>
                      <a:cubicBezTo>
                        <a:pt x="1349" y="2643"/>
                        <a:pt x="982" y="1276"/>
                        <a:pt x="248" y="42"/>
                      </a:cubicBezTo>
                      <a:cubicBezTo>
                        <a:pt x="220" y="13"/>
                        <a:pt x="186" y="1"/>
                        <a:pt x="154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15" name="Google Shape;3115;p68"/>
                <p:cNvSpPr/>
                <p:nvPr/>
              </p:nvSpPr>
              <p:spPr>
                <a:xfrm>
                  <a:off x="5197450" y="3342282"/>
                  <a:ext cx="403569" cy="159024"/>
                </a:xfrm>
                <a:custGeom>
                  <a:rect b="b" l="l" r="r" t="t"/>
                  <a:pathLst>
                    <a:path extrusionOk="0" h="7650" w="19414">
                      <a:moveTo>
                        <a:pt x="204" y="0"/>
                      </a:moveTo>
                      <a:cubicBezTo>
                        <a:pt x="0" y="0"/>
                        <a:pt x="10" y="337"/>
                        <a:pt x="234" y="369"/>
                      </a:cubicBezTo>
                      <a:cubicBezTo>
                        <a:pt x="3136" y="803"/>
                        <a:pt x="6038" y="1403"/>
                        <a:pt x="8906" y="2137"/>
                      </a:cubicBezTo>
                      <a:cubicBezTo>
                        <a:pt x="10274" y="2471"/>
                        <a:pt x="11675" y="2871"/>
                        <a:pt x="13043" y="3271"/>
                      </a:cubicBezTo>
                      <a:cubicBezTo>
                        <a:pt x="14344" y="3672"/>
                        <a:pt x="15678" y="4072"/>
                        <a:pt x="16845" y="4739"/>
                      </a:cubicBezTo>
                      <a:cubicBezTo>
                        <a:pt x="17412" y="5073"/>
                        <a:pt x="17946" y="5473"/>
                        <a:pt x="18346" y="5973"/>
                      </a:cubicBezTo>
                      <a:cubicBezTo>
                        <a:pt x="18780" y="6474"/>
                        <a:pt x="18980" y="7007"/>
                        <a:pt x="19214" y="7575"/>
                      </a:cubicBezTo>
                      <a:cubicBezTo>
                        <a:pt x="19230" y="7625"/>
                        <a:pt x="19280" y="7650"/>
                        <a:pt x="19326" y="7650"/>
                      </a:cubicBezTo>
                      <a:cubicBezTo>
                        <a:pt x="19372" y="7650"/>
                        <a:pt x="19414" y="7625"/>
                        <a:pt x="19414" y="7575"/>
                      </a:cubicBezTo>
                      <a:cubicBezTo>
                        <a:pt x="19414" y="6574"/>
                        <a:pt x="18580" y="5606"/>
                        <a:pt x="17746" y="4939"/>
                      </a:cubicBezTo>
                      <a:cubicBezTo>
                        <a:pt x="16712" y="4139"/>
                        <a:pt x="15411" y="3672"/>
                        <a:pt x="14143" y="3271"/>
                      </a:cubicBezTo>
                      <a:cubicBezTo>
                        <a:pt x="11241" y="2337"/>
                        <a:pt x="8306" y="1570"/>
                        <a:pt x="5304" y="936"/>
                      </a:cubicBezTo>
                      <a:cubicBezTo>
                        <a:pt x="3636" y="603"/>
                        <a:pt x="1935" y="269"/>
                        <a:pt x="234" y="2"/>
                      </a:cubicBezTo>
                      <a:cubicBezTo>
                        <a:pt x="223" y="1"/>
                        <a:pt x="214" y="0"/>
                        <a:pt x="204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16" name="Google Shape;3116;p68"/>
                <p:cNvSpPr/>
                <p:nvPr/>
              </p:nvSpPr>
              <p:spPr>
                <a:xfrm>
                  <a:off x="5897780" y="3977028"/>
                  <a:ext cx="13200" cy="33260"/>
                </a:xfrm>
                <a:custGeom>
                  <a:rect b="b" l="l" r="r" t="t"/>
                  <a:pathLst>
                    <a:path extrusionOk="0" h="1600" w="635">
                      <a:moveTo>
                        <a:pt x="586" y="1"/>
                      </a:moveTo>
                      <a:cubicBezTo>
                        <a:pt x="568" y="1"/>
                        <a:pt x="548" y="9"/>
                        <a:pt x="534" y="23"/>
                      </a:cubicBezTo>
                      <a:cubicBezTo>
                        <a:pt x="468" y="89"/>
                        <a:pt x="434" y="156"/>
                        <a:pt x="401" y="189"/>
                      </a:cubicBezTo>
                      <a:cubicBezTo>
                        <a:pt x="368" y="256"/>
                        <a:pt x="334" y="323"/>
                        <a:pt x="301" y="390"/>
                      </a:cubicBezTo>
                      <a:cubicBezTo>
                        <a:pt x="234" y="523"/>
                        <a:pt x="168" y="690"/>
                        <a:pt x="134" y="823"/>
                      </a:cubicBezTo>
                      <a:cubicBezTo>
                        <a:pt x="101" y="923"/>
                        <a:pt x="34" y="1057"/>
                        <a:pt x="1" y="1157"/>
                      </a:cubicBezTo>
                      <a:cubicBezTo>
                        <a:pt x="1" y="1257"/>
                        <a:pt x="1" y="1357"/>
                        <a:pt x="34" y="1457"/>
                      </a:cubicBezTo>
                      <a:cubicBezTo>
                        <a:pt x="89" y="1539"/>
                        <a:pt x="166" y="1599"/>
                        <a:pt x="248" y="1599"/>
                      </a:cubicBezTo>
                      <a:cubicBezTo>
                        <a:pt x="266" y="1599"/>
                        <a:pt x="283" y="1596"/>
                        <a:pt x="301" y="1590"/>
                      </a:cubicBezTo>
                      <a:cubicBezTo>
                        <a:pt x="434" y="1590"/>
                        <a:pt x="534" y="1524"/>
                        <a:pt x="534" y="1390"/>
                      </a:cubicBezTo>
                      <a:lnTo>
                        <a:pt x="534" y="1357"/>
                      </a:lnTo>
                      <a:lnTo>
                        <a:pt x="534" y="1290"/>
                      </a:lnTo>
                      <a:cubicBezTo>
                        <a:pt x="534" y="1290"/>
                        <a:pt x="534" y="1257"/>
                        <a:pt x="501" y="1224"/>
                      </a:cubicBezTo>
                      <a:lnTo>
                        <a:pt x="501" y="1190"/>
                      </a:lnTo>
                      <a:lnTo>
                        <a:pt x="501" y="1157"/>
                      </a:lnTo>
                      <a:cubicBezTo>
                        <a:pt x="501" y="1157"/>
                        <a:pt x="534" y="1123"/>
                        <a:pt x="534" y="1123"/>
                      </a:cubicBezTo>
                      <a:lnTo>
                        <a:pt x="534" y="1023"/>
                      </a:lnTo>
                      <a:lnTo>
                        <a:pt x="568" y="790"/>
                      </a:lnTo>
                      <a:cubicBezTo>
                        <a:pt x="601" y="690"/>
                        <a:pt x="601" y="556"/>
                        <a:pt x="635" y="456"/>
                      </a:cubicBezTo>
                      <a:cubicBezTo>
                        <a:pt x="635" y="323"/>
                        <a:pt x="635" y="189"/>
                        <a:pt x="635" y="56"/>
                      </a:cubicBezTo>
                      <a:cubicBezTo>
                        <a:pt x="635" y="17"/>
                        <a:pt x="612" y="1"/>
                        <a:pt x="586" y="1"/>
                      </a:cubicBezTo>
                      <a:close/>
                    </a:path>
                  </a:pathLst>
                </a:custGeom>
                <a:solidFill>
                  <a:srgbClr val="73CABE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17" name="Google Shape;3117;p68"/>
                <p:cNvSpPr/>
                <p:nvPr/>
              </p:nvSpPr>
              <p:spPr>
                <a:xfrm>
                  <a:off x="5926218" y="3980271"/>
                  <a:ext cx="12493" cy="30183"/>
                </a:xfrm>
                <a:custGeom>
                  <a:rect b="b" l="l" r="r" t="t"/>
                  <a:pathLst>
                    <a:path extrusionOk="0" h="1452" w="601">
                      <a:moveTo>
                        <a:pt x="301" y="0"/>
                      </a:moveTo>
                      <a:cubicBezTo>
                        <a:pt x="201" y="0"/>
                        <a:pt x="134" y="67"/>
                        <a:pt x="134" y="167"/>
                      </a:cubicBezTo>
                      <a:lnTo>
                        <a:pt x="134" y="234"/>
                      </a:lnTo>
                      <a:cubicBezTo>
                        <a:pt x="134" y="234"/>
                        <a:pt x="134" y="267"/>
                        <a:pt x="134" y="267"/>
                      </a:cubicBezTo>
                      <a:cubicBezTo>
                        <a:pt x="100" y="334"/>
                        <a:pt x="100" y="367"/>
                        <a:pt x="100" y="400"/>
                      </a:cubicBezTo>
                      <a:cubicBezTo>
                        <a:pt x="67" y="500"/>
                        <a:pt x="67" y="601"/>
                        <a:pt x="67" y="701"/>
                      </a:cubicBezTo>
                      <a:lnTo>
                        <a:pt x="0" y="1001"/>
                      </a:lnTo>
                      <a:cubicBezTo>
                        <a:pt x="0" y="1068"/>
                        <a:pt x="0" y="1134"/>
                        <a:pt x="34" y="1201"/>
                      </a:cubicBezTo>
                      <a:cubicBezTo>
                        <a:pt x="34" y="1301"/>
                        <a:pt x="100" y="1368"/>
                        <a:pt x="201" y="1401"/>
                      </a:cubicBezTo>
                      <a:cubicBezTo>
                        <a:pt x="234" y="1434"/>
                        <a:pt x="276" y="1451"/>
                        <a:pt x="317" y="1451"/>
                      </a:cubicBezTo>
                      <a:cubicBezTo>
                        <a:pt x="359" y="1451"/>
                        <a:pt x="401" y="1434"/>
                        <a:pt x="434" y="1401"/>
                      </a:cubicBezTo>
                      <a:cubicBezTo>
                        <a:pt x="501" y="1368"/>
                        <a:pt x="567" y="1301"/>
                        <a:pt x="601" y="1201"/>
                      </a:cubicBezTo>
                      <a:cubicBezTo>
                        <a:pt x="601" y="1134"/>
                        <a:pt x="601" y="1068"/>
                        <a:pt x="601" y="1001"/>
                      </a:cubicBezTo>
                      <a:cubicBezTo>
                        <a:pt x="601" y="901"/>
                        <a:pt x="567" y="834"/>
                        <a:pt x="567" y="734"/>
                      </a:cubicBezTo>
                      <a:cubicBezTo>
                        <a:pt x="567" y="634"/>
                        <a:pt x="534" y="534"/>
                        <a:pt x="501" y="434"/>
                      </a:cubicBezTo>
                      <a:cubicBezTo>
                        <a:pt x="501" y="367"/>
                        <a:pt x="501" y="334"/>
                        <a:pt x="501" y="300"/>
                      </a:cubicBezTo>
                      <a:cubicBezTo>
                        <a:pt x="501" y="267"/>
                        <a:pt x="467" y="267"/>
                        <a:pt x="467" y="234"/>
                      </a:cubicBezTo>
                      <a:cubicBezTo>
                        <a:pt x="467" y="234"/>
                        <a:pt x="467" y="234"/>
                        <a:pt x="467" y="200"/>
                      </a:cubicBezTo>
                      <a:lnTo>
                        <a:pt x="467" y="167"/>
                      </a:lnTo>
                      <a:cubicBezTo>
                        <a:pt x="467" y="100"/>
                        <a:pt x="401" y="0"/>
                        <a:pt x="301" y="0"/>
                      </a:cubicBezTo>
                      <a:close/>
                    </a:path>
                  </a:pathLst>
                </a:custGeom>
                <a:solidFill>
                  <a:srgbClr val="73CABE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18" name="Google Shape;3118;p68"/>
                <p:cNvSpPr/>
                <p:nvPr/>
              </p:nvSpPr>
              <p:spPr>
                <a:xfrm>
                  <a:off x="5960184" y="3989521"/>
                  <a:ext cx="13200" cy="29352"/>
                </a:xfrm>
                <a:custGeom>
                  <a:rect b="b" l="l" r="r" t="t"/>
                  <a:pathLst>
                    <a:path extrusionOk="0" h="1412" w="635">
                      <a:moveTo>
                        <a:pt x="248" y="0"/>
                      </a:moveTo>
                      <a:cubicBezTo>
                        <a:pt x="223" y="0"/>
                        <a:pt x="195" y="8"/>
                        <a:pt x="168" y="22"/>
                      </a:cubicBezTo>
                      <a:cubicBezTo>
                        <a:pt x="134" y="55"/>
                        <a:pt x="101" y="122"/>
                        <a:pt x="101" y="156"/>
                      </a:cubicBezTo>
                      <a:cubicBezTo>
                        <a:pt x="134" y="189"/>
                        <a:pt x="134" y="222"/>
                        <a:pt x="134" y="222"/>
                      </a:cubicBezTo>
                      <a:cubicBezTo>
                        <a:pt x="134" y="256"/>
                        <a:pt x="134" y="256"/>
                        <a:pt x="134" y="256"/>
                      </a:cubicBezTo>
                      <a:lnTo>
                        <a:pt x="134" y="289"/>
                      </a:lnTo>
                      <a:cubicBezTo>
                        <a:pt x="134" y="322"/>
                        <a:pt x="134" y="356"/>
                        <a:pt x="134" y="389"/>
                      </a:cubicBezTo>
                      <a:cubicBezTo>
                        <a:pt x="134" y="400"/>
                        <a:pt x="134" y="413"/>
                        <a:pt x="134" y="422"/>
                      </a:cubicBezTo>
                      <a:lnTo>
                        <a:pt x="134" y="522"/>
                      </a:lnTo>
                      <a:lnTo>
                        <a:pt x="134" y="589"/>
                      </a:lnTo>
                      <a:lnTo>
                        <a:pt x="134" y="623"/>
                      </a:lnTo>
                      <a:cubicBezTo>
                        <a:pt x="134" y="689"/>
                        <a:pt x="101" y="789"/>
                        <a:pt x="68" y="856"/>
                      </a:cubicBezTo>
                      <a:cubicBezTo>
                        <a:pt x="34" y="956"/>
                        <a:pt x="34" y="1056"/>
                        <a:pt x="34" y="1156"/>
                      </a:cubicBezTo>
                      <a:cubicBezTo>
                        <a:pt x="1" y="1256"/>
                        <a:pt x="101" y="1356"/>
                        <a:pt x="168" y="1390"/>
                      </a:cubicBezTo>
                      <a:cubicBezTo>
                        <a:pt x="209" y="1404"/>
                        <a:pt x="251" y="1412"/>
                        <a:pt x="290" y="1412"/>
                      </a:cubicBezTo>
                      <a:cubicBezTo>
                        <a:pt x="345" y="1412"/>
                        <a:pt x="395" y="1395"/>
                        <a:pt x="435" y="1356"/>
                      </a:cubicBezTo>
                      <a:cubicBezTo>
                        <a:pt x="468" y="1290"/>
                        <a:pt x="535" y="1256"/>
                        <a:pt x="568" y="1190"/>
                      </a:cubicBezTo>
                      <a:cubicBezTo>
                        <a:pt x="601" y="1123"/>
                        <a:pt x="635" y="1023"/>
                        <a:pt x="635" y="923"/>
                      </a:cubicBezTo>
                      <a:cubicBezTo>
                        <a:pt x="635" y="823"/>
                        <a:pt x="635" y="723"/>
                        <a:pt x="601" y="589"/>
                      </a:cubicBezTo>
                      <a:lnTo>
                        <a:pt x="601" y="623"/>
                      </a:lnTo>
                      <a:cubicBezTo>
                        <a:pt x="601" y="522"/>
                        <a:pt x="568" y="422"/>
                        <a:pt x="535" y="322"/>
                      </a:cubicBezTo>
                      <a:cubicBezTo>
                        <a:pt x="501" y="256"/>
                        <a:pt x="468" y="222"/>
                        <a:pt x="435" y="156"/>
                      </a:cubicBezTo>
                      <a:cubicBezTo>
                        <a:pt x="401" y="156"/>
                        <a:pt x="401" y="122"/>
                        <a:pt x="401" y="122"/>
                      </a:cubicBezTo>
                      <a:cubicBezTo>
                        <a:pt x="368" y="89"/>
                        <a:pt x="368" y="55"/>
                        <a:pt x="334" y="55"/>
                      </a:cubicBezTo>
                      <a:cubicBezTo>
                        <a:pt x="315" y="16"/>
                        <a:pt x="284" y="0"/>
                        <a:pt x="248" y="0"/>
                      </a:cubicBezTo>
                      <a:close/>
                    </a:path>
                  </a:pathLst>
                </a:custGeom>
                <a:solidFill>
                  <a:srgbClr val="73CABE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19" name="Google Shape;3119;p68"/>
                <p:cNvSpPr/>
                <p:nvPr/>
              </p:nvSpPr>
              <p:spPr>
                <a:xfrm>
                  <a:off x="5122739" y="2529573"/>
                  <a:ext cx="24799" cy="19145"/>
                </a:xfrm>
                <a:custGeom>
                  <a:rect b="b" l="l" r="r" t="t"/>
                  <a:pathLst>
                    <a:path extrusionOk="0" h="921" w="1193">
                      <a:moveTo>
                        <a:pt x="391" y="0"/>
                      </a:moveTo>
                      <a:cubicBezTo>
                        <a:pt x="280" y="0"/>
                        <a:pt x="167" y="32"/>
                        <a:pt x="58" y="104"/>
                      </a:cubicBezTo>
                      <a:cubicBezTo>
                        <a:pt x="1" y="133"/>
                        <a:pt x="42" y="211"/>
                        <a:pt x="97" y="211"/>
                      </a:cubicBezTo>
                      <a:cubicBezTo>
                        <a:pt x="106" y="211"/>
                        <a:pt x="116" y="209"/>
                        <a:pt x="125" y="204"/>
                      </a:cubicBezTo>
                      <a:cubicBezTo>
                        <a:pt x="171" y="185"/>
                        <a:pt x="223" y="177"/>
                        <a:pt x="277" y="177"/>
                      </a:cubicBezTo>
                      <a:cubicBezTo>
                        <a:pt x="414" y="177"/>
                        <a:pt x="562" y="232"/>
                        <a:pt x="659" y="304"/>
                      </a:cubicBezTo>
                      <a:cubicBezTo>
                        <a:pt x="725" y="371"/>
                        <a:pt x="792" y="471"/>
                        <a:pt x="859" y="538"/>
                      </a:cubicBezTo>
                      <a:cubicBezTo>
                        <a:pt x="892" y="638"/>
                        <a:pt x="925" y="771"/>
                        <a:pt x="959" y="871"/>
                      </a:cubicBezTo>
                      <a:cubicBezTo>
                        <a:pt x="982" y="906"/>
                        <a:pt x="1017" y="921"/>
                        <a:pt x="1054" y="921"/>
                      </a:cubicBezTo>
                      <a:cubicBezTo>
                        <a:pt x="1122" y="921"/>
                        <a:pt x="1192" y="870"/>
                        <a:pt x="1192" y="804"/>
                      </a:cubicBezTo>
                      <a:cubicBezTo>
                        <a:pt x="1166" y="412"/>
                        <a:pt x="792" y="0"/>
                        <a:pt x="391" y="0"/>
                      </a:cubicBezTo>
                      <a:close/>
                    </a:path>
                  </a:pathLst>
                </a:custGeom>
                <a:solidFill>
                  <a:srgbClr val="C46345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20" name="Google Shape;3120;p68"/>
                <p:cNvSpPr/>
                <p:nvPr/>
              </p:nvSpPr>
              <p:spPr>
                <a:xfrm>
                  <a:off x="4884951" y="3180700"/>
                  <a:ext cx="297074" cy="50306"/>
                </a:xfrm>
                <a:custGeom>
                  <a:rect b="b" l="l" r="r" t="t"/>
                  <a:pathLst>
                    <a:path extrusionOk="0" h="2420" w="14291">
                      <a:moveTo>
                        <a:pt x="222" y="0"/>
                      </a:moveTo>
                      <a:cubicBezTo>
                        <a:pt x="49" y="0"/>
                        <a:pt x="1" y="239"/>
                        <a:pt x="189" y="270"/>
                      </a:cubicBezTo>
                      <a:cubicBezTo>
                        <a:pt x="3825" y="1204"/>
                        <a:pt x="7561" y="1871"/>
                        <a:pt x="11264" y="2272"/>
                      </a:cubicBezTo>
                      <a:cubicBezTo>
                        <a:pt x="11800" y="2346"/>
                        <a:pt x="12347" y="2420"/>
                        <a:pt x="12893" y="2420"/>
                      </a:cubicBezTo>
                      <a:cubicBezTo>
                        <a:pt x="13331" y="2420"/>
                        <a:pt x="13768" y="2372"/>
                        <a:pt x="14199" y="2238"/>
                      </a:cubicBezTo>
                      <a:cubicBezTo>
                        <a:pt x="14290" y="2177"/>
                        <a:pt x="14271" y="2034"/>
                        <a:pt x="14166" y="2034"/>
                      </a:cubicBezTo>
                      <a:cubicBezTo>
                        <a:pt x="14155" y="2034"/>
                        <a:pt x="14144" y="2035"/>
                        <a:pt x="14132" y="2038"/>
                      </a:cubicBezTo>
                      <a:cubicBezTo>
                        <a:pt x="13768" y="2155"/>
                        <a:pt x="13392" y="2195"/>
                        <a:pt x="13013" y="2195"/>
                      </a:cubicBezTo>
                      <a:cubicBezTo>
                        <a:pt x="12525" y="2195"/>
                        <a:pt x="12034" y="2128"/>
                        <a:pt x="11564" y="2071"/>
                      </a:cubicBezTo>
                      <a:cubicBezTo>
                        <a:pt x="10597" y="1938"/>
                        <a:pt x="9663" y="1805"/>
                        <a:pt x="8729" y="1671"/>
                      </a:cubicBezTo>
                      <a:cubicBezTo>
                        <a:pt x="6927" y="1404"/>
                        <a:pt x="5126" y="1071"/>
                        <a:pt x="3325" y="704"/>
                      </a:cubicBezTo>
                      <a:cubicBezTo>
                        <a:pt x="2291" y="470"/>
                        <a:pt x="1290" y="237"/>
                        <a:pt x="256" y="3"/>
                      </a:cubicBezTo>
                      <a:cubicBezTo>
                        <a:pt x="244" y="1"/>
                        <a:pt x="233" y="0"/>
                        <a:pt x="222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21" name="Google Shape;3121;p68"/>
                <p:cNvSpPr/>
                <p:nvPr/>
              </p:nvSpPr>
              <p:spPr>
                <a:xfrm>
                  <a:off x="4972071" y="2815838"/>
                  <a:ext cx="250136" cy="299132"/>
                </a:xfrm>
                <a:custGeom>
                  <a:rect b="b" l="l" r="r" t="t"/>
                  <a:pathLst>
                    <a:path extrusionOk="0" h="14390" w="12033">
                      <a:moveTo>
                        <a:pt x="3309" y="0"/>
                      </a:moveTo>
                      <a:cubicBezTo>
                        <a:pt x="3283" y="0"/>
                        <a:pt x="3257" y="12"/>
                        <a:pt x="3237" y="43"/>
                      </a:cubicBezTo>
                      <a:cubicBezTo>
                        <a:pt x="2770" y="610"/>
                        <a:pt x="2469" y="1310"/>
                        <a:pt x="2136" y="1944"/>
                      </a:cubicBezTo>
                      <a:cubicBezTo>
                        <a:pt x="1802" y="2611"/>
                        <a:pt x="1502" y="3245"/>
                        <a:pt x="1202" y="3912"/>
                      </a:cubicBezTo>
                      <a:cubicBezTo>
                        <a:pt x="668" y="5246"/>
                        <a:pt x="234" y="6647"/>
                        <a:pt x="134" y="8082"/>
                      </a:cubicBezTo>
                      <a:cubicBezTo>
                        <a:pt x="68" y="8682"/>
                        <a:pt x="1" y="9449"/>
                        <a:pt x="301" y="10016"/>
                      </a:cubicBezTo>
                      <a:cubicBezTo>
                        <a:pt x="635" y="10550"/>
                        <a:pt x="1369" y="10684"/>
                        <a:pt x="1902" y="10884"/>
                      </a:cubicBezTo>
                      <a:cubicBezTo>
                        <a:pt x="3470" y="11417"/>
                        <a:pt x="5038" y="11985"/>
                        <a:pt x="6606" y="12552"/>
                      </a:cubicBezTo>
                      <a:cubicBezTo>
                        <a:pt x="7440" y="12852"/>
                        <a:pt x="8307" y="13152"/>
                        <a:pt x="9141" y="13452"/>
                      </a:cubicBezTo>
                      <a:cubicBezTo>
                        <a:pt x="10041" y="13752"/>
                        <a:pt x="10909" y="14119"/>
                        <a:pt x="11809" y="14386"/>
                      </a:cubicBezTo>
                      <a:cubicBezTo>
                        <a:pt x="11820" y="14389"/>
                        <a:pt x="11829" y="14390"/>
                        <a:pt x="11839" y="14390"/>
                      </a:cubicBezTo>
                      <a:cubicBezTo>
                        <a:pt x="11957" y="14390"/>
                        <a:pt x="12033" y="14214"/>
                        <a:pt x="11909" y="14153"/>
                      </a:cubicBezTo>
                      <a:cubicBezTo>
                        <a:pt x="11242" y="13853"/>
                        <a:pt x="10508" y="13619"/>
                        <a:pt x="9808" y="13386"/>
                      </a:cubicBezTo>
                      <a:cubicBezTo>
                        <a:pt x="9074" y="13119"/>
                        <a:pt x="8340" y="12852"/>
                        <a:pt x="7606" y="12585"/>
                      </a:cubicBezTo>
                      <a:cubicBezTo>
                        <a:pt x="6172" y="12085"/>
                        <a:pt x="4704" y="11551"/>
                        <a:pt x="3237" y="11017"/>
                      </a:cubicBezTo>
                      <a:cubicBezTo>
                        <a:pt x="2536" y="10784"/>
                        <a:pt x="1836" y="10550"/>
                        <a:pt x="1135" y="10283"/>
                      </a:cubicBezTo>
                      <a:cubicBezTo>
                        <a:pt x="768" y="10117"/>
                        <a:pt x="535" y="9916"/>
                        <a:pt x="468" y="9516"/>
                      </a:cubicBezTo>
                      <a:cubicBezTo>
                        <a:pt x="368" y="9216"/>
                        <a:pt x="401" y="8849"/>
                        <a:pt x="401" y="8515"/>
                      </a:cubicBezTo>
                      <a:cubicBezTo>
                        <a:pt x="468" y="7114"/>
                        <a:pt x="835" y="5713"/>
                        <a:pt x="1335" y="4412"/>
                      </a:cubicBezTo>
                      <a:cubicBezTo>
                        <a:pt x="1635" y="3645"/>
                        <a:pt x="1969" y="2911"/>
                        <a:pt x="2336" y="2211"/>
                      </a:cubicBezTo>
                      <a:cubicBezTo>
                        <a:pt x="2703" y="1510"/>
                        <a:pt x="3137" y="843"/>
                        <a:pt x="3403" y="109"/>
                      </a:cubicBezTo>
                      <a:cubicBezTo>
                        <a:pt x="3427" y="63"/>
                        <a:pt x="3369" y="0"/>
                        <a:pt x="330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22" name="Google Shape;3122;p68"/>
                <p:cNvSpPr/>
                <p:nvPr/>
              </p:nvSpPr>
              <p:spPr>
                <a:xfrm>
                  <a:off x="5270933" y="2833196"/>
                  <a:ext cx="18064" cy="190871"/>
                </a:xfrm>
                <a:custGeom>
                  <a:rect b="b" l="l" r="r" t="t"/>
                  <a:pathLst>
                    <a:path extrusionOk="0" h="9182" w="869">
                      <a:moveTo>
                        <a:pt x="707" y="0"/>
                      </a:moveTo>
                      <a:cubicBezTo>
                        <a:pt x="656" y="0"/>
                        <a:pt x="588" y="48"/>
                        <a:pt x="568" y="108"/>
                      </a:cubicBezTo>
                      <a:cubicBezTo>
                        <a:pt x="535" y="742"/>
                        <a:pt x="568" y="1409"/>
                        <a:pt x="535" y="2043"/>
                      </a:cubicBezTo>
                      <a:cubicBezTo>
                        <a:pt x="535" y="2744"/>
                        <a:pt x="501" y="3411"/>
                        <a:pt x="468" y="4078"/>
                      </a:cubicBezTo>
                      <a:cubicBezTo>
                        <a:pt x="401" y="5412"/>
                        <a:pt x="134" y="7881"/>
                        <a:pt x="1" y="9181"/>
                      </a:cubicBezTo>
                      <a:cubicBezTo>
                        <a:pt x="268" y="7881"/>
                        <a:pt x="635" y="5412"/>
                        <a:pt x="735" y="4078"/>
                      </a:cubicBezTo>
                      <a:cubicBezTo>
                        <a:pt x="768" y="3411"/>
                        <a:pt x="801" y="2710"/>
                        <a:pt x="801" y="2043"/>
                      </a:cubicBezTo>
                      <a:cubicBezTo>
                        <a:pt x="835" y="1409"/>
                        <a:pt x="868" y="709"/>
                        <a:pt x="768" y="75"/>
                      </a:cubicBezTo>
                      <a:cubicBezTo>
                        <a:pt x="768" y="22"/>
                        <a:pt x="741" y="0"/>
                        <a:pt x="707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23" name="Google Shape;3123;p68"/>
                <p:cNvSpPr/>
                <p:nvPr/>
              </p:nvSpPr>
              <p:spPr>
                <a:xfrm>
                  <a:off x="5480575" y="3583957"/>
                  <a:ext cx="25901" cy="48539"/>
                </a:xfrm>
                <a:custGeom>
                  <a:rect b="b" l="l" r="r" t="t"/>
                  <a:pathLst>
                    <a:path extrusionOk="0" h="2335" w="1246">
                      <a:moveTo>
                        <a:pt x="1061" y="1"/>
                      </a:moveTo>
                      <a:cubicBezTo>
                        <a:pt x="1010" y="1"/>
                        <a:pt x="959" y="26"/>
                        <a:pt x="924" y="85"/>
                      </a:cubicBezTo>
                      <a:cubicBezTo>
                        <a:pt x="724" y="418"/>
                        <a:pt x="590" y="785"/>
                        <a:pt x="457" y="1119"/>
                      </a:cubicBezTo>
                      <a:cubicBezTo>
                        <a:pt x="290" y="1486"/>
                        <a:pt x="157" y="1853"/>
                        <a:pt x="23" y="2186"/>
                      </a:cubicBezTo>
                      <a:cubicBezTo>
                        <a:pt x="1" y="2275"/>
                        <a:pt x="68" y="2335"/>
                        <a:pt x="134" y="2335"/>
                      </a:cubicBezTo>
                      <a:cubicBezTo>
                        <a:pt x="168" y="2335"/>
                        <a:pt x="201" y="2320"/>
                        <a:pt x="223" y="2286"/>
                      </a:cubicBezTo>
                      <a:cubicBezTo>
                        <a:pt x="390" y="1953"/>
                        <a:pt x="590" y="1619"/>
                        <a:pt x="757" y="1252"/>
                      </a:cubicBezTo>
                      <a:cubicBezTo>
                        <a:pt x="924" y="919"/>
                        <a:pt x="1091" y="585"/>
                        <a:pt x="1224" y="218"/>
                      </a:cubicBezTo>
                      <a:cubicBezTo>
                        <a:pt x="1246" y="88"/>
                        <a:pt x="1155" y="1"/>
                        <a:pt x="1061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24" name="Google Shape;3124;p68"/>
                <p:cNvSpPr/>
                <p:nvPr/>
              </p:nvSpPr>
              <p:spPr>
                <a:xfrm>
                  <a:off x="5201877" y="2571751"/>
                  <a:ext cx="40536" cy="12535"/>
                </a:xfrm>
                <a:custGeom>
                  <a:rect b="b" l="l" r="r" t="t"/>
                  <a:pathLst>
                    <a:path extrusionOk="0" h="603" w="1950">
                      <a:moveTo>
                        <a:pt x="1858" y="1"/>
                      </a:moveTo>
                      <a:cubicBezTo>
                        <a:pt x="1846" y="1"/>
                        <a:pt x="1834" y="3"/>
                        <a:pt x="1822" y="10"/>
                      </a:cubicBezTo>
                      <a:cubicBezTo>
                        <a:pt x="1688" y="76"/>
                        <a:pt x="1588" y="210"/>
                        <a:pt x="1455" y="276"/>
                      </a:cubicBezTo>
                      <a:cubicBezTo>
                        <a:pt x="1321" y="343"/>
                        <a:pt x="1155" y="377"/>
                        <a:pt x="1021" y="410"/>
                      </a:cubicBezTo>
                      <a:cubicBezTo>
                        <a:pt x="921" y="432"/>
                        <a:pt x="817" y="443"/>
                        <a:pt x="714" y="443"/>
                      </a:cubicBezTo>
                      <a:cubicBezTo>
                        <a:pt x="506" y="443"/>
                        <a:pt x="298" y="399"/>
                        <a:pt x="121" y="310"/>
                      </a:cubicBezTo>
                      <a:cubicBezTo>
                        <a:pt x="101" y="297"/>
                        <a:pt x="84" y="291"/>
                        <a:pt x="70" y="291"/>
                      </a:cubicBezTo>
                      <a:cubicBezTo>
                        <a:pt x="11" y="291"/>
                        <a:pt x="0" y="383"/>
                        <a:pt x="54" y="410"/>
                      </a:cubicBezTo>
                      <a:cubicBezTo>
                        <a:pt x="277" y="534"/>
                        <a:pt x="518" y="602"/>
                        <a:pt x="763" y="602"/>
                      </a:cubicBezTo>
                      <a:cubicBezTo>
                        <a:pt x="849" y="602"/>
                        <a:pt x="935" y="594"/>
                        <a:pt x="1021" y="577"/>
                      </a:cubicBezTo>
                      <a:cubicBezTo>
                        <a:pt x="1188" y="577"/>
                        <a:pt x="1355" y="510"/>
                        <a:pt x="1522" y="443"/>
                      </a:cubicBezTo>
                      <a:cubicBezTo>
                        <a:pt x="1688" y="377"/>
                        <a:pt x="1855" y="276"/>
                        <a:pt x="1922" y="110"/>
                      </a:cubicBezTo>
                      <a:cubicBezTo>
                        <a:pt x="1949" y="55"/>
                        <a:pt x="1910" y="1"/>
                        <a:pt x="1858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25" name="Google Shape;3125;p68"/>
                <p:cNvSpPr/>
                <p:nvPr/>
              </p:nvSpPr>
              <p:spPr>
                <a:xfrm>
                  <a:off x="4855578" y="3100315"/>
                  <a:ext cx="29851" cy="31930"/>
                </a:xfrm>
                <a:custGeom>
                  <a:rect b="b" l="l" r="r" t="t"/>
                  <a:pathLst>
                    <a:path extrusionOk="0" h="1536" w="1436">
                      <a:moveTo>
                        <a:pt x="134" y="1"/>
                      </a:moveTo>
                      <a:cubicBezTo>
                        <a:pt x="84" y="1"/>
                        <a:pt x="34" y="34"/>
                        <a:pt x="34" y="101"/>
                      </a:cubicBezTo>
                      <a:cubicBezTo>
                        <a:pt x="1" y="434"/>
                        <a:pt x="134" y="801"/>
                        <a:pt x="368" y="1068"/>
                      </a:cubicBezTo>
                      <a:cubicBezTo>
                        <a:pt x="468" y="1202"/>
                        <a:pt x="601" y="1335"/>
                        <a:pt x="768" y="1402"/>
                      </a:cubicBezTo>
                      <a:cubicBezTo>
                        <a:pt x="835" y="1435"/>
                        <a:pt x="935" y="1468"/>
                        <a:pt x="1035" y="1502"/>
                      </a:cubicBezTo>
                      <a:cubicBezTo>
                        <a:pt x="1068" y="1535"/>
                        <a:pt x="1102" y="1535"/>
                        <a:pt x="1168" y="1535"/>
                      </a:cubicBezTo>
                      <a:lnTo>
                        <a:pt x="1302" y="1535"/>
                      </a:lnTo>
                      <a:cubicBezTo>
                        <a:pt x="1435" y="1502"/>
                        <a:pt x="1402" y="1335"/>
                        <a:pt x="1302" y="1302"/>
                      </a:cubicBezTo>
                      <a:cubicBezTo>
                        <a:pt x="1269" y="1268"/>
                        <a:pt x="1235" y="1268"/>
                        <a:pt x="1202" y="1235"/>
                      </a:cubicBezTo>
                      <a:lnTo>
                        <a:pt x="1102" y="1235"/>
                      </a:lnTo>
                      <a:cubicBezTo>
                        <a:pt x="1035" y="1202"/>
                        <a:pt x="968" y="1202"/>
                        <a:pt x="902" y="1168"/>
                      </a:cubicBezTo>
                      <a:cubicBezTo>
                        <a:pt x="768" y="1102"/>
                        <a:pt x="635" y="1001"/>
                        <a:pt x="535" y="901"/>
                      </a:cubicBezTo>
                      <a:cubicBezTo>
                        <a:pt x="335" y="668"/>
                        <a:pt x="234" y="401"/>
                        <a:pt x="234" y="101"/>
                      </a:cubicBezTo>
                      <a:cubicBezTo>
                        <a:pt x="234" y="34"/>
                        <a:pt x="184" y="1"/>
                        <a:pt x="134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26" name="Google Shape;3126;p68"/>
                <p:cNvSpPr/>
                <p:nvPr/>
              </p:nvSpPr>
              <p:spPr>
                <a:xfrm>
                  <a:off x="7327233" y="3485840"/>
                  <a:ext cx="568289" cy="701890"/>
                </a:xfrm>
                <a:custGeom>
                  <a:rect b="b" l="l" r="r" t="t"/>
                  <a:pathLst>
                    <a:path extrusionOk="0" h="33765" w="27338">
                      <a:moveTo>
                        <a:pt x="22301" y="11743"/>
                      </a:moveTo>
                      <a:cubicBezTo>
                        <a:pt x="22501" y="12644"/>
                        <a:pt x="22701" y="13578"/>
                        <a:pt x="22868" y="14512"/>
                      </a:cubicBezTo>
                      <a:cubicBezTo>
                        <a:pt x="23201" y="16113"/>
                        <a:pt x="23535" y="17714"/>
                        <a:pt x="23869" y="19349"/>
                      </a:cubicBezTo>
                      <a:cubicBezTo>
                        <a:pt x="22834" y="18948"/>
                        <a:pt x="21734" y="18615"/>
                        <a:pt x="20700" y="18248"/>
                      </a:cubicBezTo>
                      <a:lnTo>
                        <a:pt x="20666" y="18248"/>
                      </a:lnTo>
                      <a:cubicBezTo>
                        <a:pt x="19432" y="17814"/>
                        <a:pt x="18164" y="17380"/>
                        <a:pt x="16930" y="16947"/>
                      </a:cubicBezTo>
                      <a:cubicBezTo>
                        <a:pt x="15896" y="16613"/>
                        <a:pt x="14862" y="16246"/>
                        <a:pt x="13828" y="15879"/>
                      </a:cubicBezTo>
                      <a:cubicBezTo>
                        <a:pt x="15463" y="15246"/>
                        <a:pt x="17097" y="14612"/>
                        <a:pt x="18665" y="13811"/>
                      </a:cubicBezTo>
                      <a:cubicBezTo>
                        <a:pt x="19699" y="13311"/>
                        <a:pt x="20700" y="12744"/>
                        <a:pt x="21634" y="12077"/>
                      </a:cubicBezTo>
                      <a:cubicBezTo>
                        <a:pt x="21867" y="11977"/>
                        <a:pt x="22101" y="11843"/>
                        <a:pt x="22301" y="11743"/>
                      </a:cubicBezTo>
                      <a:close/>
                      <a:moveTo>
                        <a:pt x="5289" y="13511"/>
                      </a:moveTo>
                      <a:cubicBezTo>
                        <a:pt x="5389" y="13611"/>
                        <a:pt x="5522" y="13644"/>
                        <a:pt x="5689" y="13711"/>
                      </a:cubicBezTo>
                      <a:cubicBezTo>
                        <a:pt x="6022" y="13845"/>
                        <a:pt x="6356" y="13978"/>
                        <a:pt x="6690" y="14111"/>
                      </a:cubicBezTo>
                      <a:cubicBezTo>
                        <a:pt x="7323" y="14345"/>
                        <a:pt x="7957" y="14545"/>
                        <a:pt x="8591" y="14779"/>
                      </a:cubicBezTo>
                      <a:cubicBezTo>
                        <a:pt x="9758" y="15179"/>
                        <a:pt x="10926" y="15579"/>
                        <a:pt x="12060" y="15979"/>
                      </a:cubicBezTo>
                      <a:cubicBezTo>
                        <a:pt x="12060" y="15979"/>
                        <a:pt x="12027" y="15979"/>
                        <a:pt x="11993" y="16013"/>
                      </a:cubicBezTo>
                      <a:cubicBezTo>
                        <a:pt x="9658" y="16913"/>
                        <a:pt x="7323" y="17847"/>
                        <a:pt x="5122" y="19115"/>
                      </a:cubicBezTo>
                      <a:cubicBezTo>
                        <a:pt x="4621" y="19349"/>
                        <a:pt x="4154" y="19582"/>
                        <a:pt x="3654" y="19816"/>
                      </a:cubicBezTo>
                      <a:cubicBezTo>
                        <a:pt x="4188" y="17714"/>
                        <a:pt x="4722" y="15613"/>
                        <a:pt x="5289" y="13511"/>
                      </a:cubicBezTo>
                      <a:close/>
                      <a:moveTo>
                        <a:pt x="8603" y="0"/>
                      </a:moveTo>
                      <a:cubicBezTo>
                        <a:pt x="8512" y="0"/>
                        <a:pt x="8423" y="49"/>
                        <a:pt x="8357" y="168"/>
                      </a:cubicBezTo>
                      <a:cubicBezTo>
                        <a:pt x="8124" y="669"/>
                        <a:pt x="7991" y="1202"/>
                        <a:pt x="7824" y="1736"/>
                      </a:cubicBezTo>
                      <a:cubicBezTo>
                        <a:pt x="7657" y="2303"/>
                        <a:pt x="7524" y="2837"/>
                        <a:pt x="7357" y="3370"/>
                      </a:cubicBezTo>
                      <a:cubicBezTo>
                        <a:pt x="7023" y="4438"/>
                        <a:pt x="6723" y="5505"/>
                        <a:pt x="6423" y="6573"/>
                      </a:cubicBezTo>
                      <a:cubicBezTo>
                        <a:pt x="5822" y="8708"/>
                        <a:pt x="5222" y="10842"/>
                        <a:pt x="4655" y="13011"/>
                      </a:cubicBezTo>
                      <a:cubicBezTo>
                        <a:pt x="3521" y="17314"/>
                        <a:pt x="2420" y="21684"/>
                        <a:pt x="1453" y="26053"/>
                      </a:cubicBezTo>
                      <a:cubicBezTo>
                        <a:pt x="1186" y="27254"/>
                        <a:pt x="919" y="28488"/>
                        <a:pt x="685" y="29723"/>
                      </a:cubicBezTo>
                      <a:cubicBezTo>
                        <a:pt x="452" y="30924"/>
                        <a:pt x="152" y="32158"/>
                        <a:pt x="18" y="33392"/>
                      </a:cubicBezTo>
                      <a:cubicBezTo>
                        <a:pt x="0" y="33500"/>
                        <a:pt x="90" y="33560"/>
                        <a:pt x="186" y="33560"/>
                      </a:cubicBezTo>
                      <a:cubicBezTo>
                        <a:pt x="268" y="33560"/>
                        <a:pt x="355" y="33517"/>
                        <a:pt x="385" y="33425"/>
                      </a:cubicBezTo>
                      <a:cubicBezTo>
                        <a:pt x="719" y="32358"/>
                        <a:pt x="919" y="31290"/>
                        <a:pt x="1186" y="30190"/>
                      </a:cubicBezTo>
                      <a:cubicBezTo>
                        <a:pt x="1453" y="29122"/>
                        <a:pt x="1686" y="28055"/>
                        <a:pt x="1953" y="26954"/>
                      </a:cubicBezTo>
                      <a:cubicBezTo>
                        <a:pt x="2387" y="25119"/>
                        <a:pt x="2820" y="23285"/>
                        <a:pt x="3287" y="21417"/>
                      </a:cubicBezTo>
                      <a:cubicBezTo>
                        <a:pt x="3421" y="21317"/>
                        <a:pt x="3487" y="21083"/>
                        <a:pt x="3387" y="20950"/>
                      </a:cubicBezTo>
                      <a:cubicBezTo>
                        <a:pt x="3454" y="20883"/>
                        <a:pt x="3554" y="20816"/>
                        <a:pt x="3621" y="20783"/>
                      </a:cubicBezTo>
                      <a:cubicBezTo>
                        <a:pt x="3754" y="20683"/>
                        <a:pt x="3888" y="20583"/>
                        <a:pt x="4021" y="20483"/>
                      </a:cubicBezTo>
                      <a:cubicBezTo>
                        <a:pt x="4321" y="20283"/>
                        <a:pt x="4621" y="20116"/>
                        <a:pt x="4922" y="19916"/>
                      </a:cubicBezTo>
                      <a:cubicBezTo>
                        <a:pt x="5522" y="19549"/>
                        <a:pt x="6156" y="19215"/>
                        <a:pt x="6790" y="18882"/>
                      </a:cubicBezTo>
                      <a:cubicBezTo>
                        <a:pt x="8057" y="18214"/>
                        <a:pt x="9392" y="17647"/>
                        <a:pt x="10726" y="17114"/>
                      </a:cubicBezTo>
                      <a:cubicBezTo>
                        <a:pt x="11460" y="16813"/>
                        <a:pt x="12160" y="16547"/>
                        <a:pt x="12894" y="16246"/>
                      </a:cubicBezTo>
                      <a:cubicBezTo>
                        <a:pt x="15262" y="17047"/>
                        <a:pt x="17631" y="17881"/>
                        <a:pt x="19999" y="18681"/>
                      </a:cubicBezTo>
                      <a:cubicBezTo>
                        <a:pt x="20700" y="18948"/>
                        <a:pt x="21433" y="19182"/>
                        <a:pt x="22134" y="19449"/>
                      </a:cubicBezTo>
                      <a:cubicBezTo>
                        <a:pt x="22768" y="19649"/>
                        <a:pt x="23368" y="19882"/>
                        <a:pt x="24002" y="20082"/>
                      </a:cubicBezTo>
                      <a:cubicBezTo>
                        <a:pt x="24469" y="22284"/>
                        <a:pt x="24903" y="24486"/>
                        <a:pt x="25336" y="26687"/>
                      </a:cubicBezTo>
                      <a:cubicBezTo>
                        <a:pt x="25570" y="27821"/>
                        <a:pt x="25803" y="28955"/>
                        <a:pt x="26037" y="30090"/>
                      </a:cubicBezTo>
                      <a:cubicBezTo>
                        <a:pt x="26137" y="30657"/>
                        <a:pt x="26270" y="31257"/>
                        <a:pt x="26370" y="31824"/>
                      </a:cubicBezTo>
                      <a:cubicBezTo>
                        <a:pt x="26470" y="32391"/>
                        <a:pt x="26570" y="33025"/>
                        <a:pt x="26771" y="33559"/>
                      </a:cubicBezTo>
                      <a:cubicBezTo>
                        <a:pt x="26817" y="33697"/>
                        <a:pt x="26941" y="33765"/>
                        <a:pt x="27061" y="33765"/>
                      </a:cubicBezTo>
                      <a:cubicBezTo>
                        <a:pt x="27202" y="33765"/>
                        <a:pt x="27338" y="33672"/>
                        <a:pt x="27338" y="33492"/>
                      </a:cubicBezTo>
                      <a:cubicBezTo>
                        <a:pt x="27304" y="32992"/>
                        <a:pt x="27204" y="32491"/>
                        <a:pt x="27104" y="31991"/>
                      </a:cubicBezTo>
                      <a:cubicBezTo>
                        <a:pt x="27004" y="31491"/>
                        <a:pt x="26904" y="30990"/>
                        <a:pt x="26804" y="30490"/>
                      </a:cubicBezTo>
                      <a:cubicBezTo>
                        <a:pt x="26604" y="29456"/>
                        <a:pt x="26370" y="28422"/>
                        <a:pt x="26170" y="27388"/>
                      </a:cubicBezTo>
                      <a:cubicBezTo>
                        <a:pt x="25770" y="25353"/>
                        <a:pt x="25370" y="23351"/>
                        <a:pt x="24936" y="21317"/>
                      </a:cubicBezTo>
                      <a:cubicBezTo>
                        <a:pt x="24836" y="20883"/>
                        <a:pt x="24769" y="20449"/>
                        <a:pt x="24669" y="20016"/>
                      </a:cubicBezTo>
                      <a:cubicBezTo>
                        <a:pt x="24736" y="19916"/>
                        <a:pt x="24702" y="19749"/>
                        <a:pt x="24602" y="19649"/>
                      </a:cubicBezTo>
                      <a:cubicBezTo>
                        <a:pt x="23869" y="16146"/>
                        <a:pt x="23135" y="12644"/>
                        <a:pt x="22401" y="9141"/>
                      </a:cubicBezTo>
                      <a:cubicBezTo>
                        <a:pt x="22134" y="8007"/>
                        <a:pt x="21900" y="6906"/>
                        <a:pt x="21667" y="5772"/>
                      </a:cubicBezTo>
                      <a:cubicBezTo>
                        <a:pt x="21400" y="4605"/>
                        <a:pt x="21200" y="3437"/>
                        <a:pt x="20800" y="2303"/>
                      </a:cubicBezTo>
                      <a:cubicBezTo>
                        <a:pt x="20784" y="2223"/>
                        <a:pt x="20700" y="2182"/>
                        <a:pt x="20619" y="2182"/>
                      </a:cubicBezTo>
                      <a:cubicBezTo>
                        <a:pt x="20532" y="2182"/>
                        <a:pt x="20449" y="2232"/>
                        <a:pt x="20466" y="2336"/>
                      </a:cubicBezTo>
                      <a:cubicBezTo>
                        <a:pt x="20566" y="3370"/>
                        <a:pt x="20800" y="4338"/>
                        <a:pt x="21000" y="5339"/>
                      </a:cubicBezTo>
                      <a:cubicBezTo>
                        <a:pt x="21200" y="6373"/>
                        <a:pt x="21400" y="7407"/>
                        <a:pt x="21634" y="8441"/>
                      </a:cubicBezTo>
                      <a:cubicBezTo>
                        <a:pt x="21834" y="9375"/>
                        <a:pt x="22001" y="10309"/>
                        <a:pt x="22201" y="11243"/>
                      </a:cubicBezTo>
                      <a:cubicBezTo>
                        <a:pt x="21634" y="11476"/>
                        <a:pt x="21100" y="11776"/>
                        <a:pt x="20533" y="12043"/>
                      </a:cubicBezTo>
                      <a:cubicBezTo>
                        <a:pt x="19932" y="12344"/>
                        <a:pt x="19299" y="12644"/>
                        <a:pt x="18665" y="12911"/>
                      </a:cubicBezTo>
                      <a:cubicBezTo>
                        <a:pt x="17431" y="13511"/>
                        <a:pt x="16163" y="14111"/>
                        <a:pt x="14895" y="14679"/>
                      </a:cubicBezTo>
                      <a:cubicBezTo>
                        <a:pt x="14228" y="14979"/>
                        <a:pt x="13561" y="15279"/>
                        <a:pt x="12927" y="15579"/>
                      </a:cubicBezTo>
                      <a:cubicBezTo>
                        <a:pt x="11727" y="15179"/>
                        <a:pt x="10526" y="14779"/>
                        <a:pt x="9325" y="14378"/>
                      </a:cubicBezTo>
                      <a:cubicBezTo>
                        <a:pt x="8624" y="14145"/>
                        <a:pt x="7924" y="13911"/>
                        <a:pt x="7257" y="13678"/>
                      </a:cubicBezTo>
                      <a:cubicBezTo>
                        <a:pt x="6890" y="13578"/>
                        <a:pt x="6523" y="13444"/>
                        <a:pt x="6156" y="13344"/>
                      </a:cubicBezTo>
                      <a:cubicBezTo>
                        <a:pt x="5922" y="13278"/>
                        <a:pt x="5656" y="13177"/>
                        <a:pt x="5389" y="13177"/>
                      </a:cubicBezTo>
                      <a:cubicBezTo>
                        <a:pt x="5889" y="11309"/>
                        <a:pt x="6389" y="9475"/>
                        <a:pt x="6890" y="7607"/>
                      </a:cubicBezTo>
                      <a:cubicBezTo>
                        <a:pt x="7223" y="6439"/>
                        <a:pt x="7590" y="5238"/>
                        <a:pt x="7924" y="4071"/>
                      </a:cubicBezTo>
                      <a:cubicBezTo>
                        <a:pt x="8091" y="3471"/>
                        <a:pt x="8257" y="2870"/>
                        <a:pt x="8458" y="2270"/>
                      </a:cubicBezTo>
                      <a:cubicBezTo>
                        <a:pt x="8624" y="1669"/>
                        <a:pt x="8858" y="1069"/>
                        <a:pt x="8958" y="435"/>
                      </a:cubicBezTo>
                      <a:cubicBezTo>
                        <a:pt x="8980" y="210"/>
                        <a:pt x="8790" y="0"/>
                        <a:pt x="860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27" name="Google Shape;3127;p68"/>
                <p:cNvSpPr/>
                <p:nvPr/>
              </p:nvSpPr>
              <p:spPr>
                <a:xfrm>
                  <a:off x="7021802" y="2743061"/>
                  <a:ext cx="472230" cy="427537"/>
                </a:xfrm>
                <a:custGeom>
                  <a:rect b="b" l="l" r="r" t="t"/>
                  <a:pathLst>
                    <a:path extrusionOk="0" h="20567" w="22717">
                      <a:moveTo>
                        <a:pt x="18845" y="1"/>
                      </a:moveTo>
                      <a:cubicBezTo>
                        <a:pt x="17687" y="1"/>
                        <a:pt x="16865" y="1107"/>
                        <a:pt x="16379" y="2443"/>
                      </a:cubicBezTo>
                      <a:cubicBezTo>
                        <a:pt x="16012" y="3410"/>
                        <a:pt x="15812" y="4444"/>
                        <a:pt x="15578" y="5445"/>
                      </a:cubicBezTo>
                      <a:cubicBezTo>
                        <a:pt x="15245" y="6846"/>
                        <a:pt x="14878" y="7947"/>
                        <a:pt x="14244" y="9281"/>
                      </a:cubicBezTo>
                      <a:cubicBezTo>
                        <a:pt x="13811" y="10115"/>
                        <a:pt x="13410" y="10982"/>
                        <a:pt x="12877" y="11750"/>
                      </a:cubicBezTo>
                      <a:cubicBezTo>
                        <a:pt x="12243" y="12650"/>
                        <a:pt x="11476" y="13451"/>
                        <a:pt x="10608" y="14118"/>
                      </a:cubicBezTo>
                      <a:cubicBezTo>
                        <a:pt x="8974" y="15385"/>
                        <a:pt x="7039" y="16286"/>
                        <a:pt x="5104" y="17020"/>
                      </a:cubicBezTo>
                      <a:cubicBezTo>
                        <a:pt x="4004" y="17420"/>
                        <a:pt x="2903" y="17821"/>
                        <a:pt x="1769" y="18154"/>
                      </a:cubicBezTo>
                      <a:cubicBezTo>
                        <a:pt x="1001" y="18388"/>
                        <a:pt x="1" y="18855"/>
                        <a:pt x="201" y="19488"/>
                      </a:cubicBezTo>
                      <a:lnTo>
                        <a:pt x="201" y="19455"/>
                      </a:lnTo>
                      <a:cubicBezTo>
                        <a:pt x="268" y="19689"/>
                        <a:pt x="501" y="19955"/>
                        <a:pt x="968" y="20222"/>
                      </a:cubicBezTo>
                      <a:cubicBezTo>
                        <a:pt x="1483" y="20493"/>
                        <a:pt x="2063" y="20566"/>
                        <a:pt x="2620" y="20566"/>
                      </a:cubicBezTo>
                      <a:cubicBezTo>
                        <a:pt x="2750" y="20566"/>
                        <a:pt x="2877" y="20562"/>
                        <a:pt x="3003" y="20556"/>
                      </a:cubicBezTo>
                      <a:cubicBezTo>
                        <a:pt x="6505" y="20489"/>
                        <a:pt x="9974" y="20089"/>
                        <a:pt x="13377" y="19355"/>
                      </a:cubicBezTo>
                      <a:cubicBezTo>
                        <a:pt x="14444" y="19121"/>
                        <a:pt x="15612" y="18821"/>
                        <a:pt x="16446" y="18054"/>
                      </a:cubicBezTo>
                      <a:cubicBezTo>
                        <a:pt x="16946" y="17554"/>
                        <a:pt x="17313" y="16920"/>
                        <a:pt x="17647" y="16253"/>
                      </a:cubicBezTo>
                      <a:cubicBezTo>
                        <a:pt x="19114" y="13417"/>
                        <a:pt x="20115" y="10382"/>
                        <a:pt x="21116" y="7346"/>
                      </a:cubicBezTo>
                      <a:cubicBezTo>
                        <a:pt x="21883" y="5078"/>
                        <a:pt x="22717" y="2109"/>
                        <a:pt x="20282" y="508"/>
                      </a:cubicBezTo>
                      <a:cubicBezTo>
                        <a:pt x="19756" y="155"/>
                        <a:pt x="19277" y="1"/>
                        <a:pt x="18845" y="1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28" name="Google Shape;3128;p68"/>
                <p:cNvSpPr/>
                <p:nvPr/>
              </p:nvSpPr>
              <p:spPr>
                <a:xfrm>
                  <a:off x="7261025" y="2768318"/>
                  <a:ext cx="757933" cy="790382"/>
                </a:xfrm>
                <a:custGeom>
                  <a:rect b="b" l="l" r="r" t="t"/>
                  <a:pathLst>
                    <a:path extrusionOk="0" h="38022" w="36461">
                      <a:moveTo>
                        <a:pt x="24563" y="0"/>
                      </a:moveTo>
                      <a:cubicBezTo>
                        <a:pt x="22813" y="0"/>
                        <a:pt x="21065" y="485"/>
                        <a:pt x="19481" y="1595"/>
                      </a:cubicBezTo>
                      <a:cubicBezTo>
                        <a:pt x="13911" y="5464"/>
                        <a:pt x="14978" y="11569"/>
                        <a:pt x="14978" y="17406"/>
                      </a:cubicBezTo>
                      <a:cubicBezTo>
                        <a:pt x="14978" y="20975"/>
                        <a:pt x="15512" y="24711"/>
                        <a:pt x="14511" y="27580"/>
                      </a:cubicBezTo>
                      <a:cubicBezTo>
                        <a:pt x="13811" y="29615"/>
                        <a:pt x="12310" y="31216"/>
                        <a:pt x="9274" y="32017"/>
                      </a:cubicBezTo>
                      <a:cubicBezTo>
                        <a:pt x="7006" y="32650"/>
                        <a:pt x="4738" y="33251"/>
                        <a:pt x="2436" y="33885"/>
                      </a:cubicBezTo>
                      <a:cubicBezTo>
                        <a:pt x="1702" y="34085"/>
                        <a:pt x="902" y="34318"/>
                        <a:pt x="535" y="34985"/>
                      </a:cubicBezTo>
                      <a:cubicBezTo>
                        <a:pt x="1" y="35886"/>
                        <a:pt x="668" y="37120"/>
                        <a:pt x="1602" y="37587"/>
                      </a:cubicBezTo>
                      <a:cubicBezTo>
                        <a:pt x="2216" y="37916"/>
                        <a:pt x="2901" y="38000"/>
                        <a:pt x="3602" y="38000"/>
                      </a:cubicBezTo>
                      <a:cubicBezTo>
                        <a:pt x="3968" y="38000"/>
                        <a:pt x="4338" y="37977"/>
                        <a:pt x="4704" y="37954"/>
                      </a:cubicBezTo>
                      <a:cubicBezTo>
                        <a:pt x="6731" y="37841"/>
                        <a:pt x="8768" y="37781"/>
                        <a:pt x="10804" y="37781"/>
                      </a:cubicBezTo>
                      <a:cubicBezTo>
                        <a:pt x="12354" y="37781"/>
                        <a:pt x="13903" y="37815"/>
                        <a:pt x="15445" y="37887"/>
                      </a:cubicBezTo>
                      <a:cubicBezTo>
                        <a:pt x="16807" y="37941"/>
                        <a:pt x="18177" y="38022"/>
                        <a:pt x="19547" y="38022"/>
                      </a:cubicBezTo>
                      <a:cubicBezTo>
                        <a:pt x="20762" y="38022"/>
                        <a:pt x="21977" y="37958"/>
                        <a:pt x="23184" y="37754"/>
                      </a:cubicBezTo>
                      <a:cubicBezTo>
                        <a:pt x="25486" y="37387"/>
                        <a:pt x="29255" y="36053"/>
                        <a:pt x="30323" y="33751"/>
                      </a:cubicBezTo>
                      <a:cubicBezTo>
                        <a:pt x="32724" y="28547"/>
                        <a:pt x="34459" y="23010"/>
                        <a:pt x="35493" y="17339"/>
                      </a:cubicBezTo>
                      <a:cubicBezTo>
                        <a:pt x="36294" y="12836"/>
                        <a:pt x="36460" y="7666"/>
                        <a:pt x="33391" y="4230"/>
                      </a:cubicBezTo>
                      <a:cubicBezTo>
                        <a:pt x="31168" y="1723"/>
                        <a:pt x="27863" y="0"/>
                        <a:pt x="2456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29" name="Google Shape;3129;p68"/>
                <p:cNvSpPr/>
                <p:nvPr/>
              </p:nvSpPr>
              <p:spPr>
                <a:xfrm>
                  <a:off x="7137609" y="3910154"/>
                  <a:ext cx="136615" cy="244503"/>
                </a:xfrm>
                <a:custGeom>
                  <a:rect b="b" l="l" r="r" t="t"/>
                  <a:pathLst>
                    <a:path extrusionOk="0" h="11762" w="6572">
                      <a:moveTo>
                        <a:pt x="3447" y="0"/>
                      </a:moveTo>
                      <a:cubicBezTo>
                        <a:pt x="2922" y="0"/>
                        <a:pt x="2407" y="200"/>
                        <a:pt x="2035" y="571"/>
                      </a:cubicBezTo>
                      <a:cubicBezTo>
                        <a:pt x="1635" y="971"/>
                        <a:pt x="701" y="771"/>
                        <a:pt x="534" y="1305"/>
                      </a:cubicBezTo>
                      <a:cubicBezTo>
                        <a:pt x="0" y="3173"/>
                        <a:pt x="534" y="5875"/>
                        <a:pt x="334" y="7810"/>
                      </a:cubicBezTo>
                      <a:cubicBezTo>
                        <a:pt x="301" y="8410"/>
                        <a:pt x="234" y="8977"/>
                        <a:pt x="167" y="9544"/>
                      </a:cubicBezTo>
                      <a:cubicBezTo>
                        <a:pt x="134" y="9844"/>
                        <a:pt x="134" y="10145"/>
                        <a:pt x="234" y="10411"/>
                      </a:cubicBezTo>
                      <a:cubicBezTo>
                        <a:pt x="367" y="10745"/>
                        <a:pt x="667" y="11312"/>
                        <a:pt x="968" y="11546"/>
                      </a:cubicBezTo>
                      <a:cubicBezTo>
                        <a:pt x="1210" y="11715"/>
                        <a:pt x="1522" y="11762"/>
                        <a:pt x="1828" y="11762"/>
                      </a:cubicBezTo>
                      <a:cubicBezTo>
                        <a:pt x="1944" y="11762"/>
                        <a:pt x="2059" y="11755"/>
                        <a:pt x="2169" y="11746"/>
                      </a:cubicBezTo>
                      <a:lnTo>
                        <a:pt x="4203" y="11679"/>
                      </a:lnTo>
                      <a:cubicBezTo>
                        <a:pt x="4737" y="11646"/>
                        <a:pt x="5337" y="11612"/>
                        <a:pt x="5704" y="11212"/>
                      </a:cubicBezTo>
                      <a:cubicBezTo>
                        <a:pt x="5971" y="10945"/>
                        <a:pt x="6038" y="10545"/>
                        <a:pt x="6138" y="10178"/>
                      </a:cubicBezTo>
                      <a:cubicBezTo>
                        <a:pt x="6271" y="9511"/>
                        <a:pt x="6338" y="8844"/>
                        <a:pt x="6372" y="8210"/>
                      </a:cubicBezTo>
                      <a:lnTo>
                        <a:pt x="6405" y="8210"/>
                      </a:lnTo>
                      <a:cubicBezTo>
                        <a:pt x="6472" y="7243"/>
                        <a:pt x="6472" y="6309"/>
                        <a:pt x="6538" y="5341"/>
                      </a:cubicBezTo>
                      <a:cubicBezTo>
                        <a:pt x="6572" y="4441"/>
                        <a:pt x="6505" y="3473"/>
                        <a:pt x="6372" y="2573"/>
                      </a:cubicBezTo>
                      <a:cubicBezTo>
                        <a:pt x="6338" y="2106"/>
                        <a:pt x="6238" y="1672"/>
                        <a:pt x="6005" y="1272"/>
                      </a:cubicBezTo>
                      <a:cubicBezTo>
                        <a:pt x="5804" y="938"/>
                        <a:pt x="5504" y="705"/>
                        <a:pt x="5171" y="504"/>
                      </a:cubicBezTo>
                      <a:cubicBezTo>
                        <a:pt x="4704" y="204"/>
                        <a:pt x="4137" y="4"/>
                        <a:pt x="3570" y="4"/>
                      </a:cubicBezTo>
                      <a:cubicBezTo>
                        <a:pt x="3529" y="2"/>
                        <a:pt x="3488" y="0"/>
                        <a:pt x="3447" y="0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30" name="Google Shape;3130;p68"/>
                <p:cNvSpPr/>
                <p:nvPr/>
              </p:nvSpPr>
              <p:spPr>
                <a:xfrm>
                  <a:off x="6965634" y="4075083"/>
                  <a:ext cx="309297" cy="123208"/>
                </a:xfrm>
                <a:custGeom>
                  <a:rect b="b" l="l" r="r" t="t"/>
                  <a:pathLst>
                    <a:path extrusionOk="0" h="5927" w="14879">
                      <a:moveTo>
                        <a:pt x="8521" y="0"/>
                      </a:moveTo>
                      <a:cubicBezTo>
                        <a:pt x="8302" y="0"/>
                        <a:pt x="8107" y="70"/>
                        <a:pt x="7973" y="276"/>
                      </a:cubicBezTo>
                      <a:cubicBezTo>
                        <a:pt x="7840" y="509"/>
                        <a:pt x="7806" y="810"/>
                        <a:pt x="7673" y="1043"/>
                      </a:cubicBezTo>
                      <a:cubicBezTo>
                        <a:pt x="7339" y="1677"/>
                        <a:pt x="6539" y="1910"/>
                        <a:pt x="5838" y="2077"/>
                      </a:cubicBezTo>
                      <a:cubicBezTo>
                        <a:pt x="4304" y="2444"/>
                        <a:pt x="2769" y="2944"/>
                        <a:pt x="1302" y="3578"/>
                      </a:cubicBezTo>
                      <a:cubicBezTo>
                        <a:pt x="901" y="3745"/>
                        <a:pt x="501" y="3945"/>
                        <a:pt x="268" y="4312"/>
                      </a:cubicBezTo>
                      <a:cubicBezTo>
                        <a:pt x="1" y="4746"/>
                        <a:pt x="67" y="5213"/>
                        <a:pt x="468" y="5546"/>
                      </a:cubicBezTo>
                      <a:cubicBezTo>
                        <a:pt x="748" y="5784"/>
                        <a:pt x="1043" y="5826"/>
                        <a:pt x="1360" y="5826"/>
                      </a:cubicBezTo>
                      <a:cubicBezTo>
                        <a:pt x="1534" y="5826"/>
                        <a:pt x="1714" y="5813"/>
                        <a:pt x="1902" y="5813"/>
                      </a:cubicBezTo>
                      <a:cubicBezTo>
                        <a:pt x="2469" y="5847"/>
                        <a:pt x="3070" y="5880"/>
                        <a:pt x="3637" y="5913"/>
                      </a:cubicBezTo>
                      <a:cubicBezTo>
                        <a:pt x="3923" y="5922"/>
                        <a:pt x="4209" y="5926"/>
                        <a:pt x="4495" y="5926"/>
                      </a:cubicBezTo>
                      <a:cubicBezTo>
                        <a:pt x="6344" y="5926"/>
                        <a:pt x="8197" y="5753"/>
                        <a:pt x="10075" y="5580"/>
                      </a:cubicBezTo>
                      <a:cubicBezTo>
                        <a:pt x="11009" y="5480"/>
                        <a:pt x="11943" y="5413"/>
                        <a:pt x="12877" y="5313"/>
                      </a:cubicBezTo>
                      <a:cubicBezTo>
                        <a:pt x="13227" y="5272"/>
                        <a:pt x="13603" y="5243"/>
                        <a:pt x="13973" y="5243"/>
                      </a:cubicBezTo>
                      <a:cubicBezTo>
                        <a:pt x="14202" y="5243"/>
                        <a:pt x="14428" y="5254"/>
                        <a:pt x="14645" y="5279"/>
                      </a:cubicBezTo>
                      <a:cubicBezTo>
                        <a:pt x="14745" y="5113"/>
                        <a:pt x="14778" y="4879"/>
                        <a:pt x="14778" y="4679"/>
                      </a:cubicBezTo>
                      <a:cubicBezTo>
                        <a:pt x="14778" y="3512"/>
                        <a:pt x="14878" y="2311"/>
                        <a:pt x="14778" y="1143"/>
                      </a:cubicBezTo>
                      <a:cubicBezTo>
                        <a:pt x="14759" y="778"/>
                        <a:pt x="14574" y="701"/>
                        <a:pt x="14318" y="701"/>
                      </a:cubicBezTo>
                      <a:cubicBezTo>
                        <a:pt x="14130" y="701"/>
                        <a:pt x="13904" y="743"/>
                        <a:pt x="13677" y="743"/>
                      </a:cubicBezTo>
                      <a:cubicBezTo>
                        <a:pt x="13077" y="743"/>
                        <a:pt x="12443" y="676"/>
                        <a:pt x="11809" y="609"/>
                      </a:cubicBezTo>
                      <a:cubicBezTo>
                        <a:pt x="11109" y="543"/>
                        <a:pt x="10375" y="443"/>
                        <a:pt x="9674" y="276"/>
                      </a:cubicBezTo>
                      <a:cubicBezTo>
                        <a:pt x="9356" y="212"/>
                        <a:pt x="8903" y="0"/>
                        <a:pt x="8521" y="0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31" name="Google Shape;3131;p68"/>
                <p:cNvSpPr/>
                <p:nvPr/>
              </p:nvSpPr>
              <p:spPr>
                <a:xfrm>
                  <a:off x="7463516" y="3081606"/>
                  <a:ext cx="707" cy="1393"/>
                </a:xfrm>
                <a:custGeom>
                  <a:rect b="b" l="l" r="r" t="t"/>
                  <a:pathLst>
                    <a:path extrusionOk="0" h="67" w="34">
                      <a:moveTo>
                        <a:pt x="34" y="0"/>
                      </a:moveTo>
                      <a:lnTo>
                        <a:pt x="0" y="67"/>
                      </a:lnTo>
                      <a:cubicBezTo>
                        <a:pt x="34" y="67"/>
                        <a:pt x="34" y="33"/>
                        <a:pt x="34" y="0"/>
                      </a:cubicBezTo>
                      <a:close/>
                    </a:path>
                  </a:pathLst>
                </a:custGeom>
                <a:solidFill>
                  <a:srgbClr val="7A483A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32" name="Google Shape;3132;p68"/>
                <p:cNvSpPr/>
                <p:nvPr/>
              </p:nvSpPr>
              <p:spPr>
                <a:xfrm>
                  <a:off x="7488481" y="2716162"/>
                  <a:ext cx="1393" cy="6964"/>
                </a:xfrm>
                <a:custGeom>
                  <a:rect b="b" l="l" r="r" t="t"/>
                  <a:pathLst>
                    <a:path extrusionOk="0" h="335" w="67">
                      <a:moveTo>
                        <a:pt x="67" y="1"/>
                      </a:moveTo>
                      <a:lnTo>
                        <a:pt x="0" y="334"/>
                      </a:lnTo>
                      <a:lnTo>
                        <a:pt x="0" y="334"/>
                      </a:lnTo>
                      <a:close/>
                    </a:path>
                  </a:pathLst>
                </a:custGeom>
                <a:solidFill>
                  <a:srgbClr val="7A483A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33" name="Google Shape;3133;p68"/>
                <p:cNvSpPr/>
                <p:nvPr/>
              </p:nvSpPr>
              <p:spPr>
                <a:xfrm>
                  <a:off x="7338687" y="2635673"/>
                  <a:ext cx="184926" cy="266350"/>
                </a:xfrm>
                <a:custGeom>
                  <a:rect b="b" l="l" r="r" t="t"/>
                  <a:pathLst>
                    <a:path extrusionOk="0" h="12813" w="8896">
                      <a:moveTo>
                        <a:pt x="5812" y="1"/>
                      </a:moveTo>
                      <a:cubicBezTo>
                        <a:pt x="5195" y="1"/>
                        <a:pt x="4561" y="206"/>
                        <a:pt x="4004" y="671"/>
                      </a:cubicBezTo>
                      <a:cubicBezTo>
                        <a:pt x="3603" y="971"/>
                        <a:pt x="3270" y="1304"/>
                        <a:pt x="2970" y="1671"/>
                      </a:cubicBezTo>
                      <a:cubicBezTo>
                        <a:pt x="2436" y="2305"/>
                        <a:pt x="2036" y="3006"/>
                        <a:pt x="1735" y="3773"/>
                      </a:cubicBezTo>
                      <a:cubicBezTo>
                        <a:pt x="1035" y="5541"/>
                        <a:pt x="401" y="8543"/>
                        <a:pt x="1" y="10378"/>
                      </a:cubicBezTo>
                      <a:cubicBezTo>
                        <a:pt x="1836" y="11678"/>
                        <a:pt x="4171" y="11845"/>
                        <a:pt x="6172" y="12813"/>
                      </a:cubicBezTo>
                      <a:cubicBezTo>
                        <a:pt x="7540" y="10378"/>
                        <a:pt x="7840" y="7709"/>
                        <a:pt x="8307" y="5007"/>
                      </a:cubicBezTo>
                      <a:cubicBezTo>
                        <a:pt x="8407" y="4440"/>
                        <a:pt x="8507" y="3840"/>
                        <a:pt x="8607" y="3239"/>
                      </a:cubicBezTo>
                      <a:cubicBezTo>
                        <a:pt x="8896" y="1385"/>
                        <a:pt x="7413" y="1"/>
                        <a:pt x="581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34" name="Google Shape;3134;p68"/>
                <p:cNvSpPr/>
                <p:nvPr/>
              </p:nvSpPr>
              <p:spPr>
                <a:xfrm>
                  <a:off x="6934432" y="3177499"/>
                  <a:ext cx="680271" cy="790985"/>
                </a:xfrm>
                <a:custGeom>
                  <a:rect b="b" l="l" r="r" t="t"/>
                  <a:pathLst>
                    <a:path extrusionOk="0" h="38051" w="32725">
                      <a:moveTo>
                        <a:pt x="29486" y="1"/>
                      </a:moveTo>
                      <a:cubicBezTo>
                        <a:pt x="29260" y="1"/>
                        <a:pt x="29013" y="67"/>
                        <a:pt x="28788" y="124"/>
                      </a:cubicBezTo>
                      <a:cubicBezTo>
                        <a:pt x="24151" y="1492"/>
                        <a:pt x="19515" y="2859"/>
                        <a:pt x="15078" y="4761"/>
                      </a:cubicBezTo>
                      <a:cubicBezTo>
                        <a:pt x="11009" y="6462"/>
                        <a:pt x="7106" y="8030"/>
                        <a:pt x="4104" y="11365"/>
                      </a:cubicBezTo>
                      <a:cubicBezTo>
                        <a:pt x="1" y="15935"/>
                        <a:pt x="3403" y="22707"/>
                        <a:pt x="5238" y="27443"/>
                      </a:cubicBezTo>
                      <a:cubicBezTo>
                        <a:pt x="6505" y="30746"/>
                        <a:pt x="11042" y="34749"/>
                        <a:pt x="12309" y="38051"/>
                      </a:cubicBezTo>
                      <a:cubicBezTo>
                        <a:pt x="12243" y="37884"/>
                        <a:pt x="20949" y="33915"/>
                        <a:pt x="21383" y="33715"/>
                      </a:cubicBezTo>
                      <a:cubicBezTo>
                        <a:pt x="21816" y="33481"/>
                        <a:pt x="18847" y="26943"/>
                        <a:pt x="18714" y="26176"/>
                      </a:cubicBezTo>
                      <a:cubicBezTo>
                        <a:pt x="18280" y="23441"/>
                        <a:pt x="15245" y="21939"/>
                        <a:pt x="14678" y="19238"/>
                      </a:cubicBezTo>
                      <a:cubicBezTo>
                        <a:pt x="14444" y="18170"/>
                        <a:pt x="14244" y="16802"/>
                        <a:pt x="13977" y="15335"/>
                      </a:cubicBezTo>
                      <a:cubicBezTo>
                        <a:pt x="14811" y="15168"/>
                        <a:pt x="15645" y="15035"/>
                        <a:pt x="16479" y="15001"/>
                      </a:cubicBezTo>
                      <a:cubicBezTo>
                        <a:pt x="17249" y="14967"/>
                        <a:pt x="18021" y="14954"/>
                        <a:pt x="18795" y="14954"/>
                      </a:cubicBezTo>
                      <a:cubicBezTo>
                        <a:pt x="21459" y="14954"/>
                        <a:pt x="24143" y="15110"/>
                        <a:pt x="26800" y="15110"/>
                      </a:cubicBezTo>
                      <a:cubicBezTo>
                        <a:pt x="27152" y="15110"/>
                        <a:pt x="27503" y="15107"/>
                        <a:pt x="27854" y="15101"/>
                      </a:cubicBezTo>
                      <a:lnTo>
                        <a:pt x="28054" y="15101"/>
                      </a:lnTo>
                      <a:cubicBezTo>
                        <a:pt x="30723" y="15035"/>
                        <a:pt x="32724" y="12166"/>
                        <a:pt x="32524" y="8630"/>
                      </a:cubicBezTo>
                      <a:cubicBezTo>
                        <a:pt x="32457" y="7329"/>
                        <a:pt x="31923" y="6328"/>
                        <a:pt x="31523" y="5161"/>
                      </a:cubicBezTo>
                      <a:cubicBezTo>
                        <a:pt x="31023" y="3760"/>
                        <a:pt x="30723" y="2292"/>
                        <a:pt x="30356" y="891"/>
                      </a:cubicBezTo>
                      <a:cubicBezTo>
                        <a:pt x="30256" y="624"/>
                        <a:pt x="30189" y="324"/>
                        <a:pt x="29955" y="157"/>
                      </a:cubicBezTo>
                      <a:cubicBezTo>
                        <a:pt x="29824" y="41"/>
                        <a:pt x="29662" y="1"/>
                        <a:pt x="2948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35" name="Google Shape;3135;p68"/>
                <p:cNvSpPr/>
                <p:nvPr/>
              </p:nvSpPr>
              <p:spPr>
                <a:xfrm>
                  <a:off x="7094621" y="3100232"/>
                  <a:ext cx="746812" cy="887086"/>
                </a:xfrm>
                <a:custGeom>
                  <a:rect b="b" l="l" r="r" t="t"/>
                  <a:pathLst>
                    <a:path extrusionOk="0" h="42674" w="35926">
                      <a:moveTo>
                        <a:pt x="30134" y="1"/>
                      </a:moveTo>
                      <a:cubicBezTo>
                        <a:pt x="29274" y="1"/>
                        <a:pt x="28405" y="182"/>
                        <a:pt x="27620" y="505"/>
                      </a:cubicBezTo>
                      <a:cubicBezTo>
                        <a:pt x="25919" y="1206"/>
                        <a:pt x="24484" y="2473"/>
                        <a:pt x="23150" y="3774"/>
                      </a:cubicBezTo>
                      <a:cubicBezTo>
                        <a:pt x="21382" y="5475"/>
                        <a:pt x="19814" y="6810"/>
                        <a:pt x="17679" y="7944"/>
                      </a:cubicBezTo>
                      <a:cubicBezTo>
                        <a:pt x="16178" y="8711"/>
                        <a:pt x="14677" y="9412"/>
                        <a:pt x="13176" y="10145"/>
                      </a:cubicBezTo>
                      <a:cubicBezTo>
                        <a:pt x="11375" y="11046"/>
                        <a:pt x="8740" y="12047"/>
                        <a:pt x="6638" y="13381"/>
                      </a:cubicBezTo>
                      <a:cubicBezTo>
                        <a:pt x="5437" y="13615"/>
                        <a:pt x="4403" y="13981"/>
                        <a:pt x="3403" y="15116"/>
                      </a:cubicBezTo>
                      <a:cubicBezTo>
                        <a:pt x="3269" y="15249"/>
                        <a:pt x="3169" y="15416"/>
                        <a:pt x="3036" y="15549"/>
                      </a:cubicBezTo>
                      <a:cubicBezTo>
                        <a:pt x="2035" y="16884"/>
                        <a:pt x="1468" y="18551"/>
                        <a:pt x="1101" y="20219"/>
                      </a:cubicBezTo>
                      <a:cubicBezTo>
                        <a:pt x="434" y="23155"/>
                        <a:pt x="300" y="26224"/>
                        <a:pt x="167" y="29226"/>
                      </a:cubicBezTo>
                      <a:cubicBezTo>
                        <a:pt x="0" y="33762"/>
                        <a:pt x="334" y="37432"/>
                        <a:pt x="934" y="42469"/>
                      </a:cubicBezTo>
                      <a:cubicBezTo>
                        <a:pt x="2313" y="42626"/>
                        <a:pt x="3695" y="42673"/>
                        <a:pt x="5081" y="42673"/>
                      </a:cubicBezTo>
                      <a:cubicBezTo>
                        <a:pt x="7211" y="42673"/>
                        <a:pt x="9347" y="42561"/>
                        <a:pt x="11483" y="42561"/>
                      </a:cubicBezTo>
                      <a:cubicBezTo>
                        <a:pt x="11792" y="42561"/>
                        <a:pt x="12100" y="42563"/>
                        <a:pt x="12409" y="42569"/>
                      </a:cubicBezTo>
                      <a:cubicBezTo>
                        <a:pt x="13043" y="39833"/>
                        <a:pt x="12709" y="36798"/>
                        <a:pt x="12843" y="34029"/>
                      </a:cubicBezTo>
                      <a:cubicBezTo>
                        <a:pt x="12909" y="32295"/>
                        <a:pt x="12909" y="30560"/>
                        <a:pt x="12943" y="28825"/>
                      </a:cubicBezTo>
                      <a:cubicBezTo>
                        <a:pt x="12943" y="28058"/>
                        <a:pt x="12976" y="27291"/>
                        <a:pt x="12943" y="26490"/>
                      </a:cubicBezTo>
                      <a:cubicBezTo>
                        <a:pt x="12909" y="25890"/>
                        <a:pt x="12743" y="24989"/>
                        <a:pt x="13143" y="24456"/>
                      </a:cubicBezTo>
                      <a:cubicBezTo>
                        <a:pt x="13310" y="24289"/>
                        <a:pt x="13476" y="24155"/>
                        <a:pt x="13677" y="24055"/>
                      </a:cubicBezTo>
                      <a:cubicBezTo>
                        <a:pt x="14544" y="23588"/>
                        <a:pt x="15478" y="23255"/>
                        <a:pt x="16445" y="22955"/>
                      </a:cubicBezTo>
                      <a:cubicBezTo>
                        <a:pt x="17646" y="22588"/>
                        <a:pt x="18880" y="22254"/>
                        <a:pt x="20148" y="21954"/>
                      </a:cubicBezTo>
                      <a:cubicBezTo>
                        <a:pt x="21315" y="21654"/>
                        <a:pt x="22750" y="21587"/>
                        <a:pt x="23884" y="21120"/>
                      </a:cubicBezTo>
                      <a:cubicBezTo>
                        <a:pt x="26152" y="20186"/>
                        <a:pt x="28487" y="19452"/>
                        <a:pt x="30822" y="18685"/>
                      </a:cubicBezTo>
                      <a:cubicBezTo>
                        <a:pt x="35559" y="17084"/>
                        <a:pt x="35926" y="11713"/>
                        <a:pt x="35659" y="7477"/>
                      </a:cubicBezTo>
                      <a:cubicBezTo>
                        <a:pt x="35492" y="5008"/>
                        <a:pt x="35025" y="2206"/>
                        <a:pt x="32957" y="805"/>
                      </a:cubicBezTo>
                      <a:cubicBezTo>
                        <a:pt x="32130" y="248"/>
                        <a:pt x="31139" y="1"/>
                        <a:pt x="3013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36" name="Google Shape;3136;p68"/>
                <p:cNvSpPr/>
                <p:nvPr/>
              </p:nvSpPr>
              <p:spPr>
                <a:xfrm>
                  <a:off x="7390697" y="2618211"/>
                  <a:ext cx="465307" cy="657197"/>
                </a:xfrm>
                <a:custGeom>
                  <a:rect b="b" l="l" r="r" t="t"/>
                  <a:pathLst>
                    <a:path extrusionOk="0" h="31615" w="22384">
                      <a:moveTo>
                        <a:pt x="6775" y="1"/>
                      </a:moveTo>
                      <a:cubicBezTo>
                        <a:pt x="4890" y="1"/>
                        <a:pt x="3051" y="633"/>
                        <a:pt x="1802" y="2178"/>
                      </a:cubicBezTo>
                      <a:lnTo>
                        <a:pt x="1769" y="2178"/>
                      </a:lnTo>
                      <a:cubicBezTo>
                        <a:pt x="1335" y="2711"/>
                        <a:pt x="968" y="3312"/>
                        <a:pt x="668" y="3946"/>
                      </a:cubicBezTo>
                      <a:cubicBezTo>
                        <a:pt x="1" y="5413"/>
                        <a:pt x="1" y="7248"/>
                        <a:pt x="201" y="8816"/>
                      </a:cubicBezTo>
                      <a:cubicBezTo>
                        <a:pt x="401" y="10584"/>
                        <a:pt x="735" y="12318"/>
                        <a:pt x="1101" y="14053"/>
                      </a:cubicBezTo>
                      <a:cubicBezTo>
                        <a:pt x="1402" y="15487"/>
                        <a:pt x="1468" y="16788"/>
                        <a:pt x="1669" y="18223"/>
                      </a:cubicBezTo>
                      <a:cubicBezTo>
                        <a:pt x="1869" y="19924"/>
                        <a:pt x="1969" y="21625"/>
                        <a:pt x="1869" y="23326"/>
                      </a:cubicBezTo>
                      <a:cubicBezTo>
                        <a:pt x="1769" y="24660"/>
                        <a:pt x="735" y="27362"/>
                        <a:pt x="2102" y="28330"/>
                      </a:cubicBezTo>
                      <a:cubicBezTo>
                        <a:pt x="2803" y="28864"/>
                        <a:pt x="4471" y="28730"/>
                        <a:pt x="5338" y="28897"/>
                      </a:cubicBezTo>
                      <a:cubicBezTo>
                        <a:pt x="6439" y="29064"/>
                        <a:pt x="7506" y="29297"/>
                        <a:pt x="8607" y="29564"/>
                      </a:cubicBezTo>
                      <a:cubicBezTo>
                        <a:pt x="12439" y="30444"/>
                        <a:pt x="16344" y="31614"/>
                        <a:pt x="20301" y="31614"/>
                      </a:cubicBezTo>
                      <a:cubicBezTo>
                        <a:pt x="20994" y="31614"/>
                        <a:pt x="21688" y="31578"/>
                        <a:pt x="22383" y="31499"/>
                      </a:cubicBezTo>
                      <a:cubicBezTo>
                        <a:pt x="21583" y="30198"/>
                        <a:pt x="21983" y="28530"/>
                        <a:pt x="21783" y="27096"/>
                      </a:cubicBezTo>
                      <a:cubicBezTo>
                        <a:pt x="21549" y="25461"/>
                        <a:pt x="20682" y="23893"/>
                        <a:pt x="20282" y="22292"/>
                      </a:cubicBezTo>
                      <a:cubicBezTo>
                        <a:pt x="20115" y="21592"/>
                        <a:pt x="19948" y="20891"/>
                        <a:pt x="19715" y="20257"/>
                      </a:cubicBezTo>
                      <a:cubicBezTo>
                        <a:pt x="18714" y="17655"/>
                        <a:pt x="17780" y="15187"/>
                        <a:pt x="17080" y="12452"/>
                      </a:cubicBezTo>
                      <a:cubicBezTo>
                        <a:pt x="16679" y="10917"/>
                        <a:pt x="16846" y="9450"/>
                        <a:pt x="16279" y="7949"/>
                      </a:cubicBezTo>
                      <a:cubicBezTo>
                        <a:pt x="15045" y="4613"/>
                        <a:pt x="13444" y="1844"/>
                        <a:pt x="9974" y="577"/>
                      </a:cubicBezTo>
                      <a:cubicBezTo>
                        <a:pt x="8962" y="211"/>
                        <a:pt x="7861" y="1"/>
                        <a:pt x="6775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37" name="Google Shape;3137;p68"/>
                <p:cNvSpPr/>
                <p:nvPr/>
              </p:nvSpPr>
              <p:spPr>
                <a:xfrm>
                  <a:off x="7384461" y="2418215"/>
                  <a:ext cx="159502" cy="250136"/>
                </a:xfrm>
                <a:custGeom>
                  <a:rect b="b" l="l" r="r" t="t"/>
                  <a:pathLst>
                    <a:path extrusionOk="0" h="12033" w="7673">
                      <a:moveTo>
                        <a:pt x="4273" y="1"/>
                      </a:moveTo>
                      <a:cubicBezTo>
                        <a:pt x="3564" y="1"/>
                        <a:pt x="2853" y="104"/>
                        <a:pt x="2202" y="391"/>
                      </a:cubicBezTo>
                      <a:cubicBezTo>
                        <a:pt x="1635" y="657"/>
                        <a:pt x="1135" y="1058"/>
                        <a:pt x="834" y="1591"/>
                      </a:cubicBezTo>
                      <a:cubicBezTo>
                        <a:pt x="467" y="2158"/>
                        <a:pt x="467" y="2826"/>
                        <a:pt x="334" y="3459"/>
                      </a:cubicBezTo>
                      <a:cubicBezTo>
                        <a:pt x="101" y="4527"/>
                        <a:pt x="0" y="5628"/>
                        <a:pt x="301" y="6695"/>
                      </a:cubicBezTo>
                      <a:cubicBezTo>
                        <a:pt x="434" y="7095"/>
                        <a:pt x="634" y="7496"/>
                        <a:pt x="934" y="7763"/>
                      </a:cubicBezTo>
                      <a:cubicBezTo>
                        <a:pt x="1268" y="8063"/>
                        <a:pt x="1668" y="8029"/>
                        <a:pt x="1702" y="8530"/>
                      </a:cubicBezTo>
                      <a:lnTo>
                        <a:pt x="1702" y="8563"/>
                      </a:lnTo>
                      <a:cubicBezTo>
                        <a:pt x="1802" y="9497"/>
                        <a:pt x="1969" y="10364"/>
                        <a:pt x="1702" y="11265"/>
                      </a:cubicBezTo>
                      <a:cubicBezTo>
                        <a:pt x="2202" y="11665"/>
                        <a:pt x="2802" y="11999"/>
                        <a:pt x="3470" y="12032"/>
                      </a:cubicBezTo>
                      <a:cubicBezTo>
                        <a:pt x="4137" y="12032"/>
                        <a:pt x="4837" y="11832"/>
                        <a:pt x="5404" y="11499"/>
                      </a:cubicBezTo>
                      <a:cubicBezTo>
                        <a:pt x="6071" y="11065"/>
                        <a:pt x="6505" y="10364"/>
                        <a:pt x="6872" y="9597"/>
                      </a:cubicBezTo>
                      <a:cubicBezTo>
                        <a:pt x="6839" y="9530"/>
                        <a:pt x="6805" y="9464"/>
                        <a:pt x="6805" y="9364"/>
                      </a:cubicBezTo>
                      <a:cubicBezTo>
                        <a:pt x="6672" y="8763"/>
                        <a:pt x="6538" y="8163"/>
                        <a:pt x="6472" y="7562"/>
                      </a:cubicBezTo>
                      <a:cubicBezTo>
                        <a:pt x="6438" y="7129"/>
                        <a:pt x="6238" y="6428"/>
                        <a:pt x="6438" y="5995"/>
                      </a:cubicBezTo>
                      <a:cubicBezTo>
                        <a:pt x="6505" y="5828"/>
                        <a:pt x="6639" y="5694"/>
                        <a:pt x="6705" y="5528"/>
                      </a:cubicBezTo>
                      <a:cubicBezTo>
                        <a:pt x="6905" y="5161"/>
                        <a:pt x="7072" y="4827"/>
                        <a:pt x="7206" y="4427"/>
                      </a:cubicBezTo>
                      <a:cubicBezTo>
                        <a:pt x="7506" y="3726"/>
                        <a:pt x="7673" y="2959"/>
                        <a:pt x="7639" y="2192"/>
                      </a:cubicBezTo>
                      <a:cubicBezTo>
                        <a:pt x="7639" y="1925"/>
                        <a:pt x="7606" y="1491"/>
                        <a:pt x="7472" y="1258"/>
                      </a:cubicBezTo>
                      <a:cubicBezTo>
                        <a:pt x="7339" y="1058"/>
                        <a:pt x="7239" y="891"/>
                        <a:pt x="7106" y="724"/>
                      </a:cubicBezTo>
                      <a:cubicBezTo>
                        <a:pt x="6572" y="190"/>
                        <a:pt x="5571" y="90"/>
                        <a:pt x="4871" y="24"/>
                      </a:cubicBezTo>
                      <a:cubicBezTo>
                        <a:pt x="4673" y="9"/>
                        <a:pt x="4473" y="1"/>
                        <a:pt x="4273" y="1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38" name="Google Shape;3138;p68"/>
                <p:cNvSpPr/>
                <p:nvPr/>
              </p:nvSpPr>
              <p:spPr>
                <a:xfrm>
                  <a:off x="7380989" y="2392230"/>
                  <a:ext cx="174075" cy="153994"/>
                </a:xfrm>
                <a:custGeom>
                  <a:rect b="b" l="l" r="r" t="t"/>
                  <a:pathLst>
                    <a:path extrusionOk="0" h="7408" w="8374">
                      <a:moveTo>
                        <a:pt x="1490" y="1"/>
                      </a:moveTo>
                      <a:cubicBezTo>
                        <a:pt x="1161" y="1"/>
                        <a:pt x="844" y="130"/>
                        <a:pt x="634" y="340"/>
                      </a:cubicBezTo>
                      <a:cubicBezTo>
                        <a:pt x="234" y="707"/>
                        <a:pt x="1" y="1240"/>
                        <a:pt x="67" y="1774"/>
                      </a:cubicBezTo>
                      <a:cubicBezTo>
                        <a:pt x="134" y="2308"/>
                        <a:pt x="468" y="2808"/>
                        <a:pt x="935" y="3042"/>
                      </a:cubicBezTo>
                      <a:cubicBezTo>
                        <a:pt x="1268" y="3219"/>
                        <a:pt x="1631" y="3264"/>
                        <a:pt x="2005" y="3264"/>
                      </a:cubicBezTo>
                      <a:cubicBezTo>
                        <a:pt x="2191" y="3264"/>
                        <a:pt x="2380" y="3253"/>
                        <a:pt x="2569" y="3242"/>
                      </a:cubicBezTo>
                      <a:cubicBezTo>
                        <a:pt x="2934" y="3219"/>
                        <a:pt x="3314" y="3165"/>
                        <a:pt x="3688" y="3165"/>
                      </a:cubicBezTo>
                      <a:cubicBezTo>
                        <a:pt x="3862" y="3165"/>
                        <a:pt x="4035" y="3177"/>
                        <a:pt x="4204" y="3208"/>
                      </a:cubicBezTo>
                      <a:cubicBezTo>
                        <a:pt x="4604" y="3308"/>
                        <a:pt x="5238" y="3575"/>
                        <a:pt x="5338" y="4009"/>
                      </a:cubicBezTo>
                      <a:cubicBezTo>
                        <a:pt x="5405" y="4376"/>
                        <a:pt x="5038" y="4643"/>
                        <a:pt x="5138" y="5043"/>
                      </a:cubicBezTo>
                      <a:cubicBezTo>
                        <a:pt x="5197" y="5162"/>
                        <a:pt x="5310" y="5282"/>
                        <a:pt x="5453" y="5282"/>
                      </a:cubicBezTo>
                      <a:cubicBezTo>
                        <a:pt x="5470" y="5282"/>
                        <a:pt x="5487" y="5280"/>
                        <a:pt x="5505" y="5277"/>
                      </a:cubicBezTo>
                      <a:cubicBezTo>
                        <a:pt x="5580" y="5201"/>
                        <a:pt x="5899" y="4826"/>
                        <a:pt x="6068" y="4826"/>
                      </a:cubicBezTo>
                      <a:cubicBezTo>
                        <a:pt x="6124" y="4826"/>
                        <a:pt x="6163" y="4868"/>
                        <a:pt x="6172" y="4976"/>
                      </a:cubicBezTo>
                      <a:cubicBezTo>
                        <a:pt x="6205" y="5176"/>
                        <a:pt x="6005" y="5510"/>
                        <a:pt x="5938" y="5710"/>
                      </a:cubicBezTo>
                      <a:cubicBezTo>
                        <a:pt x="5838" y="6077"/>
                        <a:pt x="5805" y="6444"/>
                        <a:pt x="5938" y="6811"/>
                      </a:cubicBezTo>
                      <a:cubicBezTo>
                        <a:pt x="6042" y="7069"/>
                        <a:pt x="6265" y="7408"/>
                        <a:pt x="6562" y="7408"/>
                      </a:cubicBezTo>
                      <a:cubicBezTo>
                        <a:pt x="6648" y="7408"/>
                        <a:pt x="6741" y="7379"/>
                        <a:pt x="6839" y="7311"/>
                      </a:cubicBezTo>
                      <a:cubicBezTo>
                        <a:pt x="7106" y="7078"/>
                        <a:pt x="7039" y="6644"/>
                        <a:pt x="7239" y="6311"/>
                      </a:cubicBezTo>
                      <a:cubicBezTo>
                        <a:pt x="7406" y="6044"/>
                        <a:pt x="7573" y="5777"/>
                        <a:pt x="7740" y="5510"/>
                      </a:cubicBezTo>
                      <a:cubicBezTo>
                        <a:pt x="8006" y="4976"/>
                        <a:pt x="8240" y="4409"/>
                        <a:pt x="8307" y="3709"/>
                      </a:cubicBezTo>
                      <a:cubicBezTo>
                        <a:pt x="8373" y="2908"/>
                        <a:pt x="8173" y="2074"/>
                        <a:pt x="7639" y="1474"/>
                      </a:cubicBezTo>
                      <a:cubicBezTo>
                        <a:pt x="7306" y="1140"/>
                        <a:pt x="6906" y="907"/>
                        <a:pt x="6472" y="740"/>
                      </a:cubicBezTo>
                      <a:cubicBezTo>
                        <a:pt x="5761" y="424"/>
                        <a:pt x="4989" y="274"/>
                        <a:pt x="4219" y="274"/>
                      </a:cubicBezTo>
                      <a:cubicBezTo>
                        <a:pt x="4013" y="274"/>
                        <a:pt x="3807" y="285"/>
                        <a:pt x="3603" y="306"/>
                      </a:cubicBezTo>
                      <a:cubicBezTo>
                        <a:pt x="3371" y="348"/>
                        <a:pt x="3126" y="391"/>
                        <a:pt x="2884" y="391"/>
                      </a:cubicBezTo>
                      <a:cubicBezTo>
                        <a:pt x="2743" y="391"/>
                        <a:pt x="2604" y="376"/>
                        <a:pt x="2469" y="340"/>
                      </a:cubicBezTo>
                      <a:cubicBezTo>
                        <a:pt x="2169" y="240"/>
                        <a:pt x="1902" y="73"/>
                        <a:pt x="1602" y="6"/>
                      </a:cubicBezTo>
                      <a:cubicBezTo>
                        <a:pt x="1564" y="3"/>
                        <a:pt x="1527" y="1"/>
                        <a:pt x="149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39" name="Google Shape;3139;p68"/>
                <p:cNvSpPr/>
                <p:nvPr/>
              </p:nvSpPr>
              <p:spPr>
                <a:xfrm>
                  <a:off x="7229137" y="2754889"/>
                  <a:ext cx="479859" cy="421758"/>
                </a:xfrm>
                <a:custGeom>
                  <a:rect b="b" l="l" r="r" t="t"/>
                  <a:pathLst>
                    <a:path extrusionOk="0" h="20289" w="23084">
                      <a:moveTo>
                        <a:pt x="19621" y="0"/>
                      </a:moveTo>
                      <a:cubicBezTo>
                        <a:pt x="18743" y="0"/>
                        <a:pt x="17878" y="454"/>
                        <a:pt x="17279" y="1107"/>
                      </a:cubicBezTo>
                      <a:cubicBezTo>
                        <a:pt x="16546" y="1907"/>
                        <a:pt x="16112" y="2941"/>
                        <a:pt x="15845" y="4009"/>
                      </a:cubicBezTo>
                      <a:cubicBezTo>
                        <a:pt x="14878" y="7411"/>
                        <a:pt x="14944" y="11014"/>
                        <a:pt x="15011" y="14550"/>
                      </a:cubicBezTo>
                      <a:cubicBezTo>
                        <a:pt x="14807" y="14515"/>
                        <a:pt x="14589" y="14499"/>
                        <a:pt x="14362" y="14499"/>
                      </a:cubicBezTo>
                      <a:cubicBezTo>
                        <a:pt x="12404" y="14499"/>
                        <a:pt x="9706" y="15683"/>
                        <a:pt x="7973" y="16251"/>
                      </a:cubicBezTo>
                      <a:cubicBezTo>
                        <a:pt x="5238" y="17151"/>
                        <a:pt x="2569" y="18252"/>
                        <a:pt x="0" y="19553"/>
                      </a:cubicBezTo>
                      <a:cubicBezTo>
                        <a:pt x="0" y="19953"/>
                        <a:pt x="501" y="20054"/>
                        <a:pt x="901" y="20054"/>
                      </a:cubicBezTo>
                      <a:cubicBezTo>
                        <a:pt x="3606" y="20148"/>
                        <a:pt x="6385" y="20288"/>
                        <a:pt x="9161" y="20288"/>
                      </a:cubicBezTo>
                      <a:cubicBezTo>
                        <a:pt x="12240" y="20288"/>
                        <a:pt x="15316" y="20116"/>
                        <a:pt x="18280" y="19520"/>
                      </a:cubicBezTo>
                      <a:cubicBezTo>
                        <a:pt x="19047" y="19353"/>
                        <a:pt x="19514" y="18619"/>
                        <a:pt x="19881" y="17952"/>
                      </a:cubicBezTo>
                      <a:cubicBezTo>
                        <a:pt x="20115" y="17518"/>
                        <a:pt x="20348" y="17051"/>
                        <a:pt x="20548" y="16584"/>
                      </a:cubicBezTo>
                      <a:cubicBezTo>
                        <a:pt x="21583" y="14316"/>
                        <a:pt x="22250" y="11881"/>
                        <a:pt x="22517" y="9413"/>
                      </a:cubicBezTo>
                      <a:cubicBezTo>
                        <a:pt x="22783" y="7178"/>
                        <a:pt x="23084" y="4209"/>
                        <a:pt x="22250" y="2107"/>
                      </a:cubicBezTo>
                      <a:cubicBezTo>
                        <a:pt x="21916" y="1173"/>
                        <a:pt x="21182" y="306"/>
                        <a:pt x="20215" y="73"/>
                      </a:cubicBezTo>
                      <a:cubicBezTo>
                        <a:pt x="20018" y="23"/>
                        <a:pt x="19819" y="0"/>
                        <a:pt x="19621" y="0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40" name="Google Shape;3140;p68"/>
                <p:cNvSpPr/>
                <p:nvPr/>
              </p:nvSpPr>
              <p:spPr>
                <a:xfrm>
                  <a:off x="7516212" y="2648208"/>
                  <a:ext cx="204528" cy="301668"/>
                </a:xfrm>
                <a:custGeom>
                  <a:rect b="b" l="l" r="r" t="t"/>
                  <a:pathLst>
                    <a:path extrusionOk="0" h="14512" w="9839">
                      <a:moveTo>
                        <a:pt x="4470" y="1"/>
                      </a:moveTo>
                      <a:cubicBezTo>
                        <a:pt x="4037" y="34"/>
                        <a:pt x="3670" y="201"/>
                        <a:pt x="3369" y="501"/>
                      </a:cubicBezTo>
                      <a:cubicBezTo>
                        <a:pt x="3136" y="768"/>
                        <a:pt x="3036" y="1102"/>
                        <a:pt x="2902" y="1402"/>
                      </a:cubicBezTo>
                      <a:cubicBezTo>
                        <a:pt x="2302" y="3003"/>
                        <a:pt x="1735" y="4571"/>
                        <a:pt x="1401" y="6205"/>
                      </a:cubicBezTo>
                      <a:cubicBezTo>
                        <a:pt x="1401" y="6339"/>
                        <a:pt x="1368" y="6472"/>
                        <a:pt x="1335" y="6572"/>
                      </a:cubicBezTo>
                      <a:cubicBezTo>
                        <a:pt x="1201" y="7306"/>
                        <a:pt x="0" y="11209"/>
                        <a:pt x="367" y="11643"/>
                      </a:cubicBezTo>
                      <a:cubicBezTo>
                        <a:pt x="1034" y="12410"/>
                        <a:pt x="2068" y="12677"/>
                        <a:pt x="3036" y="12910"/>
                      </a:cubicBezTo>
                      <a:cubicBezTo>
                        <a:pt x="5237" y="13444"/>
                        <a:pt x="7472" y="13978"/>
                        <a:pt x="9707" y="14511"/>
                      </a:cubicBezTo>
                      <a:cubicBezTo>
                        <a:pt x="9708" y="14511"/>
                        <a:pt x="9709" y="14511"/>
                        <a:pt x="9709" y="14511"/>
                      </a:cubicBezTo>
                      <a:cubicBezTo>
                        <a:pt x="9839" y="14511"/>
                        <a:pt x="9607" y="10940"/>
                        <a:pt x="9607" y="10575"/>
                      </a:cubicBezTo>
                      <a:cubicBezTo>
                        <a:pt x="9574" y="8874"/>
                        <a:pt x="9674" y="7206"/>
                        <a:pt x="9440" y="5572"/>
                      </a:cubicBezTo>
                      <a:cubicBezTo>
                        <a:pt x="9340" y="4938"/>
                        <a:pt x="8973" y="4371"/>
                        <a:pt x="8540" y="3870"/>
                      </a:cubicBezTo>
                      <a:cubicBezTo>
                        <a:pt x="8506" y="3837"/>
                        <a:pt x="8473" y="3804"/>
                        <a:pt x="8473" y="3770"/>
                      </a:cubicBezTo>
                      <a:cubicBezTo>
                        <a:pt x="8406" y="3637"/>
                        <a:pt x="8340" y="3537"/>
                        <a:pt x="8240" y="3403"/>
                      </a:cubicBezTo>
                      <a:cubicBezTo>
                        <a:pt x="8240" y="3403"/>
                        <a:pt x="8206" y="3370"/>
                        <a:pt x="8206" y="3370"/>
                      </a:cubicBezTo>
                      <a:cubicBezTo>
                        <a:pt x="8173" y="3303"/>
                        <a:pt x="8139" y="3270"/>
                        <a:pt x="8073" y="3237"/>
                      </a:cubicBezTo>
                      <a:cubicBezTo>
                        <a:pt x="8006" y="3136"/>
                        <a:pt x="7906" y="3070"/>
                        <a:pt x="7806" y="2970"/>
                      </a:cubicBezTo>
                      <a:cubicBezTo>
                        <a:pt x="7778" y="2942"/>
                        <a:pt x="7751" y="2914"/>
                        <a:pt x="7704" y="2887"/>
                      </a:cubicBezTo>
                      <a:lnTo>
                        <a:pt x="7704" y="2887"/>
                      </a:lnTo>
                      <a:cubicBezTo>
                        <a:pt x="7696" y="2875"/>
                        <a:pt x="7606" y="2803"/>
                        <a:pt x="7606" y="2803"/>
                      </a:cubicBezTo>
                      <a:cubicBezTo>
                        <a:pt x="7172" y="2503"/>
                        <a:pt x="6738" y="2236"/>
                        <a:pt x="6338" y="1936"/>
                      </a:cubicBezTo>
                      <a:cubicBezTo>
                        <a:pt x="5638" y="1402"/>
                        <a:pt x="5037" y="701"/>
                        <a:pt x="447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41" name="Google Shape;3141;p68"/>
                <p:cNvSpPr/>
                <p:nvPr/>
              </p:nvSpPr>
              <p:spPr>
                <a:xfrm>
                  <a:off x="7493325" y="2491512"/>
                  <a:ext cx="34008" cy="46564"/>
                </a:xfrm>
                <a:custGeom>
                  <a:rect b="b" l="l" r="r" t="t"/>
                  <a:pathLst>
                    <a:path extrusionOk="0" h="2240" w="1636">
                      <a:moveTo>
                        <a:pt x="774" y="1"/>
                      </a:moveTo>
                      <a:cubicBezTo>
                        <a:pt x="708" y="1"/>
                        <a:pt x="639" y="11"/>
                        <a:pt x="568" y="33"/>
                      </a:cubicBezTo>
                      <a:cubicBezTo>
                        <a:pt x="301" y="134"/>
                        <a:pt x="101" y="367"/>
                        <a:pt x="1" y="601"/>
                      </a:cubicBezTo>
                      <a:lnTo>
                        <a:pt x="434" y="2235"/>
                      </a:lnTo>
                      <a:cubicBezTo>
                        <a:pt x="462" y="2238"/>
                        <a:pt x="491" y="2239"/>
                        <a:pt x="519" y="2239"/>
                      </a:cubicBezTo>
                      <a:cubicBezTo>
                        <a:pt x="829" y="2239"/>
                        <a:pt x="1152" y="2076"/>
                        <a:pt x="1335" y="1801"/>
                      </a:cubicBezTo>
                      <a:cubicBezTo>
                        <a:pt x="1568" y="1535"/>
                        <a:pt x="1635" y="1168"/>
                        <a:pt x="1568" y="834"/>
                      </a:cubicBezTo>
                      <a:cubicBezTo>
                        <a:pt x="1482" y="430"/>
                        <a:pt x="1195" y="1"/>
                        <a:pt x="774" y="1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42" name="Google Shape;3142;p68"/>
                <p:cNvSpPr/>
                <p:nvPr/>
              </p:nvSpPr>
              <p:spPr>
                <a:xfrm>
                  <a:off x="7526606" y="2747364"/>
                  <a:ext cx="27065" cy="151187"/>
                </a:xfrm>
                <a:custGeom>
                  <a:rect b="b" l="l" r="r" t="t"/>
                  <a:pathLst>
                    <a:path extrusionOk="0" h="7273" w="1302">
                      <a:moveTo>
                        <a:pt x="1302" y="1"/>
                      </a:moveTo>
                      <a:cubicBezTo>
                        <a:pt x="368" y="2303"/>
                        <a:pt x="1" y="4804"/>
                        <a:pt x="234" y="7273"/>
                      </a:cubicBezTo>
                      <a:lnTo>
                        <a:pt x="1302" y="1"/>
                      </a:lnTo>
                      <a:close/>
                    </a:path>
                  </a:pathLst>
                </a:custGeom>
                <a:solidFill>
                  <a:srgbClr val="5CC9BF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43" name="Google Shape;3143;p68"/>
                <p:cNvSpPr/>
                <p:nvPr/>
              </p:nvSpPr>
              <p:spPr>
                <a:xfrm>
                  <a:off x="7224979" y="3901216"/>
                  <a:ext cx="189312" cy="185861"/>
                </a:xfrm>
                <a:custGeom>
                  <a:rect b="b" l="l" r="r" t="t"/>
                  <a:pathLst>
                    <a:path extrusionOk="0" h="8941" w="9107">
                      <a:moveTo>
                        <a:pt x="5838" y="0"/>
                      </a:moveTo>
                      <a:cubicBezTo>
                        <a:pt x="3903" y="834"/>
                        <a:pt x="1935" y="1668"/>
                        <a:pt x="0" y="2536"/>
                      </a:cubicBezTo>
                      <a:cubicBezTo>
                        <a:pt x="868" y="3803"/>
                        <a:pt x="2035" y="5071"/>
                        <a:pt x="2702" y="6272"/>
                      </a:cubicBezTo>
                      <a:cubicBezTo>
                        <a:pt x="3002" y="6772"/>
                        <a:pt x="3303" y="7272"/>
                        <a:pt x="3570" y="7773"/>
                      </a:cubicBezTo>
                      <a:cubicBezTo>
                        <a:pt x="3736" y="8039"/>
                        <a:pt x="3870" y="8306"/>
                        <a:pt x="4137" y="8440"/>
                      </a:cubicBezTo>
                      <a:cubicBezTo>
                        <a:pt x="4437" y="8640"/>
                        <a:pt x="5004" y="8940"/>
                        <a:pt x="5371" y="8940"/>
                      </a:cubicBezTo>
                      <a:cubicBezTo>
                        <a:pt x="5804" y="8940"/>
                        <a:pt x="6171" y="8673"/>
                        <a:pt x="6505" y="8406"/>
                      </a:cubicBezTo>
                      <a:cubicBezTo>
                        <a:pt x="7039" y="7973"/>
                        <a:pt x="7572" y="7572"/>
                        <a:pt x="8106" y="7172"/>
                      </a:cubicBezTo>
                      <a:cubicBezTo>
                        <a:pt x="8506" y="6839"/>
                        <a:pt x="8973" y="6438"/>
                        <a:pt x="9040" y="5905"/>
                      </a:cubicBezTo>
                      <a:cubicBezTo>
                        <a:pt x="9107" y="5538"/>
                        <a:pt x="8940" y="5171"/>
                        <a:pt x="8773" y="4837"/>
                      </a:cubicBezTo>
                      <a:cubicBezTo>
                        <a:pt x="8506" y="4203"/>
                        <a:pt x="8206" y="3636"/>
                        <a:pt x="7839" y="3069"/>
                      </a:cubicBezTo>
                      <a:cubicBezTo>
                        <a:pt x="7372" y="2269"/>
                        <a:pt x="6839" y="1501"/>
                        <a:pt x="6305" y="668"/>
                      </a:cubicBezTo>
                      <a:cubicBezTo>
                        <a:pt x="6171" y="467"/>
                        <a:pt x="6005" y="234"/>
                        <a:pt x="5838" y="0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44" name="Google Shape;3144;p68"/>
                <p:cNvSpPr/>
                <p:nvPr/>
              </p:nvSpPr>
              <p:spPr>
                <a:xfrm>
                  <a:off x="7190306" y="3954598"/>
                  <a:ext cx="255894" cy="275476"/>
                </a:xfrm>
                <a:custGeom>
                  <a:rect b="b" l="l" r="r" t="t"/>
                  <a:pathLst>
                    <a:path extrusionOk="0" h="13252" w="12310">
                      <a:moveTo>
                        <a:pt x="9541" y="1"/>
                      </a:moveTo>
                      <a:cubicBezTo>
                        <a:pt x="7873" y="1268"/>
                        <a:pt x="5938" y="2236"/>
                        <a:pt x="4370" y="3637"/>
                      </a:cubicBezTo>
                      <a:cubicBezTo>
                        <a:pt x="4037" y="3937"/>
                        <a:pt x="3837" y="4204"/>
                        <a:pt x="4037" y="4638"/>
                      </a:cubicBezTo>
                      <a:cubicBezTo>
                        <a:pt x="4103" y="4771"/>
                        <a:pt x="4237" y="4804"/>
                        <a:pt x="4270" y="4971"/>
                      </a:cubicBezTo>
                      <a:cubicBezTo>
                        <a:pt x="4304" y="5205"/>
                        <a:pt x="4170" y="5605"/>
                        <a:pt x="4103" y="5805"/>
                      </a:cubicBezTo>
                      <a:cubicBezTo>
                        <a:pt x="3870" y="6439"/>
                        <a:pt x="3436" y="6939"/>
                        <a:pt x="3036" y="7440"/>
                      </a:cubicBezTo>
                      <a:cubicBezTo>
                        <a:pt x="2369" y="8240"/>
                        <a:pt x="1702" y="9041"/>
                        <a:pt x="1035" y="9875"/>
                      </a:cubicBezTo>
                      <a:cubicBezTo>
                        <a:pt x="467" y="10608"/>
                        <a:pt x="0" y="11276"/>
                        <a:pt x="34" y="12243"/>
                      </a:cubicBezTo>
                      <a:cubicBezTo>
                        <a:pt x="67" y="12510"/>
                        <a:pt x="101" y="12810"/>
                        <a:pt x="301" y="13010"/>
                      </a:cubicBezTo>
                      <a:cubicBezTo>
                        <a:pt x="468" y="13178"/>
                        <a:pt x="706" y="13252"/>
                        <a:pt x="936" y="13252"/>
                      </a:cubicBezTo>
                      <a:cubicBezTo>
                        <a:pt x="980" y="13252"/>
                        <a:pt x="1025" y="13249"/>
                        <a:pt x="1068" y="13244"/>
                      </a:cubicBezTo>
                      <a:lnTo>
                        <a:pt x="1101" y="13244"/>
                      </a:lnTo>
                      <a:cubicBezTo>
                        <a:pt x="1969" y="12643"/>
                        <a:pt x="2903" y="12076"/>
                        <a:pt x="3803" y="11509"/>
                      </a:cubicBezTo>
                      <a:cubicBezTo>
                        <a:pt x="5604" y="10308"/>
                        <a:pt x="7206" y="8907"/>
                        <a:pt x="8840" y="7506"/>
                      </a:cubicBezTo>
                      <a:cubicBezTo>
                        <a:pt x="9541" y="6872"/>
                        <a:pt x="10274" y="6272"/>
                        <a:pt x="11008" y="5638"/>
                      </a:cubicBezTo>
                      <a:cubicBezTo>
                        <a:pt x="11342" y="5338"/>
                        <a:pt x="12109" y="4971"/>
                        <a:pt x="12176" y="4471"/>
                      </a:cubicBezTo>
                      <a:cubicBezTo>
                        <a:pt x="12309" y="3770"/>
                        <a:pt x="11475" y="2803"/>
                        <a:pt x="11142" y="2269"/>
                      </a:cubicBezTo>
                      <a:cubicBezTo>
                        <a:pt x="10641" y="1502"/>
                        <a:pt x="10108" y="768"/>
                        <a:pt x="9541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45" name="Google Shape;3145;p68"/>
                <p:cNvSpPr/>
                <p:nvPr/>
              </p:nvSpPr>
              <p:spPr>
                <a:xfrm>
                  <a:off x="7188227" y="3885875"/>
                  <a:ext cx="178024" cy="82610"/>
                </a:xfrm>
                <a:custGeom>
                  <a:rect b="b" l="l" r="r" t="t"/>
                  <a:pathLst>
                    <a:path extrusionOk="0" h="3974" w="8564">
                      <a:moveTo>
                        <a:pt x="8369" y="1"/>
                      </a:moveTo>
                      <a:cubicBezTo>
                        <a:pt x="8360" y="1"/>
                        <a:pt x="8350" y="2"/>
                        <a:pt x="8340" y="4"/>
                      </a:cubicBezTo>
                      <a:lnTo>
                        <a:pt x="8306" y="4"/>
                      </a:lnTo>
                      <a:cubicBezTo>
                        <a:pt x="7973" y="105"/>
                        <a:pt x="7606" y="271"/>
                        <a:pt x="7272" y="405"/>
                      </a:cubicBezTo>
                      <a:cubicBezTo>
                        <a:pt x="6939" y="572"/>
                        <a:pt x="6572" y="705"/>
                        <a:pt x="6238" y="872"/>
                      </a:cubicBezTo>
                      <a:cubicBezTo>
                        <a:pt x="5538" y="1172"/>
                        <a:pt x="4804" y="1506"/>
                        <a:pt x="4103" y="1806"/>
                      </a:cubicBezTo>
                      <a:cubicBezTo>
                        <a:pt x="3436" y="2139"/>
                        <a:pt x="2736" y="2440"/>
                        <a:pt x="2069" y="2773"/>
                      </a:cubicBezTo>
                      <a:cubicBezTo>
                        <a:pt x="1702" y="2973"/>
                        <a:pt x="1368" y="3140"/>
                        <a:pt x="1001" y="3307"/>
                      </a:cubicBezTo>
                      <a:cubicBezTo>
                        <a:pt x="701" y="3474"/>
                        <a:pt x="301" y="3607"/>
                        <a:pt x="67" y="3874"/>
                      </a:cubicBezTo>
                      <a:cubicBezTo>
                        <a:pt x="0" y="3907"/>
                        <a:pt x="67" y="3974"/>
                        <a:pt x="134" y="3974"/>
                      </a:cubicBezTo>
                      <a:cubicBezTo>
                        <a:pt x="467" y="3907"/>
                        <a:pt x="834" y="3707"/>
                        <a:pt x="1135" y="3540"/>
                      </a:cubicBezTo>
                      <a:lnTo>
                        <a:pt x="2102" y="3073"/>
                      </a:lnTo>
                      <a:cubicBezTo>
                        <a:pt x="2802" y="2740"/>
                        <a:pt x="3503" y="2440"/>
                        <a:pt x="4237" y="2106"/>
                      </a:cubicBezTo>
                      <a:cubicBezTo>
                        <a:pt x="4904" y="1806"/>
                        <a:pt x="5604" y="1472"/>
                        <a:pt x="6305" y="1172"/>
                      </a:cubicBezTo>
                      <a:cubicBezTo>
                        <a:pt x="6638" y="1039"/>
                        <a:pt x="7005" y="872"/>
                        <a:pt x="7339" y="738"/>
                      </a:cubicBezTo>
                      <a:cubicBezTo>
                        <a:pt x="7706" y="572"/>
                        <a:pt x="8106" y="471"/>
                        <a:pt x="8440" y="271"/>
                      </a:cubicBezTo>
                      <a:cubicBezTo>
                        <a:pt x="8563" y="179"/>
                        <a:pt x="8487" y="1"/>
                        <a:pt x="8369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46" name="Google Shape;3146;p68"/>
                <p:cNvSpPr/>
                <p:nvPr/>
              </p:nvSpPr>
              <p:spPr>
                <a:xfrm>
                  <a:off x="7209264" y="3456717"/>
                  <a:ext cx="170520" cy="426788"/>
                </a:xfrm>
                <a:custGeom>
                  <a:rect b="b" l="l" r="r" t="t"/>
                  <a:pathLst>
                    <a:path extrusionOk="0" h="20531" w="8203">
                      <a:moveTo>
                        <a:pt x="95" y="0"/>
                      </a:moveTo>
                      <a:cubicBezTo>
                        <a:pt x="49" y="0"/>
                        <a:pt x="1" y="37"/>
                        <a:pt x="22" y="101"/>
                      </a:cubicBezTo>
                      <a:cubicBezTo>
                        <a:pt x="523" y="1369"/>
                        <a:pt x="1123" y="2637"/>
                        <a:pt x="1690" y="3904"/>
                      </a:cubicBezTo>
                      <a:cubicBezTo>
                        <a:pt x="2257" y="5238"/>
                        <a:pt x="2791" y="6573"/>
                        <a:pt x="3325" y="7907"/>
                      </a:cubicBezTo>
                      <a:cubicBezTo>
                        <a:pt x="4392" y="10509"/>
                        <a:pt x="5393" y="13177"/>
                        <a:pt x="6294" y="15846"/>
                      </a:cubicBezTo>
                      <a:cubicBezTo>
                        <a:pt x="6827" y="17347"/>
                        <a:pt x="7294" y="18882"/>
                        <a:pt x="7761" y="20383"/>
                      </a:cubicBezTo>
                      <a:cubicBezTo>
                        <a:pt x="7800" y="20487"/>
                        <a:pt x="7880" y="20530"/>
                        <a:pt x="7959" y="20530"/>
                      </a:cubicBezTo>
                      <a:cubicBezTo>
                        <a:pt x="8082" y="20530"/>
                        <a:pt x="8202" y="20425"/>
                        <a:pt x="8162" y="20283"/>
                      </a:cubicBezTo>
                      <a:cubicBezTo>
                        <a:pt x="6460" y="14879"/>
                        <a:pt x="4459" y="9542"/>
                        <a:pt x="2191" y="4338"/>
                      </a:cubicBezTo>
                      <a:cubicBezTo>
                        <a:pt x="1557" y="2903"/>
                        <a:pt x="923" y="1436"/>
                        <a:pt x="156" y="35"/>
                      </a:cubicBezTo>
                      <a:cubicBezTo>
                        <a:pt x="144" y="11"/>
                        <a:pt x="120" y="0"/>
                        <a:pt x="95" y="0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47" name="Google Shape;3147;p68"/>
                <p:cNvSpPr/>
                <p:nvPr/>
              </p:nvSpPr>
              <p:spPr>
                <a:xfrm>
                  <a:off x="7094101" y="3833074"/>
                  <a:ext cx="93731" cy="132125"/>
                </a:xfrm>
                <a:custGeom>
                  <a:rect b="b" l="l" r="r" t="t"/>
                  <a:pathLst>
                    <a:path extrusionOk="0" h="6356" w="4509">
                      <a:moveTo>
                        <a:pt x="234" y="1"/>
                      </a:moveTo>
                      <a:cubicBezTo>
                        <a:pt x="112" y="1"/>
                        <a:pt x="1" y="106"/>
                        <a:pt x="92" y="243"/>
                      </a:cubicBezTo>
                      <a:cubicBezTo>
                        <a:pt x="759" y="1310"/>
                        <a:pt x="1493" y="2311"/>
                        <a:pt x="2193" y="3345"/>
                      </a:cubicBezTo>
                      <a:cubicBezTo>
                        <a:pt x="2560" y="3845"/>
                        <a:pt x="2894" y="4346"/>
                        <a:pt x="3227" y="4846"/>
                      </a:cubicBezTo>
                      <a:cubicBezTo>
                        <a:pt x="3594" y="5347"/>
                        <a:pt x="3928" y="5880"/>
                        <a:pt x="4328" y="6314"/>
                      </a:cubicBezTo>
                      <a:cubicBezTo>
                        <a:pt x="4348" y="6343"/>
                        <a:pt x="4373" y="6355"/>
                        <a:pt x="4397" y="6355"/>
                      </a:cubicBezTo>
                      <a:cubicBezTo>
                        <a:pt x="4456" y="6355"/>
                        <a:pt x="4509" y="6285"/>
                        <a:pt x="4462" y="6214"/>
                      </a:cubicBezTo>
                      <a:cubicBezTo>
                        <a:pt x="4195" y="5680"/>
                        <a:pt x="3828" y="5180"/>
                        <a:pt x="3494" y="4679"/>
                      </a:cubicBezTo>
                      <a:cubicBezTo>
                        <a:pt x="3161" y="4146"/>
                        <a:pt x="2794" y="3645"/>
                        <a:pt x="2460" y="3112"/>
                      </a:cubicBezTo>
                      <a:cubicBezTo>
                        <a:pt x="1760" y="2111"/>
                        <a:pt x="1093" y="1077"/>
                        <a:pt x="392" y="76"/>
                      </a:cubicBezTo>
                      <a:cubicBezTo>
                        <a:pt x="350" y="23"/>
                        <a:pt x="291" y="1"/>
                        <a:pt x="234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48" name="Google Shape;3148;p68"/>
                <p:cNvSpPr/>
                <p:nvPr/>
              </p:nvSpPr>
              <p:spPr>
                <a:xfrm>
                  <a:off x="7207601" y="3280730"/>
                  <a:ext cx="262858" cy="176091"/>
                </a:xfrm>
                <a:custGeom>
                  <a:rect b="b" l="l" r="r" t="t"/>
                  <a:pathLst>
                    <a:path extrusionOk="0" h="8471" w="12645">
                      <a:moveTo>
                        <a:pt x="12555" y="1"/>
                      </a:moveTo>
                      <a:cubicBezTo>
                        <a:pt x="12523" y="1"/>
                        <a:pt x="12492" y="19"/>
                        <a:pt x="12478" y="61"/>
                      </a:cubicBezTo>
                      <a:cubicBezTo>
                        <a:pt x="12044" y="1896"/>
                        <a:pt x="10210" y="2730"/>
                        <a:pt x="8642" y="3397"/>
                      </a:cubicBezTo>
                      <a:cubicBezTo>
                        <a:pt x="6674" y="4231"/>
                        <a:pt x="4772" y="5065"/>
                        <a:pt x="2971" y="6166"/>
                      </a:cubicBezTo>
                      <a:cubicBezTo>
                        <a:pt x="2004" y="6766"/>
                        <a:pt x="1070" y="7433"/>
                        <a:pt x="136" y="8167"/>
                      </a:cubicBezTo>
                      <a:cubicBezTo>
                        <a:pt x="1" y="8275"/>
                        <a:pt x="150" y="8470"/>
                        <a:pt x="300" y="8470"/>
                      </a:cubicBezTo>
                      <a:cubicBezTo>
                        <a:pt x="335" y="8470"/>
                        <a:pt x="371" y="8460"/>
                        <a:pt x="403" y="8434"/>
                      </a:cubicBezTo>
                      <a:cubicBezTo>
                        <a:pt x="2104" y="7100"/>
                        <a:pt x="3905" y="5932"/>
                        <a:pt x="5840" y="4998"/>
                      </a:cubicBezTo>
                      <a:cubicBezTo>
                        <a:pt x="6841" y="4531"/>
                        <a:pt x="7875" y="4098"/>
                        <a:pt x="8875" y="3664"/>
                      </a:cubicBezTo>
                      <a:cubicBezTo>
                        <a:pt x="9743" y="3297"/>
                        <a:pt x="10577" y="2930"/>
                        <a:pt x="11310" y="2330"/>
                      </a:cubicBezTo>
                      <a:cubicBezTo>
                        <a:pt x="12011" y="1763"/>
                        <a:pt x="12611" y="995"/>
                        <a:pt x="12645" y="95"/>
                      </a:cubicBezTo>
                      <a:cubicBezTo>
                        <a:pt x="12645" y="37"/>
                        <a:pt x="12600" y="1"/>
                        <a:pt x="12555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49" name="Google Shape;3149;p68"/>
                <p:cNvSpPr/>
                <p:nvPr/>
              </p:nvSpPr>
              <p:spPr>
                <a:xfrm>
                  <a:off x="7192135" y="4089488"/>
                  <a:ext cx="76311" cy="99718"/>
                </a:xfrm>
                <a:custGeom>
                  <a:rect b="b" l="l" r="r" t="t"/>
                  <a:pathLst>
                    <a:path extrusionOk="0" h="4797" w="3671">
                      <a:moveTo>
                        <a:pt x="3551" y="0"/>
                      </a:moveTo>
                      <a:cubicBezTo>
                        <a:pt x="3521" y="0"/>
                        <a:pt x="3493" y="15"/>
                        <a:pt x="3482" y="50"/>
                      </a:cubicBezTo>
                      <a:cubicBezTo>
                        <a:pt x="3248" y="484"/>
                        <a:pt x="2981" y="884"/>
                        <a:pt x="2648" y="1251"/>
                      </a:cubicBezTo>
                      <a:cubicBezTo>
                        <a:pt x="2314" y="1618"/>
                        <a:pt x="1947" y="1951"/>
                        <a:pt x="1614" y="2285"/>
                      </a:cubicBezTo>
                      <a:cubicBezTo>
                        <a:pt x="980" y="2952"/>
                        <a:pt x="446" y="3753"/>
                        <a:pt x="46" y="4586"/>
                      </a:cubicBezTo>
                      <a:cubicBezTo>
                        <a:pt x="1" y="4699"/>
                        <a:pt x="93" y="4797"/>
                        <a:pt x="178" y="4797"/>
                      </a:cubicBezTo>
                      <a:cubicBezTo>
                        <a:pt x="219" y="4797"/>
                        <a:pt x="258" y="4774"/>
                        <a:pt x="279" y="4720"/>
                      </a:cubicBezTo>
                      <a:cubicBezTo>
                        <a:pt x="713" y="3819"/>
                        <a:pt x="1247" y="3019"/>
                        <a:pt x="1947" y="2318"/>
                      </a:cubicBezTo>
                      <a:cubicBezTo>
                        <a:pt x="2614" y="1651"/>
                        <a:pt x="3315" y="1017"/>
                        <a:pt x="3648" y="117"/>
                      </a:cubicBezTo>
                      <a:cubicBezTo>
                        <a:pt x="3670" y="51"/>
                        <a:pt x="3607" y="0"/>
                        <a:pt x="3551" y="0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50" name="Google Shape;3150;p68"/>
                <p:cNvSpPr/>
                <p:nvPr/>
              </p:nvSpPr>
              <p:spPr>
                <a:xfrm>
                  <a:off x="7242129" y="3983701"/>
                  <a:ext cx="33489" cy="36981"/>
                </a:xfrm>
                <a:custGeom>
                  <a:rect b="b" l="l" r="r" t="t"/>
                  <a:pathLst>
                    <a:path extrusionOk="0" h="1779" w="1611">
                      <a:moveTo>
                        <a:pt x="191" y="0"/>
                      </a:moveTo>
                      <a:cubicBezTo>
                        <a:pt x="96" y="0"/>
                        <a:pt x="0" y="101"/>
                        <a:pt x="76" y="202"/>
                      </a:cubicBezTo>
                      <a:cubicBezTo>
                        <a:pt x="276" y="469"/>
                        <a:pt x="510" y="736"/>
                        <a:pt x="743" y="1003"/>
                      </a:cubicBezTo>
                      <a:cubicBezTo>
                        <a:pt x="843" y="1136"/>
                        <a:pt x="977" y="1269"/>
                        <a:pt x="1077" y="1403"/>
                      </a:cubicBezTo>
                      <a:cubicBezTo>
                        <a:pt x="1143" y="1470"/>
                        <a:pt x="1177" y="1536"/>
                        <a:pt x="1243" y="1603"/>
                      </a:cubicBezTo>
                      <a:cubicBezTo>
                        <a:pt x="1310" y="1670"/>
                        <a:pt x="1377" y="1770"/>
                        <a:pt x="1444" y="1770"/>
                      </a:cubicBezTo>
                      <a:cubicBezTo>
                        <a:pt x="1456" y="1776"/>
                        <a:pt x="1469" y="1779"/>
                        <a:pt x="1483" y="1779"/>
                      </a:cubicBezTo>
                      <a:cubicBezTo>
                        <a:pt x="1544" y="1779"/>
                        <a:pt x="1610" y="1724"/>
                        <a:pt x="1610" y="1670"/>
                      </a:cubicBezTo>
                      <a:cubicBezTo>
                        <a:pt x="1577" y="1503"/>
                        <a:pt x="1410" y="1370"/>
                        <a:pt x="1310" y="1236"/>
                      </a:cubicBezTo>
                      <a:cubicBezTo>
                        <a:pt x="1210" y="1103"/>
                        <a:pt x="1077" y="969"/>
                        <a:pt x="977" y="836"/>
                      </a:cubicBezTo>
                      <a:cubicBezTo>
                        <a:pt x="743" y="569"/>
                        <a:pt x="510" y="269"/>
                        <a:pt x="276" y="35"/>
                      </a:cubicBezTo>
                      <a:cubicBezTo>
                        <a:pt x="252" y="11"/>
                        <a:pt x="221" y="0"/>
                        <a:pt x="191" y="0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51" name="Google Shape;3151;p68"/>
                <p:cNvSpPr/>
                <p:nvPr/>
              </p:nvSpPr>
              <p:spPr>
                <a:xfrm>
                  <a:off x="7535628" y="2760086"/>
                  <a:ext cx="10415" cy="147404"/>
                </a:xfrm>
                <a:custGeom>
                  <a:rect b="b" l="l" r="r" t="t"/>
                  <a:pathLst>
                    <a:path extrusionOk="0" h="7091" w="501">
                      <a:moveTo>
                        <a:pt x="452" y="1"/>
                      </a:moveTo>
                      <a:cubicBezTo>
                        <a:pt x="434" y="1"/>
                        <a:pt x="414" y="9"/>
                        <a:pt x="401" y="23"/>
                      </a:cubicBezTo>
                      <a:cubicBezTo>
                        <a:pt x="234" y="1190"/>
                        <a:pt x="100" y="2358"/>
                        <a:pt x="67" y="3525"/>
                      </a:cubicBezTo>
                      <a:cubicBezTo>
                        <a:pt x="0" y="4693"/>
                        <a:pt x="0" y="5894"/>
                        <a:pt x="167" y="7028"/>
                      </a:cubicBezTo>
                      <a:cubicBezTo>
                        <a:pt x="167" y="7073"/>
                        <a:pt x="194" y="7091"/>
                        <a:pt x="224" y="7091"/>
                      </a:cubicBezTo>
                      <a:cubicBezTo>
                        <a:pt x="260" y="7091"/>
                        <a:pt x="301" y="7064"/>
                        <a:pt x="301" y="7028"/>
                      </a:cubicBezTo>
                      <a:cubicBezTo>
                        <a:pt x="334" y="5860"/>
                        <a:pt x="267" y="4693"/>
                        <a:pt x="301" y="3525"/>
                      </a:cubicBezTo>
                      <a:cubicBezTo>
                        <a:pt x="334" y="2358"/>
                        <a:pt x="401" y="1190"/>
                        <a:pt x="501" y="56"/>
                      </a:cubicBezTo>
                      <a:cubicBezTo>
                        <a:pt x="501" y="17"/>
                        <a:pt x="478" y="1"/>
                        <a:pt x="452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52" name="Google Shape;3152;p68"/>
                <p:cNvSpPr/>
                <p:nvPr/>
              </p:nvSpPr>
              <p:spPr>
                <a:xfrm>
                  <a:off x="7699350" y="2803719"/>
                  <a:ext cx="23511" cy="143434"/>
                </a:xfrm>
                <a:custGeom>
                  <a:rect b="b" l="l" r="r" t="t"/>
                  <a:pathLst>
                    <a:path extrusionOk="0" h="6900" w="1131">
                      <a:moveTo>
                        <a:pt x="1014" y="0"/>
                      </a:moveTo>
                      <a:cubicBezTo>
                        <a:pt x="956" y="0"/>
                        <a:pt x="897" y="42"/>
                        <a:pt x="897" y="125"/>
                      </a:cubicBezTo>
                      <a:lnTo>
                        <a:pt x="864" y="125"/>
                      </a:lnTo>
                      <a:cubicBezTo>
                        <a:pt x="831" y="1226"/>
                        <a:pt x="764" y="2327"/>
                        <a:pt x="697" y="3428"/>
                      </a:cubicBezTo>
                      <a:cubicBezTo>
                        <a:pt x="664" y="3961"/>
                        <a:pt x="597" y="4528"/>
                        <a:pt x="564" y="5062"/>
                      </a:cubicBezTo>
                      <a:cubicBezTo>
                        <a:pt x="530" y="5329"/>
                        <a:pt x="497" y="5596"/>
                        <a:pt x="497" y="5829"/>
                      </a:cubicBezTo>
                      <a:cubicBezTo>
                        <a:pt x="466" y="6044"/>
                        <a:pt x="492" y="6712"/>
                        <a:pt x="184" y="6712"/>
                      </a:cubicBezTo>
                      <a:cubicBezTo>
                        <a:pt x="157" y="6712"/>
                        <a:pt x="128" y="6707"/>
                        <a:pt x="97" y="6697"/>
                      </a:cubicBezTo>
                      <a:cubicBezTo>
                        <a:pt x="89" y="6693"/>
                        <a:pt x="82" y="6691"/>
                        <a:pt x="76" y="6691"/>
                      </a:cubicBezTo>
                      <a:cubicBezTo>
                        <a:pt x="23" y="6691"/>
                        <a:pt x="0" y="6800"/>
                        <a:pt x="30" y="6830"/>
                      </a:cubicBezTo>
                      <a:cubicBezTo>
                        <a:pt x="103" y="6879"/>
                        <a:pt x="171" y="6900"/>
                        <a:pt x="232" y="6900"/>
                      </a:cubicBezTo>
                      <a:cubicBezTo>
                        <a:pt x="509" y="6900"/>
                        <a:pt x="670" y="6481"/>
                        <a:pt x="697" y="6263"/>
                      </a:cubicBezTo>
                      <a:cubicBezTo>
                        <a:pt x="797" y="5596"/>
                        <a:pt x="864" y="4929"/>
                        <a:pt x="931" y="4262"/>
                      </a:cubicBezTo>
                      <a:cubicBezTo>
                        <a:pt x="1031" y="2894"/>
                        <a:pt x="1097" y="1526"/>
                        <a:pt x="1131" y="125"/>
                      </a:cubicBezTo>
                      <a:cubicBezTo>
                        <a:pt x="1131" y="42"/>
                        <a:pt x="1072" y="0"/>
                        <a:pt x="1014" y="0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53" name="Google Shape;3153;p68"/>
                <p:cNvSpPr/>
                <p:nvPr/>
              </p:nvSpPr>
              <p:spPr>
                <a:xfrm>
                  <a:off x="7387641" y="2742749"/>
                  <a:ext cx="24301" cy="142561"/>
                </a:xfrm>
                <a:custGeom>
                  <a:rect b="b" l="l" r="r" t="t"/>
                  <a:pathLst>
                    <a:path extrusionOk="0" h="6858" w="1169">
                      <a:moveTo>
                        <a:pt x="165" y="1"/>
                      </a:moveTo>
                      <a:cubicBezTo>
                        <a:pt x="87" y="1"/>
                        <a:pt x="0" y="95"/>
                        <a:pt x="48" y="190"/>
                      </a:cubicBezTo>
                      <a:cubicBezTo>
                        <a:pt x="581" y="1157"/>
                        <a:pt x="448" y="2324"/>
                        <a:pt x="481" y="3359"/>
                      </a:cubicBezTo>
                      <a:cubicBezTo>
                        <a:pt x="548" y="4493"/>
                        <a:pt x="715" y="5660"/>
                        <a:pt x="915" y="6761"/>
                      </a:cubicBezTo>
                      <a:cubicBezTo>
                        <a:pt x="928" y="6828"/>
                        <a:pt x="974" y="6858"/>
                        <a:pt x="1022" y="6858"/>
                      </a:cubicBezTo>
                      <a:cubicBezTo>
                        <a:pt x="1093" y="6858"/>
                        <a:pt x="1168" y="6794"/>
                        <a:pt x="1148" y="6694"/>
                      </a:cubicBezTo>
                      <a:cubicBezTo>
                        <a:pt x="915" y="5493"/>
                        <a:pt x="781" y="4259"/>
                        <a:pt x="715" y="3025"/>
                      </a:cubicBezTo>
                      <a:cubicBezTo>
                        <a:pt x="681" y="2024"/>
                        <a:pt x="748" y="990"/>
                        <a:pt x="248" y="56"/>
                      </a:cubicBezTo>
                      <a:cubicBezTo>
                        <a:pt x="228" y="17"/>
                        <a:pt x="197" y="1"/>
                        <a:pt x="165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54" name="Google Shape;3154;p68"/>
                <p:cNvSpPr/>
                <p:nvPr/>
              </p:nvSpPr>
              <p:spPr>
                <a:xfrm>
                  <a:off x="7500268" y="2501905"/>
                  <a:ext cx="17358" cy="17004"/>
                </a:xfrm>
                <a:custGeom>
                  <a:rect b="b" l="l" r="r" t="t"/>
                  <a:pathLst>
                    <a:path extrusionOk="0" h="818" w="835">
                      <a:moveTo>
                        <a:pt x="767" y="1"/>
                      </a:moveTo>
                      <a:cubicBezTo>
                        <a:pt x="667" y="1"/>
                        <a:pt x="567" y="34"/>
                        <a:pt x="467" y="67"/>
                      </a:cubicBezTo>
                      <a:cubicBezTo>
                        <a:pt x="367" y="101"/>
                        <a:pt x="300" y="167"/>
                        <a:pt x="234" y="234"/>
                      </a:cubicBezTo>
                      <a:cubicBezTo>
                        <a:pt x="100" y="367"/>
                        <a:pt x="0" y="568"/>
                        <a:pt x="0" y="768"/>
                      </a:cubicBezTo>
                      <a:cubicBezTo>
                        <a:pt x="0" y="801"/>
                        <a:pt x="25" y="818"/>
                        <a:pt x="54" y="818"/>
                      </a:cubicBezTo>
                      <a:cubicBezTo>
                        <a:pt x="84" y="818"/>
                        <a:pt x="117" y="801"/>
                        <a:pt x="134" y="768"/>
                      </a:cubicBezTo>
                      <a:cubicBezTo>
                        <a:pt x="134" y="601"/>
                        <a:pt x="234" y="468"/>
                        <a:pt x="334" y="334"/>
                      </a:cubicBezTo>
                      <a:cubicBezTo>
                        <a:pt x="400" y="301"/>
                        <a:pt x="467" y="267"/>
                        <a:pt x="534" y="201"/>
                      </a:cubicBezTo>
                      <a:cubicBezTo>
                        <a:pt x="601" y="167"/>
                        <a:pt x="701" y="134"/>
                        <a:pt x="767" y="134"/>
                      </a:cubicBezTo>
                      <a:cubicBezTo>
                        <a:pt x="834" y="101"/>
                        <a:pt x="801" y="34"/>
                        <a:pt x="767" y="1"/>
                      </a:cubicBezTo>
                      <a:close/>
                    </a:path>
                  </a:pathLst>
                </a:custGeom>
                <a:solidFill>
                  <a:srgbClr val="C46345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55" name="Google Shape;3155;p68"/>
                <p:cNvSpPr/>
                <p:nvPr/>
              </p:nvSpPr>
              <p:spPr>
                <a:xfrm>
                  <a:off x="7417284" y="2586885"/>
                  <a:ext cx="37230" cy="6569"/>
                </a:xfrm>
                <a:custGeom>
                  <a:rect b="b" l="l" r="r" t="t"/>
                  <a:pathLst>
                    <a:path extrusionOk="0" h="316" w="1791">
                      <a:moveTo>
                        <a:pt x="1557" y="1"/>
                      </a:moveTo>
                      <a:cubicBezTo>
                        <a:pt x="1468" y="1"/>
                        <a:pt x="1379" y="15"/>
                        <a:pt x="1290" y="15"/>
                      </a:cubicBezTo>
                      <a:cubicBezTo>
                        <a:pt x="1157" y="49"/>
                        <a:pt x="1023" y="49"/>
                        <a:pt x="923" y="49"/>
                      </a:cubicBezTo>
                      <a:cubicBezTo>
                        <a:pt x="790" y="49"/>
                        <a:pt x="656" y="49"/>
                        <a:pt x="523" y="15"/>
                      </a:cubicBezTo>
                      <a:lnTo>
                        <a:pt x="123" y="15"/>
                      </a:lnTo>
                      <a:cubicBezTo>
                        <a:pt x="112" y="12"/>
                        <a:pt x="102" y="10"/>
                        <a:pt x="92" y="10"/>
                      </a:cubicBezTo>
                      <a:cubicBezTo>
                        <a:pt x="17" y="10"/>
                        <a:pt x="0" y="119"/>
                        <a:pt x="89" y="149"/>
                      </a:cubicBezTo>
                      <a:cubicBezTo>
                        <a:pt x="156" y="149"/>
                        <a:pt x="223" y="182"/>
                        <a:pt x="256" y="216"/>
                      </a:cubicBezTo>
                      <a:cubicBezTo>
                        <a:pt x="323" y="249"/>
                        <a:pt x="390" y="249"/>
                        <a:pt x="456" y="249"/>
                      </a:cubicBezTo>
                      <a:cubicBezTo>
                        <a:pt x="590" y="282"/>
                        <a:pt x="756" y="282"/>
                        <a:pt x="890" y="316"/>
                      </a:cubicBezTo>
                      <a:cubicBezTo>
                        <a:pt x="1023" y="316"/>
                        <a:pt x="1157" y="316"/>
                        <a:pt x="1290" y="282"/>
                      </a:cubicBezTo>
                      <a:cubicBezTo>
                        <a:pt x="1457" y="282"/>
                        <a:pt x="1590" y="282"/>
                        <a:pt x="1724" y="182"/>
                      </a:cubicBezTo>
                      <a:cubicBezTo>
                        <a:pt x="1791" y="149"/>
                        <a:pt x="1791" y="49"/>
                        <a:pt x="1690" y="15"/>
                      </a:cubicBezTo>
                      <a:cubicBezTo>
                        <a:pt x="1646" y="4"/>
                        <a:pt x="1602" y="1"/>
                        <a:pt x="1557" y="1"/>
                      </a:cubicBezTo>
                      <a:close/>
                    </a:path>
                  </a:pathLst>
                </a:custGeom>
                <a:solidFill>
                  <a:srgbClr val="C46345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56" name="Google Shape;3156;p68"/>
                <p:cNvSpPr/>
                <p:nvPr/>
              </p:nvSpPr>
              <p:spPr>
                <a:xfrm>
                  <a:off x="7411609" y="2607215"/>
                  <a:ext cx="123083" cy="64150"/>
                </a:xfrm>
                <a:custGeom>
                  <a:rect b="b" l="l" r="r" t="t"/>
                  <a:pathLst>
                    <a:path extrusionOk="0" h="3086" w="5921">
                      <a:moveTo>
                        <a:pt x="5775" y="1"/>
                      </a:moveTo>
                      <a:cubicBezTo>
                        <a:pt x="5733" y="1"/>
                        <a:pt x="5691" y="23"/>
                        <a:pt x="5666" y="72"/>
                      </a:cubicBezTo>
                      <a:cubicBezTo>
                        <a:pt x="5499" y="272"/>
                        <a:pt x="5399" y="539"/>
                        <a:pt x="5232" y="772"/>
                      </a:cubicBezTo>
                      <a:cubicBezTo>
                        <a:pt x="5099" y="1039"/>
                        <a:pt x="4932" y="1306"/>
                        <a:pt x="4765" y="1539"/>
                      </a:cubicBezTo>
                      <a:cubicBezTo>
                        <a:pt x="4399" y="1973"/>
                        <a:pt x="3965" y="2306"/>
                        <a:pt x="3465" y="2540"/>
                      </a:cubicBezTo>
                      <a:cubicBezTo>
                        <a:pt x="3046" y="2724"/>
                        <a:pt x="2619" y="2809"/>
                        <a:pt x="2196" y="2809"/>
                      </a:cubicBezTo>
                      <a:cubicBezTo>
                        <a:pt x="1472" y="2809"/>
                        <a:pt x="761" y="2561"/>
                        <a:pt x="129" y="2140"/>
                      </a:cubicBezTo>
                      <a:cubicBezTo>
                        <a:pt x="120" y="2135"/>
                        <a:pt x="110" y="2133"/>
                        <a:pt x="101" y="2133"/>
                      </a:cubicBezTo>
                      <a:cubicBezTo>
                        <a:pt x="45" y="2133"/>
                        <a:pt x="0" y="2211"/>
                        <a:pt x="29" y="2240"/>
                      </a:cubicBezTo>
                      <a:cubicBezTo>
                        <a:pt x="636" y="2803"/>
                        <a:pt x="1426" y="3085"/>
                        <a:pt x="2226" y="3085"/>
                      </a:cubicBezTo>
                      <a:cubicBezTo>
                        <a:pt x="2656" y="3085"/>
                        <a:pt x="3089" y="3004"/>
                        <a:pt x="3498" y="2840"/>
                      </a:cubicBezTo>
                      <a:cubicBezTo>
                        <a:pt x="4032" y="2640"/>
                        <a:pt x="4532" y="2273"/>
                        <a:pt x="4932" y="1806"/>
                      </a:cubicBezTo>
                      <a:cubicBezTo>
                        <a:pt x="5132" y="1573"/>
                        <a:pt x="5299" y="1306"/>
                        <a:pt x="5466" y="1006"/>
                      </a:cubicBezTo>
                      <a:cubicBezTo>
                        <a:pt x="5633" y="739"/>
                        <a:pt x="5800" y="472"/>
                        <a:pt x="5900" y="172"/>
                      </a:cubicBezTo>
                      <a:cubicBezTo>
                        <a:pt x="5921" y="66"/>
                        <a:pt x="5848" y="1"/>
                        <a:pt x="5775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57" name="Google Shape;3157;p68"/>
                <p:cNvSpPr/>
                <p:nvPr/>
              </p:nvSpPr>
              <p:spPr>
                <a:xfrm>
                  <a:off x="7607137" y="3126112"/>
                  <a:ext cx="16879" cy="18750"/>
                </a:xfrm>
                <a:custGeom>
                  <a:rect b="b" l="l" r="r" t="t"/>
                  <a:pathLst>
                    <a:path extrusionOk="0" h="902" w="812">
                      <a:moveTo>
                        <a:pt x="696" y="0"/>
                      </a:moveTo>
                      <a:cubicBezTo>
                        <a:pt x="672" y="0"/>
                        <a:pt x="649" y="9"/>
                        <a:pt x="630" y="27"/>
                      </a:cubicBezTo>
                      <a:lnTo>
                        <a:pt x="330" y="394"/>
                      </a:lnTo>
                      <a:cubicBezTo>
                        <a:pt x="263" y="461"/>
                        <a:pt x="230" y="528"/>
                        <a:pt x="163" y="561"/>
                      </a:cubicBezTo>
                      <a:cubicBezTo>
                        <a:pt x="130" y="594"/>
                        <a:pt x="96" y="661"/>
                        <a:pt x="96" y="694"/>
                      </a:cubicBezTo>
                      <a:cubicBezTo>
                        <a:pt x="63" y="728"/>
                        <a:pt x="29" y="761"/>
                        <a:pt x="29" y="795"/>
                      </a:cubicBezTo>
                      <a:cubicBezTo>
                        <a:pt x="1" y="823"/>
                        <a:pt x="46" y="901"/>
                        <a:pt x="102" y="901"/>
                      </a:cubicBezTo>
                      <a:cubicBezTo>
                        <a:pt x="111" y="901"/>
                        <a:pt x="120" y="899"/>
                        <a:pt x="130" y="895"/>
                      </a:cubicBezTo>
                      <a:cubicBezTo>
                        <a:pt x="163" y="861"/>
                        <a:pt x="196" y="828"/>
                        <a:pt x="230" y="795"/>
                      </a:cubicBezTo>
                      <a:cubicBezTo>
                        <a:pt x="263" y="795"/>
                        <a:pt x="263" y="761"/>
                        <a:pt x="296" y="728"/>
                      </a:cubicBezTo>
                      <a:cubicBezTo>
                        <a:pt x="363" y="661"/>
                        <a:pt x="396" y="594"/>
                        <a:pt x="463" y="528"/>
                      </a:cubicBezTo>
                      <a:cubicBezTo>
                        <a:pt x="563" y="394"/>
                        <a:pt x="663" y="261"/>
                        <a:pt x="763" y="127"/>
                      </a:cubicBezTo>
                      <a:cubicBezTo>
                        <a:pt x="811" y="55"/>
                        <a:pt x="756" y="0"/>
                        <a:pt x="696" y="0"/>
                      </a:cubicBezTo>
                      <a:close/>
                    </a:path>
                  </a:pathLst>
                </a:custGeom>
                <a:solidFill>
                  <a:srgbClr val="C46345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58" name="Google Shape;3158;p68"/>
                <p:cNvSpPr/>
                <p:nvPr/>
              </p:nvSpPr>
              <p:spPr>
                <a:xfrm>
                  <a:off x="7351866" y="3095472"/>
                  <a:ext cx="39559" cy="14572"/>
                </a:xfrm>
                <a:custGeom>
                  <a:rect b="b" l="l" r="r" t="t"/>
                  <a:pathLst>
                    <a:path extrusionOk="0" h="701" w="1903">
                      <a:moveTo>
                        <a:pt x="1802" y="0"/>
                      </a:moveTo>
                      <a:cubicBezTo>
                        <a:pt x="1502" y="34"/>
                        <a:pt x="1168" y="100"/>
                        <a:pt x="868" y="200"/>
                      </a:cubicBezTo>
                      <a:cubicBezTo>
                        <a:pt x="735" y="267"/>
                        <a:pt x="601" y="300"/>
                        <a:pt x="434" y="367"/>
                      </a:cubicBezTo>
                      <a:cubicBezTo>
                        <a:pt x="301" y="434"/>
                        <a:pt x="167" y="501"/>
                        <a:pt x="34" y="601"/>
                      </a:cubicBezTo>
                      <a:cubicBezTo>
                        <a:pt x="1" y="634"/>
                        <a:pt x="34" y="701"/>
                        <a:pt x="101" y="701"/>
                      </a:cubicBezTo>
                      <a:cubicBezTo>
                        <a:pt x="234" y="634"/>
                        <a:pt x="368" y="567"/>
                        <a:pt x="501" y="501"/>
                      </a:cubicBezTo>
                      <a:cubicBezTo>
                        <a:pt x="668" y="434"/>
                        <a:pt x="801" y="367"/>
                        <a:pt x="935" y="334"/>
                      </a:cubicBezTo>
                      <a:cubicBezTo>
                        <a:pt x="1235" y="200"/>
                        <a:pt x="1535" y="134"/>
                        <a:pt x="1835" y="100"/>
                      </a:cubicBezTo>
                      <a:cubicBezTo>
                        <a:pt x="1902" y="100"/>
                        <a:pt x="1869" y="0"/>
                        <a:pt x="1802" y="0"/>
                      </a:cubicBezTo>
                      <a:close/>
                    </a:path>
                  </a:pathLst>
                </a:custGeom>
                <a:solidFill>
                  <a:srgbClr val="C46345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59" name="Google Shape;3159;p68"/>
                <p:cNvSpPr/>
                <p:nvPr/>
              </p:nvSpPr>
              <p:spPr>
                <a:xfrm>
                  <a:off x="7036374" y="4116595"/>
                  <a:ext cx="43009" cy="37043"/>
                </a:xfrm>
                <a:custGeom>
                  <a:rect b="b" l="l" r="r" t="t"/>
                  <a:pathLst>
                    <a:path extrusionOk="0" h="1782" w="2069">
                      <a:moveTo>
                        <a:pt x="147" y="0"/>
                      </a:moveTo>
                      <a:cubicBezTo>
                        <a:pt x="100" y="0"/>
                        <a:pt x="58" y="31"/>
                        <a:pt x="34" y="80"/>
                      </a:cubicBezTo>
                      <a:cubicBezTo>
                        <a:pt x="0" y="147"/>
                        <a:pt x="34" y="214"/>
                        <a:pt x="100" y="247"/>
                      </a:cubicBezTo>
                      <a:cubicBezTo>
                        <a:pt x="267" y="380"/>
                        <a:pt x="434" y="547"/>
                        <a:pt x="601" y="714"/>
                      </a:cubicBezTo>
                      <a:cubicBezTo>
                        <a:pt x="767" y="847"/>
                        <a:pt x="867" y="1014"/>
                        <a:pt x="1001" y="1214"/>
                      </a:cubicBezTo>
                      <a:cubicBezTo>
                        <a:pt x="1034" y="1281"/>
                        <a:pt x="1034" y="1314"/>
                        <a:pt x="1068" y="1348"/>
                      </a:cubicBezTo>
                      <a:cubicBezTo>
                        <a:pt x="1068" y="1381"/>
                        <a:pt x="1101" y="1414"/>
                        <a:pt x="1101" y="1448"/>
                      </a:cubicBezTo>
                      <a:cubicBezTo>
                        <a:pt x="1101" y="1448"/>
                        <a:pt x="1134" y="1481"/>
                        <a:pt x="1134" y="1481"/>
                      </a:cubicBezTo>
                      <a:cubicBezTo>
                        <a:pt x="1168" y="1581"/>
                        <a:pt x="1201" y="1681"/>
                        <a:pt x="1268" y="1715"/>
                      </a:cubicBezTo>
                      <a:cubicBezTo>
                        <a:pt x="1368" y="1781"/>
                        <a:pt x="1501" y="1781"/>
                        <a:pt x="1568" y="1781"/>
                      </a:cubicBezTo>
                      <a:cubicBezTo>
                        <a:pt x="1868" y="1715"/>
                        <a:pt x="2068" y="1448"/>
                        <a:pt x="2002" y="1148"/>
                      </a:cubicBezTo>
                      <a:lnTo>
                        <a:pt x="1968" y="1148"/>
                      </a:lnTo>
                      <a:cubicBezTo>
                        <a:pt x="1950" y="1073"/>
                        <a:pt x="1878" y="1029"/>
                        <a:pt x="1807" y="1029"/>
                      </a:cubicBezTo>
                      <a:cubicBezTo>
                        <a:pt x="1752" y="1029"/>
                        <a:pt x="1697" y="1056"/>
                        <a:pt x="1668" y="1114"/>
                      </a:cubicBezTo>
                      <a:cubicBezTo>
                        <a:pt x="1668" y="1114"/>
                        <a:pt x="1635" y="1148"/>
                        <a:pt x="1635" y="1148"/>
                      </a:cubicBezTo>
                      <a:cubicBezTo>
                        <a:pt x="1601" y="1181"/>
                        <a:pt x="1601" y="1181"/>
                        <a:pt x="1601" y="1181"/>
                      </a:cubicBezTo>
                      <a:cubicBezTo>
                        <a:pt x="1601" y="1181"/>
                        <a:pt x="1568" y="1181"/>
                        <a:pt x="1568" y="1214"/>
                      </a:cubicBezTo>
                      <a:cubicBezTo>
                        <a:pt x="1234" y="681"/>
                        <a:pt x="767" y="214"/>
                        <a:pt x="200" y="13"/>
                      </a:cubicBezTo>
                      <a:cubicBezTo>
                        <a:pt x="182" y="5"/>
                        <a:pt x="165" y="0"/>
                        <a:pt x="147" y="0"/>
                      </a:cubicBezTo>
                      <a:close/>
                    </a:path>
                  </a:pathLst>
                </a:custGeom>
                <a:solidFill>
                  <a:srgbClr val="73CABE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60" name="Google Shape;3160;p68"/>
                <p:cNvSpPr/>
                <p:nvPr/>
              </p:nvSpPr>
              <p:spPr>
                <a:xfrm>
                  <a:off x="7073625" y="4106430"/>
                  <a:ext cx="34881" cy="38249"/>
                </a:xfrm>
                <a:custGeom>
                  <a:rect b="b" l="l" r="r" t="t"/>
                  <a:pathLst>
                    <a:path extrusionOk="0" h="1840" w="1678">
                      <a:moveTo>
                        <a:pt x="208" y="1"/>
                      </a:moveTo>
                      <a:cubicBezTo>
                        <a:pt x="98" y="1"/>
                        <a:pt x="0" y="109"/>
                        <a:pt x="76" y="236"/>
                      </a:cubicBezTo>
                      <a:cubicBezTo>
                        <a:pt x="243" y="502"/>
                        <a:pt x="410" y="769"/>
                        <a:pt x="577" y="1003"/>
                      </a:cubicBezTo>
                      <a:cubicBezTo>
                        <a:pt x="777" y="1270"/>
                        <a:pt x="943" y="1537"/>
                        <a:pt x="1210" y="1770"/>
                      </a:cubicBezTo>
                      <a:cubicBezTo>
                        <a:pt x="1272" y="1811"/>
                        <a:pt x="1347" y="1840"/>
                        <a:pt x="1418" y="1840"/>
                      </a:cubicBezTo>
                      <a:cubicBezTo>
                        <a:pt x="1463" y="1840"/>
                        <a:pt x="1506" y="1829"/>
                        <a:pt x="1544" y="1803"/>
                      </a:cubicBezTo>
                      <a:cubicBezTo>
                        <a:pt x="1644" y="1703"/>
                        <a:pt x="1677" y="1570"/>
                        <a:pt x="1611" y="1436"/>
                      </a:cubicBezTo>
                      <a:cubicBezTo>
                        <a:pt x="1444" y="1170"/>
                        <a:pt x="1210" y="936"/>
                        <a:pt x="977" y="703"/>
                      </a:cubicBezTo>
                      <a:cubicBezTo>
                        <a:pt x="777" y="469"/>
                        <a:pt x="543" y="269"/>
                        <a:pt x="310" y="35"/>
                      </a:cubicBezTo>
                      <a:cubicBezTo>
                        <a:pt x="278" y="12"/>
                        <a:pt x="242" y="1"/>
                        <a:pt x="208" y="1"/>
                      </a:cubicBezTo>
                      <a:close/>
                    </a:path>
                  </a:pathLst>
                </a:custGeom>
                <a:solidFill>
                  <a:srgbClr val="73CABE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61" name="Google Shape;3161;p68"/>
                <p:cNvSpPr/>
                <p:nvPr/>
              </p:nvSpPr>
              <p:spPr>
                <a:xfrm>
                  <a:off x="7228700" y="4110941"/>
                  <a:ext cx="26816" cy="20226"/>
                </a:xfrm>
                <a:custGeom>
                  <a:rect b="b" l="l" r="r" t="t"/>
                  <a:pathLst>
                    <a:path extrusionOk="0" h="973" w="1290">
                      <a:moveTo>
                        <a:pt x="114" y="0"/>
                      </a:moveTo>
                      <a:cubicBezTo>
                        <a:pt x="56" y="0"/>
                        <a:pt x="1" y="98"/>
                        <a:pt x="55" y="152"/>
                      </a:cubicBezTo>
                      <a:lnTo>
                        <a:pt x="88" y="185"/>
                      </a:lnTo>
                      <a:cubicBezTo>
                        <a:pt x="88" y="185"/>
                        <a:pt x="122" y="219"/>
                        <a:pt x="122" y="252"/>
                      </a:cubicBezTo>
                      <a:cubicBezTo>
                        <a:pt x="155" y="252"/>
                        <a:pt x="155" y="285"/>
                        <a:pt x="155" y="285"/>
                      </a:cubicBezTo>
                      <a:cubicBezTo>
                        <a:pt x="188" y="319"/>
                        <a:pt x="222" y="386"/>
                        <a:pt x="255" y="386"/>
                      </a:cubicBezTo>
                      <a:cubicBezTo>
                        <a:pt x="255" y="419"/>
                        <a:pt x="288" y="419"/>
                        <a:pt x="288" y="452"/>
                      </a:cubicBezTo>
                      <a:cubicBezTo>
                        <a:pt x="322" y="452"/>
                        <a:pt x="322" y="486"/>
                        <a:pt x="355" y="486"/>
                      </a:cubicBezTo>
                      <a:lnTo>
                        <a:pt x="422" y="586"/>
                      </a:lnTo>
                      <a:cubicBezTo>
                        <a:pt x="488" y="652"/>
                        <a:pt x="555" y="719"/>
                        <a:pt x="622" y="786"/>
                      </a:cubicBezTo>
                      <a:cubicBezTo>
                        <a:pt x="655" y="819"/>
                        <a:pt x="722" y="853"/>
                        <a:pt x="755" y="886"/>
                      </a:cubicBezTo>
                      <a:cubicBezTo>
                        <a:pt x="789" y="919"/>
                        <a:pt x="855" y="919"/>
                        <a:pt x="889" y="953"/>
                      </a:cubicBezTo>
                      <a:cubicBezTo>
                        <a:pt x="925" y="965"/>
                        <a:pt x="967" y="973"/>
                        <a:pt x="1007" y="973"/>
                      </a:cubicBezTo>
                      <a:cubicBezTo>
                        <a:pt x="1078" y="973"/>
                        <a:pt x="1147" y="949"/>
                        <a:pt x="1189" y="886"/>
                      </a:cubicBezTo>
                      <a:cubicBezTo>
                        <a:pt x="1289" y="786"/>
                        <a:pt x="1256" y="652"/>
                        <a:pt x="1189" y="586"/>
                      </a:cubicBezTo>
                      <a:cubicBezTo>
                        <a:pt x="1122" y="486"/>
                        <a:pt x="1056" y="419"/>
                        <a:pt x="955" y="386"/>
                      </a:cubicBezTo>
                      <a:cubicBezTo>
                        <a:pt x="855" y="319"/>
                        <a:pt x="789" y="285"/>
                        <a:pt x="722" y="252"/>
                      </a:cubicBezTo>
                      <a:cubicBezTo>
                        <a:pt x="655" y="219"/>
                        <a:pt x="622" y="219"/>
                        <a:pt x="589" y="185"/>
                      </a:cubicBezTo>
                      <a:cubicBezTo>
                        <a:pt x="555" y="185"/>
                        <a:pt x="555" y="152"/>
                        <a:pt x="522" y="152"/>
                      </a:cubicBezTo>
                      <a:lnTo>
                        <a:pt x="455" y="119"/>
                      </a:lnTo>
                      <a:cubicBezTo>
                        <a:pt x="422" y="119"/>
                        <a:pt x="388" y="85"/>
                        <a:pt x="322" y="52"/>
                      </a:cubicBezTo>
                      <a:lnTo>
                        <a:pt x="222" y="52"/>
                      </a:lnTo>
                      <a:lnTo>
                        <a:pt x="155" y="19"/>
                      </a:lnTo>
                      <a:cubicBezTo>
                        <a:pt x="142" y="6"/>
                        <a:pt x="128" y="0"/>
                        <a:pt x="114" y="0"/>
                      </a:cubicBezTo>
                      <a:close/>
                    </a:path>
                  </a:pathLst>
                </a:custGeom>
                <a:solidFill>
                  <a:srgbClr val="73CABE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62" name="Google Shape;3162;p68"/>
                <p:cNvSpPr/>
                <p:nvPr/>
              </p:nvSpPr>
              <p:spPr>
                <a:xfrm>
                  <a:off x="7251712" y="4079968"/>
                  <a:ext cx="32927" cy="21286"/>
                </a:xfrm>
                <a:custGeom>
                  <a:rect b="b" l="l" r="r" t="t"/>
                  <a:pathLst>
                    <a:path extrusionOk="0" h="1024" w="1584">
                      <a:moveTo>
                        <a:pt x="181" y="0"/>
                      </a:moveTo>
                      <a:cubicBezTo>
                        <a:pt x="90" y="0"/>
                        <a:pt x="1" y="79"/>
                        <a:pt x="49" y="174"/>
                      </a:cubicBezTo>
                      <a:cubicBezTo>
                        <a:pt x="82" y="308"/>
                        <a:pt x="149" y="441"/>
                        <a:pt x="249" y="541"/>
                      </a:cubicBezTo>
                      <a:cubicBezTo>
                        <a:pt x="249" y="541"/>
                        <a:pt x="249" y="575"/>
                        <a:pt x="249" y="575"/>
                      </a:cubicBezTo>
                      <a:cubicBezTo>
                        <a:pt x="249" y="608"/>
                        <a:pt x="282" y="608"/>
                        <a:pt x="282" y="641"/>
                      </a:cubicBezTo>
                      <a:cubicBezTo>
                        <a:pt x="315" y="641"/>
                        <a:pt x="349" y="675"/>
                        <a:pt x="349" y="675"/>
                      </a:cubicBezTo>
                      <a:cubicBezTo>
                        <a:pt x="416" y="741"/>
                        <a:pt x="482" y="775"/>
                        <a:pt x="549" y="841"/>
                      </a:cubicBezTo>
                      <a:cubicBezTo>
                        <a:pt x="649" y="908"/>
                        <a:pt x="782" y="975"/>
                        <a:pt x="916" y="1008"/>
                      </a:cubicBezTo>
                      <a:cubicBezTo>
                        <a:pt x="983" y="1008"/>
                        <a:pt x="1064" y="1023"/>
                        <a:pt x="1131" y="1023"/>
                      </a:cubicBezTo>
                      <a:cubicBezTo>
                        <a:pt x="1164" y="1023"/>
                        <a:pt x="1194" y="1019"/>
                        <a:pt x="1216" y="1008"/>
                      </a:cubicBezTo>
                      <a:lnTo>
                        <a:pt x="1316" y="1008"/>
                      </a:lnTo>
                      <a:cubicBezTo>
                        <a:pt x="1350" y="975"/>
                        <a:pt x="1416" y="975"/>
                        <a:pt x="1450" y="942"/>
                      </a:cubicBezTo>
                      <a:cubicBezTo>
                        <a:pt x="1516" y="908"/>
                        <a:pt x="1583" y="808"/>
                        <a:pt x="1550" y="708"/>
                      </a:cubicBezTo>
                      <a:cubicBezTo>
                        <a:pt x="1550" y="608"/>
                        <a:pt x="1483" y="541"/>
                        <a:pt x="1383" y="508"/>
                      </a:cubicBezTo>
                      <a:cubicBezTo>
                        <a:pt x="1350" y="508"/>
                        <a:pt x="1350" y="508"/>
                        <a:pt x="1316" y="475"/>
                      </a:cubicBezTo>
                      <a:lnTo>
                        <a:pt x="1249" y="475"/>
                      </a:lnTo>
                      <a:cubicBezTo>
                        <a:pt x="1216" y="441"/>
                        <a:pt x="1149" y="441"/>
                        <a:pt x="1083" y="441"/>
                      </a:cubicBezTo>
                      <a:cubicBezTo>
                        <a:pt x="983" y="408"/>
                        <a:pt x="849" y="374"/>
                        <a:pt x="749" y="341"/>
                      </a:cubicBezTo>
                      <a:cubicBezTo>
                        <a:pt x="716" y="341"/>
                        <a:pt x="716" y="308"/>
                        <a:pt x="682" y="308"/>
                      </a:cubicBezTo>
                      <a:lnTo>
                        <a:pt x="649" y="308"/>
                      </a:lnTo>
                      <a:cubicBezTo>
                        <a:pt x="649" y="308"/>
                        <a:pt x="616" y="274"/>
                        <a:pt x="582" y="274"/>
                      </a:cubicBezTo>
                      <a:cubicBezTo>
                        <a:pt x="582" y="241"/>
                        <a:pt x="549" y="241"/>
                        <a:pt x="516" y="241"/>
                      </a:cubicBezTo>
                      <a:cubicBezTo>
                        <a:pt x="482" y="208"/>
                        <a:pt x="416" y="174"/>
                        <a:pt x="382" y="141"/>
                      </a:cubicBezTo>
                      <a:cubicBezTo>
                        <a:pt x="382" y="141"/>
                        <a:pt x="349" y="108"/>
                        <a:pt x="349" y="108"/>
                      </a:cubicBezTo>
                      <a:cubicBezTo>
                        <a:pt x="315" y="74"/>
                        <a:pt x="315" y="74"/>
                        <a:pt x="282" y="41"/>
                      </a:cubicBezTo>
                      <a:cubicBezTo>
                        <a:pt x="254" y="13"/>
                        <a:pt x="217" y="0"/>
                        <a:pt x="181" y="0"/>
                      </a:cubicBezTo>
                      <a:close/>
                    </a:path>
                  </a:pathLst>
                </a:custGeom>
                <a:solidFill>
                  <a:srgbClr val="73CABE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63" name="Google Shape;3163;p68"/>
                <p:cNvSpPr/>
                <p:nvPr/>
              </p:nvSpPr>
              <p:spPr>
                <a:xfrm>
                  <a:off x="7395686" y="2537265"/>
                  <a:ext cx="34570" cy="11121"/>
                </a:xfrm>
                <a:custGeom>
                  <a:rect b="b" l="l" r="r" t="t"/>
                  <a:pathLst>
                    <a:path extrusionOk="0" h="535" w="1663">
                      <a:moveTo>
                        <a:pt x="1495" y="1"/>
                      </a:moveTo>
                      <a:cubicBezTo>
                        <a:pt x="1362" y="34"/>
                        <a:pt x="1262" y="67"/>
                        <a:pt x="1162" y="134"/>
                      </a:cubicBezTo>
                      <a:cubicBezTo>
                        <a:pt x="1028" y="168"/>
                        <a:pt x="928" y="168"/>
                        <a:pt x="828" y="201"/>
                      </a:cubicBezTo>
                      <a:cubicBezTo>
                        <a:pt x="561" y="201"/>
                        <a:pt x="361" y="101"/>
                        <a:pt x="128" y="67"/>
                      </a:cubicBezTo>
                      <a:cubicBezTo>
                        <a:pt x="116" y="62"/>
                        <a:pt x="104" y="59"/>
                        <a:pt x="93" y="59"/>
                      </a:cubicBezTo>
                      <a:cubicBezTo>
                        <a:pt x="40" y="59"/>
                        <a:pt x="0" y="119"/>
                        <a:pt x="28" y="201"/>
                      </a:cubicBezTo>
                      <a:cubicBezTo>
                        <a:pt x="194" y="468"/>
                        <a:pt x="528" y="534"/>
                        <a:pt x="828" y="534"/>
                      </a:cubicBezTo>
                      <a:cubicBezTo>
                        <a:pt x="962" y="534"/>
                        <a:pt x="1128" y="501"/>
                        <a:pt x="1262" y="468"/>
                      </a:cubicBezTo>
                      <a:cubicBezTo>
                        <a:pt x="1328" y="434"/>
                        <a:pt x="1395" y="401"/>
                        <a:pt x="1462" y="368"/>
                      </a:cubicBezTo>
                      <a:cubicBezTo>
                        <a:pt x="1562" y="301"/>
                        <a:pt x="1595" y="234"/>
                        <a:pt x="1629" y="168"/>
                      </a:cubicBezTo>
                      <a:cubicBezTo>
                        <a:pt x="1662" y="67"/>
                        <a:pt x="1562" y="1"/>
                        <a:pt x="1495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64" name="Google Shape;3164;p68"/>
                <p:cNvSpPr/>
                <p:nvPr/>
              </p:nvSpPr>
              <p:spPr>
                <a:xfrm>
                  <a:off x="7057162" y="3166897"/>
                  <a:ext cx="379330" cy="13179"/>
                </a:xfrm>
                <a:custGeom>
                  <a:rect b="b" l="l" r="r" t="t"/>
                  <a:pathLst>
                    <a:path extrusionOk="0" h="634" w="18248">
                      <a:moveTo>
                        <a:pt x="1" y="0"/>
                      </a:moveTo>
                      <a:lnTo>
                        <a:pt x="1" y="634"/>
                      </a:lnTo>
                      <a:lnTo>
                        <a:pt x="18247" y="634"/>
                      </a:lnTo>
                      <a:cubicBezTo>
                        <a:pt x="18247" y="267"/>
                        <a:pt x="17947" y="0"/>
                        <a:pt x="17613" y="0"/>
                      </a:cubicBezTo>
                      <a:close/>
                    </a:path>
                  </a:pathLst>
                </a:custGeom>
                <a:solidFill>
                  <a:srgbClr val="D6D6D6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65" name="Google Shape;3165;p68"/>
                <p:cNvSpPr/>
                <p:nvPr/>
              </p:nvSpPr>
              <p:spPr>
                <a:xfrm>
                  <a:off x="6923332" y="2954699"/>
                  <a:ext cx="447285" cy="212220"/>
                </a:xfrm>
                <a:custGeom>
                  <a:rect b="b" l="l" r="r" t="t"/>
                  <a:pathLst>
                    <a:path extrusionOk="0" h="10209" w="21517">
                      <a:moveTo>
                        <a:pt x="1002" y="1"/>
                      </a:moveTo>
                      <a:cubicBezTo>
                        <a:pt x="435" y="1"/>
                        <a:pt x="1" y="534"/>
                        <a:pt x="201" y="1035"/>
                      </a:cubicBezTo>
                      <a:lnTo>
                        <a:pt x="3270" y="10208"/>
                      </a:lnTo>
                      <a:lnTo>
                        <a:pt x="21516" y="10208"/>
                      </a:lnTo>
                      <a:lnTo>
                        <a:pt x="18281" y="568"/>
                      </a:lnTo>
                      <a:cubicBezTo>
                        <a:pt x="18147" y="234"/>
                        <a:pt x="17847" y="1"/>
                        <a:pt x="1744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66" name="Google Shape;3166;p68"/>
                <p:cNvSpPr/>
                <p:nvPr/>
              </p:nvSpPr>
              <p:spPr>
                <a:xfrm>
                  <a:off x="6991993" y="3166897"/>
                  <a:ext cx="380702" cy="13179"/>
                </a:xfrm>
                <a:custGeom>
                  <a:rect b="b" l="l" r="r" t="t"/>
                  <a:pathLst>
                    <a:path extrusionOk="0" h="634" w="18314">
                      <a:moveTo>
                        <a:pt x="0" y="0"/>
                      </a:moveTo>
                      <a:lnTo>
                        <a:pt x="0" y="634"/>
                      </a:lnTo>
                      <a:lnTo>
                        <a:pt x="18313" y="634"/>
                      </a:lnTo>
                      <a:lnTo>
                        <a:pt x="18313" y="0"/>
                      </a:lnTo>
                      <a:close/>
                    </a:path>
                  </a:pathLst>
                </a:custGeom>
                <a:solidFill>
                  <a:srgbClr val="D6D6D6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67" name="Google Shape;3167;p68"/>
                <p:cNvSpPr/>
                <p:nvPr/>
              </p:nvSpPr>
              <p:spPr>
                <a:xfrm>
                  <a:off x="7125823" y="3039948"/>
                  <a:ext cx="35380" cy="30641"/>
                </a:xfrm>
                <a:custGeom>
                  <a:rect b="b" l="l" r="r" t="t"/>
                  <a:pathLst>
                    <a:path extrusionOk="0" h="1474" w="1702">
                      <a:moveTo>
                        <a:pt x="860" y="1"/>
                      </a:moveTo>
                      <a:cubicBezTo>
                        <a:pt x="840" y="1"/>
                        <a:pt x="821" y="1"/>
                        <a:pt x="801" y="3"/>
                      </a:cubicBezTo>
                      <a:lnTo>
                        <a:pt x="667" y="3"/>
                      </a:lnTo>
                      <a:cubicBezTo>
                        <a:pt x="267" y="103"/>
                        <a:pt x="0" y="503"/>
                        <a:pt x="67" y="870"/>
                      </a:cubicBezTo>
                      <a:lnTo>
                        <a:pt x="67" y="903"/>
                      </a:lnTo>
                      <a:cubicBezTo>
                        <a:pt x="129" y="1247"/>
                        <a:pt x="484" y="1474"/>
                        <a:pt x="858" y="1474"/>
                      </a:cubicBezTo>
                      <a:cubicBezTo>
                        <a:pt x="883" y="1474"/>
                        <a:pt x="909" y="1473"/>
                        <a:pt x="934" y="1470"/>
                      </a:cubicBezTo>
                      <a:cubicBezTo>
                        <a:pt x="1335" y="1437"/>
                        <a:pt x="1701" y="1137"/>
                        <a:pt x="1668" y="737"/>
                      </a:cubicBezTo>
                      <a:cubicBezTo>
                        <a:pt x="1636" y="353"/>
                        <a:pt x="1298" y="1"/>
                        <a:pt x="860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68" name="Google Shape;3168;p68"/>
                <p:cNvSpPr/>
                <p:nvPr/>
              </p:nvSpPr>
              <p:spPr>
                <a:xfrm>
                  <a:off x="4493626" y="3196021"/>
                  <a:ext cx="133851" cy="1018629"/>
                </a:xfrm>
                <a:custGeom>
                  <a:rect b="b" l="l" r="r" t="t"/>
                  <a:pathLst>
                    <a:path extrusionOk="0" h="49002" w="6439">
                      <a:moveTo>
                        <a:pt x="5104" y="0"/>
                      </a:moveTo>
                      <a:lnTo>
                        <a:pt x="1" y="48868"/>
                      </a:lnTo>
                      <a:lnTo>
                        <a:pt x="1335" y="49002"/>
                      </a:lnTo>
                      <a:lnTo>
                        <a:pt x="6438" y="134"/>
                      </a:lnTo>
                      <a:lnTo>
                        <a:pt x="510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69" name="Google Shape;3169;p68"/>
                <p:cNvSpPr/>
                <p:nvPr/>
              </p:nvSpPr>
              <p:spPr>
                <a:xfrm>
                  <a:off x="7892736" y="3196021"/>
                  <a:ext cx="133851" cy="1018629"/>
                </a:xfrm>
                <a:custGeom>
                  <a:rect b="b" l="l" r="r" t="t"/>
                  <a:pathLst>
                    <a:path extrusionOk="0" h="49002" w="6439">
                      <a:moveTo>
                        <a:pt x="1335" y="0"/>
                      </a:moveTo>
                      <a:lnTo>
                        <a:pt x="0" y="134"/>
                      </a:lnTo>
                      <a:lnTo>
                        <a:pt x="5104" y="49002"/>
                      </a:lnTo>
                      <a:lnTo>
                        <a:pt x="6438" y="48868"/>
                      </a:lnTo>
                      <a:lnTo>
                        <a:pt x="133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70" name="Google Shape;3170;p68"/>
                <p:cNvSpPr/>
                <p:nvPr/>
              </p:nvSpPr>
              <p:spPr>
                <a:xfrm>
                  <a:off x="4429144" y="3180763"/>
                  <a:ext cx="3657062" cy="22887"/>
                </a:xfrm>
                <a:custGeom>
                  <a:rect b="b" l="l" r="r" t="t"/>
                  <a:pathLst>
                    <a:path extrusionOk="0" h="1101" w="175926">
                      <a:moveTo>
                        <a:pt x="567" y="0"/>
                      </a:moveTo>
                      <a:cubicBezTo>
                        <a:pt x="267" y="0"/>
                        <a:pt x="0" y="234"/>
                        <a:pt x="0" y="534"/>
                      </a:cubicBezTo>
                      <a:cubicBezTo>
                        <a:pt x="0" y="834"/>
                        <a:pt x="267" y="1101"/>
                        <a:pt x="567" y="1101"/>
                      </a:cubicBezTo>
                      <a:lnTo>
                        <a:pt x="175359" y="1101"/>
                      </a:lnTo>
                      <a:cubicBezTo>
                        <a:pt x="175659" y="1101"/>
                        <a:pt x="175926" y="834"/>
                        <a:pt x="175926" y="534"/>
                      </a:cubicBezTo>
                      <a:cubicBezTo>
                        <a:pt x="175926" y="234"/>
                        <a:pt x="175659" y="0"/>
                        <a:pt x="17535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71" name="Google Shape;3171;p68"/>
                <p:cNvSpPr/>
                <p:nvPr/>
              </p:nvSpPr>
              <p:spPr>
                <a:xfrm>
                  <a:off x="6076678" y="3052379"/>
                  <a:ext cx="85312" cy="109675"/>
                </a:xfrm>
                <a:custGeom>
                  <a:rect b="b" l="l" r="r" t="t"/>
                  <a:pathLst>
                    <a:path extrusionOk="0" h="5276" w="4104">
                      <a:moveTo>
                        <a:pt x="1436" y="0"/>
                      </a:moveTo>
                      <a:cubicBezTo>
                        <a:pt x="978" y="0"/>
                        <a:pt x="506" y="107"/>
                        <a:pt x="34" y="305"/>
                      </a:cubicBezTo>
                      <a:lnTo>
                        <a:pt x="334" y="1039"/>
                      </a:lnTo>
                      <a:cubicBezTo>
                        <a:pt x="713" y="862"/>
                        <a:pt x="1092" y="781"/>
                        <a:pt x="1442" y="781"/>
                      </a:cubicBezTo>
                      <a:cubicBezTo>
                        <a:pt x="1554" y="781"/>
                        <a:pt x="1664" y="790"/>
                        <a:pt x="1769" y="806"/>
                      </a:cubicBezTo>
                      <a:cubicBezTo>
                        <a:pt x="2269" y="906"/>
                        <a:pt x="2669" y="1139"/>
                        <a:pt x="2936" y="1473"/>
                      </a:cubicBezTo>
                      <a:cubicBezTo>
                        <a:pt x="3203" y="1873"/>
                        <a:pt x="3270" y="2440"/>
                        <a:pt x="3136" y="2941"/>
                      </a:cubicBezTo>
                      <a:cubicBezTo>
                        <a:pt x="2736" y="4175"/>
                        <a:pt x="1702" y="4442"/>
                        <a:pt x="1" y="4508"/>
                      </a:cubicBezTo>
                      <a:lnTo>
                        <a:pt x="34" y="5276"/>
                      </a:lnTo>
                      <a:cubicBezTo>
                        <a:pt x="1135" y="5242"/>
                        <a:pt x="3237" y="5209"/>
                        <a:pt x="3870" y="3207"/>
                      </a:cubicBezTo>
                      <a:cubicBezTo>
                        <a:pt x="4104" y="2440"/>
                        <a:pt x="4004" y="1640"/>
                        <a:pt x="3570" y="1039"/>
                      </a:cubicBezTo>
                      <a:cubicBezTo>
                        <a:pt x="3203" y="505"/>
                        <a:pt x="2603" y="139"/>
                        <a:pt x="1902" y="38"/>
                      </a:cubicBezTo>
                      <a:cubicBezTo>
                        <a:pt x="1749" y="13"/>
                        <a:pt x="1593" y="0"/>
                        <a:pt x="143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72" name="Google Shape;3172;p68"/>
                <p:cNvSpPr/>
                <p:nvPr/>
              </p:nvSpPr>
              <p:spPr>
                <a:xfrm>
                  <a:off x="5980993" y="3026810"/>
                  <a:ext cx="124143" cy="151894"/>
                </a:xfrm>
                <a:custGeom>
                  <a:rect b="b" l="l" r="r" t="t"/>
                  <a:pathLst>
                    <a:path extrusionOk="0" h="7307" w="5972">
                      <a:moveTo>
                        <a:pt x="1" y="1"/>
                      </a:moveTo>
                      <a:lnTo>
                        <a:pt x="267" y="7306"/>
                      </a:lnTo>
                      <a:lnTo>
                        <a:pt x="5705" y="7306"/>
                      </a:lnTo>
                      <a:lnTo>
                        <a:pt x="597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73" name="Google Shape;3173;p68"/>
              <p:cNvGrpSpPr/>
              <p:nvPr/>
            </p:nvGrpSpPr>
            <p:grpSpPr>
              <a:xfrm>
                <a:off x="5646401" y="4293402"/>
                <a:ext cx="284331" cy="95290"/>
                <a:chOff x="5646401" y="4293402"/>
                <a:chExt cx="284331" cy="95290"/>
              </a:xfrm>
            </p:grpSpPr>
            <p:sp>
              <p:nvSpPr>
                <p:cNvPr id="3174" name="Google Shape;3174;p68"/>
                <p:cNvSpPr/>
                <p:nvPr/>
              </p:nvSpPr>
              <p:spPr>
                <a:xfrm>
                  <a:off x="5646401" y="4293402"/>
                  <a:ext cx="284331" cy="95290"/>
                </a:xfrm>
                <a:custGeom>
                  <a:rect b="b" l="l" r="r" t="t"/>
                  <a:pathLst>
                    <a:path extrusionOk="0" h="4584" w="13678">
                      <a:moveTo>
                        <a:pt x="1911" y="1"/>
                      </a:moveTo>
                      <a:cubicBezTo>
                        <a:pt x="1272" y="1"/>
                        <a:pt x="635" y="8"/>
                        <a:pt x="1" y="30"/>
                      </a:cubicBezTo>
                      <a:cubicBezTo>
                        <a:pt x="1" y="797"/>
                        <a:pt x="101" y="1598"/>
                        <a:pt x="101" y="2365"/>
                      </a:cubicBezTo>
                      <a:cubicBezTo>
                        <a:pt x="134" y="2866"/>
                        <a:pt x="168" y="3433"/>
                        <a:pt x="468" y="3866"/>
                      </a:cubicBezTo>
                      <a:cubicBezTo>
                        <a:pt x="568" y="4033"/>
                        <a:pt x="701" y="4167"/>
                        <a:pt x="868" y="4267"/>
                      </a:cubicBezTo>
                      <a:cubicBezTo>
                        <a:pt x="2402" y="4300"/>
                        <a:pt x="3937" y="4400"/>
                        <a:pt x="5438" y="4467"/>
                      </a:cubicBezTo>
                      <a:cubicBezTo>
                        <a:pt x="6555" y="4533"/>
                        <a:pt x="7681" y="4583"/>
                        <a:pt x="8807" y="4583"/>
                      </a:cubicBezTo>
                      <a:cubicBezTo>
                        <a:pt x="9933" y="4583"/>
                        <a:pt x="11059" y="4533"/>
                        <a:pt x="12176" y="4400"/>
                      </a:cubicBezTo>
                      <a:cubicBezTo>
                        <a:pt x="12777" y="4333"/>
                        <a:pt x="13510" y="4133"/>
                        <a:pt x="13610" y="3533"/>
                      </a:cubicBezTo>
                      <a:cubicBezTo>
                        <a:pt x="13677" y="2932"/>
                        <a:pt x="13043" y="2532"/>
                        <a:pt x="12476" y="2332"/>
                      </a:cubicBezTo>
                      <a:cubicBezTo>
                        <a:pt x="11309" y="1865"/>
                        <a:pt x="10075" y="1531"/>
                        <a:pt x="8840" y="1331"/>
                      </a:cubicBezTo>
                      <a:cubicBezTo>
                        <a:pt x="7740" y="1131"/>
                        <a:pt x="6539" y="964"/>
                        <a:pt x="5805" y="97"/>
                      </a:cubicBezTo>
                      <a:cubicBezTo>
                        <a:pt x="5772" y="64"/>
                        <a:pt x="5738" y="30"/>
                        <a:pt x="5738" y="30"/>
                      </a:cubicBezTo>
                      <a:cubicBezTo>
                        <a:pt x="4471" y="30"/>
                        <a:pt x="3188" y="1"/>
                        <a:pt x="191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175" name="Google Shape;3175;p68"/>
                <p:cNvGrpSpPr/>
                <p:nvPr/>
              </p:nvGrpSpPr>
              <p:grpSpPr>
                <a:xfrm>
                  <a:off x="5774365" y="4298183"/>
                  <a:ext cx="74897" cy="46606"/>
                  <a:chOff x="5774365" y="4173033"/>
                  <a:chExt cx="74897" cy="46606"/>
                </a:xfrm>
              </p:grpSpPr>
              <p:sp>
                <p:nvSpPr>
                  <p:cNvPr id="3176" name="Google Shape;3176;p68"/>
                  <p:cNvSpPr/>
                  <p:nvPr/>
                </p:nvSpPr>
                <p:spPr>
                  <a:xfrm>
                    <a:off x="5774365" y="4173033"/>
                    <a:ext cx="18730" cy="35651"/>
                  </a:xfrm>
                  <a:custGeom>
                    <a:rect b="b" l="l" r="r" t="t"/>
                    <a:pathLst>
                      <a:path extrusionOk="0" h="1715" w="901">
                        <a:moveTo>
                          <a:pt x="767" y="0"/>
                        </a:moveTo>
                        <a:lnTo>
                          <a:pt x="767" y="34"/>
                        </a:lnTo>
                        <a:cubicBezTo>
                          <a:pt x="749" y="28"/>
                          <a:pt x="732" y="25"/>
                          <a:pt x="716" y="25"/>
                        </a:cubicBezTo>
                        <a:cubicBezTo>
                          <a:pt x="644" y="25"/>
                          <a:pt x="594" y="79"/>
                          <a:pt x="567" y="134"/>
                        </a:cubicBezTo>
                        <a:cubicBezTo>
                          <a:pt x="467" y="367"/>
                          <a:pt x="400" y="601"/>
                          <a:pt x="300" y="834"/>
                        </a:cubicBezTo>
                        <a:cubicBezTo>
                          <a:pt x="234" y="934"/>
                          <a:pt x="200" y="1068"/>
                          <a:pt x="134" y="1168"/>
                        </a:cubicBezTo>
                        <a:cubicBezTo>
                          <a:pt x="100" y="1301"/>
                          <a:pt x="0" y="1468"/>
                          <a:pt x="67" y="1602"/>
                        </a:cubicBezTo>
                        <a:cubicBezTo>
                          <a:pt x="117" y="1677"/>
                          <a:pt x="186" y="1714"/>
                          <a:pt x="245" y="1714"/>
                        </a:cubicBezTo>
                        <a:cubicBezTo>
                          <a:pt x="265" y="1714"/>
                          <a:pt x="284" y="1710"/>
                          <a:pt x="300" y="1702"/>
                        </a:cubicBezTo>
                        <a:cubicBezTo>
                          <a:pt x="367" y="1702"/>
                          <a:pt x="434" y="1668"/>
                          <a:pt x="467" y="1602"/>
                        </a:cubicBezTo>
                        <a:cubicBezTo>
                          <a:pt x="501" y="1568"/>
                          <a:pt x="501" y="1535"/>
                          <a:pt x="501" y="1501"/>
                        </a:cubicBezTo>
                        <a:cubicBezTo>
                          <a:pt x="534" y="1435"/>
                          <a:pt x="534" y="1368"/>
                          <a:pt x="567" y="1301"/>
                        </a:cubicBezTo>
                        <a:cubicBezTo>
                          <a:pt x="601" y="1201"/>
                          <a:pt x="634" y="1068"/>
                          <a:pt x="667" y="934"/>
                        </a:cubicBezTo>
                        <a:cubicBezTo>
                          <a:pt x="734" y="701"/>
                          <a:pt x="801" y="467"/>
                          <a:pt x="867" y="234"/>
                        </a:cubicBezTo>
                        <a:cubicBezTo>
                          <a:pt x="901" y="134"/>
                          <a:pt x="834" y="34"/>
                          <a:pt x="767" y="0"/>
                        </a:cubicBezTo>
                        <a:close/>
                      </a:path>
                    </a:pathLst>
                  </a:custGeom>
                  <a:solidFill>
                    <a:srgbClr val="73CABE"/>
                  </a:solidFill>
                  <a:ln>
                    <a:noFill/>
                  </a:ln>
                </p:spPr>
                <p:txBody>
                  <a:bodyPr anchorCtr="0" anchor="ctr" bIns="81775" lIns="81775" spcFirstLastPara="1" rIns="81775" wrap="square" tIns="8177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52"/>
                      <a:buFont typeface="Arial"/>
                      <a:buNone/>
                    </a:pPr>
                    <a:r>
                      <a:t/>
                    </a:r>
                    <a:endParaRPr b="0" i="0" sz="1252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177" name="Google Shape;3177;p68"/>
                  <p:cNvSpPr/>
                  <p:nvPr/>
                </p:nvSpPr>
                <p:spPr>
                  <a:xfrm>
                    <a:off x="5804860" y="4184362"/>
                    <a:ext cx="14593" cy="24571"/>
                  </a:xfrm>
                  <a:custGeom>
                    <a:rect b="b" l="l" r="r" t="t"/>
                    <a:pathLst>
                      <a:path extrusionOk="0" h="1182" w="702">
                        <a:moveTo>
                          <a:pt x="574" y="1"/>
                        </a:moveTo>
                        <a:cubicBezTo>
                          <a:pt x="562" y="1"/>
                          <a:pt x="548" y="9"/>
                          <a:pt x="535" y="22"/>
                        </a:cubicBezTo>
                        <a:lnTo>
                          <a:pt x="501" y="22"/>
                        </a:lnTo>
                        <a:cubicBezTo>
                          <a:pt x="435" y="56"/>
                          <a:pt x="368" y="123"/>
                          <a:pt x="334" y="189"/>
                        </a:cubicBezTo>
                        <a:cubicBezTo>
                          <a:pt x="301" y="256"/>
                          <a:pt x="268" y="356"/>
                          <a:pt x="234" y="423"/>
                        </a:cubicBezTo>
                        <a:cubicBezTo>
                          <a:pt x="201" y="489"/>
                          <a:pt x="168" y="556"/>
                          <a:pt x="134" y="623"/>
                        </a:cubicBezTo>
                        <a:cubicBezTo>
                          <a:pt x="68" y="723"/>
                          <a:pt x="1" y="856"/>
                          <a:pt x="34" y="990"/>
                        </a:cubicBezTo>
                        <a:cubicBezTo>
                          <a:pt x="68" y="1057"/>
                          <a:pt x="101" y="1123"/>
                          <a:pt x="168" y="1157"/>
                        </a:cubicBezTo>
                        <a:cubicBezTo>
                          <a:pt x="218" y="1173"/>
                          <a:pt x="259" y="1182"/>
                          <a:pt x="297" y="1182"/>
                        </a:cubicBezTo>
                        <a:cubicBezTo>
                          <a:pt x="334" y="1182"/>
                          <a:pt x="368" y="1173"/>
                          <a:pt x="401" y="1157"/>
                        </a:cubicBezTo>
                        <a:cubicBezTo>
                          <a:pt x="535" y="1090"/>
                          <a:pt x="568" y="923"/>
                          <a:pt x="601" y="823"/>
                        </a:cubicBezTo>
                        <a:cubicBezTo>
                          <a:pt x="601" y="723"/>
                          <a:pt x="635" y="656"/>
                          <a:pt x="635" y="556"/>
                        </a:cubicBezTo>
                        <a:cubicBezTo>
                          <a:pt x="668" y="489"/>
                          <a:pt x="668" y="389"/>
                          <a:pt x="668" y="289"/>
                        </a:cubicBezTo>
                        <a:cubicBezTo>
                          <a:pt x="701" y="223"/>
                          <a:pt x="668" y="123"/>
                          <a:pt x="601" y="56"/>
                        </a:cubicBezTo>
                        <a:cubicBezTo>
                          <a:pt x="601" y="17"/>
                          <a:pt x="590" y="1"/>
                          <a:pt x="574" y="1"/>
                        </a:cubicBezTo>
                        <a:close/>
                      </a:path>
                    </a:pathLst>
                  </a:custGeom>
                  <a:solidFill>
                    <a:srgbClr val="73CABE"/>
                  </a:solidFill>
                  <a:ln>
                    <a:noFill/>
                  </a:ln>
                </p:spPr>
                <p:txBody>
                  <a:bodyPr anchorCtr="0" anchor="ctr" bIns="81775" lIns="81775" spcFirstLastPara="1" rIns="81775" wrap="square" tIns="8177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52"/>
                      <a:buFont typeface="Arial"/>
                      <a:buNone/>
                    </a:pPr>
                    <a:r>
                      <a:t/>
                    </a:r>
                    <a:endParaRPr b="0" i="0" sz="1252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178" name="Google Shape;3178;p68"/>
                  <p:cNvSpPr/>
                  <p:nvPr/>
                </p:nvSpPr>
                <p:spPr>
                  <a:xfrm>
                    <a:off x="5834690" y="4192449"/>
                    <a:ext cx="14572" cy="27190"/>
                  </a:xfrm>
                  <a:custGeom>
                    <a:rect b="b" l="l" r="r" t="t"/>
                    <a:pathLst>
                      <a:path extrusionOk="0" h="1308" w="701">
                        <a:moveTo>
                          <a:pt x="534" y="0"/>
                        </a:moveTo>
                        <a:cubicBezTo>
                          <a:pt x="434" y="0"/>
                          <a:pt x="334" y="100"/>
                          <a:pt x="300" y="201"/>
                        </a:cubicBezTo>
                        <a:cubicBezTo>
                          <a:pt x="267" y="267"/>
                          <a:pt x="234" y="334"/>
                          <a:pt x="200" y="401"/>
                        </a:cubicBezTo>
                        <a:cubicBezTo>
                          <a:pt x="167" y="501"/>
                          <a:pt x="134" y="601"/>
                          <a:pt x="100" y="701"/>
                        </a:cubicBezTo>
                        <a:cubicBezTo>
                          <a:pt x="67" y="768"/>
                          <a:pt x="34" y="834"/>
                          <a:pt x="0" y="934"/>
                        </a:cubicBezTo>
                        <a:cubicBezTo>
                          <a:pt x="0" y="1001"/>
                          <a:pt x="0" y="1101"/>
                          <a:pt x="34" y="1168"/>
                        </a:cubicBezTo>
                        <a:cubicBezTo>
                          <a:pt x="67" y="1235"/>
                          <a:pt x="167" y="1268"/>
                          <a:pt x="234" y="1301"/>
                        </a:cubicBezTo>
                        <a:cubicBezTo>
                          <a:pt x="256" y="1306"/>
                          <a:pt x="277" y="1308"/>
                          <a:pt x="298" y="1308"/>
                        </a:cubicBezTo>
                        <a:cubicBezTo>
                          <a:pt x="434" y="1308"/>
                          <a:pt x="538" y="1217"/>
                          <a:pt x="567" y="1101"/>
                        </a:cubicBezTo>
                        <a:cubicBezTo>
                          <a:pt x="601" y="1001"/>
                          <a:pt x="634" y="901"/>
                          <a:pt x="634" y="834"/>
                        </a:cubicBezTo>
                        <a:cubicBezTo>
                          <a:pt x="634" y="734"/>
                          <a:pt x="667" y="634"/>
                          <a:pt x="667" y="534"/>
                        </a:cubicBezTo>
                        <a:cubicBezTo>
                          <a:pt x="667" y="434"/>
                          <a:pt x="701" y="367"/>
                          <a:pt x="701" y="267"/>
                        </a:cubicBezTo>
                        <a:cubicBezTo>
                          <a:pt x="701" y="167"/>
                          <a:pt x="667" y="0"/>
                          <a:pt x="534" y="0"/>
                        </a:cubicBezTo>
                        <a:close/>
                      </a:path>
                    </a:pathLst>
                  </a:custGeom>
                  <a:solidFill>
                    <a:srgbClr val="73CABE"/>
                  </a:solidFill>
                  <a:ln>
                    <a:noFill/>
                  </a:ln>
                </p:spPr>
                <p:txBody>
                  <a:bodyPr anchorCtr="0" anchor="ctr" bIns="81775" lIns="81775" spcFirstLastPara="1" rIns="81775" wrap="square" tIns="8177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52"/>
                      <a:buFont typeface="Arial"/>
                      <a:buNone/>
                    </a:pPr>
                    <a:r>
                      <a:t/>
                    </a:r>
                    <a:endParaRPr b="0" i="0" sz="1252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2" name="Shape 3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3" name="Google Shape;3183;p69"/>
          <p:cNvGrpSpPr/>
          <p:nvPr/>
        </p:nvGrpSpPr>
        <p:grpSpPr>
          <a:xfrm>
            <a:off x="-100" y="219725"/>
            <a:ext cx="7716050" cy="717000"/>
            <a:chOff x="-100" y="219725"/>
            <a:chExt cx="7716050" cy="717000"/>
          </a:xfrm>
        </p:grpSpPr>
        <p:sp>
          <p:nvSpPr>
            <p:cNvPr id="3184" name="Google Shape;3184;p69"/>
            <p:cNvSpPr/>
            <p:nvPr/>
          </p:nvSpPr>
          <p:spPr>
            <a:xfrm rot="5400000">
              <a:off x="3414650" y="-3195025"/>
              <a:ext cx="717000" cy="7546500"/>
            </a:xfrm>
            <a:prstGeom prst="round2SameRect">
              <a:avLst>
                <a:gd fmla="val 48054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85" name="Google Shape;3185;p69"/>
            <p:cNvSpPr txBox="1"/>
            <p:nvPr/>
          </p:nvSpPr>
          <p:spPr>
            <a:xfrm>
              <a:off x="74950" y="268650"/>
              <a:ext cx="7641000" cy="48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1100"/>
                <a:buFont typeface="Arial"/>
                <a:buNone/>
              </a:pPr>
              <a:r>
                <a:rPr b="1" lang="en" sz="2300">
                  <a:solidFill>
                    <a:schemeClr val="accent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Rationale behind Choosing COCOMO Model </a:t>
              </a:r>
              <a:endParaRPr b="1" sz="23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1100"/>
                <a:buFont typeface="Arial"/>
                <a:buNone/>
              </a:pPr>
              <a:r>
                <a:t/>
              </a:r>
              <a:endParaRPr b="1" sz="2300">
                <a:solidFill>
                  <a:srgbClr val="FFE59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300">
                <a:solidFill>
                  <a:srgbClr val="FFE59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186" name="Google Shape;3186;p69"/>
          <p:cNvGrpSpPr/>
          <p:nvPr/>
        </p:nvGrpSpPr>
        <p:grpSpPr>
          <a:xfrm>
            <a:off x="8583380" y="-2"/>
            <a:ext cx="560626" cy="572765"/>
            <a:chOff x="1961475" y="2492375"/>
            <a:chExt cx="1421825" cy="1451875"/>
          </a:xfrm>
        </p:grpSpPr>
        <p:sp>
          <p:nvSpPr>
            <p:cNvPr id="3187" name="Google Shape;3187;p69"/>
            <p:cNvSpPr/>
            <p:nvPr/>
          </p:nvSpPr>
          <p:spPr>
            <a:xfrm>
              <a:off x="1961475" y="2492375"/>
              <a:ext cx="1421825" cy="1451875"/>
            </a:xfrm>
            <a:custGeom>
              <a:rect b="b" l="l" r="r" t="t"/>
              <a:pathLst>
                <a:path extrusionOk="0" h="58075" w="56873">
                  <a:moveTo>
                    <a:pt x="28469" y="9443"/>
                  </a:moveTo>
                  <a:cubicBezTo>
                    <a:pt x="29104" y="9443"/>
                    <a:pt x="29744" y="9475"/>
                    <a:pt x="30389" y="9540"/>
                  </a:cubicBezTo>
                  <a:cubicBezTo>
                    <a:pt x="40930" y="10641"/>
                    <a:pt x="48602" y="20248"/>
                    <a:pt x="47535" y="30989"/>
                  </a:cubicBezTo>
                  <a:cubicBezTo>
                    <a:pt x="46535" y="41054"/>
                    <a:pt x="38211" y="48571"/>
                    <a:pt x="28494" y="48571"/>
                  </a:cubicBezTo>
                  <a:cubicBezTo>
                    <a:pt x="27841" y="48571"/>
                    <a:pt x="27183" y="48537"/>
                    <a:pt x="26520" y="48468"/>
                  </a:cubicBezTo>
                  <a:cubicBezTo>
                    <a:pt x="15979" y="47367"/>
                    <a:pt x="8307" y="37794"/>
                    <a:pt x="9374" y="27053"/>
                  </a:cubicBezTo>
                  <a:cubicBezTo>
                    <a:pt x="10376" y="16969"/>
                    <a:pt x="18728" y="9443"/>
                    <a:pt x="28469" y="9443"/>
                  </a:cubicBezTo>
                  <a:close/>
                  <a:moveTo>
                    <a:pt x="26420" y="0"/>
                  </a:moveTo>
                  <a:cubicBezTo>
                    <a:pt x="24552" y="133"/>
                    <a:pt x="22717" y="467"/>
                    <a:pt x="20949" y="967"/>
                  </a:cubicBezTo>
                  <a:cubicBezTo>
                    <a:pt x="21049" y="1134"/>
                    <a:pt x="21149" y="1301"/>
                    <a:pt x="21249" y="1501"/>
                  </a:cubicBezTo>
                  <a:cubicBezTo>
                    <a:pt x="22317" y="3903"/>
                    <a:pt x="21249" y="6738"/>
                    <a:pt x="18881" y="7839"/>
                  </a:cubicBezTo>
                  <a:cubicBezTo>
                    <a:pt x="18255" y="8130"/>
                    <a:pt x="17601" y="8267"/>
                    <a:pt x="16958" y="8267"/>
                  </a:cubicBezTo>
                  <a:cubicBezTo>
                    <a:pt x="15168" y="8267"/>
                    <a:pt x="13462" y="7204"/>
                    <a:pt x="12677" y="5437"/>
                  </a:cubicBezTo>
                  <a:cubicBezTo>
                    <a:pt x="12610" y="5270"/>
                    <a:pt x="12543" y="5104"/>
                    <a:pt x="12510" y="4904"/>
                  </a:cubicBezTo>
                  <a:cubicBezTo>
                    <a:pt x="10975" y="5971"/>
                    <a:pt x="9541" y="7172"/>
                    <a:pt x="8240" y="8506"/>
                  </a:cubicBezTo>
                  <a:cubicBezTo>
                    <a:pt x="8407" y="8606"/>
                    <a:pt x="8574" y="8673"/>
                    <a:pt x="8707" y="8773"/>
                  </a:cubicBezTo>
                  <a:cubicBezTo>
                    <a:pt x="10809" y="10341"/>
                    <a:pt x="11309" y="13343"/>
                    <a:pt x="9775" y="15478"/>
                  </a:cubicBezTo>
                  <a:cubicBezTo>
                    <a:pt x="8866" y="16789"/>
                    <a:pt x="7433" y="17479"/>
                    <a:pt x="5970" y="17479"/>
                  </a:cubicBezTo>
                  <a:cubicBezTo>
                    <a:pt x="5015" y="17479"/>
                    <a:pt x="4047" y="17185"/>
                    <a:pt x="3203" y="16579"/>
                  </a:cubicBezTo>
                  <a:cubicBezTo>
                    <a:pt x="3070" y="16478"/>
                    <a:pt x="2970" y="16345"/>
                    <a:pt x="2836" y="16245"/>
                  </a:cubicBezTo>
                  <a:cubicBezTo>
                    <a:pt x="2036" y="17913"/>
                    <a:pt x="1402" y="19681"/>
                    <a:pt x="902" y="21515"/>
                  </a:cubicBezTo>
                  <a:cubicBezTo>
                    <a:pt x="1035" y="21515"/>
                    <a:pt x="1154" y="21501"/>
                    <a:pt x="1267" y="21501"/>
                  </a:cubicBezTo>
                  <a:cubicBezTo>
                    <a:pt x="1324" y="21501"/>
                    <a:pt x="1380" y="21504"/>
                    <a:pt x="1435" y="21515"/>
                  </a:cubicBezTo>
                  <a:cubicBezTo>
                    <a:pt x="4004" y="21782"/>
                    <a:pt x="5905" y="24117"/>
                    <a:pt x="5638" y="26752"/>
                  </a:cubicBezTo>
                  <a:cubicBezTo>
                    <a:pt x="5388" y="29253"/>
                    <a:pt x="3351" y="31081"/>
                    <a:pt x="954" y="31081"/>
                  </a:cubicBezTo>
                  <a:cubicBezTo>
                    <a:pt x="794" y="31081"/>
                    <a:pt x="631" y="31072"/>
                    <a:pt x="468" y="31056"/>
                  </a:cubicBezTo>
                  <a:cubicBezTo>
                    <a:pt x="301" y="31056"/>
                    <a:pt x="168" y="30989"/>
                    <a:pt x="1" y="30955"/>
                  </a:cubicBezTo>
                  <a:lnTo>
                    <a:pt x="1" y="30955"/>
                  </a:lnTo>
                  <a:cubicBezTo>
                    <a:pt x="134" y="32857"/>
                    <a:pt x="435" y="34725"/>
                    <a:pt x="902" y="36493"/>
                  </a:cubicBezTo>
                  <a:cubicBezTo>
                    <a:pt x="1035" y="36426"/>
                    <a:pt x="1202" y="36326"/>
                    <a:pt x="1335" y="36226"/>
                  </a:cubicBezTo>
                  <a:cubicBezTo>
                    <a:pt x="1958" y="35945"/>
                    <a:pt x="2611" y="35812"/>
                    <a:pt x="3254" y="35812"/>
                  </a:cubicBezTo>
                  <a:cubicBezTo>
                    <a:pt x="5057" y="35812"/>
                    <a:pt x="6786" y="36858"/>
                    <a:pt x="7573" y="38628"/>
                  </a:cubicBezTo>
                  <a:cubicBezTo>
                    <a:pt x="8640" y="41063"/>
                    <a:pt x="7573" y="43898"/>
                    <a:pt x="5205" y="44999"/>
                  </a:cubicBezTo>
                  <a:cubicBezTo>
                    <a:pt x="5038" y="45066"/>
                    <a:pt x="4871" y="45099"/>
                    <a:pt x="4704" y="45166"/>
                  </a:cubicBezTo>
                  <a:cubicBezTo>
                    <a:pt x="5738" y="46733"/>
                    <a:pt x="6906" y="48201"/>
                    <a:pt x="8207" y="49535"/>
                  </a:cubicBezTo>
                  <a:cubicBezTo>
                    <a:pt x="8307" y="49369"/>
                    <a:pt x="8374" y="49202"/>
                    <a:pt x="8507" y="49035"/>
                  </a:cubicBezTo>
                  <a:cubicBezTo>
                    <a:pt x="9415" y="47723"/>
                    <a:pt x="10848" y="47034"/>
                    <a:pt x="12304" y="47034"/>
                  </a:cubicBezTo>
                  <a:cubicBezTo>
                    <a:pt x="13254" y="47034"/>
                    <a:pt x="14215" y="47328"/>
                    <a:pt x="15045" y="47934"/>
                  </a:cubicBezTo>
                  <a:cubicBezTo>
                    <a:pt x="17180" y="49502"/>
                    <a:pt x="17647" y="52504"/>
                    <a:pt x="16112" y="54639"/>
                  </a:cubicBezTo>
                  <a:cubicBezTo>
                    <a:pt x="16012" y="54806"/>
                    <a:pt x="15879" y="54939"/>
                    <a:pt x="15745" y="55073"/>
                  </a:cubicBezTo>
                  <a:cubicBezTo>
                    <a:pt x="17380" y="55907"/>
                    <a:pt x="19115" y="56574"/>
                    <a:pt x="20949" y="57108"/>
                  </a:cubicBezTo>
                  <a:cubicBezTo>
                    <a:pt x="20949" y="56874"/>
                    <a:pt x="20916" y="56674"/>
                    <a:pt x="20949" y="56474"/>
                  </a:cubicBezTo>
                  <a:cubicBezTo>
                    <a:pt x="21200" y="54002"/>
                    <a:pt x="23240" y="52146"/>
                    <a:pt x="25640" y="52146"/>
                  </a:cubicBezTo>
                  <a:cubicBezTo>
                    <a:pt x="25799" y="52146"/>
                    <a:pt x="25958" y="52154"/>
                    <a:pt x="26120" y="52171"/>
                  </a:cubicBezTo>
                  <a:cubicBezTo>
                    <a:pt x="28688" y="52438"/>
                    <a:pt x="30556" y="54806"/>
                    <a:pt x="30323" y="57441"/>
                  </a:cubicBezTo>
                  <a:cubicBezTo>
                    <a:pt x="30289" y="57641"/>
                    <a:pt x="30222" y="57841"/>
                    <a:pt x="30189" y="58075"/>
                  </a:cubicBezTo>
                  <a:cubicBezTo>
                    <a:pt x="31857" y="57975"/>
                    <a:pt x="33458" y="57708"/>
                    <a:pt x="35059" y="57308"/>
                  </a:cubicBezTo>
                  <a:cubicBezTo>
                    <a:pt x="35393" y="57241"/>
                    <a:pt x="35526" y="56874"/>
                    <a:pt x="35393" y="56574"/>
                  </a:cubicBezTo>
                  <a:cubicBezTo>
                    <a:pt x="35393" y="56574"/>
                    <a:pt x="35393" y="56540"/>
                    <a:pt x="35393" y="56540"/>
                  </a:cubicBezTo>
                  <a:cubicBezTo>
                    <a:pt x="34325" y="54105"/>
                    <a:pt x="35359" y="51270"/>
                    <a:pt x="37728" y="50203"/>
                  </a:cubicBezTo>
                  <a:cubicBezTo>
                    <a:pt x="38360" y="49909"/>
                    <a:pt x="39023" y="49769"/>
                    <a:pt x="39676" y="49769"/>
                  </a:cubicBezTo>
                  <a:cubicBezTo>
                    <a:pt x="41469" y="49769"/>
                    <a:pt x="43183" y="50819"/>
                    <a:pt x="43966" y="52604"/>
                  </a:cubicBezTo>
                  <a:cubicBezTo>
                    <a:pt x="44056" y="52831"/>
                    <a:pt x="44270" y="52965"/>
                    <a:pt x="44482" y="52965"/>
                  </a:cubicBezTo>
                  <a:cubicBezTo>
                    <a:pt x="44581" y="52965"/>
                    <a:pt x="44681" y="52935"/>
                    <a:pt x="44766" y="52871"/>
                  </a:cubicBezTo>
                  <a:cubicBezTo>
                    <a:pt x="45934" y="52037"/>
                    <a:pt x="47034" y="51103"/>
                    <a:pt x="48069" y="50103"/>
                  </a:cubicBezTo>
                  <a:cubicBezTo>
                    <a:pt x="48302" y="49869"/>
                    <a:pt x="48269" y="49469"/>
                    <a:pt x="48002" y="49302"/>
                  </a:cubicBezTo>
                  <a:cubicBezTo>
                    <a:pt x="47968" y="49269"/>
                    <a:pt x="47935" y="49269"/>
                    <a:pt x="47902" y="49235"/>
                  </a:cubicBezTo>
                  <a:cubicBezTo>
                    <a:pt x="45800" y="47667"/>
                    <a:pt x="45333" y="44699"/>
                    <a:pt x="46868" y="42530"/>
                  </a:cubicBezTo>
                  <a:cubicBezTo>
                    <a:pt x="47780" y="41233"/>
                    <a:pt x="49222" y="40539"/>
                    <a:pt x="50685" y="40539"/>
                  </a:cubicBezTo>
                  <a:cubicBezTo>
                    <a:pt x="51629" y="40539"/>
                    <a:pt x="52582" y="40828"/>
                    <a:pt x="53406" y="41430"/>
                  </a:cubicBezTo>
                  <a:lnTo>
                    <a:pt x="53472" y="41496"/>
                  </a:lnTo>
                  <a:cubicBezTo>
                    <a:pt x="53567" y="41567"/>
                    <a:pt x="53678" y="41600"/>
                    <a:pt x="53788" y="41600"/>
                  </a:cubicBezTo>
                  <a:cubicBezTo>
                    <a:pt x="53989" y="41600"/>
                    <a:pt x="54187" y="41490"/>
                    <a:pt x="54273" y="41296"/>
                  </a:cubicBezTo>
                  <a:cubicBezTo>
                    <a:pt x="54873" y="39995"/>
                    <a:pt x="55407" y="38628"/>
                    <a:pt x="55807" y="37193"/>
                  </a:cubicBezTo>
                  <a:cubicBezTo>
                    <a:pt x="55874" y="36860"/>
                    <a:pt x="55641" y="36560"/>
                    <a:pt x="55307" y="36526"/>
                  </a:cubicBezTo>
                  <a:lnTo>
                    <a:pt x="55207" y="36526"/>
                  </a:lnTo>
                  <a:cubicBezTo>
                    <a:pt x="52605" y="36259"/>
                    <a:pt x="50737" y="33891"/>
                    <a:pt x="51004" y="31256"/>
                  </a:cubicBezTo>
                  <a:cubicBezTo>
                    <a:pt x="51254" y="28784"/>
                    <a:pt x="53295" y="26928"/>
                    <a:pt x="55667" y="26928"/>
                  </a:cubicBezTo>
                  <a:cubicBezTo>
                    <a:pt x="55824" y="26928"/>
                    <a:pt x="55982" y="26936"/>
                    <a:pt x="56141" y="26953"/>
                  </a:cubicBezTo>
                  <a:cubicBezTo>
                    <a:pt x="56174" y="26953"/>
                    <a:pt x="56208" y="26986"/>
                    <a:pt x="56208" y="26986"/>
                  </a:cubicBezTo>
                  <a:cubicBezTo>
                    <a:pt x="56229" y="26988"/>
                    <a:pt x="56249" y="26989"/>
                    <a:pt x="56270" y="26989"/>
                  </a:cubicBezTo>
                  <a:cubicBezTo>
                    <a:pt x="56608" y="26989"/>
                    <a:pt x="56873" y="26734"/>
                    <a:pt x="56841" y="26419"/>
                  </a:cubicBezTo>
                  <a:cubicBezTo>
                    <a:pt x="56708" y="24951"/>
                    <a:pt x="56475" y="23483"/>
                    <a:pt x="56141" y="22082"/>
                  </a:cubicBezTo>
                  <a:cubicBezTo>
                    <a:pt x="56068" y="21838"/>
                    <a:pt x="55851" y="21683"/>
                    <a:pt x="55623" y="21683"/>
                  </a:cubicBezTo>
                  <a:cubicBezTo>
                    <a:pt x="55539" y="21683"/>
                    <a:pt x="55454" y="21704"/>
                    <a:pt x="55374" y="21749"/>
                  </a:cubicBezTo>
                  <a:cubicBezTo>
                    <a:pt x="55340" y="21749"/>
                    <a:pt x="55307" y="21782"/>
                    <a:pt x="55274" y="21782"/>
                  </a:cubicBezTo>
                  <a:cubicBezTo>
                    <a:pt x="54641" y="22076"/>
                    <a:pt x="53980" y="22216"/>
                    <a:pt x="53331" y="22216"/>
                  </a:cubicBezTo>
                  <a:cubicBezTo>
                    <a:pt x="51548" y="22216"/>
                    <a:pt x="49852" y="21165"/>
                    <a:pt x="49069" y="19381"/>
                  </a:cubicBezTo>
                  <a:cubicBezTo>
                    <a:pt x="48002" y="16979"/>
                    <a:pt x="49069" y="14110"/>
                    <a:pt x="51438" y="13043"/>
                  </a:cubicBezTo>
                  <a:cubicBezTo>
                    <a:pt x="51438" y="13043"/>
                    <a:pt x="51471" y="13009"/>
                    <a:pt x="51471" y="13009"/>
                  </a:cubicBezTo>
                  <a:cubicBezTo>
                    <a:pt x="51771" y="12876"/>
                    <a:pt x="51905" y="12509"/>
                    <a:pt x="51704" y="12209"/>
                  </a:cubicBezTo>
                  <a:cubicBezTo>
                    <a:pt x="50904" y="11041"/>
                    <a:pt x="49970" y="9907"/>
                    <a:pt x="49003" y="8873"/>
                  </a:cubicBezTo>
                  <a:cubicBezTo>
                    <a:pt x="48900" y="8756"/>
                    <a:pt x="48766" y="8703"/>
                    <a:pt x="48630" y="8703"/>
                  </a:cubicBezTo>
                  <a:cubicBezTo>
                    <a:pt x="48457" y="8703"/>
                    <a:pt x="48281" y="8790"/>
                    <a:pt x="48169" y="8940"/>
                  </a:cubicBezTo>
                  <a:cubicBezTo>
                    <a:pt x="48169" y="8973"/>
                    <a:pt x="48135" y="8973"/>
                    <a:pt x="48135" y="9006"/>
                  </a:cubicBezTo>
                  <a:cubicBezTo>
                    <a:pt x="47228" y="10297"/>
                    <a:pt x="45784" y="10990"/>
                    <a:pt x="44319" y="10990"/>
                  </a:cubicBezTo>
                  <a:cubicBezTo>
                    <a:pt x="43361" y="10990"/>
                    <a:pt x="42395" y="10694"/>
                    <a:pt x="41564" y="10074"/>
                  </a:cubicBezTo>
                  <a:cubicBezTo>
                    <a:pt x="39462" y="8539"/>
                    <a:pt x="38995" y="5537"/>
                    <a:pt x="40496" y="3369"/>
                  </a:cubicBezTo>
                  <a:cubicBezTo>
                    <a:pt x="40697" y="3102"/>
                    <a:pt x="40630" y="2702"/>
                    <a:pt x="40330" y="2569"/>
                  </a:cubicBezTo>
                  <a:cubicBezTo>
                    <a:pt x="39062" y="1968"/>
                    <a:pt x="37728" y="1468"/>
                    <a:pt x="36360" y="1067"/>
                  </a:cubicBezTo>
                  <a:cubicBezTo>
                    <a:pt x="36312" y="1053"/>
                    <a:pt x="36264" y="1046"/>
                    <a:pt x="36218" y="1046"/>
                  </a:cubicBezTo>
                  <a:cubicBezTo>
                    <a:pt x="35945" y="1046"/>
                    <a:pt x="35722" y="1283"/>
                    <a:pt x="35693" y="1568"/>
                  </a:cubicBezTo>
                  <a:cubicBezTo>
                    <a:pt x="35443" y="4040"/>
                    <a:pt x="33402" y="5895"/>
                    <a:pt x="31002" y="5895"/>
                  </a:cubicBezTo>
                  <a:cubicBezTo>
                    <a:pt x="30844" y="5895"/>
                    <a:pt x="30684" y="5887"/>
                    <a:pt x="30523" y="5871"/>
                  </a:cubicBezTo>
                  <a:cubicBezTo>
                    <a:pt x="27954" y="5604"/>
                    <a:pt x="26053" y="3236"/>
                    <a:pt x="26320" y="600"/>
                  </a:cubicBezTo>
                  <a:cubicBezTo>
                    <a:pt x="26353" y="400"/>
                    <a:pt x="26386" y="200"/>
                    <a:pt x="26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88" name="Google Shape;3188;p69"/>
            <p:cNvSpPr/>
            <p:nvPr/>
          </p:nvSpPr>
          <p:spPr>
            <a:xfrm>
              <a:off x="2093250" y="2662475"/>
              <a:ext cx="1159175" cy="1111650"/>
            </a:xfrm>
            <a:custGeom>
              <a:rect b="b" l="l" r="r" t="t"/>
              <a:pathLst>
                <a:path extrusionOk="0" h="44466" w="46367">
                  <a:moveTo>
                    <a:pt x="23185" y="7304"/>
                  </a:moveTo>
                  <a:cubicBezTo>
                    <a:pt x="30397" y="7304"/>
                    <a:pt x="36684" y="12752"/>
                    <a:pt x="37694" y="20249"/>
                  </a:cubicBezTo>
                  <a:cubicBezTo>
                    <a:pt x="38761" y="28388"/>
                    <a:pt x="33124" y="35927"/>
                    <a:pt x="25118" y="37027"/>
                  </a:cubicBezTo>
                  <a:cubicBezTo>
                    <a:pt x="24459" y="37118"/>
                    <a:pt x="23804" y="37163"/>
                    <a:pt x="23155" y="37163"/>
                  </a:cubicBezTo>
                  <a:cubicBezTo>
                    <a:pt x="15965" y="37163"/>
                    <a:pt x="9652" y="31715"/>
                    <a:pt x="8673" y="24218"/>
                  </a:cubicBezTo>
                  <a:cubicBezTo>
                    <a:pt x="7606" y="16046"/>
                    <a:pt x="13210" y="8540"/>
                    <a:pt x="21215" y="7440"/>
                  </a:cubicBezTo>
                  <a:cubicBezTo>
                    <a:pt x="21877" y="7349"/>
                    <a:pt x="22535" y="7304"/>
                    <a:pt x="23185" y="7304"/>
                  </a:cubicBezTo>
                  <a:close/>
                  <a:moveTo>
                    <a:pt x="23173" y="1"/>
                  </a:moveTo>
                  <a:cubicBezTo>
                    <a:pt x="22208" y="1"/>
                    <a:pt x="21231" y="66"/>
                    <a:pt x="20248" y="201"/>
                  </a:cubicBezTo>
                  <a:lnTo>
                    <a:pt x="20281" y="201"/>
                  </a:lnTo>
                  <a:cubicBezTo>
                    <a:pt x="8373" y="1836"/>
                    <a:pt x="0" y="13044"/>
                    <a:pt x="1601" y="25186"/>
                  </a:cubicBezTo>
                  <a:cubicBezTo>
                    <a:pt x="3071" y="36329"/>
                    <a:pt x="12435" y="44466"/>
                    <a:pt x="23170" y="44466"/>
                  </a:cubicBezTo>
                  <a:cubicBezTo>
                    <a:pt x="24133" y="44466"/>
                    <a:pt x="25106" y="44400"/>
                    <a:pt x="26086" y="44266"/>
                  </a:cubicBezTo>
                  <a:cubicBezTo>
                    <a:pt x="37994" y="42631"/>
                    <a:pt x="46367" y="31390"/>
                    <a:pt x="44766" y="19248"/>
                  </a:cubicBezTo>
                  <a:cubicBezTo>
                    <a:pt x="43297" y="8108"/>
                    <a:pt x="33909" y="1"/>
                    <a:pt x="23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189" name="Google Shape;3189;p69"/>
          <p:cNvGrpSpPr/>
          <p:nvPr/>
        </p:nvGrpSpPr>
        <p:grpSpPr>
          <a:xfrm>
            <a:off x="117354" y="1651645"/>
            <a:ext cx="1925863" cy="1840207"/>
            <a:chOff x="5266833" y="1474144"/>
            <a:chExt cx="3455082" cy="3301412"/>
          </a:xfrm>
        </p:grpSpPr>
        <p:sp>
          <p:nvSpPr>
            <p:cNvPr id="3190" name="Google Shape;3190;p69"/>
            <p:cNvSpPr/>
            <p:nvPr/>
          </p:nvSpPr>
          <p:spPr>
            <a:xfrm>
              <a:off x="5275530" y="4148161"/>
              <a:ext cx="3404187" cy="590258"/>
            </a:xfrm>
            <a:custGeom>
              <a:rect b="b" l="l" r="r" t="t"/>
              <a:pathLst>
                <a:path extrusionOk="0" h="29388" w="169489">
                  <a:moveTo>
                    <a:pt x="30156" y="1"/>
                  </a:moveTo>
                  <a:cubicBezTo>
                    <a:pt x="24552" y="1"/>
                    <a:pt x="18847" y="1"/>
                    <a:pt x="13477" y="1335"/>
                  </a:cubicBezTo>
                  <a:cubicBezTo>
                    <a:pt x="8106" y="2703"/>
                    <a:pt x="3070" y="5638"/>
                    <a:pt x="1101" y="9908"/>
                  </a:cubicBezTo>
                  <a:cubicBezTo>
                    <a:pt x="234" y="11809"/>
                    <a:pt x="1" y="13877"/>
                    <a:pt x="101" y="15912"/>
                  </a:cubicBezTo>
                  <a:cubicBezTo>
                    <a:pt x="268" y="19481"/>
                    <a:pt x="1568" y="23184"/>
                    <a:pt x="4837" y="25552"/>
                  </a:cubicBezTo>
                  <a:cubicBezTo>
                    <a:pt x="7539" y="27487"/>
                    <a:pt x="11209" y="28254"/>
                    <a:pt x="14778" y="28688"/>
                  </a:cubicBezTo>
                  <a:cubicBezTo>
                    <a:pt x="17905" y="29048"/>
                    <a:pt x="21059" y="29168"/>
                    <a:pt x="24223" y="29168"/>
                  </a:cubicBezTo>
                  <a:cubicBezTo>
                    <a:pt x="29563" y="29168"/>
                    <a:pt x="34929" y="28826"/>
                    <a:pt x="40229" y="28721"/>
                  </a:cubicBezTo>
                  <a:cubicBezTo>
                    <a:pt x="46765" y="28582"/>
                    <a:pt x="53284" y="28523"/>
                    <a:pt x="59809" y="28523"/>
                  </a:cubicBezTo>
                  <a:cubicBezTo>
                    <a:pt x="62643" y="28523"/>
                    <a:pt x="65478" y="28534"/>
                    <a:pt x="68316" y="28555"/>
                  </a:cubicBezTo>
                  <a:cubicBezTo>
                    <a:pt x="86729" y="28621"/>
                    <a:pt x="105176" y="29055"/>
                    <a:pt x="123589" y="29222"/>
                  </a:cubicBezTo>
                  <a:cubicBezTo>
                    <a:pt x="127651" y="29261"/>
                    <a:pt x="131723" y="29388"/>
                    <a:pt x="135783" y="29388"/>
                  </a:cubicBezTo>
                  <a:cubicBezTo>
                    <a:pt x="142060" y="29388"/>
                    <a:pt x="148307" y="29085"/>
                    <a:pt x="154444" y="27687"/>
                  </a:cubicBezTo>
                  <a:cubicBezTo>
                    <a:pt x="159081" y="26653"/>
                    <a:pt x="163251" y="24252"/>
                    <a:pt x="165986" y="21049"/>
                  </a:cubicBezTo>
                  <a:cubicBezTo>
                    <a:pt x="166720" y="20182"/>
                    <a:pt x="167354" y="19248"/>
                    <a:pt x="167887" y="18247"/>
                  </a:cubicBezTo>
                  <a:cubicBezTo>
                    <a:pt x="168988" y="16112"/>
                    <a:pt x="169488" y="13811"/>
                    <a:pt x="169121" y="11509"/>
                  </a:cubicBezTo>
                  <a:cubicBezTo>
                    <a:pt x="168321" y="6606"/>
                    <a:pt x="163551" y="2803"/>
                    <a:pt x="157913" y="1335"/>
                  </a:cubicBezTo>
                  <a:cubicBezTo>
                    <a:pt x="153477" y="168"/>
                    <a:pt x="148774" y="168"/>
                    <a:pt x="144104" y="134"/>
                  </a:cubicBezTo>
                  <a:cubicBezTo>
                    <a:pt x="106143" y="101"/>
                    <a:pt x="68149" y="34"/>
                    <a:pt x="30156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6050">
              <a:solidFill>
                <a:schemeClr val="accent5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91" name="Google Shape;3191;p69"/>
            <p:cNvSpPr/>
            <p:nvPr/>
          </p:nvSpPr>
          <p:spPr>
            <a:xfrm>
              <a:off x="5604502" y="1733562"/>
              <a:ext cx="2903026" cy="1739361"/>
            </a:xfrm>
            <a:custGeom>
              <a:rect b="b" l="l" r="r" t="t"/>
              <a:pathLst>
                <a:path extrusionOk="0" h="86600" w="144537">
                  <a:moveTo>
                    <a:pt x="1735" y="0"/>
                  </a:moveTo>
                  <a:cubicBezTo>
                    <a:pt x="801" y="0"/>
                    <a:pt x="33" y="768"/>
                    <a:pt x="33" y="1735"/>
                  </a:cubicBezTo>
                  <a:lnTo>
                    <a:pt x="33" y="15545"/>
                  </a:lnTo>
                  <a:lnTo>
                    <a:pt x="33" y="57475"/>
                  </a:lnTo>
                  <a:lnTo>
                    <a:pt x="33" y="76155"/>
                  </a:lnTo>
                  <a:cubicBezTo>
                    <a:pt x="33" y="78290"/>
                    <a:pt x="0" y="80425"/>
                    <a:pt x="33" y="82560"/>
                  </a:cubicBezTo>
                  <a:cubicBezTo>
                    <a:pt x="115" y="86180"/>
                    <a:pt x="1063" y="86513"/>
                    <a:pt x="3765" y="86513"/>
                  </a:cubicBezTo>
                  <a:cubicBezTo>
                    <a:pt x="4374" y="86513"/>
                    <a:pt x="5073" y="86496"/>
                    <a:pt x="5871" y="86496"/>
                  </a:cubicBezTo>
                  <a:lnTo>
                    <a:pt x="134196" y="86496"/>
                  </a:lnTo>
                  <a:cubicBezTo>
                    <a:pt x="135286" y="86496"/>
                    <a:pt x="136464" y="86599"/>
                    <a:pt x="137613" y="86599"/>
                  </a:cubicBezTo>
                  <a:cubicBezTo>
                    <a:pt x="138188" y="86599"/>
                    <a:pt x="138755" y="86574"/>
                    <a:pt x="139299" y="86496"/>
                  </a:cubicBezTo>
                  <a:cubicBezTo>
                    <a:pt x="140967" y="86262"/>
                    <a:pt x="142035" y="85829"/>
                    <a:pt x="142702" y="85195"/>
                  </a:cubicBezTo>
                  <a:cubicBezTo>
                    <a:pt x="144036" y="83961"/>
                    <a:pt x="143903" y="81926"/>
                    <a:pt x="143903" y="79057"/>
                  </a:cubicBezTo>
                  <a:lnTo>
                    <a:pt x="143903" y="10508"/>
                  </a:lnTo>
                  <a:cubicBezTo>
                    <a:pt x="143903" y="3870"/>
                    <a:pt x="144537" y="0"/>
                    <a:pt x="1370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92" name="Google Shape;3192;p69"/>
            <p:cNvSpPr/>
            <p:nvPr/>
          </p:nvSpPr>
          <p:spPr>
            <a:xfrm>
              <a:off x="6870761" y="1853490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0"/>
                  </a:moveTo>
                  <a:lnTo>
                    <a:pt x="17779" y="0"/>
                  </a:lnTo>
                  <a:lnTo>
                    <a:pt x="17779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5300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93" name="Google Shape;3193;p69"/>
            <p:cNvSpPr/>
            <p:nvPr/>
          </p:nvSpPr>
          <p:spPr>
            <a:xfrm>
              <a:off x="7260009" y="1853490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1" y="0"/>
                  </a:moveTo>
                  <a:lnTo>
                    <a:pt x="17780" y="0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530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94" name="Google Shape;3194;p69"/>
            <p:cNvSpPr/>
            <p:nvPr/>
          </p:nvSpPr>
          <p:spPr>
            <a:xfrm>
              <a:off x="7648593" y="1853490"/>
              <a:ext cx="357131" cy="266669"/>
            </a:xfrm>
            <a:custGeom>
              <a:rect b="b" l="l" r="r" t="t"/>
              <a:pathLst>
                <a:path extrusionOk="0" fill="none" h="13277" w="17781">
                  <a:moveTo>
                    <a:pt x="1" y="0"/>
                  </a:moveTo>
                  <a:lnTo>
                    <a:pt x="17780" y="0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530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95" name="Google Shape;3195;p69"/>
            <p:cNvSpPr/>
            <p:nvPr/>
          </p:nvSpPr>
          <p:spPr>
            <a:xfrm>
              <a:off x="8037860" y="1853490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0"/>
                  </a:moveTo>
                  <a:lnTo>
                    <a:pt x="17780" y="0"/>
                  </a:lnTo>
                  <a:lnTo>
                    <a:pt x="17780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530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96" name="Google Shape;3196;p69"/>
            <p:cNvSpPr/>
            <p:nvPr/>
          </p:nvSpPr>
          <p:spPr>
            <a:xfrm>
              <a:off x="5703642" y="2156994"/>
              <a:ext cx="357131" cy="266669"/>
            </a:xfrm>
            <a:custGeom>
              <a:rect b="b" l="l" r="r" t="t"/>
              <a:pathLst>
                <a:path extrusionOk="0" fill="none" h="13277" w="17781">
                  <a:moveTo>
                    <a:pt x="1" y="0"/>
                  </a:moveTo>
                  <a:lnTo>
                    <a:pt x="17780" y="0"/>
                  </a:lnTo>
                  <a:lnTo>
                    <a:pt x="17780" y="13276"/>
                  </a:lnTo>
                  <a:lnTo>
                    <a:pt x="1" y="13276"/>
                  </a:lnTo>
                  <a:close/>
                </a:path>
              </a:pathLst>
            </a:custGeom>
            <a:noFill/>
            <a:ln cap="flat" cmpd="sng" w="530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97" name="Google Shape;3197;p69"/>
            <p:cNvSpPr/>
            <p:nvPr/>
          </p:nvSpPr>
          <p:spPr>
            <a:xfrm>
              <a:off x="6092909" y="2156994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0"/>
                  </a:moveTo>
                  <a:lnTo>
                    <a:pt x="17780" y="0"/>
                  </a:lnTo>
                  <a:lnTo>
                    <a:pt x="17780" y="13276"/>
                  </a:lnTo>
                  <a:lnTo>
                    <a:pt x="0" y="13276"/>
                  </a:lnTo>
                  <a:close/>
                </a:path>
              </a:pathLst>
            </a:custGeom>
            <a:noFill/>
            <a:ln cap="flat" cmpd="sng" w="530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98" name="Google Shape;3198;p69"/>
            <p:cNvSpPr/>
            <p:nvPr/>
          </p:nvSpPr>
          <p:spPr>
            <a:xfrm>
              <a:off x="6482157" y="2156994"/>
              <a:ext cx="356448" cy="266669"/>
            </a:xfrm>
            <a:custGeom>
              <a:rect b="b" l="l" r="r" t="t"/>
              <a:pathLst>
                <a:path extrusionOk="0" fill="none" h="13277" w="17747">
                  <a:moveTo>
                    <a:pt x="1" y="0"/>
                  </a:moveTo>
                  <a:lnTo>
                    <a:pt x="17747" y="0"/>
                  </a:lnTo>
                  <a:lnTo>
                    <a:pt x="17747" y="13276"/>
                  </a:lnTo>
                  <a:lnTo>
                    <a:pt x="1" y="13276"/>
                  </a:lnTo>
                  <a:close/>
                </a:path>
              </a:pathLst>
            </a:custGeom>
            <a:noFill/>
            <a:ln cap="flat" cmpd="sng" w="5300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99" name="Google Shape;3199;p69"/>
            <p:cNvSpPr/>
            <p:nvPr/>
          </p:nvSpPr>
          <p:spPr>
            <a:xfrm>
              <a:off x="6870761" y="2156994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0"/>
                  </a:moveTo>
                  <a:lnTo>
                    <a:pt x="17779" y="0"/>
                  </a:lnTo>
                  <a:lnTo>
                    <a:pt x="17779" y="13276"/>
                  </a:lnTo>
                  <a:lnTo>
                    <a:pt x="0" y="13276"/>
                  </a:lnTo>
                  <a:close/>
                </a:path>
              </a:pathLst>
            </a:custGeom>
            <a:noFill/>
            <a:ln cap="flat" cmpd="sng" w="5300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00" name="Google Shape;3200;p69"/>
            <p:cNvSpPr/>
            <p:nvPr/>
          </p:nvSpPr>
          <p:spPr>
            <a:xfrm>
              <a:off x="7260009" y="2156994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1" y="0"/>
                  </a:moveTo>
                  <a:lnTo>
                    <a:pt x="17780" y="0"/>
                  </a:lnTo>
                  <a:lnTo>
                    <a:pt x="17780" y="13276"/>
                  </a:lnTo>
                  <a:lnTo>
                    <a:pt x="1" y="13276"/>
                  </a:lnTo>
                  <a:close/>
                </a:path>
              </a:pathLst>
            </a:custGeom>
            <a:noFill/>
            <a:ln cap="flat" cmpd="sng" w="530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01" name="Google Shape;3201;p69"/>
            <p:cNvSpPr/>
            <p:nvPr/>
          </p:nvSpPr>
          <p:spPr>
            <a:xfrm>
              <a:off x="7648593" y="2156994"/>
              <a:ext cx="357131" cy="266669"/>
            </a:xfrm>
            <a:custGeom>
              <a:rect b="b" l="l" r="r" t="t"/>
              <a:pathLst>
                <a:path extrusionOk="0" h="13277" w="17781">
                  <a:moveTo>
                    <a:pt x="1" y="0"/>
                  </a:moveTo>
                  <a:lnTo>
                    <a:pt x="1" y="13276"/>
                  </a:lnTo>
                  <a:lnTo>
                    <a:pt x="17780" y="13276"/>
                  </a:lnTo>
                  <a:lnTo>
                    <a:pt x="17780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605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02" name="Google Shape;3202;p69"/>
            <p:cNvSpPr/>
            <p:nvPr/>
          </p:nvSpPr>
          <p:spPr>
            <a:xfrm>
              <a:off x="8037860" y="2156994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0"/>
                  </a:moveTo>
                  <a:lnTo>
                    <a:pt x="17780" y="0"/>
                  </a:lnTo>
                  <a:lnTo>
                    <a:pt x="17780" y="13276"/>
                  </a:lnTo>
                  <a:lnTo>
                    <a:pt x="0" y="13276"/>
                  </a:lnTo>
                  <a:close/>
                </a:path>
              </a:pathLst>
            </a:custGeom>
            <a:noFill/>
            <a:ln cap="flat" cmpd="sng" w="530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03" name="Google Shape;3203;p69"/>
            <p:cNvSpPr/>
            <p:nvPr/>
          </p:nvSpPr>
          <p:spPr>
            <a:xfrm>
              <a:off x="5703642" y="2459816"/>
              <a:ext cx="357131" cy="266669"/>
            </a:xfrm>
            <a:custGeom>
              <a:rect b="b" l="l" r="r" t="t"/>
              <a:pathLst>
                <a:path extrusionOk="0" fill="none" h="13277" w="17781">
                  <a:moveTo>
                    <a:pt x="1" y="1"/>
                  </a:moveTo>
                  <a:lnTo>
                    <a:pt x="17780" y="1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5300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04" name="Google Shape;3204;p69"/>
            <p:cNvSpPr/>
            <p:nvPr/>
          </p:nvSpPr>
          <p:spPr>
            <a:xfrm>
              <a:off x="6092909" y="2459816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1"/>
                  </a:moveTo>
                  <a:lnTo>
                    <a:pt x="17780" y="1"/>
                  </a:lnTo>
                  <a:lnTo>
                    <a:pt x="17780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530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05" name="Google Shape;3205;p69"/>
            <p:cNvSpPr/>
            <p:nvPr/>
          </p:nvSpPr>
          <p:spPr>
            <a:xfrm>
              <a:off x="6482157" y="2459816"/>
              <a:ext cx="356448" cy="266669"/>
            </a:xfrm>
            <a:custGeom>
              <a:rect b="b" l="l" r="r" t="t"/>
              <a:pathLst>
                <a:path extrusionOk="0" h="13277" w="17747">
                  <a:moveTo>
                    <a:pt x="1" y="1"/>
                  </a:moveTo>
                  <a:lnTo>
                    <a:pt x="1" y="13277"/>
                  </a:lnTo>
                  <a:lnTo>
                    <a:pt x="17747" y="13277"/>
                  </a:lnTo>
                  <a:lnTo>
                    <a:pt x="17747" y="1"/>
                  </a:lnTo>
                  <a:close/>
                </a:path>
              </a:pathLst>
            </a:custGeom>
            <a:solidFill>
              <a:schemeClr val="dk2"/>
            </a:solidFill>
            <a:ln cap="flat" cmpd="sng" w="605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06" name="Google Shape;3206;p69"/>
            <p:cNvSpPr/>
            <p:nvPr/>
          </p:nvSpPr>
          <p:spPr>
            <a:xfrm>
              <a:off x="6870761" y="2459816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1"/>
                  </a:moveTo>
                  <a:lnTo>
                    <a:pt x="17779" y="1"/>
                  </a:lnTo>
                  <a:lnTo>
                    <a:pt x="17779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530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07" name="Google Shape;3207;p69"/>
            <p:cNvSpPr/>
            <p:nvPr/>
          </p:nvSpPr>
          <p:spPr>
            <a:xfrm>
              <a:off x="7260009" y="2459816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1" y="1"/>
                  </a:moveTo>
                  <a:lnTo>
                    <a:pt x="17780" y="1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5300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08" name="Google Shape;3208;p69"/>
            <p:cNvSpPr/>
            <p:nvPr/>
          </p:nvSpPr>
          <p:spPr>
            <a:xfrm>
              <a:off x="7648593" y="2459816"/>
              <a:ext cx="357131" cy="266669"/>
            </a:xfrm>
            <a:custGeom>
              <a:rect b="b" l="l" r="r" t="t"/>
              <a:pathLst>
                <a:path extrusionOk="0" h="13277" w="17781">
                  <a:moveTo>
                    <a:pt x="1" y="1"/>
                  </a:moveTo>
                  <a:lnTo>
                    <a:pt x="1" y="13277"/>
                  </a:lnTo>
                  <a:lnTo>
                    <a:pt x="17780" y="13277"/>
                  </a:lnTo>
                  <a:lnTo>
                    <a:pt x="17780" y="1"/>
                  </a:lnTo>
                  <a:close/>
                </a:path>
              </a:pathLst>
            </a:custGeom>
            <a:solidFill>
              <a:srgbClr val="5CC9BF"/>
            </a:solidFill>
            <a:ln cap="flat" cmpd="sng" w="6050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09" name="Google Shape;3209;p69"/>
            <p:cNvSpPr/>
            <p:nvPr/>
          </p:nvSpPr>
          <p:spPr>
            <a:xfrm>
              <a:off x="8037860" y="2459816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1"/>
                  </a:moveTo>
                  <a:lnTo>
                    <a:pt x="17780" y="1"/>
                  </a:lnTo>
                  <a:lnTo>
                    <a:pt x="17780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530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10" name="Google Shape;3210;p69"/>
            <p:cNvSpPr/>
            <p:nvPr/>
          </p:nvSpPr>
          <p:spPr>
            <a:xfrm>
              <a:off x="5703642" y="2763320"/>
              <a:ext cx="357131" cy="266669"/>
            </a:xfrm>
            <a:custGeom>
              <a:rect b="b" l="l" r="r" t="t"/>
              <a:pathLst>
                <a:path extrusionOk="0" fill="none" h="13277" w="17781">
                  <a:moveTo>
                    <a:pt x="1" y="0"/>
                  </a:moveTo>
                  <a:lnTo>
                    <a:pt x="17780" y="0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530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11" name="Google Shape;3211;p69"/>
            <p:cNvSpPr/>
            <p:nvPr/>
          </p:nvSpPr>
          <p:spPr>
            <a:xfrm>
              <a:off x="6092909" y="2763320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0"/>
                  </a:moveTo>
                  <a:lnTo>
                    <a:pt x="17780" y="0"/>
                  </a:lnTo>
                  <a:lnTo>
                    <a:pt x="17780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530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12" name="Google Shape;3212;p69"/>
            <p:cNvSpPr/>
            <p:nvPr/>
          </p:nvSpPr>
          <p:spPr>
            <a:xfrm>
              <a:off x="6482157" y="2763320"/>
              <a:ext cx="356448" cy="266669"/>
            </a:xfrm>
            <a:custGeom>
              <a:rect b="b" l="l" r="r" t="t"/>
              <a:pathLst>
                <a:path extrusionOk="0" fill="none" h="13277" w="17747">
                  <a:moveTo>
                    <a:pt x="1" y="0"/>
                  </a:moveTo>
                  <a:lnTo>
                    <a:pt x="17747" y="0"/>
                  </a:lnTo>
                  <a:lnTo>
                    <a:pt x="17747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5300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13" name="Google Shape;3213;p69"/>
            <p:cNvSpPr/>
            <p:nvPr/>
          </p:nvSpPr>
          <p:spPr>
            <a:xfrm>
              <a:off x="6870761" y="2763320"/>
              <a:ext cx="357111" cy="266669"/>
            </a:xfrm>
            <a:custGeom>
              <a:rect b="b" l="l" r="r" t="t"/>
              <a:pathLst>
                <a:path extrusionOk="0" h="13277" w="17780">
                  <a:moveTo>
                    <a:pt x="0" y="0"/>
                  </a:moveTo>
                  <a:lnTo>
                    <a:pt x="0" y="13277"/>
                  </a:lnTo>
                  <a:lnTo>
                    <a:pt x="17779" y="13277"/>
                  </a:lnTo>
                  <a:lnTo>
                    <a:pt x="17779" y="0"/>
                  </a:ln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14" name="Google Shape;3214;p69"/>
            <p:cNvSpPr/>
            <p:nvPr/>
          </p:nvSpPr>
          <p:spPr>
            <a:xfrm>
              <a:off x="7260009" y="2763320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1" y="0"/>
                  </a:moveTo>
                  <a:lnTo>
                    <a:pt x="17780" y="0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5300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15" name="Google Shape;3215;p69"/>
            <p:cNvSpPr/>
            <p:nvPr/>
          </p:nvSpPr>
          <p:spPr>
            <a:xfrm>
              <a:off x="7648593" y="2763320"/>
              <a:ext cx="357131" cy="266669"/>
            </a:xfrm>
            <a:custGeom>
              <a:rect b="b" l="l" r="r" t="t"/>
              <a:pathLst>
                <a:path extrusionOk="0" fill="none" h="13277" w="17781">
                  <a:moveTo>
                    <a:pt x="1" y="0"/>
                  </a:moveTo>
                  <a:lnTo>
                    <a:pt x="17780" y="0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5300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16" name="Google Shape;3216;p69"/>
            <p:cNvSpPr/>
            <p:nvPr/>
          </p:nvSpPr>
          <p:spPr>
            <a:xfrm>
              <a:off x="8037860" y="2763320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0"/>
                  </a:moveTo>
                  <a:lnTo>
                    <a:pt x="17780" y="0"/>
                  </a:lnTo>
                  <a:lnTo>
                    <a:pt x="17780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5300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17" name="Google Shape;3217;p69"/>
            <p:cNvSpPr/>
            <p:nvPr/>
          </p:nvSpPr>
          <p:spPr>
            <a:xfrm>
              <a:off x="5703642" y="3066141"/>
              <a:ext cx="357131" cy="266689"/>
            </a:xfrm>
            <a:custGeom>
              <a:rect b="b" l="l" r="r" t="t"/>
              <a:pathLst>
                <a:path extrusionOk="0" fill="none" h="13278" w="17781">
                  <a:moveTo>
                    <a:pt x="1" y="1"/>
                  </a:moveTo>
                  <a:lnTo>
                    <a:pt x="17780" y="1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530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18" name="Google Shape;3218;p69"/>
            <p:cNvSpPr/>
            <p:nvPr/>
          </p:nvSpPr>
          <p:spPr>
            <a:xfrm>
              <a:off x="6092909" y="3066141"/>
              <a:ext cx="357111" cy="266689"/>
            </a:xfrm>
            <a:custGeom>
              <a:rect b="b" l="l" r="r" t="t"/>
              <a:pathLst>
                <a:path extrusionOk="0" fill="none" h="13278" w="17780">
                  <a:moveTo>
                    <a:pt x="0" y="1"/>
                  </a:moveTo>
                  <a:lnTo>
                    <a:pt x="17780" y="1"/>
                  </a:lnTo>
                  <a:lnTo>
                    <a:pt x="17780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530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19" name="Google Shape;3219;p69"/>
            <p:cNvSpPr/>
            <p:nvPr/>
          </p:nvSpPr>
          <p:spPr>
            <a:xfrm>
              <a:off x="6482157" y="3066141"/>
              <a:ext cx="356448" cy="266689"/>
            </a:xfrm>
            <a:custGeom>
              <a:rect b="b" l="l" r="r" t="t"/>
              <a:pathLst>
                <a:path extrusionOk="0" fill="none" h="13278" w="17747">
                  <a:moveTo>
                    <a:pt x="1" y="1"/>
                  </a:moveTo>
                  <a:lnTo>
                    <a:pt x="17747" y="1"/>
                  </a:lnTo>
                  <a:lnTo>
                    <a:pt x="17747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530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20" name="Google Shape;3220;p69"/>
            <p:cNvSpPr/>
            <p:nvPr/>
          </p:nvSpPr>
          <p:spPr>
            <a:xfrm>
              <a:off x="6870761" y="3066141"/>
              <a:ext cx="357111" cy="266689"/>
            </a:xfrm>
            <a:custGeom>
              <a:rect b="b" l="l" r="r" t="t"/>
              <a:pathLst>
                <a:path extrusionOk="0" fill="none" h="13278" w="17780">
                  <a:moveTo>
                    <a:pt x="0" y="1"/>
                  </a:moveTo>
                  <a:lnTo>
                    <a:pt x="17779" y="1"/>
                  </a:lnTo>
                  <a:lnTo>
                    <a:pt x="17779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530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21" name="Google Shape;3221;p69"/>
            <p:cNvSpPr/>
            <p:nvPr/>
          </p:nvSpPr>
          <p:spPr>
            <a:xfrm>
              <a:off x="7260009" y="3066141"/>
              <a:ext cx="357111" cy="266689"/>
            </a:xfrm>
            <a:custGeom>
              <a:rect b="b" l="l" r="r" t="t"/>
              <a:pathLst>
                <a:path extrusionOk="0" fill="none" h="13278" w="17780">
                  <a:moveTo>
                    <a:pt x="1" y="1"/>
                  </a:moveTo>
                  <a:lnTo>
                    <a:pt x="17780" y="1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530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22" name="Google Shape;3222;p69"/>
            <p:cNvSpPr/>
            <p:nvPr/>
          </p:nvSpPr>
          <p:spPr>
            <a:xfrm>
              <a:off x="7648593" y="3066141"/>
              <a:ext cx="357131" cy="266689"/>
            </a:xfrm>
            <a:custGeom>
              <a:rect b="b" l="l" r="r" t="t"/>
              <a:pathLst>
                <a:path extrusionOk="0" fill="none" h="13278" w="17781">
                  <a:moveTo>
                    <a:pt x="1" y="1"/>
                  </a:moveTo>
                  <a:lnTo>
                    <a:pt x="17780" y="1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530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23" name="Google Shape;3223;p69"/>
            <p:cNvSpPr/>
            <p:nvPr/>
          </p:nvSpPr>
          <p:spPr>
            <a:xfrm>
              <a:off x="8076705" y="2194513"/>
              <a:ext cx="77066" cy="71784"/>
            </a:xfrm>
            <a:custGeom>
              <a:rect b="b" l="l" r="r" t="t"/>
              <a:pathLst>
                <a:path extrusionOk="0" h="3574" w="3837">
                  <a:moveTo>
                    <a:pt x="1702" y="467"/>
                  </a:moveTo>
                  <a:lnTo>
                    <a:pt x="1702" y="501"/>
                  </a:lnTo>
                  <a:cubicBezTo>
                    <a:pt x="1728" y="632"/>
                    <a:pt x="1858" y="722"/>
                    <a:pt x="1993" y="722"/>
                  </a:cubicBezTo>
                  <a:cubicBezTo>
                    <a:pt x="2030" y="722"/>
                    <a:pt x="2067" y="715"/>
                    <a:pt x="2102" y="701"/>
                  </a:cubicBezTo>
                  <a:cubicBezTo>
                    <a:pt x="2181" y="676"/>
                    <a:pt x="2259" y="664"/>
                    <a:pt x="2334" y="664"/>
                  </a:cubicBezTo>
                  <a:cubicBezTo>
                    <a:pt x="2766" y="664"/>
                    <a:pt x="3118" y="1047"/>
                    <a:pt x="3203" y="1501"/>
                  </a:cubicBezTo>
                  <a:cubicBezTo>
                    <a:pt x="3270" y="2035"/>
                    <a:pt x="2936" y="2569"/>
                    <a:pt x="2503" y="2836"/>
                  </a:cubicBezTo>
                  <a:cubicBezTo>
                    <a:pt x="2298" y="2962"/>
                    <a:pt x="2063" y="3028"/>
                    <a:pt x="1834" y="3028"/>
                  </a:cubicBezTo>
                  <a:cubicBezTo>
                    <a:pt x="1578" y="3028"/>
                    <a:pt x="1329" y="2945"/>
                    <a:pt x="1135" y="2769"/>
                  </a:cubicBezTo>
                  <a:cubicBezTo>
                    <a:pt x="768" y="2435"/>
                    <a:pt x="535" y="1902"/>
                    <a:pt x="701" y="1435"/>
                  </a:cubicBezTo>
                  <a:cubicBezTo>
                    <a:pt x="835" y="1134"/>
                    <a:pt x="1035" y="934"/>
                    <a:pt x="1302" y="734"/>
                  </a:cubicBezTo>
                  <a:cubicBezTo>
                    <a:pt x="1435" y="634"/>
                    <a:pt x="1569" y="567"/>
                    <a:pt x="1702" y="467"/>
                  </a:cubicBezTo>
                  <a:close/>
                  <a:moveTo>
                    <a:pt x="2069" y="0"/>
                  </a:moveTo>
                  <a:cubicBezTo>
                    <a:pt x="1369" y="200"/>
                    <a:pt x="635" y="501"/>
                    <a:pt x="301" y="1201"/>
                  </a:cubicBezTo>
                  <a:cubicBezTo>
                    <a:pt x="1" y="1835"/>
                    <a:pt x="201" y="2602"/>
                    <a:pt x="701" y="3102"/>
                  </a:cubicBezTo>
                  <a:cubicBezTo>
                    <a:pt x="1020" y="3421"/>
                    <a:pt x="1434" y="3573"/>
                    <a:pt x="1857" y="3573"/>
                  </a:cubicBezTo>
                  <a:cubicBezTo>
                    <a:pt x="2143" y="3573"/>
                    <a:pt x="2434" y="3504"/>
                    <a:pt x="2703" y="3369"/>
                  </a:cubicBezTo>
                  <a:cubicBezTo>
                    <a:pt x="3403" y="3036"/>
                    <a:pt x="3837" y="2302"/>
                    <a:pt x="3804" y="1501"/>
                  </a:cubicBezTo>
                  <a:cubicBezTo>
                    <a:pt x="3804" y="1001"/>
                    <a:pt x="3570" y="567"/>
                    <a:pt x="3170" y="267"/>
                  </a:cubicBezTo>
                  <a:cubicBezTo>
                    <a:pt x="2959" y="109"/>
                    <a:pt x="2685" y="13"/>
                    <a:pt x="2398" y="13"/>
                  </a:cubicBezTo>
                  <a:cubicBezTo>
                    <a:pt x="2322" y="13"/>
                    <a:pt x="2246" y="20"/>
                    <a:pt x="2169" y="34"/>
                  </a:cubicBezTo>
                  <a:cubicBezTo>
                    <a:pt x="2136" y="0"/>
                    <a:pt x="2102" y="0"/>
                    <a:pt x="2069" y="0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24" name="Google Shape;3224;p69"/>
            <p:cNvSpPr/>
            <p:nvPr/>
          </p:nvSpPr>
          <p:spPr>
            <a:xfrm>
              <a:off x="7667352" y="2192464"/>
              <a:ext cx="87792" cy="77408"/>
            </a:xfrm>
            <a:custGeom>
              <a:rect b="b" l="l" r="r" t="t"/>
              <a:pathLst>
                <a:path extrusionOk="0" h="3854" w="4371">
                  <a:moveTo>
                    <a:pt x="1902" y="469"/>
                  </a:moveTo>
                  <a:cubicBezTo>
                    <a:pt x="1721" y="620"/>
                    <a:pt x="1840" y="879"/>
                    <a:pt x="2036" y="879"/>
                  </a:cubicBezTo>
                  <a:cubicBezTo>
                    <a:pt x="2057" y="879"/>
                    <a:pt x="2079" y="876"/>
                    <a:pt x="2102" y="869"/>
                  </a:cubicBezTo>
                  <a:cubicBezTo>
                    <a:pt x="2194" y="851"/>
                    <a:pt x="2289" y="842"/>
                    <a:pt x="2385" y="842"/>
                  </a:cubicBezTo>
                  <a:cubicBezTo>
                    <a:pt x="2813" y="842"/>
                    <a:pt x="3258" y="1028"/>
                    <a:pt x="3503" y="1436"/>
                  </a:cubicBezTo>
                  <a:cubicBezTo>
                    <a:pt x="3770" y="1903"/>
                    <a:pt x="3670" y="2571"/>
                    <a:pt x="3270" y="2938"/>
                  </a:cubicBezTo>
                  <a:lnTo>
                    <a:pt x="3303" y="2938"/>
                  </a:lnTo>
                  <a:cubicBezTo>
                    <a:pt x="3040" y="3180"/>
                    <a:pt x="2692" y="3312"/>
                    <a:pt x="2347" y="3312"/>
                  </a:cubicBezTo>
                  <a:cubicBezTo>
                    <a:pt x="2123" y="3312"/>
                    <a:pt x="1899" y="3256"/>
                    <a:pt x="1702" y="3138"/>
                  </a:cubicBezTo>
                  <a:cubicBezTo>
                    <a:pt x="1402" y="2971"/>
                    <a:pt x="1168" y="2737"/>
                    <a:pt x="935" y="2471"/>
                  </a:cubicBezTo>
                  <a:cubicBezTo>
                    <a:pt x="801" y="2370"/>
                    <a:pt x="701" y="2237"/>
                    <a:pt x="668" y="2070"/>
                  </a:cubicBezTo>
                  <a:cubicBezTo>
                    <a:pt x="634" y="1937"/>
                    <a:pt x="701" y="1770"/>
                    <a:pt x="801" y="1637"/>
                  </a:cubicBezTo>
                  <a:cubicBezTo>
                    <a:pt x="968" y="1303"/>
                    <a:pt x="1268" y="1003"/>
                    <a:pt x="1535" y="769"/>
                  </a:cubicBezTo>
                  <a:cubicBezTo>
                    <a:pt x="1635" y="636"/>
                    <a:pt x="1769" y="569"/>
                    <a:pt x="1902" y="469"/>
                  </a:cubicBezTo>
                  <a:close/>
                  <a:moveTo>
                    <a:pt x="2268" y="1"/>
                  </a:moveTo>
                  <a:cubicBezTo>
                    <a:pt x="1539" y="1"/>
                    <a:pt x="946" y="611"/>
                    <a:pt x="534" y="1170"/>
                  </a:cubicBezTo>
                  <a:cubicBezTo>
                    <a:pt x="234" y="1503"/>
                    <a:pt x="1" y="2004"/>
                    <a:pt x="234" y="2437"/>
                  </a:cubicBezTo>
                  <a:cubicBezTo>
                    <a:pt x="334" y="2637"/>
                    <a:pt x="501" y="2804"/>
                    <a:pt x="668" y="2971"/>
                  </a:cubicBezTo>
                  <a:cubicBezTo>
                    <a:pt x="801" y="3138"/>
                    <a:pt x="968" y="3304"/>
                    <a:pt x="1135" y="3438"/>
                  </a:cubicBezTo>
                  <a:cubicBezTo>
                    <a:pt x="1497" y="3710"/>
                    <a:pt x="1938" y="3853"/>
                    <a:pt x="2377" y="3853"/>
                  </a:cubicBezTo>
                  <a:cubicBezTo>
                    <a:pt x="2747" y="3853"/>
                    <a:pt x="3116" y="3751"/>
                    <a:pt x="3436" y="3538"/>
                  </a:cubicBezTo>
                  <a:cubicBezTo>
                    <a:pt x="4104" y="3071"/>
                    <a:pt x="4370" y="2170"/>
                    <a:pt x="4104" y="1403"/>
                  </a:cubicBezTo>
                  <a:cubicBezTo>
                    <a:pt x="3870" y="803"/>
                    <a:pt x="3270" y="369"/>
                    <a:pt x="2669" y="336"/>
                  </a:cubicBezTo>
                  <a:cubicBezTo>
                    <a:pt x="2736" y="236"/>
                    <a:pt x="2736" y="69"/>
                    <a:pt x="2569" y="35"/>
                  </a:cubicBezTo>
                  <a:cubicBezTo>
                    <a:pt x="2466" y="12"/>
                    <a:pt x="2366" y="1"/>
                    <a:pt x="2268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25" name="Google Shape;3225;p69"/>
            <p:cNvSpPr/>
            <p:nvPr/>
          </p:nvSpPr>
          <p:spPr>
            <a:xfrm>
              <a:off x="7283468" y="2184149"/>
              <a:ext cx="96488" cy="76202"/>
            </a:xfrm>
            <a:custGeom>
              <a:rect b="b" l="l" r="r" t="t"/>
              <a:pathLst>
                <a:path extrusionOk="0" h="3794" w="4804">
                  <a:moveTo>
                    <a:pt x="1868" y="449"/>
                  </a:moveTo>
                  <a:lnTo>
                    <a:pt x="1868" y="449"/>
                  </a:lnTo>
                  <a:cubicBezTo>
                    <a:pt x="1787" y="639"/>
                    <a:pt x="1926" y="895"/>
                    <a:pt x="2123" y="895"/>
                  </a:cubicBezTo>
                  <a:cubicBezTo>
                    <a:pt x="2169" y="895"/>
                    <a:pt x="2218" y="881"/>
                    <a:pt x="2268" y="850"/>
                  </a:cubicBezTo>
                  <a:cubicBezTo>
                    <a:pt x="2368" y="787"/>
                    <a:pt x="2472" y="762"/>
                    <a:pt x="2576" y="762"/>
                  </a:cubicBezTo>
                  <a:cubicBezTo>
                    <a:pt x="2750" y="762"/>
                    <a:pt x="2923" y="833"/>
                    <a:pt x="3069" y="916"/>
                  </a:cubicBezTo>
                  <a:cubicBezTo>
                    <a:pt x="3336" y="1117"/>
                    <a:pt x="3603" y="1350"/>
                    <a:pt x="3803" y="1617"/>
                  </a:cubicBezTo>
                  <a:cubicBezTo>
                    <a:pt x="4203" y="2117"/>
                    <a:pt x="3703" y="2718"/>
                    <a:pt x="3269" y="2985"/>
                  </a:cubicBezTo>
                  <a:lnTo>
                    <a:pt x="3236" y="2985"/>
                  </a:lnTo>
                  <a:cubicBezTo>
                    <a:pt x="2951" y="3138"/>
                    <a:pt x="2608" y="3219"/>
                    <a:pt x="2275" y="3219"/>
                  </a:cubicBezTo>
                  <a:cubicBezTo>
                    <a:pt x="2100" y="3219"/>
                    <a:pt x="1928" y="3197"/>
                    <a:pt x="1768" y="3151"/>
                  </a:cubicBezTo>
                  <a:cubicBezTo>
                    <a:pt x="1234" y="3018"/>
                    <a:pt x="634" y="2584"/>
                    <a:pt x="600" y="1984"/>
                  </a:cubicBezTo>
                  <a:cubicBezTo>
                    <a:pt x="600" y="1217"/>
                    <a:pt x="1234" y="716"/>
                    <a:pt x="1868" y="449"/>
                  </a:cubicBezTo>
                  <a:close/>
                  <a:moveTo>
                    <a:pt x="1919" y="1"/>
                  </a:moveTo>
                  <a:cubicBezTo>
                    <a:pt x="1894" y="1"/>
                    <a:pt x="1866" y="5"/>
                    <a:pt x="1835" y="16"/>
                  </a:cubicBezTo>
                  <a:cubicBezTo>
                    <a:pt x="1067" y="316"/>
                    <a:pt x="267" y="850"/>
                    <a:pt x="133" y="1750"/>
                  </a:cubicBezTo>
                  <a:cubicBezTo>
                    <a:pt x="0" y="2618"/>
                    <a:pt x="634" y="3318"/>
                    <a:pt x="1368" y="3618"/>
                  </a:cubicBezTo>
                  <a:cubicBezTo>
                    <a:pt x="1657" y="3734"/>
                    <a:pt x="1978" y="3793"/>
                    <a:pt x="2301" y="3793"/>
                  </a:cubicBezTo>
                  <a:cubicBezTo>
                    <a:pt x="2721" y="3793"/>
                    <a:pt x="3144" y="3693"/>
                    <a:pt x="3503" y="3485"/>
                  </a:cubicBezTo>
                  <a:cubicBezTo>
                    <a:pt x="4203" y="3118"/>
                    <a:pt x="4803" y="2251"/>
                    <a:pt x="4403" y="1450"/>
                  </a:cubicBezTo>
                  <a:cubicBezTo>
                    <a:pt x="4270" y="1217"/>
                    <a:pt x="4103" y="1050"/>
                    <a:pt x="3903" y="883"/>
                  </a:cubicBezTo>
                  <a:cubicBezTo>
                    <a:pt x="3736" y="683"/>
                    <a:pt x="3569" y="550"/>
                    <a:pt x="3369" y="416"/>
                  </a:cubicBezTo>
                  <a:cubicBezTo>
                    <a:pt x="3135" y="246"/>
                    <a:pt x="2847" y="144"/>
                    <a:pt x="2557" y="144"/>
                  </a:cubicBezTo>
                  <a:cubicBezTo>
                    <a:pt x="2391" y="144"/>
                    <a:pt x="2225" y="177"/>
                    <a:pt x="2068" y="249"/>
                  </a:cubicBezTo>
                  <a:cubicBezTo>
                    <a:pt x="2096" y="137"/>
                    <a:pt x="2053" y="1"/>
                    <a:pt x="1919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26" name="Google Shape;3226;p69"/>
            <p:cNvSpPr/>
            <p:nvPr/>
          </p:nvSpPr>
          <p:spPr>
            <a:xfrm>
              <a:off x="6884158" y="2186358"/>
              <a:ext cx="99180" cy="76745"/>
            </a:xfrm>
            <a:custGeom>
              <a:rect b="b" l="l" r="r" t="t"/>
              <a:pathLst>
                <a:path extrusionOk="0" h="3821" w="4938">
                  <a:moveTo>
                    <a:pt x="1535" y="740"/>
                  </a:moveTo>
                  <a:cubicBezTo>
                    <a:pt x="1568" y="840"/>
                    <a:pt x="1635" y="873"/>
                    <a:pt x="1768" y="907"/>
                  </a:cubicBezTo>
                  <a:cubicBezTo>
                    <a:pt x="2025" y="907"/>
                    <a:pt x="2306" y="882"/>
                    <a:pt x="2583" y="882"/>
                  </a:cubicBezTo>
                  <a:cubicBezTo>
                    <a:pt x="3027" y="882"/>
                    <a:pt x="3462" y="945"/>
                    <a:pt x="3770" y="1273"/>
                  </a:cubicBezTo>
                  <a:cubicBezTo>
                    <a:pt x="4237" y="1774"/>
                    <a:pt x="3870" y="2408"/>
                    <a:pt x="3403" y="2741"/>
                  </a:cubicBezTo>
                  <a:lnTo>
                    <a:pt x="3403" y="2775"/>
                  </a:lnTo>
                  <a:cubicBezTo>
                    <a:pt x="3052" y="3032"/>
                    <a:pt x="2571" y="3223"/>
                    <a:pt x="2096" y="3223"/>
                  </a:cubicBezTo>
                  <a:cubicBezTo>
                    <a:pt x="1893" y="3223"/>
                    <a:pt x="1691" y="3188"/>
                    <a:pt x="1501" y="3108"/>
                  </a:cubicBezTo>
                  <a:cubicBezTo>
                    <a:pt x="968" y="2908"/>
                    <a:pt x="601" y="2274"/>
                    <a:pt x="801" y="1674"/>
                  </a:cubicBezTo>
                  <a:cubicBezTo>
                    <a:pt x="934" y="1307"/>
                    <a:pt x="1201" y="1007"/>
                    <a:pt x="1535" y="740"/>
                  </a:cubicBezTo>
                  <a:close/>
                  <a:moveTo>
                    <a:pt x="2533" y="1"/>
                  </a:moveTo>
                  <a:cubicBezTo>
                    <a:pt x="2523" y="1"/>
                    <a:pt x="2513" y="2"/>
                    <a:pt x="2502" y="6"/>
                  </a:cubicBezTo>
                  <a:cubicBezTo>
                    <a:pt x="1635" y="106"/>
                    <a:pt x="801" y="540"/>
                    <a:pt x="400" y="1340"/>
                  </a:cubicBezTo>
                  <a:cubicBezTo>
                    <a:pt x="0" y="2107"/>
                    <a:pt x="334" y="3008"/>
                    <a:pt x="1001" y="3475"/>
                  </a:cubicBezTo>
                  <a:cubicBezTo>
                    <a:pt x="1332" y="3716"/>
                    <a:pt x="1730" y="3821"/>
                    <a:pt x="2136" y="3821"/>
                  </a:cubicBezTo>
                  <a:cubicBezTo>
                    <a:pt x="2629" y="3821"/>
                    <a:pt x="3133" y="3665"/>
                    <a:pt x="3536" y="3408"/>
                  </a:cubicBezTo>
                  <a:cubicBezTo>
                    <a:pt x="4303" y="2975"/>
                    <a:pt x="4937" y="2074"/>
                    <a:pt x="4503" y="1173"/>
                  </a:cubicBezTo>
                  <a:cubicBezTo>
                    <a:pt x="4170" y="440"/>
                    <a:pt x="3403" y="206"/>
                    <a:pt x="2635" y="206"/>
                  </a:cubicBezTo>
                  <a:cubicBezTo>
                    <a:pt x="2665" y="117"/>
                    <a:pt x="2615" y="1"/>
                    <a:pt x="2533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27" name="Google Shape;3227;p69"/>
            <p:cNvSpPr/>
            <p:nvPr/>
          </p:nvSpPr>
          <p:spPr>
            <a:xfrm>
              <a:off x="6502925" y="2191259"/>
              <a:ext cx="90483" cy="73029"/>
            </a:xfrm>
            <a:custGeom>
              <a:rect b="b" l="l" r="r" t="t"/>
              <a:pathLst>
                <a:path extrusionOk="0" h="3636" w="4505">
                  <a:moveTo>
                    <a:pt x="2449" y="688"/>
                  </a:moveTo>
                  <a:cubicBezTo>
                    <a:pt x="2761" y="688"/>
                    <a:pt x="3070" y="779"/>
                    <a:pt x="3303" y="996"/>
                  </a:cubicBezTo>
                  <a:cubicBezTo>
                    <a:pt x="3704" y="1363"/>
                    <a:pt x="3837" y="1997"/>
                    <a:pt x="3503" y="2430"/>
                  </a:cubicBezTo>
                  <a:cubicBezTo>
                    <a:pt x="3191" y="2821"/>
                    <a:pt x="2675" y="3008"/>
                    <a:pt x="2195" y="3008"/>
                  </a:cubicBezTo>
                  <a:cubicBezTo>
                    <a:pt x="2059" y="3008"/>
                    <a:pt x="1927" y="2993"/>
                    <a:pt x="1802" y="2964"/>
                  </a:cubicBezTo>
                  <a:cubicBezTo>
                    <a:pt x="1202" y="2831"/>
                    <a:pt x="668" y="2330"/>
                    <a:pt x="735" y="1663"/>
                  </a:cubicBezTo>
                  <a:cubicBezTo>
                    <a:pt x="768" y="1330"/>
                    <a:pt x="968" y="1096"/>
                    <a:pt x="1202" y="863"/>
                  </a:cubicBezTo>
                  <a:cubicBezTo>
                    <a:pt x="1266" y="927"/>
                    <a:pt x="1345" y="964"/>
                    <a:pt x="1428" y="964"/>
                  </a:cubicBezTo>
                  <a:cubicBezTo>
                    <a:pt x="1474" y="964"/>
                    <a:pt x="1521" y="953"/>
                    <a:pt x="1569" y="929"/>
                  </a:cubicBezTo>
                  <a:cubicBezTo>
                    <a:pt x="1819" y="779"/>
                    <a:pt x="2136" y="688"/>
                    <a:pt x="2449" y="688"/>
                  </a:cubicBezTo>
                  <a:close/>
                  <a:moveTo>
                    <a:pt x="2449" y="1"/>
                  </a:moveTo>
                  <a:cubicBezTo>
                    <a:pt x="2030" y="1"/>
                    <a:pt x="1603" y="117"/>
                    <a:pt x="1235" y="329"/>
                  </a:cubicBezTo>
                  <a:cubicBezTo>
                    <a:pt x="1202" y="362"/>
                    <a:pt x="1168" y="396"/>
                    <a:pt x="1168" y="429"/>
                  </a:cubicBezTo>
                  <a:cubicBezTo>
                    <a:pt x="735" y="629"/>
                    <a:pt x="401" y="929"/>
                    <a:pt x="268" y="1396"/>
                  </a:cubicBezTo>
                  <a:cubicBezTo>
                    <a:pt x="1" y="2297"/>
                    <a:pt x="568" y="3164"/>
                    <a:pt x="1369" y="3498"/>
                  </a:cubicBezTo>
                  <a:cubicBezTo>
                    <a:pt x="1616" y="3591"/>
                    <a:pt x="1887" y="3636"/>
                    <a:pt x="2160" y="3636"/>
                  </a:cubicBezTo>
                  <a:cubicBezTo>
                    <a:pt x="2771" y="3636"/>
                    <a:pt x="3399" y="3412"/>
                    <a:pt x="3837" y="2998"/>
                  </a:cubicBezTo>
                  <a:cubicBezTo>
                    <a:pt x="4504" y="2397"/>
                    <a:pt x="4471" y="1396"/>
                    <a:pt x="3937" y="696"/>
                  </a:cubicBezTo>
                  <a:cubicBezTo>
                    <a:pt x="3572" y="215"/>
                    <a:pt x="3019" y="1"/>
                    <a:pt x="2449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28" name="Google Shape;3228;p69"/>
            <p:cNvSpPr/>
            <p:nvPr/>
          </p:nvSpPr>
          <p:spPr>
            <a:xfrm>
              <a:off x="6113677" y="2201703"/>
              <a:ext cx="102534" cy="81364"/>
            </a:xfrm>
            <a:custGeom>
              <a:rect b="b" l="l" r="r" t="t"/>
              <a:pathLst>
                <a:path extrusionOk="0" h="4051" w="5105">
                  <a:moveTo>
                    <a:pt x="2135" y="743"/>
                  </a:moveTo>
                  <a:cubicBezTo>
                    <a:pt x="2669" y="810"/>
                    <a:pt x="3236" y="843"/>
                    <a:pt x="3670" y="1110"/>
                  </a:cubicBezTo>
                  <a:cubicBezTo>
                    <a:pt x="4170" y="1443"/>
                    <a:pt x="4270" y="2044"/>
                    <a:pt x="4037" y="2578"/>
                  </a:cubicBezTo>
                  <a:lnTo>
                    <a:pt x="4003" y="2578"/>
                  </a:lnTo>
                  <a:cubicBezTo>
                    <a:pt x="3748" y="3089"/>
                    <a:pt x="3251" y="3334"/>
                    <a:pt x="2718" y="3334"/>
                  </a:cubicBezTo>
                  <a:cubicBezTo>
                    <a:pt x="2624" y="3334"/>
                    <a:pt x="2530" y="3326"/>
                    <a:pt x="2436" y="3311"/>
                  </a:cubicBezTo>
                  <a:cubicBezTo>
                    <a:pt x="1868" y="3245"/>
                    <a:pt x="868" y="2778"/>
                    <a:pt x="1001" y="2077"/>
                  </a:cubicBezTo>
                  <a:cubicBezTo>
                    <a:pt x="1035" y="1677"/>
                    <a:pt x="1335" y="1310"/>
                    <a:pt x="1635" y="1077"/>
                  </a:cubicBezTo>
                  <a:cubicBezTo>
                    <a:pt x="1802" y="910"/>
                    <a:pt x="1969" y="810"/>
                    <a:pt x="2135" y="743"/>
                  </a:cubicBezTo>
                  <a:close/>
                  <a:moveTo>
                    <a:pt x="2586" y="1"/>
                  </a:moveTo>
                  <a:cubicBezTo>
                    <a:pt x="2327" y="1"/>
                    <a:pt x="2069" y="42"/>
                    <a:pt x="1835" y="143"/>
                  </a:cubicBezTo>
                  <a:cubicBezTo>
                    <a:pt x="1768" y="176"/>
                    <a:pt x="1702" y="243"/>
                    <a:pt x="1668" y="309"/>
                  </a:cubicBezTo>
                  <a:cubicBezTo>
                    <a:pt x="1101" y="610"/>
                    <a:pt x="668" y="1043"/>
                    <a:pt x="434" y="1644"/>
                  </a:cubicBezTo>
                  <a:cubicBezTo>
                    <a:pt x="0" y="2678"/>
                    <a:pt x="868" y="3545"/>
                    <a:pt x="1768" y="3879"/>
                  </a:cubicBezTo>
                  <a:cubicBezTo>
                    <a:pt x="2072" y="3991"/>
                    <a:pt x="2398" y="4050"/>
                    <a:pt x="2721" y="4050"/>
                  </a:cubicBezTo>
                  <a:cubicBezTo>
                    <a:pt x="3358" y="4050"/>
                    <a:pt x="3983" y="3820"/>
                    <a:pt x="4404" y="3311"/>
                  </a:cubicBezTo>
                  <a:cubicBezTo>
                    <a:pt x="4971" y="2611"/>
                    <a:pt x="5104" y="1577"/>
                    <a:pt x="4504" y="843"/>
                  </a:cubicBezTo>
                  <a:cubicBezTo>
                    <a:pt x="4237" y="476"/>
                    <a:pt x="3803" y="209"/>
                    <a:pt x="3336" y="109"/>
                  </a:cubicBezTo>
                  <a:cubicBezTo>
                    <a:pt x="3103" y="42"/>
                    <a:pt x="2844" y="1"/>
                    <a:pt x="2586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29" name="Google Shape;3229;p69"/>
            <p:cNvSpPr/>
            <p:nvPr/>
          </p:nvSpPr>
          <p:spPr>
            <a:xfrm>
              <a:off x="5741844" y="2203149"/>
              <a:ext cx="82429" cy="70940"/>
            </a:xfrm>
            <a:custGeom>
              <a:rect b="b" l="l" r="r" t="t"/>
              <a:pathLst>
                <a:path extrusionOk="0" h="3532" w="4104">
                  <a:moveTo>
                    <a:pt x="2624" y="607"/>
                  </a:moveTo>
                  <a:cubicBezTo>
                    <a:pt x="2810" y="607"/>
                    <a:pt x="2979" y="669"/>
                    <a:pt x="3102" y="838"/>
                  </a:cubicBezTo>
                  <a:cubicBezTo>
                    <a:pt x="3436" y="1238"/>
                    <a:pt x="3269" y="1872"/>
                    <a:pt x="2969" y="2239"/>
                  </a:cubicBezTo>
                  <a:cubicBezTo>
                    <a:pt x="2652" y="2650"/>
                    <a:pt x="2095" y="2942"/>
                    <a:pt x="1583" y="2942"/>
                  </a:cubicBezTo>
                  <a:cubicBezTo>
                    <a:pt x="1556" y="2942"/>
                    <a:pt x="1528" y="2941"/>
                    <a:pt x="1501" y="2939"/>
                  </a:cubicBezTo>
                  <a:cubicBezTo>
                    <a:pt x="1234" y="2939"/>
                    <a:pt x="968" y="2873"/>
                    <a:pt x="801" y="2672"/>
                  </a:cubicBezTo>
                  <a:cubicBezTo>
                    <a:pt x="601" y="2472"/>
                    <a:pt x="567" y="2139"/>
                    <a:pt x="634" y="1872"/>
                  </a:cubicBezTo>
                  <a:cubicBezTo>
                    <a:pt x="701" y="1505"/>
                    <a:pt x="934" y="1171"/>
                    <a:pt x="1234" y="938"/>
                  </a:cubicBezTo>
                  <a:cubicBezTo>
                    <a:pt x="1278" y="1002"/>
                    <a:pt x="1348" y="1039"/>
                    <a:pt x="1420" y="1039"/>
                  </a:cubicBezTo>
                  <a:cubicBezTo>
                    <a:pt x="1460" y="1039"/>
                    <a:pt x="1499" y="1028"/>
                    <a:pt x="1535" y="1005"/>
                  </a:cubicBezTo>
                  <a:cubicBezTo>
                    <a:pt x="1822" y="850"/>
                    <a:pt x="2257" y="607"/>
                    <a:pt x="2624" y="607"/>
                  </a:cubicBezTo>
                  <a:close/>
                  <a:moveTo>
                    <a:pt x="2651" y="1"/>
                  </a:moveTo>
                  <a:cubicBezTo>
                    <a:pt x="2624" y="1"/>
                    <a:pt x="2596" y="2"/>
                    <a:pt x="2569" y="4"/>
                  </a:cubicBezTo>
                  <a:cubicBezTo>
                    <a:pt x="2235" y="4"/>
                    <a:pt x="1935" y="137"/>
                    <a:pt x="1701" y="304"/>
                  </a:cubicBezTo>
                  <a:cubicBezTo>
                    <a:pt x="1034" y="404"/>
                    <a:pt x="467" y="871"/>
                    <a:pt x="200" y="1505"/>
                  </a:cubicBezTo>
                  <a:cubicBezTo>
                    <a:pt x="34" y="1939"/>
                    <a:pt x="0" y="2406"/>
                    <a:pt x="200" y="2806"/>
                  </a:cubicBezTo>
                  <a:cubicBezTo>
                    <a:pt x="401" y="3173"/>
                    <a:pt x="734" y="3373"/>
                    <a:pt x="1101" y="3473"/>
                  </a:cubicBezTo>
                  <a:cubicBezTo>
                    <a:pt x="1254" y="3513"/>
                    <a:pt x="1412" y="3532"/>
                    <a:pt x="1570" y="3532"/>
                  </a:cubicBezTo>
                  <a:cubicBezTo>
                    <a:pt x="2202" y="3532"/>
                    <a:pt x="2842" y="3233"/>
                    <a:pt x="3269" y="2806"/>
                  </a:cubicBezTo>
                  <a:cubicBezTo>
                    <a:pt x="3836" y="2239"/>
                    <a:pt x="4103" y="1338"/>
                    <a:pt x="3703" y="604"/>
                  </a:cubicBezTo>
                  <a:cubicBezTo>
                    <a:pt x="3484" y="229"/>
                    <a:pt x="3061" y="1"/>
                    <a:pt x="2651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30" name="Google Shape;3230;p69"/>
            <p:cNvSpPr/>
            <p:nvPr/>
          </p:nvSpPr>
          <p:spPr>
            <a:xfrm>
              <a:off x="8076705" y="2797203"/>
              <a:ext cx="77066" cy="71543"/>
            </a:xfrm>
            <a:custGeom>
              <a:rect b="b" l="l" r="r" t="t"/>
              <a:pathLst>
                <a:path extrusionOk="0" h="3562" w="3837">
                  <a:moveTo>
                    <a:pt x="1702" y="482"/>
                  </a:moveTo>
                  <a:cubicBezTo>
                    <a:pt x="1729" y="618"/>
                    <a:pt x="1869" y="733"/>
                    <a:pt x="2010" y="733"/>
                  </a:cubicBezTo>
                  <a:cubicBezTo>
                    <a:pt x="2041" y="733"/>
                    <a:pt x="2072" y="727"/>
                    <a:pt x="2102" y="715"/>
                  </a:cubicBezTo>
                  <a:cubicBezTo>
                    <a:pt x="2181" y="691"/>
                    <a:pt x="2259" y="679"/>
                    <a:pt x="2334" y="679"/>
                  </a:cubicBezTo>
                  <a:cubicBezTo>
                    <a:pt x="2766" y="679"/>
                    <a:pt x="3118" y="1061"/>
                    <a:pt x="3203" y="1516"/>
                  </a:cubicBezTo>
                  <a:cubicBezTo>
                    <a:pt x="3270" y="2049"/>
                    <a:pt x="2936" y="2583"/>
                    <a:pt x="2503" y="2850"/>
                  </a:cubicBezTo>
                  <a:cubicBezTo>
                    <a:pt x="2299" y="2959"/>
                    <a:pt x="2067" y="3018"/>
                    <a:pt x="1839" y="3018"/>
                  </a:cubicBezTo>
                  <a:cubicBezTo>
                    <a:pt x="1582" y="3018"/>
                    <a:pt x="1330" y="2943"/>
                    <a:pt x="1135" y="2783"/>
                  </a:cubicBezTo>
                  <a:cubicBezTo>
                    <a:pt x="768" y="2450"/>
                    <a:pt x="535" y="1916"/>
                    <a:pt x="701" y="1449"/>
                  </a:cubicBezTo>
                  <a:cubicBezTo>
                    <a:pt x="835" y="1149"/>
                    <a:pt x="1035" y="915"/>
                    <a:pt x="1302" y="749"/>
                  </a:cubicBezTo>
                  <a:cubicBezTo>
                    <a:pt x="1435" y="648"/>
                    <a:pt x="1569" y="548"/>
                    <a:pt x="1702" y="482"/>
                  </a:cubicBezTo>
                  <a:close/>
                  <a:moveTo>
                    <a:pt x="2098" y="1"/>
                  </a:moveTo>
                  <a:cubicBezTo>
                    <a:pt x="2089" y="1"/>
                    <a:pt x="2079" y="5"/>
                    <a:pt x="2069" y="15"/>
                  </a:cubicBezTo>
                  <a:cubicBezTo>
                    <a:pt x="1369" y="215"/>
                    <a:pt x="635" y="482"/>
                    <a:pt x="301" y="1182"/>
                  </a:cubicBezTo>
                  <a:cubicBezTo>
                    <a:pt x="1" y="1849"/>
                    <a:pt x="201" y="2617"/>
                    <a:pt x="701" y="3084"/>
                  </a:cubicBezTo>
                  <a:cubicBezTo>
                    <a:pt x="1028" y="3410"/>
                    <a:pt x="1454" y="3562"/>
                    <a:pt x="1888" y="3562"/>
                  </a:cubicBezTo>
                  <a:cubicBezTo>
                    <a:pt x="2164" y="3562"/>
                    <a:pt x="2444" y="3500"/>
                    <a:pt x="2703" y="3384"/>
                  </a:cubicBezTo>
                  <a:cubicBezTo>
                    <a:pt x="3403" y="3050"/>
                    <a:pt x="3837" y="2283"/>
                    <a:pt x="3804" y="1516"/>
                  </a:cubicBezTo>
                  <a:cubicBezTo>
                    <a:pt x="3804" y="1015"/>
                    <a:pt x="3570" y="582"/>
                    <a:pt x="3170" y="282"/>
                  </a:cubicBezTo>
                  <a:cubicBezTo>
                    <a:pt x="2959" y="123"/>
                    <a:pt x="2685" y="27"/>
                    <a:pt x="2398" y="27"/>
                  </a:cubicBezTo>
                  <a:cubicBezTo>
                    <a:pt x="2322" y="27"/>
                    <a:pt x="2246" y="34"/>
                    <a:pt x="2169" y="48"/>
                  </a:cubicBezTo>
                  <a:cubicBezTo>
                    <a:pt x="2146" y="24"/>
                    <a:pt x="2122" y="1"/>
                    <a:pt x="2098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31" name="Google Shape;3231;p69"/>
            <p:cNvSpPr/>
            <p:nvPr/>
          </p:nvSpPr>
          <p:spPr>
            <a:xfrm>
              <a:off x="7660724" y="2794231"/>
              <a:ext cx="94420" cy="77548"/>
            </a:xfrm>
            <a:custGeom>
              <a:rect b="b" l="l" r="r" t="t"/>
              <a:pathLst>
                <a:path extrusionOk="0" h="3861" w="4701">
                  <a:moveTo>
                    <a:pt x="2556" y="742"/>
                  </a:moveTo>
                  <a:cubicBezTo>
                    <a:pt x="3062" y="742"/>
                    <a:pt x="3572" y="969"/>
                    <a:pt x="3833" y="1430"/>
                  </a:cubicBezTo>
                  <a:cubicBezTo>
                    <a:pt x="4100" y="1897"/>
                    <a:pt x="4000" y="2564"/>
                    <a:pt x="3633" y="2931"/>
                  </a:cubicBezTo>
                  <a:cubicBezTo>
                    <a:pt x="3377" y="3188"/>
                    <a:pt x="3039" y="3316"/>
                    <a:pt x="2702" y="3316"/>
                  </a:cubicBezTo>
                  <a:cubicBezTo>
                    <a:pt x="2469" y="3316"/>
                    <a:pt x="2237" y="3254"/>
                    <a:pt x="2032" y="3131"/>
                  </a:cubicBezTo>
                  <a:cubicBezTo>
                    <a:pt x="1498" y="2865"/>
                    <a:pt x="998" y="2298"/>
                    <a:pt x="1198" y="1664"/>
                  </a:cubicBezTo>
                  <a:cubicBezTo>
                    <a:pt x="1378" y="1052"/>
                    <a:pt x="1965" y="742"/>
                    <a:pt x="2556" y="742"/>
                  </a:cubicBezTo>
                  <a:close/>
                  <a:moveTo>
                    <a:pt x="2617" y="0"/>
                  </a:moveTo>
                  <a:cubicBezTo>
                    <a:pt x="1275" y="0"/>
                    <a:pt x="0" y="1905"/>
                    <a:pt x="998" y="2965"/>
                  </a:cubicBezTo>
                  <a:cubicBezTo>
                    <a:pt x="1131" y="3131"/>
                    <a:pt x="1298" y="3298"/>
                    <a:pt x="1498" y="3432"/>
                  </a:cubicBezTo>
                  <a:cubicBezTo>
                    <a:pt x="1846" y="3707"/>
                    <a:pt x="2285" y="3861"/>
                    <a:pt x="2726" y="3861"/>
                  </a:cubicBezTo>
                  <a:cubicBezTo>
                    <a:pt x="3088" y="3861"/>
                    <a:pt x="3451" y="3757"/>
                    <a:pt x="3766" y="3532"/>
                  </a:cubicBezTo>
                  <a:cubicBezTo>
                    <a:pt x="4434" y="3065"/>
                    <a:pt x="4700" y="2164"/>
                    <a:pt x="4434" y="1397"/>
                  </a:cubicBezTo>
                  <a:cubicBezTo>
                    <a:pt x="4200" y="796"/>
                    <a:pt x="3600" y="363"/>
                    <a:pt x="2999" y="329"/>
                  </a:cubicBezTo>
                  <a:cubicBezTo>
                    <a:pt x="3066" y="229"/>
                    <a:pt x="3066" y="63"/>
                    <a:pt x="2899" y="29"/>
                  </a:cubicBezTo>
                  <a:cubicBezTo>
                    <a:pt x="2805" y="10"/>
                    <a:pt x="2711" y="0"/>
                    <a:pt x="2617" y="0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32" name="Google Shape;3232;p69"/>
            <p:cNvSpPr/>
            <p:nvPr/>
          </p:nvSpPr>
          <p:spPr>
            <a:xfrm>
              <a:off x="7283468" y="2795175"/>
              <a:ext cx="96488" cy="76082"/>
            </a:xfrm>
            <a:custGeom>
              <a:rect b="b" l="l" r="r" t="t"/>
              <a:pathLst>
                <a:path extrusionOk="0" h="3788" w="4804">
                  <a:moveTo>
                    <a:pt x="1868" y="416"/>
                  </a:moveTo>
                  <a:cubicBezTo>
                    <a:pt x="1789" y="626"/>
                    <a:pt x="1917" y="877"/>
                    <a:pt x="2105" y="877"/>
                  </a:cubicBezTo>
                  <a:cubicBezTo>
                    <a:pt x="2156" y="877"/>
                    <a:pt x="2211" y="859"/>
                    <a:pt x="2268" y="816"/>
                  </a:cubicBezTo>
                  <a:cubicBezTo>
                    <a:pt x="2365" y="756"/>
                    <a:pt x="2466" y="730"/>
                    <a:pt x="2566" y="730"/>
                  </a:cubicBezTo>
                  <a:cubicBezTo>
                    <a:pt x="2744" y="730"/>
                    <a:pt x="2920" y="810"/>
                    <a:pt x="3069" y="916"/>
                  </a:cubicBezTo>
                  <a:cubicBezTo>
                    <a:pt x="3336" y="1083"/>
                    <a:pt x="3603" y="1350"/>
                    <a:pt x="3803" y="1583"/>
                  </a:cubicBezTo>
                  <a:cubicBezTo>
                    <a:pt x="4203" y="2117"/>
                    <a:pt x="3703" y="2684"/>
                    <a:pt x="3269" y="2951"/>
                  </a:cubicBezTo>
                  <a:lnTo>
                    <a:pt x="3236" y="2951"/>
                  </a:lnTo>
                  <a:cubicBezTo>
                    <a:pt x="2947" y="3129"/>
                    <a:pt x="2598" y="3218"/>
                    <a:pt x="2260" y="3218"/>
                  </a:cubicBezTo>
                  <a:cubicBezTo>
                    <a:pt x="2090" y="3218"/>
                    <a:pt x="1924" y="3196"/>
                    <a:pt x="1768" y="3151"/>
                  </a:cubicBezTo>
                  <a:cubicBezTo>
                    <a:pt x="1234" y="3018"/>
                    <a:pt x="634" y="2584"/>
                    <a:pt x="600" y="1984"/>
                  </a:cubicBezTo>
                  <a:cubicBezTo>
                    <a:pt x="600" y="1216"/>
                    <a:pt x="1234" y="716"/>
                    <a:pt x="1868" y="416"/>
                  </a:cubicBezTo>
                  <a:close/>
                  <a:moveTo>
                    <a:pt x="1919" y="0"/>
                  </a:moveTo>
                  <a:cubicBezTo>
                    <a:pt x="1894" y="0"/>
                    <a:pt x="1866" y="5"/>
                    <a:pt x="1835" y="16"/>
                  </a:cubicBezTo>
                  <a:cubicBezTo>
                    <a:pt x="1067" y="316"/>
                    <a:pt x="267" y="850"/>
                    <a:pt x="133" y="1750"/>
                  </a:cubicBezTo>
                  <a:cubicBezTo>
                    <a:pt x="0" y="2584"/>
                    <a:pt x="634" y="3285"/>
                    <a:pt x="1368" y="3585"/>
                  </a:cubicBezTo>
                  <a:cubicBezTo>
                    <a:pt x="1668" y="3720"/>
                    <a:pt x="2002" y="3787"/>
                    <a:pt x="2336" y="3787"/>
                  </a:cubicBezTo>
                  <a:cubicBezTo>
                    <a:pt x="2745" y="3787"/>
                    <a:pt x="3154" y="3687"/>
                    <a:pt x="3503" y="3485"/>
                  </a:cubicBezTo>
                  <a:cubicBezTo>
                    <a:pt x="4203" y="3118"/>
                    <a:pt x="4803" y="2251"/>
                    <a:pt x="4403" y="1450"/>
                  </a:cubicBezTo>
                  <a:cubicBezTo>
                    <a:pt x="4270" y="1216"/>
                    <a:pt x="4103" y="1016"/>
                    <a:pt x="3903" y="850"/>
                  </a:cubicBezTo>
                  <a:cubicBezTo>
                    <a:pt x="3736" y="683"/>
                    <a:pt x="3569" y="516"/>
                    <a:pt x="3369" y="383"/>
                  </a:cubicBezTo>
                  <a:cubicBezTo>
                    <a:pt x="3139" y="236"/>
                    <a:pt x="2855" y="142"/>
                    <a:pt x="2569" y="142"/>
                  </a:cubicBezTo>
                  <a:cubicBezTo>
                    <a:pt x="2400" y="142"/>
                    <a:pt x="2229" y="175"/>
                    <a:pt x="2068" y="249"/>
                  </a:cubicBezTo>
                  <a:cubicBezTo>
                    <a:pt x="2096" y="137"/>
                    <a:pt x="2053" y="0"/>
                    <a:pt x="1919" y="0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33" name="Google Shape;3233;p69"/>
            <p:cNvSpPr/>
            <p:nvPr/>
          </p:nvSpPr>
          <p:spPr>
            <a:xfrm>
              <a:off x="6884158" y="2794713"/>
              <a:ext cx="99180" cy="76745"/>
            </a:xfrm>
            <a:custGeom>
              <a:rect b="b" l="l" r="r" t="t"/>
              <a:pathLst>
                <a:path extrusionOk="0" h="3821" w="4938">
                  <a:moveTo>
                    <a:pt x="1535" y="739"/>
                  </a:moveTo>
                  <a:cubicBezTo>
                    <a:pt x="1568" y="839"/>
                    <a:pt x="1635" y="873"/>
                    <a:pt x="1768" y="906"/>
                  </a:cubicBezTo>
                  <a:cubicBezTo>
                    <a:pt x="2025" y="906"/>
                    <a:pt x="2306" y="881"/>
                    <a:pt x="2583" y="881"/>
                  </a:cubicBezTo>
                  <a:cubicBezTo>
                    <a:pt x="3027" y="881"/>
                    <a:pt x="3462" y="944"/>
                    <a:pt x="3770" y="1273"/>
                  </a:cubicBezTo>
                  <a:cubicBezTo>
                    <a:pt x="4237" y="1773"/>
                    <a:pt x="3870" y="2407"/>
                    <a:pt x="3403" y="2741"/>
                  </a:cubicBezTo>
                  <a:lnTo>
                    <a:pt x="3403" y="2774"/>
                  </a:lnTo>
                  <a:cubicBezTo>
                    <a:pt x="3052" y="3031"/>
                    <a:pt x="2571" y="3222"/>
                    <a:pt x="2096" y="3222"/>
                  </a:cubicBezTo>
                  <a:cubicBezTo>
                    <a:pt x="1893" y="3222"/>
                    <a:pt x="1691" y="3187"/>
                    <a:pt x="1501" y="3107"/>
                  </a:cubicBezTo>
                  <a:cubicBezTo>
                    <a:pt x="968" y="2907"/>
                    <a:pt x="601" y="2274"/>
                    <a:pt x="801" y="1673"/>
                  </a:cubicBezTo>
                  <a:cubicBezTo>
                    <a:pt x="934" y="1306"/>
                    <a:pt x="1201" y="1006"/>
                    <a:pt x="1535" y="739"/>
                  </a:cubicBezTo>
                  <a:close/>
                  <a:moveTo>
                    <a:pt x="2533" y="0"/>
                  </a:moveTo>
                  <a:cubicBezTo>
                    <a:pt x="2523" y="0"/>
                    <a:pt x="2513" y="2"/>
                    <a:pt x="2502" y="5"/>
                  </a:cubicBezTo>
                  <a:cubicBezTo>
                    <a:pt x="1635" y="105"/>
                    <a:pt x="801" y="539"/>
                    <a:pt x="400" y="1340"/>
                  </a:cubicBezTo>
                  <a:cubicBezTo>
                    <a:pt x="0" y="2107"/>
                    <a:pt x="334" y="3007"/>
                    <a:pt x="1001" y="3474"/>
                  </a:cubicBezTo>
                  <a:cubicBezTo>
                    <a:pt x="1332" y="3715"/>
                    <a:pt x="1730" y="3820"/>
                    <a:pt x="2136" y="3820"/>
                  </a:cubicBezTo>
                  <a:cubicBezTo>
                    <a:pt x="2629" y="3820"/>
                    <a:pt x="3133" y="3664"/>
                    <a:pt x="3536" y="3408"/>
                  </a:cubicBezTo>
                  <a:cubicBezTo>
                    <a:pt x="4303" y="2974"/>
                    <a:pt x="4937" y="2073"/>
                    <a:pt x="4503" y="1173"/>
                  </a:cubicBezTo>
                  <a:cubicBezTo>
                    <a:pt x="4170" y="439"/>
                    <a:pt x="3403" y="205"/>
                    <a:pt x="2635" y="205"/>
                  </a:cubicBezTo>
                  <a:cubicBezTo>
                    <a:pt x="2665" y="116"/>
                    <a:pt x="2615" y="0"/>
                    <a:pt x="2533" y="0"/>
                  </a:cubicBezTo>
                  <a:close/>
                </a:path>
              </a:pathLst>
            </a:custGeom>
            <a:solidFill>
              <a:srgbClr val="77457D"/>
            </a:solidFill>
            <a:ln cap="flat" cmpd="sng" w="53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34" name="Google Shape;3234;p69"/>
            <p:cNvSpPr/>
            <p:nvPr/>
          </p:nvSpPr>
          <p:spPr>
            <a:xfrm>
              <a:off x="6502925" y="2796641"/>
              <a:ext cx="90483" cy="72808"/>
            </a:xfrm>
            <a:custGeom>
              <a:rect b="b" l="l" r="r" t="t"/>
              <a:pathLst>
                <a:path extrusionOk="0" h="3625" w="4505">
                  <a:moveTo>
                    <a:pt x="2449" y="668"/>
                  </a:moveTo>
                  <a:cubicBezTo>
                    <a:pt x="2761" y="668"/>
                    <a:pt x="3070" y="760"/>
                    <a:pt x="3303" y="977"/>
                  </a:cubicBezTo>
                  <a:cubicBezTo>
                    <a:pt x="3704" y="1344"/>
                    <a:pt x="3837" y="1977"/>
                    <a:pt x="3503" y="2444"/>
                  </a:cubicBezTo>
                  <a:cubicBezTo>
                    <a:pt x="3192" y="2808"/>
                    <a:pt x="2679" y="2989"/>
                    <a:pt x="2200" y="2989"/>
                  </a:cubicBezTo>
                  <a:cubicBezTo>
                    <a:pt x="2063" y="2989"/>
                    <a:pt x="1928" y="2974"/>
                    <a:pt x="1802" y="2945"/>
                  </a:cubicBezTo>
                  <a:cubicBezTo>
                    <a:pt x="1202" y="2811"/>
                    <a:pt x="668" y="2311"/>
                    <a:pt x="735" y="1644"/>
                  </a:cubicBezTo>
                  <a:cubicBezTo>
                    <a:pt x="768" y="1310"/>
                    <a:pt x="968" y="1077"/>
                    <a:pt x="1202" y="877"/>
                  </a:cubicBezTo>
                  <a:cubicBezTo>
                    <a:pt x="1264" y="918"/>
                    <a:pt x="1338" y="946"/>
                    <a:pt x="1418" y="946"/>
                  </a:cubicBezTo>
                  <a:cubicBezTo>
                    <a:pt x="1467" y="946"/>
                    <a:pt x="1518" y="935"/>
                    <a:pt x="1569" y="910"/>
                  </a:cubicBezTo>
                  <a:cubicBezTo>
                    <a:pt x="1819" y="760"/>
                    <a:pt x="2136" y="668"/>
                    <a:pt x="2449" y="668"/>
                  </a:cubicBezTo>
                  <a:close/>
                  <a:moveTo>
                    <a:pt x="2438" y="1"/>
                  </a:moveTo>
                  <a:cubicBezTo>
                    <a:pt x="2022" y="1"/>
                    <a:pt x="1599" y="119"/>
                    <a:pt x="1235" y="343"/>
                  </a:cubicBezTo>
                  <a:cubicBezTo>
                    <a:pt x="1202" y="343"/>
                    <a:pt x="1168" y="376"/>
                    <a:pt x="1168" y="410"/>
                  </a:cubicBezTo>
                  <a:cubicBezTo>
                    <a:pt x="735" y="610"/>
                    <a:pt x="401" y="910"/>
                    <a:pt x="268" y="1410"/>
                  </a:cubicBezTo>
                  <a:cubicBezTo>
                    <a:pt x="1" y="2278"/>
                    <a:pt x="568" y="3145"/>
                    <a:pt x="1369" y="3478"/>
                  </a:cubicBezTo>
                  <a:cubicBezTo>
                    <a:pt x="1629" y="3576"/>
                    <a:pt x="1914" y="3624"/>
                    <a:pt x="2202" y="3624"/>
                  </a:cubicBezTo>
                  <a:cubicBezTo>
                    <a:pt x="2799" y="3624"/>
                    <a:pt x="3409" y="3417"/>
                    <a:pt x="3837" y="3011"/>
                  </a:cubicBezTo>
                  <a:cubicBezTo>
                    <a:pt x="4504" y="2378"/>
                    <a:pt x="4471" y="1377"/>
                    <a:pt x="3937" y="710"/>
                  </a:cubicBezTo>
                  <a:cubicBezTo>
                    <a:pt x="3569" y="226"/>
                    <a:pt x="3011" y="1"/>
                    <a:pt x="2438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35" name="Google Shape;3235;p69"/>
            <p:cNvSpPr/>
            <p:nvPr/>
          </p:nvSpPr>
          <p:spPr>
            <a:xfrm>
              <a:off x="6113677" y="2792202"/>
              <a:ext cx="102534" cy="81405"/>
            </a:xfrm>
            <a:custGeom>
              <a:rect b="b" l="l" r="r" t="t"/>
              <a:pathLst>
                <a:path extrusionOk="0" h="4053" w="5105">
                  <a:moveTo>
                    <a:pt x="2135" y="731"/>
                  </a:moveTo>
                  <a:cubicBezTo>
                    <a:pt x="2669" y="831"/>
                    <a:pt x="3236" y="831"/>
                    <a:pt x="3670" y="1131"/>
                  </a:cubicBezTo>
                  <a:cubicBezTo>
                    <a:pt x="4170" y="1431"/>
                    <a:pt x="4270" y="2032"/>
                    <a:pt x="4037" y="2565"/>
                  </a:cubicBezTo>
                  <a:lnTo>
                    <a:pt x="4003" y="2565"/>
                  </a:lnTo>
                  <a:cubicBezTo>
                    <a:pt x="3736" y="3100"/>
                    <a:pt x="3204" y="3344"/>
                    <a:pt x="2644" y="3344"/>
                  </a:cubicBezTo>
                  <a:cubicBezTo>
                    <a:pt x="2575" y="3344"/>
                    <a:pt x="2505" y="3340"/>
                    <a:pt x="2436" y="3333"/>
                  </a:cubicBezTo>
                  <a:cubicBezTo>
                    <a:pt x="1868" y="3232"/>
                    <a:pt x="868" y="2799"/>
                    <a:pt x="1001" y="2065"/>
                  </a:cubicBezTo>
                  <a:cubicBezTo>
                    <a:pt x="1035" y="1665"/>
                    <a:pt x="1335" y="1298"/>
                    <a:pt x="1635" y="1064"/>
                  </a:cubicBezTo>
                  <a:cubicBezTo>
                    <a:pt x="1802" y="931"/>
                    <a:pt x="1969" y="831"/>
                    <a:pt x="2135" y="731"/>
                  </a:cubicBezTo>
                  <a:close/>
                  <a:moveTo>
                    <a:pt x="2543" y="1"/>
                  </a:moveTo>
                  <a:cubicBezTo>
                    <a:pt x="2299" y="1"/>
                    <a:pt x="2056" y="36"/>
                    <a:pt x="1835" y="130"/>
                  </a:cubicBezTo>
                  <a:cubicBezTo>
                    <a:pt x="1768" y="164"/>
                    <a:pt x="1702" y="230"/>
                    <a:pt x="1668" y="330"/>
                  </a:cubicBezTo>
                  <a:cubicBezTo>
                    <a:pt x="1101" y="597"/>
                    <a:pt x="668" y="1064"/>
                    <a:pt x="434" y="1631"/>
                  </a:cubicBezTo>
                  <a:cubicBezTo>
                    <a:pt x="0" y="2665"/>
                    <a:pt x="868" y="3533"/>
                    <a:pt x="1768" y="3866"/>
                  </a:cubicBezTo>
                  <a:cubicBezTo>
                    <a:pt x="2072" y="3990"/>
                    <a:pt x="2397" y="4053"/>
                    <a:pt x="2721" y="4053"/>
                  </a:cubicBezTo>
                  <a:cubicBezTo>
                    <a:pt x="3357" y="4053"/>
                    <a:pt x="3983" y="3808"/>
                    <a:pt x="4404" y="3299"/>
                  </a:cubicBezTo>
                  <a:cubicBezTo>
                    <a:pt x="4971" y="2599"/>
                    <a:pt x="5104" y="1598"/>
                    <a:pt x="4504" y="831"/>
                  </a:cubicBezTo>
                  <a:cubicBezTo>
                    <a:pt x="4237" y="464"/>
                    <a:pt x="3803" y="230"/>
                    <a:pt x="3336" y="97"/>
                  </a:cubicBezTo>
                  <a:cubicBezTo>
                    <a:pt x="3090" y="44"/>
                    <a:pt x="2816" y="1"/>
                    <a:pt x="2543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36" name="Google Shape;3236;p69"/>
            <p:cNvSpPr/>
            <p:nvPr/>
          </p:nvSpPr>
          <p:spPr>
            <a:xfrm>
              <a:off x="5741844" y="2797424"/>
              <a:ext cx="82429" cy="71000"/>
            </a:xfrm>
            <a:custGeom>
              <a:rect b="b" l="l" r="r" t="t"/>
              <a:pathLst>
                <a:path extrusionOk="0" h="3535" w="4104">
                  <a:moveTo>
                    <a:pt x="2624" y="607"/>
                  </a:moveTo>
                  <a:cubicBezTo>
                    <a:pt x="2810" y="607"/>
                    <a:pt x="2979" y="669"/>
                    <a:pt x="3102" y="838"/>
                  </a:cubicBezTo>
                  <a:cubicBezTo>
                    <a:pt x="3436" y="1238"/>
                    <a:pt x="3269" y="1872"/>
                    <a:pt x="2969" y="2239"/>
                  </a:cubicBezTo>
                  <a:cubicBezTo>
                    <a:pt x="2635" y="2706"/>
                    <a:pt x="2035" y="2972"/>
                    <a:pt x="1501" y="2972"/>
                  </a:cubicBezTo>
                  <a:cubicBezTo>
                    <a:pt x="1234" y="2939"/>
                    <a:pt x="968" y="2872"/>
                    <a:pt x="801" y="2706"/>
                  </a:cubicBezTo>
                  <a:cubicBezTo>
                    <a:pt x="601" y="2505"/>
                    <a:pt x="567" y="2139"/>
                    <a:pt x="634" y="1872"/>
                  </a:cubicBezTo>
                  <a:cubicBezTo>
                    <a:pt x="701" y="1505"/>
                    <a:pt x="934" y="1171"/>
                    <a:pt x="1234" y="938"/>
                  </a:cubicBezTo>
                  <a:cubicBezTo>
                    <a:pt x="1278" y="1003"/>
                    <a:pt x="1350" y="1054"/>
                    <a:pt x="1422" y="1054"/>
                  </a:cubicBezTo>
                  <a:cubicBezTo>
                    <a:pt x="1461" y="1054"/>
                    <a:pt x="1500" y="1039"/>
                    <a:pt x="1535" y="1004"/>
                  </a:cubicBezTo>
                  <a:cubicBezTo>
                    <a:pt x="1822" y="850"/>
                    <a:pt x="2257" y="607"/>
                    <a:pt x="2624" y="607"/>
                  </a:cubicBezTo>
                  <a:close/>
                  <a:moveTo>
                    <a:pt x="2651" y="1"/>
                  </a:moveTo>
                  <a:cubicBezTo>
                    <a:pt x="2624" y="1"/>
                    <a:pt x="2596" y="2"/>
                    <a:pt x="2569" y="4"/>
                  </a:cubicBezTo>
                  <a:cubicBezTo>
                    <a:pt x="2235" y="37"/>
                    <a:pt x="1935" y="170"/>
                    <a:pt x="1701" y="337"/>
                  </a:cubicBezTo>
                  <a:cubicBezTo>
                    <a:pt x="1034" y="437"/>
                    <a:pt x="467" y="871"/>
                    <a:pt x="200" y="1538"/>
                  </a:cubicBezTo>
                  <a:cubicBezTo>
                    <a:pt x="34" y="1938"/>
                    <a:pt x="0" y="2439"/>
                    <a:pt x="200" y="2839"/>
                  </a:cubicBezTo>
                  <a:cubicBezTo>
                    <a:pt x="401" y="3173"/>
                    <a:pt x="734" y="3406"/>
                    <a:pt x="1101" y="3473"/>
                  </a:cubicBezTo>
                  <a:cubicBezTo>
                    <a:pt x="1262" y="3515"/>
                    <a:pt x="1428" y="3535"/>
                    <a:pt x="1594" y="3535"/>
                  </a:cubicBezTo>
                  <a:cubicBezTo>
                    <a:pt x="2218" y="3535"/>
                    <a:pt x="2848" y="3253"/>
                    <a:pt x="3269" y="2806"/>
                  </a:cubicBezTo>
                  <a:cubicBezTo>
                    <a:pt x="3836" y="2239"/>
                    <a:pt x="4103" y="1338"/>
                    <a:pt x="3703" y="604"/>
                  </a:cubicBezTo>
                  <a:cubicBezTo>
                    <a:pt x="3484" y="229"/>
                    <a:pt x="3061" y="1"/>
                    <a:pt x="2651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37" name="Google Shape;3237;p69"/>
            <p:cNvSpPr/>
            <p:nvPr/>
          </p:nvSpPr>
          <p:spPr>
            <a:xfrm>
              <a:off x="7674061" y="3100326"/>
              <a:ext cx="81083" cy="73612"/>
            </a:xfrm>
            <a:custGeom>
              <a:rect b="b" l="l" r="r" t="t"/>
              <a:pathLst>
                <a:path extrusionOk="0" h="3665" w="4037">
                  <a:moveTo>
                    <a:pt x="1987" y="647"/>
                  </a:moveTo>
                  <a:cubicBezTo>
                    <a:pt x="2458" y="647"/>
                    <a:pt x="2922" y="816"/>
                    <a:pt x="3169" y="1234"/>
                  </a:cubicBezTo>
                  <a:cubicBezTo>
                    <a:pt x="3436" y="1701"/>
                    <a:pt x="3336" y="2369"/>
                    <a:pt x="2969" y="2735"/>
                  </a:cubicBezTo>
                  <a:cubicBezTo>
                    <a:pt x="2713" y="2992"/>
                    <a:pt x="2375" y="3120"/>
                    <a:pt x="2038" y="3120"/>
                  </a:cubicBezTo>
                  <a:cubicBezTo>
                    <a:pt x="1805" y="3120"/>
                    <a:pt x="1573" y="3058"/>
                    <a:pt x="1368" y="2936"/>
                  </a:cubicBezTo>
                  <a:cubicBezTo>
                    <a:pt x="567" y="2502"/>
                    <a:pt x="67" y="1501"/>
                    <a:pt x="1001" y="901"/>
                  </a:cubicBezTo>
                  <a:cubicBezTo>
                    <a:pt x="1273" y="743"/>
                    <a:pt x="1632" y="647"/>
                    <a:pt x="1987" y="647"/>
                  </a:cubicBezTo>
                  <a:close/>
                  <a:moveTo>
                    <a:pt x="1822" y="0"/>
                  </a:moveTo>
                  <a:cubicBezTo>
                    <a:pt x="1618" y="0"/>
                    <a:pt x="1419" y="32"/>
                    <a:pt x="1234" y="100"/>
                  </a:cubicBezTo>
                  <a:cubicBezTo>
                    <a:pt x="834" y="234"/>
                    <a:pt x="467" y="567"/>
                    <a:pt x="267" y="968"/>
                  </a:cubicBezTo>
                  <a:cubicBezTo>
                    <a:pt x="134" y="1234"/>
                    <a:pt x="100" y="1535"/>
                    <a:pt x="67" y="1835"/>
                  </a:cubicBezTo>
                  <a:cubicBezTo>
                    <a:pt x="0" y="2502"/>
                    <a:pt x="300" y="2836"/>
                    <a:pt x="834" y="3236"/>
                  </a:cubicBezTo>
                  <a:cubicBezTo>
                    <a:pt x="1182" y="3511"/>
                    <a:pt x="1621" y="3665"/>
                    <a:pt x="2062" y="3665"/>
                  </a:cubicBezTo>
                  <a:cubicBezTo>
                    <a:pt x="2424" y="3665"/>
                    <a:pt x="2787" y="3561"/>
                    <a:pt x="3102" y="3336"/>
                  </a:cubicBezTo>
                  <a:cubicBezTo>
                    <a:pt x="3770" y="2869"/>
                    <a:pt x="4036" y="1968"/>
                    <a:pt x="3770" y="1201"/>
                  </a:cubicBezTo>
                  <a:cubicBezTo>
                    <a:pt x="3478" y="484"/>
                    <a:pt x="2616" y="0"/>
                    <a:pt x="1822" y="0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38" name="Google Shape;3238;p69"/>
            <p:cNvSpPr/>
            <p:nvPr/>
          </p:nvSpPr>
          <p:spPr>
            <a:xfrm>
              <a:off x="7283468" y="3088155"/>
              <a:ext cx="96488" cy="76343"/>
            </a:xfrm>
            <a:custGeom>
              <a:rect b="b" l="l" r="r" t="t"/>
              <a:pathLst>
                <a:path extrusionOk="0" h="3801" w="4804">
                  <a:moveTo>
                    <a:pt x="1868" y="439"/>
                  </a:moveTo>
                  <a:cubicBezTo>
                    <a:pt x="1787" y="629"/>
                    <a:pt x="1926" y="885"/>
                    <a:pt x="2123" y="885"/>
                  </a:cubicBezTo>
                  <a:cubicBezTo>
                    <a:pt x="2169" y="885"/>
                    <a:pt x="2218" y="871"/>
                    <a:pt x="2268" y="840"/>
                  </a:cubicBezTo>
                  <a:cubicBezTo>
                    <a:pt x="2365" y="779"/>
                    <a:pt x="2466" y="754"/>
                    <a:pt x="2566" y="754"/>
                  </a:cubicBezTo>
                  <a:cubicBezTo>
                    <a:pt x="2744" y="754"/>
                    <a:pt x="2920" y="833"/>
                    <a:pt x="3069" y="940"/>
                  </a:cubicBezTo>
                  <a:cubicBezTo>
                    <a:pt x="3336" y="1107"/>
                    <a:pt x="3603" y="1373"/>
                    <a:pt x="3803" y="1607"/>
                  </a:cubicBezTo>
                  <a:cubicBezTo>
                    <a:pt x="4203" y="2141"/>
                    <a:pt x="3703" y="2708"/>
                    <a:pt x="3269" y="2975"/>
                  </a:cubicBezTo>
                  <a:lnTo>
                    <a:pt x="3236" y="2975"/>
                  </a:lnTo>
                  <a:cubicBezTo>
                    <a:pt x="2947" y="3152"/>
                    <a:pt x="2598" y="3241"/>
                    <a:pt x="2260" y="3241"/>
                  </a:cubicBezTo>
                  <a:cubicBezTo>
                    <a:pt x="2090" y="3241"/>
                    <a:pt x="1924" y="3219"/>
                    <a:pt x="1768" y="3175"/>
                  </a:cubicBezTo>
                  <a:cubicBezTo>
                    <a:pt x="1234" y="3008"/>
                    <a:pt x="634" y="2608"/>
                    <a:pt x="600" y="2007"/>
                  </a:cubicBezTo>
                  <a:cubicBezTo>
                    <a:pt x="600" y="1240"/>
                    <a:pt x="1234" y="740"/>
                    <a:pt x="1868" y="439"/>
                  </a:cubicBezTo>
                  <a:close/>
                  <a:moveTo>
                    <a:pt x="1894" y="1"/>
                  </a:moveTo>
                  <a:cubicBezTo>
                    <a:pt x="1875" y="1"/>
                    <a:pt x="1856" y="2"/>
                    <a:pt x="1835" y="6"/>
                  </a:cubicBezTo>
                  <a:cubicBezTo>
                    <a:pt x="1067" y="306"/>
                    <a:pt x="267" y="840"/>
                    <a:pt x="133" y="1740"/>
                  </a:cubicBezTo>
                  <a:cubicBezTo>
                    <a:pt x="0" y="2608"/>
                    <a:pt x="634" y="3308"/>
                    <a:pt x="1368" y="3608"/>
                  </a:cubicBezTo>
                  <a:cubicBezTo>
                    <a:pt x="1658" y="3739"/>
                    <a:pt x="1979" y="3800"/>
                    <a:pt x="2303" y="3800"/>
                  </a:cubicBezTo>
                  <a:cubicBezTo>
                    <a:pt x="2722" y="3800"/>
                    <a:pt x="3144" y="3697"/>
                    <a:pt x="3503" y="3508"/>
                  </a:cubicBezTo>
                  <a:cubicBezTo>
                    <a:pt x="4203" y="3108"/>
                    <a:pt x="4803" y="2241"/>
                    <a:pt x="4403" y="1440"/>
                  </a:cubicBezTo>
                  <a:cubicBezTo>
                    <a:pt x="4270" y="1240"/>
                    <a:pt x="4103" y="1040"/>
                    <a:pt x="3903" y="873"/>
                  </a:cubicBezTo>
                  <a:cubicBezTo>
                    <a:pt x="3736" y="706"/>
                    <a:pt x="3569" y="539"/>
                    <a:pt x="3369" y="406"/>
                  </a:cubicBezTo>
                  <a:cubicBezTo>
                    <a:pt x="3135" y="236"/>
                    <a:pt x="2847" y="134"/>
                    <a:pt x="2557" y="134"/>
                  </a:cubicBezTo>
                  <a:cubicBezTo>
                    <a:pt x="2391" y="134"/>
                    <a:pt x="2225" y="167"/>
                    <a:pt x="2068" y="239"/>
                  </a:cubicBezTo>
                  <a:cubicBezTo>
                    <a:pt x="2098" y="120"/>
                    <a:pt x="2048" y="1"/>
                    <a:pt x="1894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39" name="Google Shape;3239;p69"/>
            <p:cNvSpPr/>
            <p:nvPr/>
          </p:nvSpPr>
          <p:spPr>
            <a:xfrm>
              <a:off x="6884158" y="3090264"/>
              <a:ext cx="99180" cy="76986"/>
            </a:xfrm>
            <a:custGeom>
              <a:rect b="b" l="l" r="r" t="t"/>
              <a:pathLst>
                <a:path extrusionOk="0" h="3833" w="4938">
                  <a:moveTo>
                    <a:pt x="1535" y="768"/>
                  </a:moveTo>
                  <a:cubicBezTo>
                    <a:pt x="1568" y="835"/>
                    <a:pt x="1635" y="901"/>
                    <a:pt x="1768" y="901"/>
                  </a:cubicBezTo>
                  <a:cubicBezTo>
                    <a:pt x="2015" y="901"/>
                    <a:pt x="2285" y="879"/>
                    <a:pt x="2553" y="879"/>
                  </a:cubicBezTo>
                  <a:cubicBezTo>
                    <a:pt x="3007" y="879"/>
                    <a:pt x="3455" y="945"/>
                    <a:pt x="3770" y="1302"/>
                  </a:cubicBezTo>
                  <a:cubicBezTo>
                    <a:pt x="4237" y="1769"/>
                    <a:pt x="3870" y="2436"/>
                    <a:pt x="3403" y="2769"/>
                  </a:cubicBezTo>
                  <a:cubicBezTo>
                    <a:pt x="3048" y="3053"/>
                    <a:pt x="2561" y="3236"/>
                    <a:pt x="2081" y="3236"/>
                  </a:cubicBezTo>
                  <a:cubicBezTo>
                    <a:pt x="1883" y="3236"/>
                    <a:pt x="1686" y="3205"/>
                    <a:pt x="1501" y="3136"/>
                  </a:cubicBezTo>
                  <a:cubicBezTo>
                    <a:pt x="968" y="2903"/>
                    <a:pt x="601" y="2269"/>
                    <a:pt x="801" y="1702"/>
                  </a:cubicBezTo>
                  <a:cubicBezTo>
                    <a:pt x="934" y="1335"/>
                    <a:pt x="1201" y="1002"/>
                    <a:pt x="1535" y="768"/>
                  </a:cubicBezTo>
                  <a:close/>
                  <a:moveTo>
                    <a:pt x="2502" y="1"/>
                  </a:moveTo>
                  <a:cubicBezTo>
                    <a:pt x="1635" y="101"/>
                    <a:pt x="801" y="568"/>
                    <a:pt x="400" y="1335"/>
                  </a:cubicBezTo>
                  <a:cubicBezTo>
                    <a:pt x="0" y="2102"/>
                    <a:pt x="334" y="3003"/>
                    <a:pt x="1001" y="3470"/>
                  </a:cubicBezTo>
                  <a:cubicBezTo>
                    <a:pt x="1332" y="3726"/>
                    <a:pt x="1731" y="3832"/>
                    <a:pt x="2136" y="3832"/>
                  </a:cubicBezTo>
                  <a:cubicBezTo>
                    <a:pt x="2630" y="3832"/>
                    <a:pt x="3133" y="3675"/>
                    <a:pt x="3536" y="3437"/>
                  </a:cubicBezTo>
                  <a:cubicBezTo>
                    <a:pt x="4303" y="3003"/>
                    <a:pt x="4937" y="2069"/>
                    <a:pt x="4503" y="1202"/>
                  </a:cubicBezTo>
                  <a:cubicBezTo>
                    <a:pt x="4188" y="508"/>
                    <a:pt x="3485" y="232"/>
                    <a:pt x="2761" y="232"/>
                  </a:cubicBezTo>
                  <a:cubicBezTo>
                    <a:pt x="2719" y="232"/>
                    <a:pt x="2677" y="232"/>
                    <a:pt x="2635" y="234"/>
                  </a:cubicBezTo>
                  <a:cubicBezTo>
                    <a:pt x="2669" y="134"/>
                    <a:pt x="2602" y="1"/>
                    <a:pt x="2502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40" name="Google Shape;3240;p69"/>
            <p:cNvSpPr/>
            <p:nvPr/>
          </p:nvSpPr>
          <p:spPr>
            <a:xfrm>
              <a:off x="6502925" y="3095446"/>
              <a:ext cx="90483" cy="72808"/>
            </a:xfrm>
            <a:custGeom>
              <a:rect b="b" l="l" r="r" t="t"/>
              <a:pathLst>
                <a:path extrusionOk="0" h="3625" w="4505">
                  <a:moveTo>
                    <a:pt x="2449" y="668"/>
                  </a:moveTo>
                  <a:cubicBezTo>
                    <a:pt x="2761" y="668"/>
                    <a:pt x="3070" y="760"/>
                    <a:pt x="3303" y="977"/>
                  </a:cubicBezTo>
                  <a:cubicBezTo>
                    <a:pt x="3704" y="1344"/>
                    <a:pt x="3837" y="1978"/>
                    <a:pt x="3503" y="2445"/>
                  </a:cubicBezTo>
                  <a:cubicBezTo>
                    <a:pt x="3192" y="2808"/>
                    <a:pt x="2679" y="2990"/>
                    <a:pt x="2200" y="2990"/>
                  </a:cubicBezTo>
                  <a:cubicBezTo>
                    <a:pt x="2063" y="2990"/>
                    <a:pt x="1928" y="2975"/>
                    <a:pt x="1802" y="2945"/>
                  </a:cubicBezTo>
                  <a:cubicBezTo>
                    <a:pt x="1202" y="2812"/>
                    <a:pt x="668" y="2311"/>
                    <a:pt x="735" y="1644"/>
                  </a:cubicBezTo>
                  <a:cubicBezTo>
                    <a:pt x="768" y="1311"/>
                    <a:pt x="968" y="1077"/>
                    <a:pt x="1202" y="877"/>
                  </a:cubicBezTo>
                  <a:cubicBezTo>
                    <a:pt x="1264" y="918"/>
                    <a:pt x="1338" y="947"/>
                    <a:pt x="1418" y="947"/>
                  </a:cubicBezTo>
                  <a:cubicBezTo>
                    <a:pt x="1467" y="947"/>
                    <a:pt x="1518" y="936"/>
                    <a:pt x="1569" y="910"/>
                  </a:cubicBezTo>
                  <a:cubicBezTo>
                    <a:pt x="1819" y="760"/>
                    <a:pt x="2136" y="668"/>
                    <a:pt x="2449" y="668"/>
                  </a:cubicBezTo>
                  <a:close/>
                  <a:moveTo>
                    <a:pt x="2438" y="1"/>
                  </a:moveTo>
                  <a:cubicBezTo>
                    <a:pt x="2022" y="1"/>
                    <a:pt x="1599" y="119"/>
                    <a:pt x="1235" y="343"/>
                  </a:cubicBezTo>
                  <a:cubicBezTo>
                    <a:pt x="1202" y="343"/>
                    <a:pt x="1168" y="377"/>
                    <a:pt x="1168" y="410"/>
                  </a:cubicBezTo>
                  <a:cubicBezTo>
                    <a:pt x="735" y="610"/>
                    <a:pt x="401" y="910"/>
                    <a:pt x="268" y="1411"/>
                  </a:cubicBezTo>
                  <a:cubicBezTo>
                    <a:pt x="1" y="2278"/>
                    <a:pt x="568" y="3179"/>
                    <a:pt x="1369" y="3479"/>
                  </a:cubicBezTo>
                  <a:cubicBezTo>
                    <a:pt x="1629" y="3576"/>
                    <a:pt x="1914" y="3625"/>
                    <a:pt x="2202" y="3625"/>
                  </a:cubicBezTo>
                  <a:cubicBezTo>
                    <a:pt x="2799" y="3625"/>
                    <a:pt x="3409" y="3417"/>
                    <a:pt x="3837" y="3012"/>
                  </a:cubicBezTo>
                  <a:cubicBezTo>
                    <a:pt x="4504" y="2378"/>
                    <a:pt x="4471" y="1377"/>
                    <a:pt x="3937" y="710"/>
                  </a:cubicBezTo>
                  <a:cubicBezTo>
                    <a:pt x="3569" y="226"/>
                    <a:pt x="3011" y="1"/>
                    <a:pt x="2438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41" name="Google Shape;3241;p69"/>
            <p:cNvSpPr/>
            <p:nvPr/>
          </p:nvSpPr>
          <p:spPr>
            <a:xfrm>
              <a:off x="6113677" y="3105749"/>
              <a:ext cx="102534" cy="81425"/>
            </a:xfrm>
            <a:custGeom>
              <a:rect b="b" l="l" r="r" t="t"/>
              <a:pathLst>
                <a:path extrusionOk="0" h="4054" w="5105">
                  <a:moveTo>
                    <a:pt x="2135" y="731"/>
                  </a:moveTo>
                  <a:cubicBezTo>
                    <a:pt x="2669" y="831"/>
                    <a:pt x="3236" y="831"/>
                    <a:pt x="3670" y="1131"/>
                  </a:cubicBezTo>
                  <a:cubicBezTo>
                    <a:pt x="4170" y="1431"/>
                    <a:pt x="4270" y="2032"/>
                    <a:pt x="4037" y="2566"/>
                  </a:cubicBezTo>
                  <a:lnTo>
                    <a:pt x="4003" y="2566"/>
                  </a:lnTo>
                  <a:cubicBezTo>
                    <a:pt x="3736" y="3100"/>
                    <a:pt x="3204" y="3344"/>
                    <a:pt x="2644" y="3344"/>
                  </a:cubicBezTo>
                  <a:cubicBezTo>
                    <a:pt x="2575" y="3344"/>
                    <a:pt x="2505" y="3340"/>
                    <a:pt x="2436" y="3333"/>
                  </a:cubicBezTo>
                  <a:cubicBezTo>
                    <a:pt x="1868" y="3233"/>
                    <a:pt x="868" y="2766"/>
                    <a:pt x="1001" y="2065"/>
                  </a:cubicBezTo>
                  <a:cubicBezTo>
                    <a:pt x="1035" y="1665"/>
                    <a:pt x="1335" y="1298"/>
                    <a:pt x="1635" y="1064"/>
                  </a:cubicBezTo>
                  <a:cubicBezTo>
                    <a:pt x="1802" y="931"/>
                    <a:pt x="1969" y="798"/>
                    <a:pt x="2135" y="731"/>
                  </a:cubicBezTo>
                  <a:close/>
                  <a:moveTo>
                    <a:pt x="2543" y="1"/>
                  </a:moveTo>
                  <a:cubicBezTo>
                    <a:pt x="2299" y="1"/>
                    <a:pt x="2056" y="36"/>
                    <a:pt x="1835" y="130"/>
                  </a:cubicBezTo>
                  <a:cubicBezTo>
                    <a:pt x="1768" y="164"/>
                    <a:pt x="1702" y="231"/>
                    <a:pt x="1668" y="331"/>
                  </a:cubicBezTo>
                  <a:cubicBezTo>
                    <a:pt x="1101" y="597"/>
                    <a:pt x="668" y="1031"/>
                    <a:pt x="434" y="1632"/>
                  </a:cubicBezTo>
                  <a:cubicBezTo>
                    <a:pt x="0" y="2666"/>
                    <a:pt x="868" y="3533"/>
                    <a:pt x="1768" y="3866"/>
                  </a:cubicBezTo>
                  <a:cubicBezTo>
                    <a:pt x="2072" y="3990"/>
                    <a:pt x="2397" y="4053"/>
                    <a:pt x="2721" y="4053"/>
                  </a:cubicBezTo>
                  <a:cubicBezTo>
                    <a:pt x="3357" y="4053"/>
                    <a:pt x="3983" y="3808"/>
                    <a:pt x="4404" y="3299"/>
                  </a:cubicBezTo>
                  <a:cubicBezTo>
                    <a:pt x="4971" y="2599"/>
                    <a:pt x="5104" y="1565"/>
                    <a:pt x="4504" y="831"/>
                  </a:cubicBezTo>
                  <a:cubicBezTo>
                    <a:pt x="4237" y="464"/>
                    <a:pt x="3803" y="231"/>
                    <a:pt x="3336" y="97"/>
                  </a:cubicBezTo>
                  <a:cubicBezTo>
                    <a:pt x="3090" y="44"/>
                    <a:pt x="2816" y="1"/>
                    <a:pt x="2543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42" name="Google Shape;3242;p69"/>
            <p:cNvSpPr/>
            <p:nvPr/>
          </p:nvSpPr>
          <p:spPr>
            <a:xfrm>
              <a:off x="5741844" y="3106954"/>
              <a:ext cx="82429" cy="71000"/>
            </a:xfrm>
            <a:custGeom>
              <a:rect b="b" l="l" r="r" t="t"/>
              <a:pathLst>
                <a:path extrusionOk="0" h="3535" w="4104">
                  <a:moveTo>
                    <a:pt x="2624" y="607"/>
                  </a:moveTo>
                  <a:cubicBezTo>
                    <a:pt x="2810" y="607"/>
                    <a:pt x="2979" y="669"/>
                    <a:pt x="3102" y="838"/>
                  </a:cubicBezTo>
                  <a:cubicBezTo>
                    <a:pt x="3436" y="1238"/>
                    <a:pt x="3269" y="1872"/>
                    <a:pt x="2969" y="2239"/>
                  </a:cubicBezTo>
                  <a:cubicBezTo>
                    <a:pt x="2635" y="2706"/>
                    <a:pt x="2035" y="2973"/>
                    <a:pt x="1501" y="2973"/>
                  </a:cubicBezTo>
                  <a:cubicBezTo>
                    <a:pt x="1234" y="2939"/>
                    <a:pt x="968" y="2872"/>
                    <a:pt x="801" y="2706"/>
                  </a:cubicBezTo>
                  <a:cubicBezTo>
                    <a:pt x="601" y="2472"/>
                    <a:pt x="567" y="2139"/>
                    <a:pt x="634" y="1872"/>
                  </a:cubicBezTo>
                  <a:cubicBezTo>
                    <a:pt x="701" y="1505"/>
                    <a:pt x="934" y="1171"/>
                    <a:pt x="1234" y="938"/>
                  </a:cubicBezTo>
                  <a:cubicBezTo>
                    <a:pt x="1278" y="1003"/>
                    <a:pt x="1350" y="1054"/>
                    <a:pt x="1422" y="1054"/>
                  </a:cubicBezTo>
                  <a:cubicBezTo>
                    <a:pt x="1461" y="1054"/>
                    <a:pt x="1500" y="1039"/>
                    <a:pt x="1535" y="1004"/>
                  </a:cubicBezTo>
                  <a:cubicBezTo>
                    <a:pt x="1822" y="850"/>
                    <a:pt x="2257" y="607"/>
                    <a:pt x="2624" y="607"/>
                  </a:cubicBezTo>
                  <a:close/>
                  <a:moveTo>
                    <a:pt x="2651" y="1"/>
                  </a:moveTo>
                  <a:cubicBezTo>
                    <a:pt x="2624" y="1"/>
                    <a:pt x="2596" y="2"/>
                    <a:pt x="2569" y="4"/>
                  </a:cubicBezTo>
                  <a:cubicBezTo>
                    <a:pt x="2235" y="37"/>
                    <a:pt x="1935" y="171"/>
                    <a:pt x="1701" y="337"/>
                  </a:cubicBezTo>
                  <a:cubicBezTo>
                    <a:pt x="1034" y="437"/>
                    <a:pt x="467" y="871"/>
                    <a:pt x="200" y="1538"/>
                  </a:cubicBezTo>
                  <a:cubicBezTo>
                    <a:pt x="34" y="1938"/>
                    <a:pt x="0" y="2439"/>
                    <a:pt x="200" y="2839"/>
                  </a:cubicBezTo>
                  <a:cubicBezTo>
                    <a:pt x="401" y="3173"/>
                    <a:pt x="734" y="3406"/>
                    <a:pt x="1101" y="3473"/>
                  </a:cubicBezTo>
                  <a:cubicBezTo>
                    <a:pt x="1262" y="3515"/>
                    <a:pt x="1428" y="3535"/>
                    <a:pt x="1594" y="3535"/>
                  </a:cubicBezTo>
                  <a:cubicBezTo>
                    <a:pt x="2218" y="3535"/>
                    <a:pt x="2848" y="3254"/>
                    <a:pt x="3269" y="2806"/>
                  </a:cubicBezTo>
                  <a:cubicBezTo>
                    <a:pt x="3836" y="2239"/>
                    <a:pt x="4103" y="1338"/>
                    <a:pt x="3703" y="604"/>
                  </a:cubicBezTo>
                  <a:cubicBezTo>
                    <a:pt x="3484" y="229"/>
                    <a:pt x="3061" y="1"/>
                    <a:pt x="2651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43" name="Google Shape;3243;p69"/>
            <p:cNvSpPr/>
            <p:nvPr/>
          </p:nvSpPr>
          <p:spPr>
            <a:xfrm>
              <a:off x="8076705" y="2493980"/>
              <a:ext cx="77066" cy="71784"/>
            </a:xfrm>
            <a:custGeom>
              <a:rect b="b" l="l" r="r" t="t"/>
              <a:pathLst>
                <a:path extrusionOk="0" h="3574" w="3837">
                  <a:moveTo>
                    <a:pt x="1702" y="468"/>
                  </a:moveTo>
                  <a:lnTo>
                    <a:pt x="1702" y="501"/>
                  </a:lnTo>
                  <a:cubicBezTo>
                    <a:pt x="1731" y="646"/>
                    <a:pt x="1887" y="741"/>
                    <a:pt x="2037" y="741"/>
                  </a:cubicBezTo>
                  <a:cubicBezTo>
                    <a:pt x="2059" y="741"/>
                    <a:pt x="2081" y="739"/>
                    <a:pt x="2102" y="735"/>
                  </a:cubicBezTo>
                  <a:cubicBezTo>
                    <a:pt x="2193" y="701"/>
                    <a:pt x="2282" y="685"/>
                    <a:pt x="2367" y="685"/>
                  </a:cubicBezTo>
                  <a:cubicBezTo>
                    <a:pt x="2784" y="685"/>
                    <a:pt x="3120" y="1059"/>
                    <a:pt x="3203" y="1502"/>
                  </a:cubicBezTo>
                  <a:cubicBezTo>
                    <a:pt x="3270" y="2069"/>
                    <a:pt x="2936" y="2569"/>
                    <a:pt x="2503" y="2836"/>
                  </a:cubicBezTo>
                  <a:cubicBezTo>
                    <a:pt x="2298" y="2962"/>
                    <a:pt x="2063" y="3029"/>
                    <a:pt x="1834" y="3029"/>
                  </a:cubicBezTo>
                  <a:cubicBezTo>
                    <a:pt x="1578" y="3029"/>
                    <a:pt x="1329" y="2946"/>
                    <a:pt x="1135" y="2770"/>
                  </a:cubicBezTo>
                  <a:cubicBezTo>
                    <a:pt x="768" y="2469"/>
                    <a:pt x="535" y="1936"/>
                    <a:pt x="701" y="1435"/>
                  </a:cubicBezTo>
                  <a:cubicBezTo>
                    <a:pt x="835" y="1168"/>
                    <a:pt x="1035" y="935"/>
                    <a:pt x="1302" y="735"/>
                  </a:cubicBezTo>
                  <a:cubicBezTo>
                    <a:pt x="1435" y="635"/>
                    <a:pt x="1569" y="568"/>
                    <a:pt x="1702" y="468"/>
                  </a:cubicBezTo>
                  <a:close/>
                  <a:moveTo>
                    <a:pt x="2069" y="1"/>
                  </a:moveTo>
                  <a:cubicBezTo>
                    <a:pt x="1369" y="201"/>
                    <a:pt x="635" y="501"/>
                    <a:pt x="301" y="1202"/>
                  </a:cubicBezTo>
                  <a:cubicBezTo>
                    <a:pt x="1" y="1836"/>
                    <a:pt x="201" y="2603"/>
                    <a:pt x="701" y="3103"/>
                  </a:cubicBezTo>
                  <a:cubicBezTo>
                    <a:pt x="1020" y="3422"/>
                    <a:pt x="1434" y="3574"/>
                    <a:pt x="1857" y="3574"/>
                  </a:cubicBezTo>
                  <a:cubicBezTo>
                    <a:pt x="2143" y="3574"/>
                    <a:pt x="2434" y="3504"/>
                    <a:pt x="2703" y="3370"/>
                  </a:cubicBezTo>
                  <a:cubicBezTo>
                    <a:pt x="3403" y="3036"/>
                    <a:pt x="3837" y="2303"/>
                    <a:pt x="3804" y="1502"/>
                  </a:cubicBezTo>
                  <a:cubicBezTo>
                    <a:pt x="3804" y="1002"/>
                    <a:pt x="3570" y="568"/>
                    <a:pt x="3170" y="268"/>
                  </a:cubicBezTo>
                  <a:cubicBezTo>
                    <a:pt x="2959" y="109"/>
                    <a:pt x="2685" y="14"/>
                    <a:pt x="2398" y="14"/>
                  </a:cubicBezTo>
                  <a:cubicBezTo>
                    <a:pt x="2322" y="14"/>
                    <a:pt x="2246" y="20"/>
                    <a:pt x="2169" y="34"/>
                  </a:cubicBezTo>
                  <a:cubicBezTo>
                    <a:pt x="2136" y="1"/>
                    <a:pt x="2102" y="1"/>
                    <a:pt x="2069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44" name="Google Shape;3244;p69"/>
            <p:cNvSpPr/>
            <p:nvPr/>
          </p:nvSpPr>
          <p:spPr>
            <a:xfrm>
              <a:off x="7283468" y="2491670"/>
              <a:ext cx="96488" cy="76202"/>
            </a:xfrm>
            <a:custGeom>
              <a:rect b="b" l="l" r="r" t="t"/>
              <a:pathLst>
                <a:path extrusionOk="0" h="3794" w="4804">
                  <a:moveTo>
                    <a:pt x="1868" y="449"/>
                  </a:moveTo>
                  <a:lnTo>
                    <a:pt x="1868" y="449"/>
                  </a:lnTo>
                  <a:cubicBezTo>
                    <a:pt x="1787" y="639"/>
                    <a:pt x="1926" y="895"/>
                    <a:pt x="2123" y="895"/>
                  </a:cubicBezTo>
                  <a:cubicBezTo>
                    <a:pt x="2169" y="895"/>
                    <a:pt x="2218" y="881"/>
                    <a:pt x="2268" y="850"/>
                  </a:cubicBezTo>
                  <a:cubicBezTo>
                    <a:pt x="2368" y="787"/>
                    <a:pt x="2472" y="762"/>
                    <a:pt x="2576" y="762"/>
                  </a:cubicBezTo>
                  <a:cubicBezTo>
                    <a:pt x="2750" y="762"/>
                    <a:pt x="2923" y="833"/>
                    <a:pt x="3069" y="916"/>
                  </a:cubicBezTo>
                  <a:cubicBezTo>
                    <a:pt x="3336" y="1083"/>
                    <a:pt x="3603" y="1350"/>
                    <a:pt x="3803" y="1617"/>
                  </a:cubicBezTo>
                  <a:cubicBezTo>
                    <a:pt x="4203" y="2117"/>
                    <a:pt x="3703" y="2718"/>
                    <a:pt x="3269" y="2985"/>
                  </a:cubicBezTo>
                  <a:lnTo>
                    <a:pt x="3236" y="2985"/>
                  </a:lnTo>
                  <a:cubicBezTo>
                    <a:pt x="2951" y="3138"/>
                    <a:pt x="2608" y="3219"/>
                    <a:pt x="2275" y="3219"/>
                  </a:cubicBezTo>
                  <a:cubicBezTo>
                    <a:pt x="2100" y="3219"/>
                    <a:pt x="1928" y="3197"/>
                    <a:pt x="1768" y="3151"/>
                  </a:cubicBezTo>
                  <a:cubicBezTo>
                    <a:pt x="1234" y="3018"/>
                    <a:pt x="634" y="2584"/>
                    <a:pt x="600" y="1984"/>
                  </a:cubicBezTo>
                  <a:cubicBezTo>
                    <a:pt x="600" y="1217"/>
                    <a:pt x="1234" y="716"/>
                    <a:pt x="1868" y="449"/>
                  </a:cubicBezTo>
                  <a:close/>
                  <a:moveTo>
                    <a:pt x="1919" y="1"/>
                  </a:moveTo>
                  <a:cubicBezTo>
                    <a:pt x="1894" y="1"/>
                    <a:pt x="1866" y="5"/>
                    <a:pt x="1835" y="16"/>
                  </a:cubicBezTo>
                  <a:cubicBezTo>
                    <a:pt x="1067" y="316"/>
                    <a:pt x="267" y="850"/>
                    <a:pt x="133" y="1750"/>
                  </a:cubicBezTo>
                  <a:cubicBezTo>
                    <a:pt x="0" y="2618"/>
                    <a:pt x="634" y="3285"/>
                    <a:pt x="1368" y="3618"/>
                  </a:cubicBezTo>
                  <a:cubicBezTo>
                    <a:pt x="1657" y="3734"/>
                    <a:pt x="1978" y="3793"/>
                    <a:pt x="2301" y="3793"/>
                  </a:cubicBezTo>
                  <a:cubicBezTo>
                    <a:pt x="2721" y="3793"/>
                    <a:pt x="3144" y="3693"/>
                    <a:pt x="3503" y="3485"/>
                  </a:cubicBezTo>
                  <a:cubicBezTo>
                    <a:pt x="4203" y="3118"/>
                    <a:pt x="4803" y="2251"/>
                    <a:pt x="4403" y="1450"/>
                  </a:cubicBezTo>
                  <a:cubicBezTo>
                    <a:pt x="4270" y="1217"/>
                    <a:pt x="4103" y="1050"/>
                    <a:pt x="3903" y="850"/>
                  </a:cubicBezTo>
                  <a:cubicBezTo>
                    <a:pt x="3736" y="683"/>
                    <a:pt x="3569" y="550"/>
                    <a:pt x="3369" y="416"/>
                  </a:cubicBezTo>
                  <a:cubicBezTo>
                    <a:pt x="3135" y="246"/>
                    <a:pt x="2847" y="144"/>
                    <a:pt x="2557" y="144"/>
                  </a:cubicBezTo>
                  <a:cubicBezTo>
                    <a:pt x="2391" y="144"/>
                    <a:pt x="2225" y="177"/>
                    <a:pt x="2068" y="249"/>
                  </a:cubicBezTo>
                  <a:cubicBezTo>
                    <a:pt x="2096" y="137"/>
                    <a:pt x="2053" y="1"/>
                    <a:pt x="1919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45" name="Google Shape;3245;p69"/>
            <p:cNvSpPr/>
            <p:nvPr/>
          </p:nvSpPr>
          <p:spPr>
            <a:xfrm>
              <a:off x="6884158" y="2491309"/>
              <a:ext cx="99180" cy="76966"/>
            </a:xfrm>
            <a:custGeom>
              <a:rect b="b" l="l" r="r" t="t"/>
              <a:pathLst>
                <a:path extrusionOk="0" h="3832" w="4938">
                  <a:moveTo>
                    <a:pt x="1535" y="768"/>
                  </a:moveTo>
                  <a:cubicBezTo>
                    <a:pt x="1568" y="834"/>
                    <a:pt x="1635" y="901"/>
                    <a:pt x="1768" y="901"/>
                  </a:cubicBezTo>
                  <a:cubicBezTo>
                    <a:pt x="2015" y="901"/>
                    <a:pt x="2285" y="878"/>
                    <a:pt x="2553" y="878"/>
                  </a:cubicBezTo>
                  <a:cubicBezTo>
                    <a:pt x="3007" y="878"/>
                    <a:pt x="3455" y="944"/>
                    <a:pt x="3770" y="1301"/>
                  </a:cubicBezTo>
                  <a:cubicBezTo>
                    <a:pt x="4237" y="1768"/>
                    <a:pt x="3870" y="2436"/>
                    <a:pt x="3403" y="2769"/>
                  </a:cubicBezTo>
                  <a:cubicBezTo>
                    <a:pt x="3048" y="3052"/>
                    <a:pt x="2561" y="3235"/>
                    <a:pt x="2081" y="3235"/>
                  </a:cubicBezTo>
                  <a:cubicBezTo>
                    <a:pt x="1883" y="3235"/>
                    <a:pt x="1686" y="3204"/>
                    <a:pt x="1501" y="3136"/>
                  </a:cubicBezTo>
                  <a:cubicBezTo>
                    <a:pt x="968" y="2903"/>
                    <a:pt x="601" y="2269"/>
                    <a:pt x="801" y="1702"/>
                  </a:cubicBezTo>
                  <a:cubicBezTo>
                    <a:pt x="934" y="1335"/>
                    <a:pt x="1201" y="1001"/>
                    <a:pt x="1535" y="768"/>
                  </a:cubicBezTo>
                  <a:close/>
                  <a:moveTo>
                    <a:pt x="2502" y="0"/>
                  </a:moveTo>
                  <a:cubicBezTo>
                    <a:pt x="1635" y="101"/>
                    <a:pt x="801" y="568"/>
                    <a:pt x="400" y="1335"/>
                  </a:cubicBezTo>
                  <a:cubicBezTo>
                    <a:pt x="0" y="2102"/>
                    <a:pt x="334" y="3003"/>
                    <a:pt x="1001" y="3470"/>
                  </a:cubicBezTo>
                  <a:cubicBezTo>
                    <a:pt x="1332" y="3725"/>
                    <a:pt x="1731" y="3832"/>
                    <a:pt x="2136" y="3832"/>
                  </a:cubicBezTo>
                  <a:cubicBezTo>
                    <a:pt x="2630" y="3832"/>
                    <a:pt x="3133" y="3674"/>
                    <a:pt x="3536" y="3436"/>
                  </a:cubicBezTo>
                  <a:cubicBezTo>
                    <a:pt x="4303" y="3003"/>
                    <a:pt x="4937" y="2069"/>
                    <a:pt x="4503" y="1201"/>
                  </a:cubicBezTo>
                  <a:cubicBezTo>
                    <a:pt x="4188" y="508"/>
                    <a:pt x="3485" y="231"/>
                    <a:pt x="2761" y="231"/>
                  </a:cubicBezTo>
                  <a:cubicBezTo>
                    <a:pt x="2719" y="231"/>
                    <a:pt x="2677" y="232"/>
                    <a:pt x="2635" y="234"/>
                  </a:cubicBezTo>
                  <a:cubicBezTo>
                    <a:pt x="2669" y="134"/>
                    <a:pt x="2602" y="0"/>
                    <a:pt x="2502" y="0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46" name="Google Shape;3246;p69"/>
            <p:cNvSpPr/>
            <p:nvPr/>
          </p:nvSpPr>
          <p:spPr>
            <a:xfrm>
              <a:off x="6502925" y="2493418"/>
              <a:ext cx="90483" cy="72828"/>
            </a:xfrm>
            <a:custGeom>
              <a:rect b="b" l="l" r="r" t="t"/>
              <a:pathLst>
                <a:path extrusionOk="0" h="3626" w="4505">
                  <a:moveTo>
                    <a:pt x="2426" y="683"/>
                  </a:moveTo>
                  <a:cubicBezTo>
                    <a:pt x="2746" y="683"/>
                    <a:pt x="3064" y="774"/>
                    <a:pt x="3303" y="996"/>
                  </a:cubicBezTo>
                  <a:cubicBezTo>
                    <a:pt x="3704" y="1363"/>
                    <a:pt x="3837" y="1997"/>
                    <a:pt x="3503" y="2431"/>
                  </a:cubicBezTo>
                  <a:cubicBezTo>
                    <a:pt x="3185" y="2802"/>
                    <a:pt x="2655" y="3005"/>
                    <a:pt x="2166" y="3005"/>
                  </a:cubicBezTo>
                  <a:cubicBezTo>
                    <a:pt x="2041" y="3005"/>
                    <a:pt x="1918" y="2992"/>
                    <a:pt x="1802" y="2964"/>
                  </a:cubicBezTo>
                  <a:cubicBezTo>
                    <a:pt x="1202" y="2798"/>
                    <a:pt x="668" y="2297"/>
                    <a:pt x="735" y="1663"/>
                  </a:cubicBezTo>
                  <a:cubicBezTo>
                    <a:pt x="768" y="1330"/>
                    <a:pt x="968" y="1063"/>
                    <a:pt x="1202" y="863"/>
                  </a:cubicBezTo>
                  <a:cubicBezTo>
                    <a:pt x="1260" y="921"/>
                    <a:pt x="1329" y="957"/>
                    <a:pt x="1404" y="957"/>
                  </a:cubicBezTo>
                  <a:cubicBezTo>
                    <a:pt x="1457" y="957"/>
                    <a:pt x="1513" y="938"/>
                    <a:pt x="1569" y="896"/>
                  </a:cubicBezTo>
                  <a:cubicBezTo>
                    <a:pt x="1813" y="766"/>
                    <a:pt x="2121" y="683"/>
                    <a:pt x="2426" y="683"/>
                  </a:cubicBezTo>
                  <a:close/>
                  <a:moveTo>
                    <a:pt x="2449" y="1"/>
                  </a:moveTo>
                  <a:cubicBezTo>
                    <a:pt x="2030" y="1"/>
                    <a:pt x="1603" y="117"/>
                    <a:pt x="1235" y="329"/>
                  </a:cubicBezTo>
                  <a:cubicBezTo>
                    <a:pt x="1202" y="362"/>
                    <a:pt x="1168" y="362"/>
                    <a:pt x="1168" y="396"/>
                  </a:cubicBezTo>
                  <a:cubicBezTo>
                    <a:pt x="735" y="596"/>
                    <a:pt x="401" y="896"/>
                    <a:pt x="268" y="1397"/>
                  </a:cubicBezTo>
                  <a:cubicBezTo>
                    <a:pt x="1" y="2264"/>
                    <a:pt x="568" y="3164"/>
                    <a:pt x="1369" y="3465"/>
                  </a:cubicBezTo>
                  <a:cubicBezTo>
                    <a:pt x="1629" y="3573"/>
                    <a:pt x="1915" y="3625"/>
                    <a:pt x="2203" y="3625"/>
                  </a:cubicBezTo>
                  <a:cubicBezTo>
                    <a:pt x="2800" y="3625"/>
                    <a:pt x="3410" y="3402"/>
                    <a:pt x="3837" y="2998"/>
                  </a:cubicBezTo>
                  <a:cubicBezTo>
                    <a:pt x="4504" y="2397"/>
                    <a:pt x="4471" y="1397"/>
                    <a:pt x="3937" y="696"/>
                  </a:cubicBezTo>
                  <a:cubicBezTo>
                    <a:pt x="3572" y="216"/>
                    <a:pt x="3019" y="1"/>
                    <a:pt x="2449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47" name="Google Shape;3247;p69"/>
            <p:cNvSpPr/>
            <p:nvPr/>
          </p:nvSpPr>
          <p:spPr>
            <a:xfrm>
              <a:off x="6113677" y="2489039"/>
              <a:ext cx="102534" cy="81425"/>
            </a:xfrm>
            <a:custGeom>
              <a:rect b="b" l="l" r="r" t="t"/>
              <a:pathLst>
                <a:path extrusionOk="0" h="4054" w="5105">
                  <a:moveTo>
                    <a:pt x="2135" y="714"/>
                  </a:moveTo>
                  <a:cubicBezTo>
                    <a:pt x="2669" y="814"/>
                    <a:pt x="3236" y="814"/>
                    <a:pt x="3670" y="1114"/>
                  </a:cubicBezTo>
                  <a:cubicBezTo>
                    <a:pt x="4170" y="1414"/>
                    <a:pt x="4270" y="2048"/>
                    <a:pt x="4037" y="2549"/>
                  </a:cubicBezTo>
                  <a:lnTo>
                    <a:pt x="4003" y="2549"/>
                  </a:lnTo>
                  <a:cubicBezTo>
                    <a:pt x="3744" y="3067"/>
                    <a:pt x="3237" y="3336"/>
                    <a:pt x="2696" y="3336"/>
                  </a:cubicBezTo>
                  <a:cubicBezTo>
                    <a:pt x="2609" y="3336"/>
                    <a:pt x="2522" y="3329"/>
                    <a:pt x="2436" y="3316"/>
                  </a:cubicBezTo>
                  <a:cubicBezTo>
                    <a:pt x="1868" y="3216"/>
                    <a:pt x="868" y="2782"/>
                    <a:pt x="1001" y="2048"/>
                  </a:cubicBezTo>
                  <a:cubicBezTo>
                    <a:pt x="1035" y="1681"/>
                    <a:pt x="1335" y="1314"/>
                    <a:pt x="1635" y="1047"/>
                  </a:cubicBezTo>
                  <a:cubicBezTo>
                    <a:pt x="1802" y="914"/>
                    <a:pt x="1969" y="814"/>
                    <a:pt x="2135" y="714"/>
                  </a:cubicBezTo>
                  <a:close/>
                  <a:moveTo>
                    <a:pt x="2543" y="1"/>
                  </a:moveTo>
                  <a:cubicBezTo>
                    <a:pt x="2299" y="1"/>
                    <a:pt x="2056" y="35"/>
                    <a:pt x="1835" y="113"/>
                  </a:cubicBezTo>
                  <a:cubicBezTo>
                    <a:pt x="1768" y="180"/>
                    <a:pt x="1702" y="247"/>
                    <a:pt x="1668" y="314"/>
                  </a:cubicBezTo>
                  <a:cubicBezTo>
                    <a:pt x="1101" y="580"/>
                    <a:pt x="668" y="1047"/>
                    <a:pt x="434" y="1615"/>
                  </a:cubicBezTo>
                  <a:cubicBezTo>
                    <a:pt x="0" y="2682"/>
                    <a:pt x="868" y="3516"/>
                    <a:pt x="1768" y="3883"/>
                  </a:cubicBezTo>
                  <a:cubicBezTo>
                    <a:pt x="2069" y="3994"/>
                    <a:pt x="2391" y="4053"/>
                    <a:pt x="2711" y="4053"/>
                  </a:cubicBezTo>
                  <a:cubicBezTo>
                    <a:pt x="3351" y="4053"/>
                    <a:pt x="3981" y="3816"/>
                    <a:pt x="4404" y="3282"/>
                  </a:cubicBezTo>
                  <a:cubicBezTo>
                    <a:pt x="4971" y="2582"/>
                    <a:pt x="5104" y="1581"/>
                    <a:pt x="4504" y="847"/>
                  </a:cubicBezTo>
                  <a:cubicBezTo>
                    <a:pt x="4237" y="480"/>
                    <a:pt x="3803" y="214"/>
                    <a:pt x="3336" y="113"/>
                  </a:cubicBezTo>
                  <a:cubicBezTo>
                    <a:pt x="3090" y="43"/>
                    <a:pt x="2816" y="1"/>
                    <a:pt x="2543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48" name="Google Shape;3248;p69"/>
            <p:cNvSpPr/>
            <p:nvPr/>
          </p:nvSpPr>
          <p:spPr>
            <a:xfrm>
              <a:off x="5741844" y="2494603"/>
              <a:ext cx="82429" cy="70679"/>
            </a:xfrm>
            <a:custGeom>
              <a:rect b="b" l="l" r="r" t="t"/>
              <a:pathLst>
                <a:path extrusionOk="0" h="3519" w="4104">
                  <a:moveTo>
                    <a:pt x="2629" y="589"/>
                  </a:moveTo>
                  <a:cubicBezTo>
                    <a:pt x="2813" y="589"/>
                    <a:pt x="2980" y="648"/>
                    <a:pt x="3102" y="804"/>
                  </a:cubicBezTo>
                  <a:cubicBezTo>
                    <a:pt x="3436" y="1237"/>
                    <a:pt x="3269" y="1871"/>
                    <a:pt x="2969" y="2238"/>
                  </a:cubicBezTo>
                  <a:cubicBezTo>
                    <a:pt x="2635" y="2672"/>
                    <a:pt x="2035" y="2939"/>
                    <a:pt x="1501" y="2939"/>
                  </a:cubicBezTo>
                  <a:cubicBezTo>
                    <a:pt x="1234" y="2939"/>
                    <a:pt x="968" y="2872"/>
                    <a:pt x="801" y="2672"/>
                  </a:cubicBezTo>
                  <a:cubicBezTo>
                    <a:pt x="601" y="2472"/>
                    <a:pt x="567" y="2138"/>
                    <a:pt x="634" y="1871"/>
                  </a:cubicBezTo>
                  <a:cubicBezTo>
                    <a:pt x="701" y="1504"/>
                    <a:pt x="934" y="1171"/>
                    <a:pt x="1234" y="904"/>
                  </a:cubicBezTo>
                  <a:cubicBezTo>
                    <a:pt x="1283" y="976"/>
                    <a:pt x="1365" y="1031"/>
                    <a:pt x="1445" y="1031"/>
                  </a:cubicBezTo>
                  <a:cubicBezTo>
                    <a:pt x="1476" y="1031"/>
                    <a:pt x="1507" y="1023"/>
                    <a:pt x="1535" y="1004"/>
                  </a:cubicBezTo>
                  <a:cubicBezTo>
                    <a:pt x="1824" y="826"/>
                    <a:pt x="2261" y="589"/>
                    <a:pt x="2629" y="589"/>
                  </a:cubicBezTo>
                  <a:close/>
                  <a:moveTo>
                    <a:pt x="2651" y="0"/>
                  </a:moveTo>
                  <a:cubicBezTo>
                    <a:pt x="2624" y="0"/>
                    <a:pt x="2596" y="1"/>
                    <a:pt x="2569" y="3"/>
                  </a:cubicBezTo>
                  <a:cubicBezTo>
                    <a:pt x="2235" y="3"/>
                    <a:pt x="1935" y="137"/>
                    <a:pt x="1701" y="303"/>
                  </a:cubicBezTo>
                  <a:cubicBezTo>
                    <a:pt x="1034" y="404"/>
                    <a:pt x="467" y="837"/>
                    <a:pt x="200" y="1504"/>
                  </a:cubicBezTo>
                  <a:cubicBezTo>
                    <a:pt x="34" y="1905"/>
                    <a:pt x="0" y="2405"/>
                    <a:pt x="200" y="2805"/>
                  </a:cubicBezTo>
                  <a:cubicBezTo>
                    <a:pt x="401" y="3139"/>
                    <a:pt x="734" y="3372"/>
                    <a:pt x="1101" y="3472"/>
                  </a:cubicBezTo>
                  <a:cubicBezTo>
                    <a:pt x="1244" y="3503"/>
                    <a:pt x="1390" y="3518"/>
                    <a:pt x="1537" y="3518"/>
                  </a:cubicBezTo>
                  <a:cubicBezTo>
                    <a:pt x="2179" y="3518"/>
                    <a:pt x="2835" y="3233"/>
                    <a:pt x="3269" y="2772"/>
                  </a:cubicBezTo>
                  <a:cubicBezTo>
                    <a:pt x="3836" y="2238"/>
                    <a:pt x="4103" y="1304"/>
                    <a:pt x="3703" y="604"/>
                  </a:cubicBezTo>
                  <a:cubicBezTo>
                    <a:pt x="3484" y="229"/>
                    <a:pt x="3061" y="0"/>
                    <a:pt x="2651" y="0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49" name="Google Shape;3249;p69"/>
            <p:cNvSpPr/>
            <p:nvPr/>
          </p:nvSpPr>
          <p:spPr>
            <a:xfrm>
              <a:off x="7676732" y="2497334"/>
              <a:ext cx="66361" cy="64955"/>
            </a:xfrm>
            <a:custGeom>
              <a:rect b="b" l="l" r="r" t="t"/>
              <a:pathLst>
                <a:path extrusionOk="0" h="3234" w="3304">
                  <a:moveTo>
                    <a:pt x="1302" y="434"/>
                  </a:moveTo>
                  <a:cubicBezTo>
                    <a:pt x="1335" y="468"/>
                    <a:pt x="1368" y="501"/>
                    <a:pt x="1435" y="501"/>
                  </a:cubicBezTo>
                  <a:cubicBezTo>
                    <a:pt x="1568" y="534"/>
                    <a:pt x="1735" y="568"/>
                    <a:pt x="1902" y="601"/>
                  </a:cubicBezTo>
                  <a:cubicBezTo>
                    <a:pt x="2035" y="601"/>
                    <a:pt x="2169" y="601"/>
                    <a:pt x="2302" y="668"/>
                  </a:cubicBezTo>
                  <a:cubicBezTo>
                    <a:pt x="2536" y="735"/>
                    <a:pt x="2769" y="868"/>
                    <a:pt x="2836" y="1101"/>
                  </a:cubicBezTo>
                  <a:cubicBezTo>
                    <a:pt x="3003" y="1602"/>
                    <a:pt x="2703" y="2202"/>
                    <a:pt x="2336" y="2536"/>
                  </a:cubicBezTo>
                  <a:cubicBezTo>
                    <a:pt x="2092" y="2739"/>
                    <a:pt x="1737" y="2855"/>
                    <a:pt x="1399" y="2855"/>
                  </a:cubicBezTo>
                  <a:cubicBezTo>
                    <a:pt x="1182" y="2855"/>
                    <a:pt x="971" y="2807"/>
                    <a:pt x="801" y="2703"/>
                  </a:cubicBezTo>
                  <a:cubicBezTo>
                    <a:pt x="568" y="2536"/>
                    <a:pt x="501" y="2236"/>
                    <a:pt x="468" y="1969"/>
                  </a:cubicBezTo>
                  <a:cubicBezTo>
                    <a:pt x="434" y="1669"/>
                    <a:pt x="434" y="1368"/>
                    <a:pt x="568" y="1135"/>
                  </a:cubicBezTo>
                  <a:cubicBezTo>
                    <a:pt x="701" y="801"/>
                    <a:pt x="1001" y="568"/>
                    <a:pt x="1302" y="434"/>
                  </a:cubicBezTo>
                  <a:close/>
                  <a:moveTo>
                    <a:pt x="1802" y="1"/>
                  </a:moveTo>
                  <a:cubicBezTo>
                    <a:pt x="1735" y="1"/>
                    <a:pt x="1702" y="1"/>
                    <a:pt x="1635" y="34"/>
                  </a:cubicBezTo>
                  <a:lnTo>
                    <a:pt x="1502" y="34"/>
                  </a:lnTo>
                  <a:cubicBezTo>
                    <a:pt x="1468" y="67"/>
                    <a:pt x="1435" y="67"/>
                    <a:pt x="1402" y="67"/>
                  </a:cubicBezTo>
                  <a:cubicBezTo>
                    <a:pt x="935" y="167"/>
                    <a:pt x="534" y="434"/>
                    <a:pt x="268" y="835"/>
                  </a:cubicBezTo>
                  <a:cubicBezTo>
                    <a:pt x="67" y="1135"/>
                    <a:pt x="1" y="1502"/>
                    <a:pt x="34" y="1869"/>
                  </a:cubicBezTo>
                  <a:cubicBezTo>
                    <a:pt x="67" y="2236"/>
                    <a:pt x="134" y="2669"/>
                    <a:pt x="401" y="2903"/>
                  </a:cubicBezTo>
                  <a:cubicBezTo>
                    <a:pt x="652" y="3138"/>
                    <a:pt x="970" y="3233"/>
                    <a:pt x="1295" y="3233"/>
                  </a:cubicBezTo>
                  <a:cubicBezTo>
                    <a:pt x="1660" y="3233"/>
                    <a:pt x="2035" y="3113"/>
                    <a:pt x="2336" y="2936"/>
                  </a:cubicBezTo>
                  <a:cubicBezTo>
                    <a:pt x="2936" y="2603"/>
                    <a:pt x="3303" y="1935"/>
                    <a:pt x="3270" y="1235"/>
                  </a:cubicBezTo>
                  <a:cubicBezTo>
                    <a:pt x="3270" y="835"/>
                    <a:pt x="3070" y="468"/>
                    <a:pt x="2736" y="268"/>
                  </a:cubicBezTo>
                  <a:lnTo>
                    <a:pt x="2736" y="234"/>
                  </a:lnTo>
                  <a:cubicBezTo>
                    <a:pt x="2536" y="134"/>
                    <a:pt x="2336" y="67"/>
                    <a:pt x="2136" y="34"/>
                  </a:cubicBezTo>
                  <a:cubicBezTo>
                    <a:pt x="2002" y="1"/>
                    <a:pt x="1902" y="1"/>
                    <a:pt x="1802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50" name="Google Shape;3250;p69"/>
            <p:cNvSpPr/>
            <p:nvPr/>
          </p:nvSpPr>
          <p:spPr>
            <a:xfrm>
              <a:off x="7842895" y="3104865"/>
              <a:ext cx="330981" cy="306316"/>
            </a:xfrm>
            <a:custGeom>
              <a:rect b="b" l="l" r="r" t="t"/>
              <a:pathLst>
                <a:path extrusionOk="0" h="15251" w="16479">
                  <a:moveTo>
                    <a:pt x="2003" y="0"/>
                  </a:moveTo>
                  <a:cubicBezTo>
                    <a:pt x="1457" y="0"/>
                    <a:pt x="981" y="376"/>
                    <a:pt x="734" y="808"/>
                  </a:cubicBezTo>
                  <a:cubicBezTo>
                    <a:pt x="0" y="2109"/>
                    <a:pt x="1001" y="3610"/>
                    <a:pt x="1802" y="4611"/>
                  </a:cubicBezTo>
                  <a:cubicBezTo>
                    <a:pt x="2702" y="5745"/>
                    <a:pt x="3803" y="6712"/>
                    <a:pt x="4770" y="7813"/>
                  </a:cubicBezTo>
                  <a:cubicBezTo>
                    <a:pt x="5804" y="8947"/>
                    <a:pt x="6605" y="10282"/>
                    <a:pt x="7639" y="11416"/>
                  </a:cubicBezTo>
                  <a:cubicBezTo>
                    <a:pt x="8540" y="12417"/>
                    <a:pt x="9607" y="13250"/>
                    <a:pt x="10808" y="13918"/>
                  </a:cubicBezTo>
                  <a:cubicBezTo>
                    <a:pt x="11563" y="14310"/>
                    <a:pt x="13222" y="15251"/>
                    <a:pt x="14247" y="15251"/>
                  </a:cubicBezTo>
                  <a:cubicBezTo>
                    <a:pt x="14353" y="15251"/>
                    <a:pt x="14453" y="15241"/>
                    <a:pt x="14544" y="15219"/>
                  </a:cubicBezTo>
                  <a:cubicBezTo>
                    <a:pt x="16479" y="14718"/>
                    <a:pt x="15044" y="11516"/>
                    <a:pt x="14444" y="10448"/>
                  </a:cubicBezTo>
                  <a:cubicBezTo>
                    <a:pt x="13710" y="9181"/>
                    <a:pt x="12709" y="8080"/>
                    <a:pt x="11642" y="7079"/>
                  </a:cubicBezTo>
                  <a:cubicBezTo>
                    <a:pt x="10508" y="6079"/>
                    <a:pt x="9307" y="5145"/>
                    <a:pt x="8106" y="4244"/>
                  </a:cubicBezTo>
                  <a:cubicBezTo>
                    <a:pt x="6738" y="3210"/>
                    <a:pt x="5404" y="2176"/>
                    <a:pt x="4036" y="1142"/>
                  </a:cubicBezTo>
                  <a:cubicBezTo>
                    <a:pt x="3703" y="908"/>
                    <a:pt x="3403" y="641"/>
                    <a:pt x="3069" y="408"/>
                  </a:cubicBezTo>
                  <a:cubicBezTo>
                    <a:pt x="2769" y="208"/>
                    <a:pt x="2469" y="41"/>
                    <a:pt x="2135" y="8"/>
                  </a:cubicBezTo>
                  <a:cubicBezTo>
                    <a:pt x="2091" y="3"/>
                    <a:pt x="2047" y="0"/>
                    <a:pt x="20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51" name="Google Shape;3251;p69"/>
            <p:cNvSpPr/>
            <p:nvPr/>
          </p:nvSpPr>
          <p:spPr>
            <a:xfrm>
              <a:off x="8065317" y="2891743"/>
              <a:ext cx="215090" cy="532132"/>
            </a:xfrm>
            <a:custGeom>
              <a:rect b="b" l="l" r="r" t="t"/>
              <a:pathLst>
                <a:path extrusionOk="0" h="26494" w="10709">
                  <a:moveTo>
                    <a:pt x="3734" y="1"/>
                  </a:moveTo>
                  <a:cubicBezTo>
                    <a:pt x="2836" y="1"/>
                    <a:pt x="1965" y="601"/>
                    <a:pt x="1469" y="1345"/>
                  </a:cubicBezTo>
                  <a:cubicBezTo>
                    <a:pt x="901" y="2179"/>
                    <a:pt x="701" y="3147"/>
                    <a:pt x="535" y="4147"/>
                  </a:cubicBezTo>
                  <a:cubicBezTo>
                    <a:pt x="1" y="7983"/>
                    <a:pt x="768" y="12020"/>
                    <a:pt x="2669" y="15389"/>
                  </a:cubicBezTo>
                  <a:cubicBezTo>
                    <a:pt x="3270" y="16456"/>
                    <a:pt x="3970" y="17457"/>
                    <a:pt x="4471" y="18558"/>
                  </a:cubicBezTo>
                  <a:cubicBezTo>
                    <a:pt x="5171" y="19992"/>
                    <a:pt x="5505" y="21593"/>
                    <a:pt x="5605" y="23194"/>
                  </a:cubicBezTo>
                  <a:cubicBezTo>
                    <a:pt x="5638" y="23895"/>
                    <a:pt x="5605" y="24629"/>
                    <a:pt x="5905" y="25262"/>
                  </a:cubicBezTo>
                  <a:cubicBezTo>
                    <a:pt x="6155" y="25762"/>
                    <a:pt x="6937" y="26493"/>
                    <a:pt x="7615" y="26493"/>
                  </a:cubicBezTo>
                  <a:cubicBezTo>
                    <a:pt x="7751" y="26493"/>
                    <a:pt x="7884" y="26464"/>
                    <a:pt x="8007" y="26397"/>
                  </a:cubicBezTo>
                  <a:cubicBezTo>
                    <a:pt x="8674" y="26063"/>
                    <a:pt x="9107" y="23995"/>
                    <a:pt x="9341" y="23328"/>
                  </a:cubicBezTo>
                  <a:cubicBezTo>
                    <a:pt x="10175" y="20959"/>
                    <a:pt x="10708" y="18391"/>
                    <a:pt x="10241" y="15889"/>
                  </a:cubicBezTo>
                  <a:cubicBezTo>
                    <a:pt x="9975" y="14421"/>
                    <a:pt x="9374" y="13020"/>
                    <a:pt x="9041" y="11586"/>
                  </a:cubicBezTo>
                  <a:cubicBezTo>
                    <a:pt x="8574" y="9651"/>
                    <a:pt x="8574" y="7650"/>
                    <a:pt x="8207" y="5682"/>
                  </a:cubicBezTo>
                  <a:cubicBezTo>
                    <a:pt x="7873" y="3747"/>
                    <a:pt x="7073" y="1746"/>
                    <a:pt x="5438" y="611"/>
                  </a:cubicBezTo>
                  <a:cubicBezTo>
                    <a:pt x="5004" y="278"/>
                    <a:pt x="4504" y="44"/>
                    <a:pt x="3937" y="11"/>
                  </a:cubicBezTo>
                  <a:cubicBezTo>
                    <a:pt x="3869" y="4"/>
                    <a:pt x="3801" y="1"/>
                    <a:pt x="37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52" name="Google Shape;3252;p69"/>
            <p:cNvSpPr/>
            <p:nvPr/>
          </p:nvSpPr>
          <p:spPr>
            <a:xfrm>
              <a:off x="8252910" y="3113542"/>
              <a:ext cx="173554" cy="394068"/>
            </a:xfrm>
            <a:custGeom>
              <a:rect b="b" l="l" r="r" t="t"/>
              <a:pathLst>
                <a:path extrusionOk="0" h="19620" w="8641">
                  <a:moveTo>
                    <a:pt x="7034" y="1"/>
                  </a:moveTo>
                  <a:cubicBezTo>
                    <a:pt x="6553" y="1"/>
                    <a:pt x="6104" y="308"/>
                    <a:pt x="5738" y="643"/>
                  </a:cubicBezTo>
                  <a:cubicBezTo>
                    <a:pt x="3770" y="2344"/>
                    <a:pt x="3070" y="5013"/>
                    <a:pt x="2469" y="7515"/>
                  </a:cubicBezTo>
                  <a:cubicBezTo>
                    <a:pt x="1969" y="9683"/>
                    <a:pt x="1435" y="11818"/>
                    <a:pt x="935" y="13953"/>
                  </a:cubicBezTo>
                  <a:cubicBezTo>
                    <a:pt x="568" y="15554"/>
                    <a:pt x="1" y="17655"/>
                    <a:pt x="868" y="19156"/>
                  </a:cubicBezTo>
                  <a:cubicBezTo>
                    <a:pt x="935" y="19323"/>
                    <a:pt x="1068" y="19457"/>
                    <a:pt x="1202" y="19557"/>
                  </a:cubicBezTo>
                  <a:cubicBezTo>
                    <a:pt x="1288" y="19600"/>
                    <a:pt x="1375" y="19619"/>
                    <a:pt x="1461" y="19619"/>
                  </a:cubicBezTo>
                  <a:cubicBezTo>
                    <a:pt x="1836" y="19619"/>
                    <a:pt x="2191" y="19249"/>
                    <a:pt x="2436" y="18923"/>
                  </a:cubicBezTo>
                  <a:cubicBezTo>
                    <a:pt x="5138" y="15053"/>
                    <a:pt x="7673" y="9883"/>
                    <a:pt x="8407" y="4980"/>
                  </a:cubicBezTo>
                  <a:cubicBezTo>
                    <a:pt x="8507" y="4179"/>
                    <a:pt x="8574" y="3378"/>
                    <a:pt x="8607" y="2611"/>
                  </a:cubicBezTo>
                  <a:cubicBezTo>
                    <a:pt x="8640" y="1510"/>
                    <a:pt x="8273" y="109"/>
                    <a:pt x="7173" y="9"/>
                  </a:cubicBezTo>
                  <a:cubicBezTo>
                    <a:pt x="7126" y="4"/>
                    <a:pt x="7080" y="1"/>
                    <a:pt x="70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53" name="Google Shape;3253;p69"/>
            <p:cNvSpPr/>
            <p:nvPr/>
          </p:nvSpPr>
          <p:spPr>
            <a:xfrm>
              <a:off x="8244214" y="3261789"/>
              <a:ext cx="117939" cy="373702"/>
            </a:xfrm>
            <a:custGeom>
              <a:rect b="b" l="l" r="r" t="t"/>
              <a:pathLst>
                <a:path extrusionOk="0" h="18606" w="5872">
                  <a:moveTo>
                    <a:pt x="5738" y="0"/>
                  </a:moveTo>
                  <a:cubicBezTo>
                    <a:pt x="5471" y="234"/>
                    <a:pt x="5437" y="601"/>
                    <a:pt x="5371" y="934"/>
                  </a:cubicBezTo>
                  <a:cubicBezTo>
                    <a:pt x="5271" y="1301"/>
                    <a:pt x="5171" y="1701"/>
                    <a:pt x="5070" y="2068"/>
                  </a:cubicBezTo>
                  <a:cubicBezTo>
                    <a:pt x="4837" y="2869"/>
                    <a:pt x="4603" y="3703"/>
                    <a:pt x="4337" y="4503"/>
                  </a:cubicBezTo>
                  <a:cubicBezTo>
                    <a:pt x="3770" y="6138"/>
                    <a:pt x="3102" y="7739"/>
                    <a:pt x="2435" y="9340"/>
                  </a:cubicBezTo>
                  <a:cubicBezTo>
                    <a:pt x="1201" y="12209"/>
                    <a:pt x="0" y="15211"/>
                    <a:pt x="200" y="18380"/>
                  </a:cubicBezTo>
                  <a:cubicBezTo>
                    <a:pt x="200" y="18530"/>
                    <a:pt x="309" y="18605"/>
                    <a:pt x="417" y="18605"/>
                  </a:cubicBezTo>
                  <a:cubicBezTo>
                    <a:pt x="526" y="18605"/>
                    <a:pt x="634" y="18530"/>
                    <a:pt x="634" y="18380"/>
                  </a:cubicBezTo>
                  <a:cubicBezTo>
                    <a:pt x="400" y="15044"/>
                    <a:pt x="1768" y="11942"/>
                    <a:pt x="3036" y="8940"/>
                  </a:cubicBezTo>
                  <a:cubicBezTo>
                    <a:pt x="3669" y="7472"/>
                    <a:pt x="4270" y="5971"/>
                    <a:pt x="4770" y="4437"/>
                  </a:cubicBezTo>
                  <a:cubicBezTo>
                    <a:pt x="5037" y="3603"/>
                    <a:pt x="5271" y="2802"/>
                    <a:pt x="5504" y="1968"/>
                  </a:cubicBezTo>
                  <a:cubicBezTo>
                    <a:pt x="5571" y="1601"/>
                    <a:pt x="5671" y="1201"/>
                    <a:pt x="5738" y="834"/>
                  </a:cubicBezTo>
                  <a:cubicBezTo>
                    <a:pt x="5804" y="534"/>
                    <a:pt x="5871" y="267"/>
                    <a:pt x="5771" y="0"/>
                  </a:cubicBezTo>
                  <a:close/>
                </a:path>
              </a:pathLst>
            </a:custGeom>
            <a:solidFill>
              <a:srgbClr val="222221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54" name="Google Shape;3254;p69"/>
            <p:cNvSpPr/>
            <p:nvPr/>
          </p:nvSpPr>
          <p:spPr>
            <a:xfrm>
              <a:off x="8022596" y="3119969"/>
              <a:ext cx="206213" cy="499775"/>
            </a:xfrm>
            <a:custGeom>
              <a:rect b="b" l="l" r="r" t="t"/>
              <a:pathLst>
                <a:path extrusionOk="0" h="24883" w="10267">
                  <a:moveTo>
                    <a:pt x="7942" y="0"/>
                  </a:moveTo>
                  <a:cubicBezTo>
                    <a:pt x="7817" y="0"/>
                    <a:pt x="7696" y="129"/>
                    <a:pt x="7765" y="290"/>
                  </a:cubicBezTo>
                  <a:cubicBezTo>
                    <a:pt x="9667" y="3926"/>
                    <a:pt x="9767" y="8029"/>
                    <a:pt x="9533" y="11998"/>
                  </a:cubicBezTo>
                  <a:cubicBezTo>
                    <a:pt x="9400" y="14100"/>
                    <a:pt x="9233" y="16168"/>
                    <a:pt x="9166" y="18269"/>
                  </a:cubicBezTo>
                  <a:cubicBezTo>
                    <a:pt x="9166" y="18870"/>
                    <a:pt x="9166" y="19470"/>
                    <a:pt x="9166" y="20104"/>
                  </a:cubicBezTo>
                  <a:cubicBezTo>
                    <a:pt x="9066" y="19870"/>
                    <a:pt x="8999" y="19637"/>
                    <a:pt x="8899" y="19403"/>
                  </a:cubicBezTo>
                  <a:cubicBezTo>
                    <a:pt x="8266" y="17902"/>
                    <a:pt x="7532" y="16468"/>
                    <a:pt x="6664" y="15100"/>
                  </a:cubicBezTo>
                  <a:cubicBezTo>
                    <a:pt x="4896" y="12198"/>
                    <a:pt x="2695" y="9630"/>
                    <a:pt x="360" y="7195"/>
                  </a:cubicBezTo>
                  <a:cubicBezTo>
                    <a:pt x="328" y="7154"/>
                    <a:pt x="287" y="7137"/>
                    <a:pt x="247" y="7137"/>
                  </a:cubicBezTo>
                  <a:cubicBezTo>
                    <a:pt x="123" y="7137"/>
                    <a:pt x="0" y="7302"/>
                    <a:pt x="126" y="7428"/>
                  </a:cubicBezTo>
                  <a:cubicBezTo>
                    <a:pt x="2328" y="9897"/>
                    <a:pt x="4429" y="12465"/>
                    <a:pt x="6164" y="15300"/>
                  </a:cubicBezTo>
                  <a:cubicBezTo>
                    <a:pt x="6998" y="16668"/>
                    <a:pt x="7765" y="18136"/>
                    <a:pt x="8399" y="19637"/>
                  </a:cubicBezTo>
                  <a:cubicBezTo>
                    <a:pt x="8733" y="20471"/>
                    <a:pt x="8999" y="21305"/>
                    <a:pt x="9233" y="22139"/>
                  </a:cubicBezTo>
                  <a:cubicBezTo>
                    <a:pt x="9266" y="23006"/>
                    <a:pt x="9300" y="23840"/>
                    <a:pt x="9366" y="24707"/>
                  </a:cubicBezTo>
                  <a:cubicBezTo>
                    <a:pt x="9383" y="24824"/>
                    <a:pt x="9491" y="24882"/>
                    <a:pt x="9592" y="24882"/>
                  </a:cubicBezTo>
                  <a:cubicBezTo>
                    <a:pt x="9692" y="24882"/>
                    <a:pt x="9783" y="24824"/>
                    <a:pt x="9767" y="24707"/>
                  </a:cubicBezTo>
                  <a:cubicBezTo>
                    <a:pt x="9767" y="24474"/>
                    <a:pt x="9733" y="24240"/>
                    <a:pt x="9733" y="24040"/>
                  </a:cubicBezTo>
                  <a:lnTo>
                    <a:pt x="9733" y="24040"/>
                  </a:lnTo>
                  <a:cubicBezTo>
                    <a:pt x="9767" y="24107"/>
                    <a:pt x="9767" y="24207"/>
                    <a:pt x="9800" y="24307"/>
                  </a:cubicBezTo>
                  <a:cubicBezTo>
                    <a:pt x="9830" y="24412"/>
                    <a:pt x="9928" y="24463"/>
                    <a:pt x="10026" y="24463"/>
                  </a:cubicBezTo>
                  <a:cubicBezTo>
                    <a:pt x="10146" y="24463"/>
                    <a:pt x="10267" y="24387"/>
                    <a:pt x="10267" y="24240"/>
                  </a:cubicBezTo>
                  <a:cubicBezTo>
                    <a:pt x="10167" y="23239"/>
                    <a:pt x="9900" y="22239"/>
                    <a:pt x="9600" y="21271"/>
                  </a:cubicBezTo>
                  <a:lnTo>
                    <a:pt x="9600" y="21305"/>
                  </a:lnTo>
                  <a:cubicBezTo>
                    <a:pt x="9533" y="19036"/>
                    <a:pt x="9600" y="16802"/>
                    <a:pt x="9767" y="14533"/>
                  </a:cubicBezTo>
                  <a:cubicBezTo>
                    <a:pt x="10000" y="11331"/>
                    <a:pt x="10267" y="8095"/>
                    <a:pt x="9733" y="4893"/>
                  </a:cubicBezTo>
                  <a:cubicBezTo>
                    <a:pt x="9433" y="3225"/>
                    <a:pt x="8933" y="1591"/>
                    <a:pt x="8099" y="90"/>
                  </a:cubicBezTo>
                  <a:cubicBezTo>
                    <a:pt x="8057" y="27"/>
                    <a:pt x="7999" y="0"/>
                    <a:pt x="7942" y="0"/>
                  </a:cubicBezTo>
                  <a:close/>
                </a:path>
              </a:pathLst>
            </a:custGeom>
            <a:solidFill>
              <a:srgbClr val="222221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55" name="Google Shape;3255;p69"/>
            <p:cNvSpPr/>
            <p:nvPr/>
          </p:nvSpPr>
          <p:spPr>
            <a:xfrm>
              <a:off x="8104181" y="3533801"/>
              <a:ext cx="217099" cy="203963"/>
            </a:xfrm>
            <a:custGeom>
              <a:rect b="b" l="l" r="r" t="t"/>
              <a:pathLst>
                <a:path extrusionOk="0" h="10155" w="10809">
                  <a:moveTo>
                    <a:pt x="34" y="0"/>
                  </a:moveTo>
                  <a:lnTo>
                    <a:pt x="1" y="634"/>
                  </a:lnTo>
                  <a:cubicBezTo>
                    <a:pt x="201" y="1101"/>
                    <a:pt x="501" y="2669"/>
                    <a:pt x="668" y="3136"/>
                  </a:cubicBezTo>
                  <a:cubicBezTo>
                    <a:pt x="1268" y="5137"/>
                    <a:pt x="1402" y="7205"/>
                    <a:pt x="1301" y="9274"/>
                  </a:cubicBezTo>
                  <a:cubicBezTo>
                    <a:pt x="1301" y="9574"/>
                    <a:pt x="1268" y="9841"/>
                    <a:pt x="1235" y="10141"/>
                  </a:cubicBezTo>
                  <a:cubicBezTo>
                    <a:pt x="1792" y="10151"/>
                    <a:pt x="2686" y="10155"/>
                    <a:pt x="3702" y="10155"/>
                  </a:cubicBezTo>
                  <a:cubicBezTo>
                    <a:pt x="6155" y="10155"/>
                    <a:pt x="9316" y="10131"/>
                    <a:pt x="10141" y="10108"/>
                  </a:cubicBezTo>
                  <a:cubicBezTo>
                    <a:pt x="9607" y="6805"/>
                    <a:pt x="10108" y="3336"/>
                    <a:pt x="10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56" name="Google Shape;3256;p69"/>
            <p:cNvSpPr/>
            <p:nvPr/>
          </p:nvSpPr>
          <p:spPr>
            <a:xfrm>
              <a:off x="6793896" y="3731437"/>
              <a:ext cx="1627206" cy="777189"/>
            </a:xfrm>
            <a:custGeom>
              <a:rect b="b" l="l" r="r" t="t"/>
              <a:pathLst>
                <a:path extrusionOk="0" h="38695" w="81016">
                  <a:moveTo>
                    <a:pt x="18604" y="1"/>
                  </a:moveTo>
                  <a:cubicBezTo>
                    <a:pt x="15736" y="1"/>
                    <a:pt x="12833" y="34"/>
                    <a:pt x="9931" y="34"/>
                  </a:cubicBezTo>
                  <a:cubicBezTo>
                    <a:pt x="9198" y="34"/>
                    <a:pt x="8472" y="26"/>
                    <a:pt x="7747" y="26"/>
                  </a:cubicBezTo>
                  <a:cubicBezTo>
                    <a:pt x="7021" y="26"/>
                    <a:pt x="6295" y="34"/>
                    <a:pt x="5562" y="67"/>
                  </a:cubicBezTo>
                  <a:cubicBezTo>
                    <a:pt x="4628" y="134"/>
                    <a:pt x="3694" y="201"/>
                    <a:pt x="2726" y="301"/>
                  </a:cubicBezTo>
                  <a:cubicBezTo>
                    <a:pt x="2126" y="301"/>
                    <a:pt x="1525" y="301"/>
                    <a:pt x="892" y="268"/>
                  </a:cubicBezTo>
                  <a:cubicBezTo>
                    <a:pt x="882" y="267"/>
                    <a:pt x="872" y="267"/>
                    <a:pt x="862" y="267"/>
                  </a:cubicBezTo>
                  <a:cubicBezTo>
                    <a:pt x="1" y="267"/>
                    <a:pt x="1" y="1702"/>
                    <a:pt x="862" y="1702"/>
                  </a:cubicBezTo>
                  <a:cubicBezTo>
                    <a:pt x="872" y="1702"/>
                    <a:pt x="882" y="1702"/>
                    <a:pt x="892" y="1702"/>
                  </a:cubicBezTo>
                  <a:cubicBezTo>
                    <a:pt x="1525" y="1702"/>
                    <a:pt x="2126" y="1702"/>
                    <a:pt x="2760" y="1669"/>
                  </a:cubicBezTo>
                  <a:cubicBezTo>
                    <a:pt x="3560" y="1769"/>
                    <a:pt x="4361" y="1835"/>
                    <a:pt x="5161" y="1902"/>
                  </a:cubicBezTo>
                  <a:cubicBezTo>
                    <a:pt x="5795" y="1935"/>
                    <a:pt x="6429" y="1944"/>
                    <a:pt x="7067" y="1944"/>
                  </a:cubicBezTo>
                  <a:cubicBezTo>
                    <a:pt x="7705" y="1944"/>
                    <a:pt x="8347" y="1935"/>
                    <a:pt x="8997" y="1935"/>
                  </a:cubicBezTo>
                  <a:lnTo>
                    <a:pt x="12934" y="1935"/>
                  </a:lnTo>
                  <a:cubicBezTo>
                    <a:pt x="12900" y="2102"/>
                    <a:pt x="12867" y="2302"/>
                    <a:pt x="12800" y="2436"/>
                  </a:cubicBezTo>
                  <a:cubicBezTo>
                    <a:pt x="12633" y="3170"/>
                    <a:pt x="12467" y="3937"/>
                    <a:pt x="12300" y="4671"/>
                  </a:cubicBezTo>
                  <a:cubicBezTo>
                    <a:pt x="11699" y="7506"/>
                    <a:pt x="11099" y="10341"/>
                    <a:pt x="10498" y="13177"/>
                  </a:cubicBezTo>
                  <a:cubicBezTo>
                    <a:pt x="9298" y="18914"/>
                    <a:pt x="8163" y="24685"/>
                    <a:pt x="6996" y="30422"/>
                  </a:cubicBezTo>
                  <a:cubicBezTo>
                    <a:pt x="6662" y="32057"/>
                    <a:pt x="6329" y="33658"/>
                    <a:pt x="6029" y="35293"/>
                  </a:cubicBezTo>
                  <a:cubicBezTo>
                    <a:pt x="5862" y="36093"/>
                    <a:pt x="5695" y="36927"/>
                    <a:pt x="5528" y="37728"/>
                  </a:cubicBezTo>
                  <a:cubicBezTo>
                    <a:pt x="5462" y="38061"/>
                    <a:pt x="5395" y="38361"/>
                    <a:pt x="5295" y="38695"/>
                  </a:cubicBezTo>
                  <a:lnTo>
                    <a:pt x="7530" y="38695"/>
                  </a:lnTo>
                  <a:cubicBezTo>
                    <a:pt x="7663" y="38095"/>
                    <a:pt x="7763" y="37461"/>
                    <a:pt x="7863" y="36894"/>
                  </a:cubicBezTo>
                  <a:cubicBezTo>
                    <a:pt x="8130" y="35593"/>
                    <a:pt x="8397" y="34292"/>
                    <a:pt x="8630" y="33024"/>
                  </a:cubicBezTo>
                  <a:cubicBezTo>
                    <a:pt x="9164" y="30456"/>
                    <a:pt x="9698" y="27887"/>
                    <a:pt x="10198" y="25319"/>
                  </a:cubicBezTo>
                  <a:cubicBezTo>
                    <a:pt x="11232" y="20215"/>
                    <a:pt x="12266" y="15145"/>
                    <a:pt x="13234" y="10075"/>
                  </a:cubicBezTo>
                  <a:cubicBezTo>
                    <a:pt x="13501" y="8640"/>
                    <a:pt x="13767" y="7206"/>
                    <a:pt x="14068" y="5805"/>
                  </a:cubicBezTo>
                  <a:cubicBezTo>
                    <a:pt x="14201" y="5038"/>
                    <a:pt x="14335" y="4304"/>
                    <a:pt x="14468" y="3537"/>
                  </a:cubicBezTo>
                  <a:cubicBezTo>
                    <a:pt x="14535" y="3203"/>
                    <a:pt x="14568" y="2869"/>
                    <a:pt x="14635" y="2536"/>
                  </a:cubicBezTo>
                  <a:cubicBezTo>
                    <a:pt x="14668" y="2369"/>
                    <a:pt x="14701" y="2236"/>
                    <a:pt x="14701" y="2102"/>
                  </a:cubicBezTo>
                  <a:cubicBezTo>
                    <a:pt x="14768" y="2069"/>
                    <a:pt x="14802" y="2002"/>
                    <a:pt x="14868" y="1969"/>
                  </a:cubicBezTo>
                  <a:lnTo>
                    <a:pt x="32081" y="1969"/>
                  </a:lnTo>
                  <a:cubicBezTo>
                    <a:pt x="42288" y="1935"/>
                    <a:pt x="52495" y="1935"/>
                    <a:pt x="62702" y="1902"/>
                  </a:cubicBezTo>
                  <a:lnTo>
                    <a:pt x="68907" y="1902"/>
                  </a:lnTo>
                  <a:cubicBezTo>
                    <a:pt x="69107" y="3270"/>
                    <a:pt x="69541" y="4637"/>
                    <a:pt x="69874" y="5972"/>
                  </a:cubicBezTo>
                  <a:cubicBezTo>
                    <a:pt x="70241" y="7439"/>
                    <a:pt x="70641" y="8907"/>
                    <a:pt x="71042" y="10341"/>
                  </a:cubicBezTo>
                  <a:cubicBezTo>
                    <a:pt x="71842" y="13277"/>
                    <a:pt x="72643" y="16212"/>
                    <a:pt x="73477" y="19114"/>
                  </a:cubicBezTo>
                  <a:cubicBezTo>
                    <a:pt x="75111" y="25052"/>
                    <a:pt x="76779" y="30956"/>
                    <a:pt x="78414" y="36860"/>
                  </a:cubicBezTo>
                  <a:cubicBezTo>
                    <a:pt x="78580" y="37461"/>
                    <a:pt x="78781" y="38095"/>
                    <a:pt x="78947" y="38695"/>
                  </a:cubicBezTo>
                  <a:lnTo>
                    <a:pt x="81015" y="38695"/>
                  </a:lnTo>
                  <a:cubicBezTo>
                    <a:pt x="80949" y="38462"/>
                    <a:pt x="80882" y="38261"/>
                    <a:pt x="80815" y="38028"/>
                  </a:cubicBezTo>
                  <a:lnTo>
                    <a:pt x="80282" y="36127"/>
                  </a:lnTo>
                  <a:lnTo>
                    <a:pt x="79181" y="32257"/>
                  </a:lnTo>
                  <a:cubicBezTo>
                    <a:pt x="78480" y="29722"/>
                    <a:pt x="77746" y="27220"/>
                    <a:pt x="77046" y="24685"/>
                  </a:cubicBezTo>
                  <a:cubicBezTo>
                    <a:pt x="75612" y="19615"/>
                    <a:pt x="74177" y="14544"/>
                    <a:pt x="72710" y="9474"/>
                  </a:cubicBezTo>
                  <a:cubicBezTo>
                    <a:pt x="72309" y="8073"/>
                    <a:pt x="71909" y="6705"/>
                    <a:pt x="71475" y="5304"/>
                  </a:cubicBezTo>
                  <a:cubicBezTo>
                    <a:pt x="71108" y="4170"/>
                    <a:pt x="70808" y="3003"/>
                    <a:pt x="70375" y="1902"/>
                  </a:cubicBezTo>
                  <a:cubicBezTo>
                    <a:pt x="73610" y="1902"/>
                    <a:pt x="76879" y="1902"/>
                    <a:pt x="80115" y="1869"/>
                  </a:cubicBezTo>
                  <a:cubicBezTo>
                    <a:pt x="80649" y="1869"/>
                    <a:pt x="80949" y="1435"/>
                    <a:pt x="80915" y="1001"/>
                  </a:cubicBezTo>
                  <a:cubicBezTo>
                    <a:pt x="80949" y="568"/>
                    <a:pt x="80649" y="134"/>
                    <a:pt x="80115" y="134"/>
                  </a:cubicBezTo>
                  <a:cubicBezTo>
                    <a:pt x="73266" y="45"/>
                    <a:pt x="66401" y="45"/>
                    <a:pt x="59542" y="45"/>
                  </a:cubicBezTo>
                  <a:cubicBezTo>
                    <a:pt x="56113" y="45"/>
                    <a:pt x="52684" y="45"/>
                    <a:pt x="49259" y="34"/>
                  </a:cubicBezTo>
                  <a:cubicBezTo>
                    <a:pt x="39052" y="34"/>
                    <a:pt x="28845" y="34"/>
                    <a:pt x="186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57" name="Google Shape;3257;p69"/>
            <p:cNvSpPr/>
            <p:nvPr/>
          </p:nvSpPr>
          <p:spPr>
            <a:xfrm>
              <a:off x="5729773" y="1596221"/>
              <a:ext cx="426123" cy="434157"/>
            </a:xfrm>
            <a:custGeom>
              <a:rect b="b" l="l" r="r" t="t"/>
              <a:pathLst>
                <a:path extrusionOk="0" h="21616" w="21216">
                  <a:moveTo>
                    <a:pt x="10620" y="3500"/>
                  </a:moveTo>
                  <a:cubicBezTo>
                    <a:pt x="14228" y="3500"/>
                    <a:pt x="17338" y="6316"/>
                    <a:pt x="17713" y="10074"/>
                  </a:cubicBezTo>
                  <a:cubicBezTo>
                    <a:pt x="18114" y="14077"/>
                    <a:pt x="15245" y="17646"/>
                    <a:pt x="11342" y="18046"/>
                  </a:cubicBezTo>
                  <a:cubicBezTo>
                    <a:pt x="11099" y="18071"/>
                    <a:pt x="10857" y="18083"/>
                    <a:pt x="10617" y="18083"/>
                  </a:cubicBezTo>
                  <a:cubicBezTo>
                    <a:pt x="6984" y="18083"/>
                    <a:pt x="3879" y="15297"/>
                    <a:pt x="3503" y="11542"/>
                  </a:cubicBezTo>
                  <a:cubicBezTo>
                    <a:pt x="3103" y="7539"/>
                    <a:pt x="5972" y="3936"/>
                    <a:pt x="9908" y="3536"/>
                  </a:cubicBezTo>
                  <a:cubicBezTo>
                    <a:pt x="10147" y="3512"/>
                    <a:pt x="10385" y="3500"/>
                    <a:pt x="10620" y="3500"/>
                  </a:cubicBezTo>
                  <a:close/>
                  <a:moveTo>
                    <a:pt x="11342" y="0"/>
                  </a:moveTo>
                  <a:cubicBezTo>
                    <a:pt x="11376" y="67"/>
                    <a:pt x="11409" y="134"/>
                    <a:pt x="11409" y="200"/>
                  </a:cubicBezTo>
                  <a:cubicBezTo>
                    <a:pt x="11509" y="1201"/>
                    <a:pt x="10809" y="2068"/>
                    <a:pt x="9841" y="2168"/>
                  </a:cubicBezTo>
                  <a:cubicBezTo>
                    <a:pt x="9779" y="2175"/>
                    <a:pt x="9718" y="2178"/>
                    <a:pt x="9657" y="2178"/>
                  </a:cubicBezTo>
                  <a:cubicBezTo>
                    <a:pt x="8766" y="2178"/>
                    <a:pt x="8000" y="1504"/>
                    <a:pt x="7906" y="567"/>
                  </a:cubicBezTo>
                  <a:cubicBezTo>
                    <a:pt x="7906" y="501"/>
                    <a:pt x="7906" y="400"/>
                    <a:pt x="7906" y="334"/>
                  </a:cubicBezTo>
                  <a:cubicBezTo>
                    <a:pt x="7239" y="501"/>
                    <a:pt x="6572" y="767"/>
                    <a:pt x="5938" y="1068"/>
                  </a:cubicBezTo>
                  <a:cubicBezTo>
                    <a:pt x="6005" y="1134"/>
                    <a:pt x="6072" y="1168"/>
                    <a:pt x="6105" y="1268"/>
                  </a:cubicBezTo>
                  <a:cubicBezTo>
                    <a:pt x="6672" y="2068"/>
                    <a:pt x="6505" y="3169"/>
                    <a:pt x="5705" y="3736"/>
                  </a:cubicBezTo>
                  <a:cubicBezTo>
                    <a:pt x="5402" y="3973"/>
                    <a:pt x="5048" y="4085"/>
                    <a:pt x="4695" y="4085"/>
                  </a:cubicBezTo>
                  <a:cubicBezTo>
                    <a:pt x="4152" y="4085"/>
                    <a:pt x="3613" y="3821"/>
                    <a:pt x="3270" y="3336"/>
                  </a:cubicBezTo>
                  <a:cubicBezTo>
                    <a:pt x="3203" y="3269"/>
                    <a:pt x="3170" y="3202"/>
                    <a:pt x="3136" y="3102"/>
                  </a:cubicBezTo>
                  <a:cubicBezTo>
                    <a:pt x="2636" y="3603"/>
                    <a:pt x="2202" y="4170"/>
                    <a:pt x="1802" y="4770"/>
                  </a:cubicBezTo>
                  <a:cubicBezTo>
                    <a:pt x="1869" y="4804"/>
                    <a:pt x="1969" y="4804"/>
                    <a:pt x="2036" y="4870"/>
                  </a:cubicBezTo>
                  <a:cubicBezTo>
                    <a:pt x="2936" y="5271"/>
                    <a:pt x="3337" y="6305"/>
                    <a:pt x="2936" y="7205"/>
                  </a:cubicBezTo>
                  <a:cubicBezTo>
                    <a:pt x="2641" y="7869"/>
                    <a:pt x="2002" y="8261"/>
                    <a:pt x="1325" y="8261"/>
                  </a:cubicBezTo>
                  <a:cubicBezTo>
                    <a:pt x="1084" y="8261"/>
                    <a:pt x="838" y="8211"/>
                    <a:pt x="601" y="8106"/>
                  </a:cubicBezTo>
                  <a:cubicBezTo>
                    <a:pt x="535" y="8073"/>
                    <a:pt x="434" y="8039"/>
                    <a:pt x="368" y="7973"/>
                  </a:cubicBezTo>
                  <a:cubicBezTo>
                    <a:pt x="168" y="8673"/>
                    <a:pt x="68" y="9374"/>
                    <a:pt x="1" y="10107"/>
                  </a:cubicBezTo>
                  <a:cubicBezTo>
                    <a:pt x="101" y="10074"/>
                    <a:pt x="201" y="10041"/>
                    <a:pt x="301" y="10041"/>
                  </a:cubicBezTo>
                  <a:cubicBezTo>
                    <a:pt x="358" y="10035"/>
                    <a:pt x="415" y="10032"/>
                    <a:pt x="472" y="10032"/>
                  </a:cubicBezTo>
                  <a:cubicBezTo>
                    <a:pt x="1339" y="10032"/>
                    <a:pt x="2108" y="10734"/>
                    <a:pt x="2202" y="11642"/>
                  </a:cubicBezTo>
                  <a:cubicBezTo>
                    <a:pt x="2302" y="12643"/>
                    <a:pt x="1602" y="13510"/>
                    <a:pt x="635" y="13610"/>
                  </a:cubicBezTo>
                  <a:lnTo>
                    <a:pt x="334" y="13610"/>
                  </a:lnTo>
                  <a:cubicBezTo>
                    <a:pt x="535" y="14310"/>
                    <a:pt x="801" y="14978"/>
                    <a:pt x="1102" y="15611"/>
                  </a:cubicBezTo>
                  <a:cubicBezTo>
                    <a:pt x="1168" y="15545"/>
                    <a:pt x="1235" y="15511"/>
                    <a:pt x="1302" y="15445"/>
                  </a:cubicBezTo>
                  <a:cubicBezTo>
                    <a:pt x="1618" y="15208"/>
                    <a:pt x="1975" y="15095"/>
                    <a:pt x="2327" y="15095"/>
                  </a:cubicBezTo>
                  <a:cubicBezTo>
                    <a:pt x="2867" y="15095"/>
                    <a:pt x="3393" y="15360"/>
                    <a:pt x="3737" y="15845"/>
                  </a:cubicBezTo>
                  <a:cubicBezTo>
                    <a:pt x="4304" y="16645"/>
                    <a:pt x="4137" y="17746"/>
                    <a:pt x="3370" y="18347"/>
                  </a:cubicBezTo>
                  <a:cubicBezTo>
                    <a:pt x="3270" y="18413"/>
                    <a:pt x="3203" y="18447"/>
                    <a:pt x="3103" y="18480"/>
                  </a:cubicBezTo>
                  <a:cubicBezTo>
                    <a:pt x="3603" y="18980"/>
                    <a:pt x="4170" y="19447"/>
                    <a:pt x="4738" y="19848"/>
                  </a:cubicBezTo>
                  <a:cubicBezTo>
                    <a:pt x="4771" y="19748"/>
                    <a:pt x="4804" y="19681"/>
                    <a:pt x="4838" y="19581"/>
                  </a:cubicBezTo>
                  <a:cubicBezTo>
                    <a:pt x="5133" y="18917"/>
                    <a:pt x="5772" y="18525"/>
                    <a:pt x="6435" y="18525"/>
                  </a:cubicBezTo>
                  <a:cubicBezTo>
                    <a:pt x="6672" y="18525"/>
                    <a:pt x="6911" y="18575"/>
                    <a:pt x="7139" y="18680"/>
                  </a:cubicBezTo>
                  <a:cubicBezTo>
                    <a:pt x="8040" y="19114"/>
                    <a:pt x="8440" y="20148"/>
                    <a:pt x="8040" y="21049"/>
                  </a:cubicBezTo>
                  <a:cubicBezTo>
                    <a:pt x="8007" y="21149"/>
                    <a:pt x="7940" y="21215"/>
                    <a:pt x="7906" y="21282"/>
                  </a:cubicBezTo>
                  <a:cubicBezTo>
                    <a:pt x="8574" y="21482"/>
                    <a:pt x="9274" y="21582"/>
                    <a:pt x="9975" y="21616"/>
                  </a:cubicBezTo>
                  <a:cubicBezTo>
                    <a:pt x="9941" y="21549"/>
                    <a:pt x="9941" y="21482"/>
                    <a:pt x="9908" y="21382"/>
                  </a:cubicBezTo>
                  <a:cubicBezTo>
                    <a:pt x="9841" y="20415"/>
                    <a:pt x="10542" y="19514"/>
                    <a:pt x="11476" y="19414"/>
                  </a:cubicBezTo>
                  <a:cubicBezTo>
                    <a:pt x="11535" y="19408"/>
                    <a:pt x="11594" y="19405"/>
                    <a:pt x="11652" y="19405"/>
                  </a:cubicBezTo>
                  <a:cubicBezTo>
                    <a:pt x="12547" y="19405"/>
                    <a:pt x="13316" y="20107"/>
                    <a:pt x="13410" y="21015"/>
                  </a:cubicBezTo>
                  <a:cubicBezTo>
                    <a:pt x="13410" y="21115"/>
                    <a:pt x="13410" y="21182"/>
                    <a:pt x="13410" y="21282"/>
                  </a:cubicBezTo>
                  <a:cubicBezTo>
                    <a:pt x="14078" y="21082"/>
                    <a:pt x="14745" y="20815"/>
                    <a:pt x="15345" y="20515"/>
                  </a:cubicBezTo>
                  <a:cubicBezTo>
                    <a:pt x="15312" y="20448"/>
                    <a:pt x="15245" y="20415"/>
                    <a:pt x="15212" y="20348"/>
                  </a:cubicBezTo>
                  <a:cubicBezTo>
                    <a:pt x="14645" y="19548"/>
                    <a:pt x="14811" y="18447"/>
                    <a:pt x="15612" y="17846"/>
                  </a:cubicBezTo>
                  <a:cubicBezTo>
                    <a:pt x="15917" y="17621"/>
                    <a:pt x="16274" y="17512"/>
                    <a:pt x="16629" y="17512"/>
                  </a:cubicBezTo>
                  <a:cubicBezTo>
                    <a:pt x="17169" y="17512"/>
                    <a:pt x="17705" y="17764"/>
                    <a:pt x="18047" y="18247"/>
                  </a:cubicBezTo>
                  <a:cubicBezTo>
                    <a:pt x="18080" y="18313"/>
                    <a:pt x="18114" y="18380"/>
                    <a:pt x="18147" y="18447"/>
                  </a:cubicBezTo>
                  <a:cubicBezTo>
                    <a:pt x="18647" y="17946"/>
                    <a:pt x="19081" y="17413"/>
                    <a:pt x="19448" y="16812"/>
                  </a:cubicBezTo>
                  <a:cubicBezTo>
                    <a:pt x="19415" y="16779"/>
                    <a:pt x="19348" y="16779"/>
                    <a:pt x="19281" y="16746"/>
                  </a:cubicBezTo>
                  <a:cubicBezTo>
                    <a:pt x="18381" y="16345"/>
                    <a:pt x="18014" y="15278"/>
                    <a:pt x="18414" y="14377"/>
                  </a:cubicBezTo>
                  <a:cubicBezTo>
                    <a:pt x="18684" y="13713"/>
                    <a:pt x="19335" y="13321"/>
                    <a:pt x="20006" y="13321"/>
                  </a:cubicBezTo>
                  <a:cubicBezTo>
                    <a:pt x="20246" y="13321"/>
                    <a:pt x="20488" y="13371"/>
                    <a:pt x="20716" y="13477"/>
                  </a:cubicBezTo>
                  <a:cubicBezTo>
                    <a:pt x="20782" y="13510"/>
                    <a:pt x="20816" y="13543"/>
                    <a:pt x="20882" y="13577"/>
                  </a:cubicBezTo>
                  <a:cubicBezTo>
                    <a:pt x="21049" y="12909"/>
                    <a:pt x="21183" y="12242"/>
                    <a:pt x="21216" y="11542"/>
                  </a:cubicBezTo>
                  <a:cubicBezTo>
                    <a:pt x="21149" y="11542"/>
                    <a:pt x="21116" y="11542"/>
                    <a:pt x="21049" y="11575"/>
                  </a:cubicBezTo>
                  <a:cubicBezTo>
                    <a:pt x="20990" y="11581"/>
                    <a:pt x="20931" y="11584"/>
                    <a:pt x="20872" y="11584"/>
                  </a:cubicBezTo>
                  <a:cubicBezTo>
                    <a:pt x="19978" y="11584"/>
                    <a:pt x="19208" y="10882"/>
                    <a:pt x="19114" y="9974"/>
                  </a:cubicBezTo>
                  <a:cubicBezTo>
                    <a:pt x="19014" y="8973"/>
                    <a:pt x="19715" y="8106"/>
                    <a:pt x="20682" y="8006"/>
                  </a:cubicBezTo>
                  <a:lnTo>
                    <a:pt x="20882" y="8006"/>
                  </a:lnTo>
                  <a:cubicBezTo>
                    <a:pt x="20682" y="7305"/>
                    <a:pt x="20449" y="6672"/>
                    <a:pt x="20149" y="6038"/>
                  </a:cubicBezTo>
                  <a:cubicBezTo>
                    <a:pt x="20115" y="6071"/>
                    <a:pt x="20082" y="6138"/>
                    <a:pt x="20015" y="6171"/>
                  </a:cubicBezTo>
                  <a:cubicBezTo>
                    <a:pt x="19710" y="6396"/>
                    <a:pt x="19353" y="6506"/>
                    <a:pt x="18998" y="6506"/>
                  </a:cubicBezTo>
                  <a:cubicBezTo>
                    <a:pt x="18458" y="6506"/>
                    <a:pt x="17922" y="6254"/>
                    <a:pt x="17580" y="5771"/>
                  </a:cubicBezTo>
                  <a:cubicBezTo>
                    <a:pt x="17013" y="4970"/>
                    <a:pt x="17180" y="3836"/>
                    <a:pt x="17980" y="3269"/>
                  </a:cubicBezTo>
                  <a:cubicBezTo>
                    <a:pt x="18014" y="3236"/>
                    <a:pt x="18080" y="3202"/>
                    <a:pt x="18147" y="3169"/>
                  </a:cubicBezTo>
                  <a:cubicBezTo>
                    <a:pt x="17647" y="2669"/>
                    <a:pt x="17113" y="2202"/>
                    <a:pt x="16546" y="1835"/>
                  </a:cubicBezTo>
                  <a:cubicBezTo>
                    <a:pt x="16546" y="1868"/>
                    <a:pt x="16513" y="1935"/>
                    <a:pt x="16479" y="2002"/>
                  </a:cubicBezTo>
                  <a:cubicBezTo>
                    <a:pt x="16184" y="2665"/>
                    <a:pt x="15545" y="3057"/>
                    <a:pt x="14882" y="3057"/>
                  </a:cubicBezTo>
                  <a:cubicBezTo>
                    <a:pt x="14645" y="3057"/>
                    <a:pt x="14406" y="3008"/>
                    <a:pt x="14178" y="2902"/>
                  </a:cubicBezTo>
                  <a:cubicBezTo>
                    <a:pt x="13277" y="2502"/>
                    <a:pt x="12910" y="1435"/>
                    <a:pt x="13277" y="534"/>
                  </a:cubicBezTo>
                  <a:cubicBezTo>
                    <a:pt x="13310" y="467"/>
                    <a:pt x="13377" y="400"/>
                    <a:pt x="13410" y="334"/>
                  </a:cubicBezTo>
                  <a:cubicBezTo>
                    <a:pt x="12743" y="167"/>
                    <a:pt x="12043" y="34"/>
                    <a:pt x="11342" y="0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58" name="Google Shape;3258;p69"/>
            <p:cNvSpPr/>
            <p:nvPr/>
          </p:nvSpPr>
          <p:spPr>
            <a:xfrm>
              <a:off x="5769300" y="1647016"/>
              <a:ext cx="347069" cy="332567"/>
            </a:xfrm>
            <a:custGeom>
              <a:rect b="b" l="l" r="r" t="t"/>
              <a:pathLst>
                <a:path extrusionOk="0" h="16558" w="17280">
                  <a:moveTo>
                    <a:pt x="8616" y="2720"/>
                  </a:moveTo>
                  <a:cubicBezTo>
                    <a:pt x="8866" y="2720"/>
                    <a:pt x="9120" y="2738"/>
                    <a:pt x="9374" y="2775"/>
                  </a:cubicBezTo>
                  <a:cubicBezTo>
                    <a:pt x="12343" y="3175"/>
                    <a:pt x="14445" y="5977"/>
                    <a:pt x="14044" y="9013"/>
                  </a:cubicBezTo>
                  <a:cubicBezTo>
                    <a:pt x="13678" y="11788"/>
                    <a:pt x="11361" y="13838"/>
                    <a:pt x="8672" y="13838"/>
                  </a:cubicBezTo>
                  <a:cubicBezTo>
                    <a:pt x="8420" y="13838"/>
                    <a:pt x="8164" y="13820"/>
                    <a:pt x="7907" y="13783"/>
                  </a:cubicBezTo>
                  <a:cubicBezTo>
                    <a:pt x="4938" y="13383"/>
                    <a:pt x="2836" y="10581"/>
                    <a:pt x="3237" y="7545"/>
                  </a:cubicBezTo>
                  <a:cubicBezTo>
                    <a:pt x="3602" y="4770"/>
                    <a:pt x="5948" y="2720"/>
                    <a:pt x="8616" y="2720"/>
                  </a:cubicBezTo>
                  <a:close/>
                  <a:moveTo>
                    <a:pt x="8661" y="0"/>
                  </a:moveTo>
                  <a:cubicBezTo>
                    <a:pt x="4657" y="0"/>
                    <a:pt x="1153" y="3013"/>
                    <a:pt x="601" y="7178"/>
                  </a:cubicBezTo>
                  <a:cubicBezTo>
                    <a:pt x="1" y="11715"/>
                    <a:pt x="3136" y="15884"/>
                    <a:pt x="7573" y="16485"/>
                  </a:cubicBezTo>
                  <a:cubicBezTo>
                    <a:pt x="7936" y="16534"/>
                    <a:pt x="8296" y="16558"/>
                    <a:pt x="8653" y="16558"/>
                  </a:cubicBezTo>
                  <a:cubicBezTo>
                    <a:pt x="12657" y="16558"/>
                    <a:pt x="16159" y="13545"/>
                    <a:pt x="16679" y="9380"/>
                  </a:cubicBezTo>
                  <a:cubicBezTo>
                    <a:pt x="17280" y="4843"/>
                    <a:pt x="14178" y="673"/>
                    <a:pt x="9741" y="73"/>
                  </a:cubicBezTo>
                  <a:cubicBezTo>
                    <a:pt x="9378" y="24"/>
                    <a:pt x="9018" y="0"/>
                    <a:pt x="86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59" name="Google Shape;3259;p69"/>
            <p:cNvSpPr/>
            <p:nvPr/>
          </p:nvSpPr>
          <p:spPr>
            <a:xfrm>
              <a:off x="6151196" y="1621006"/>
              <a:ext cx="391296" cy="398647"/>
            </a:xfrm>
            <a:custGeom>
              <a:rect b="b" l="l" r="r" t="t"/>
              <a:pathLst>
                <a:path extrusionOk="0" h="19848" w="19482">
                  <a:moveTo>
                    <a:pt x="19139" y="7339"/>
                  </a:moveTo>
                  <a:lnTo>
                    <a:pt x="19139" y="7339"/>
                  </a:lnTo>
                  <a:cubicBezTo>
                    <a:pt x="19142" y="7350"/>
                    <a:pt x="19145" y="7361"/>
                    <a:pt x="19147" y="7372"/>
                  </a:cubicBezTo>
                  <a:lnTo>
                    <a:pt x="19147" y="7339"/>
                  </a:lnTo>
                  <a:close/>
                  <a:moveTo>
                    <a:pt x="9735" y="3236"/>
                  </a:moveTo>
                  <a:cubicBezTo>
                    <a:pt x="13061" y="3236"/>
                    <a:pt x="15901" y="5798"/>
                    <a:pt x="16245" y="9240"/>
                  </a:cubicBezTo>
                  <a:cubicBezTo>
                    <a:pt x="16612" y="12943"/>
                    <a:pt x="14010" y="16212"/>
                    <a:pt x="10408" y="16579"/>
                  </a:cubicBezTo>
                  <a:cubicBezTo>
                    <a:pt x="10186" y="16602"/>
                    <a:pt x="9965" y="16613"/>
                    <a:pt x="9746" y="16613"/>
                  </a:cubicBezTo>
                  <a:cubicBezTo>
                    <a:pt x="6417" y="16613"/>
                    <a:pt x="3547" y="14051"/>
                    <a:pt x="3203" y="10608"/>
                  </a:cubicBezTo>
                  <a:cubicBezTo>
                    <a:pt x="2836" y="6939"/>
                    <a:pt x="5471" y="3636"/>
                    <a:pt x="9074" y="3269"/>
                  </a:cubicBezTo>
                  <a:cubicBezTo>
                    <a:pt x="9296" y="3247"/>
                    <a:pt x="9517" y="3236"/>
                    <a:pt x="9735" y="3236"/>
                  </a:cubicBezTo>
                  <a:close/>
                  <a:moveTo>
                    <a:pt x="10408" y="0"/>
                  </a:moveTo>
                  <a:cubicBezTo>
                    <a:pt x="10441" y="67"/>
                    <a:pt x="10441" y="134"/>
                    <a:pt x="10475" y="201"/>
                  </a:cubicBezTo>
                  <a:cubicBezTo>
                    <a:pt x="10541" y="1101"/>
                    <a:pt x="9908" y="1902"/>
                    <a:pt x="9040" y="2002"/>
                  </a:cubicBezTo>
                  <a:cubicBezTo>
                    <a:pt x="8980" y="2009"/>
                    <a:pt x="8920" y="2012"/>
                    <a:pt x="8861" y="2012"/>
                  </a:cubicBezTo>
                  <a:cubicBezTo>
                    <a:pt x="8036" y="2012"/>
                    <a:pt x="7335" y="1375"/>
                    <a:pt x="7272" y="534"/>
                  </a:cubicBezTo>
                  <a:cubicBezTo>
                    <a:pt x="7239" y="467"/>
                    <a:pt x="7272" y="367"/>
                    <a:pt x="7272" y="301"/>
                  </a:cubicBezTo>
                  <a:lnTo>
                    <a:pt x="7272" y="301"/>
                  </a:lnTo>
                  <a:cubicBezTo>
                    <a:pt x="6639" y="467"/>
                    <a:pt x="6038" y="701"/>
                    <a:pt x="5471" y="968"/>
                  </a:cubicBezTo>
                  <a:cubicBezTo>
                    <a:pt x="5504" y="1034"/>
                    <a:pt x="5571" y="1101"/>
                    <a:pt x="5604" y="1168"/>
                  </a:cubicBezTo>
                  <a:cubicBezTo>
                    <a:pt x="6138" y="1902"/>
                    <a:pt x="5971" y="2902"/>
                    <a:pt x="5238" y="3436"/>
                  </a:cubicBezTo>
                  <a:cubicBezTo>
                    <a:pt x="4960" y="3648"/>
                    <a:pt x="4636" y="3749"/>
                    <a:pt x="4312" y="3749"/>
                  </a:cubicBezTo>
                  <a:cubicBezTo>
                    <a:pt x="3818" y="3749"/>
                    <a:pt x="3325" y="3513"/>
                    <a:pt x="3003" y="3069"/>
                  </a:cubicBezTo>
                  <a:cubicBezTo>
                    <a:pt x="2936" y="3003"/>
                    <a:pt x="2903" y="2936"/>
                    <a:pt x="2869" y="2869"/>
                  </a:cubicBezTo>
                  <a:cubicBezTo>
                    <a:pt x="2402" y="3336"/>
                    <a:pt x="2002" y="3837"/>
                    <a:pt x="1635" y="4370"/>
                  </a:cubicBezTo>
                  <a:cubicBezTo>
                    <a:pt x="1735" y="4404"/>
                    <a:pt x="1802" y="4437"/>
                    <a:pt x="1868" y="4470"/>
                  </a:cubicBezTo>
                  <a:cubicBezTo>
                    <a:pt x="2669" y="4837"/>
                    <a:pt x="3036" y="5805"/>
                    <a:pt x="2669" y="6639"/>
                  </a:cubicBezTo>
                  <a:cubicBezTo>
                    <a:pt x="2423" y="7254"/>
                    <a:pt x="1832" y="7615"/>
                    <a:pt x="1218" y="7615"/>
                  </a:cubicBezTo>
                  <a:cubicBezTo>
                    <a:pt x="999" y="7615"/>
                    <a:pt x="778" y="7569"/>
                    <a:pt x="568" y="7472"/>
                  </a:cubicBezTo>
                  <a:cubicBezTo>
                    <a:pt x="467" y="7406"/>
                    <a:pt x="401" y="7372"/>
                    <a:pt x="334" y="7339"/>
                  </a:cubicBezTo>
                  <a:cubicBezTo>
                    <a:pt x="167" y="7973"/>
                    <a:pt x="67" y="8607"/>
                    <a:pt x="0" y="9274"/>
                  </a:cubicBezTo>
                  <a:cubicBezTo>
                    <a:pt x="101" y="9274"/>
                    <a:pt x="167" y="9240"/>
                    <a:pt x="267" y="9240"/>
                  </a:cubicBezTo>
                  <a:cubicBezTo>
                    <a:pt x="325" y="9234"/>
                    <a:pt x="383" y="9230"/>
                    <a:pt x="440" y="9230"/>
                  </a:cubicBezTo>
                  <a:cubicBezTo>
                    <a:pt x="1238" y="9230"/>
                    <a:pt x="1942" y="9868"/>
                    <a:pt x="2035" y="10708"/>
                  </a:cubicBezTo>
                  <a:cubicBezTo>
                    <a:pt x="2102" y="11609"/>
                    <a:pt x="1468" y="12409"/>
                    <a:pt x="601" y="12509"/>
                  </a:cubicBezTo>
                  <a:lnTo>
                    <a:pt x="334" y="12509"/>
                  </a:lnTo>
                  <a:cubicBezTo>
                    <a:pt x="501" y="13143"/>
                    <a:pt x="734" y="13777"/>
                    <a:pt x="1001" y="14344"/>
                  </a:cubicBezTo>
                  <a:cubicBezTo>
                    <a:pt x="1068" y="14277"/>
                    <a:pt x="1135" y="14244"/>
                    <a:pt x="1201" y="14177"/>
                  </a:cubicBezTo>
                  <a:cubicBezTo>
                    <a:pt x="1479" y="13966"/>
                    <a:pt x="1808" y="13864"/>
                    <a:pt x="2136" y="13864"/>
                  </a:cubicBezTo>
                  <a:cubicBezTo>
                    <a:pt x="2637" y="13864"/>
                    <a:pt x="3134" y="14101"/>
                    <a:pt x="3436" y="14544"/>
                  </a:cubicBezTo>
                  <a:cubicBezTo>
                    <a:pt x="3970" y="15278"/>
                    <a:pt x="3803" y="16312"/>
                    <a:pt x="3069" y="16846"/>
                  </a:cubicBezTo>
                  <a:cubicBezTo>
                    <a:pt x="3003" y="16879"/>
                    <a:pt x="2936" y="16946"/>
                    <a:pt x="2869" y="16979"/>
                  </a:cubicBezTo>
                  <a:cubicBezTo>
                    <a:pt x="3303" y="17446"/>
                    <a:pt x="3803" y="17847"/>
                    <a:pt x="4370" y="18213"/>
                  </a:cubicBezTo>
                  <a:cubicBezTo>
                    <a:pt x="4370" y="18147"/>
                    <a:pt x="4404" y="18080"/>
                    <a:pt x="4437" y="17980"/>
                  </a:cubicBezTo>
                  <a:cubicBezTo>
                    <a:pt x="4707" y="17391"/>
                    <a:pt x="5284" y="17037"/>
                    <a:pt x="5902" y="17037"/>
                  </a:cubicBezTo>
                  <a:cubicBezTo>
                    <a:pt x="6124" y="17037"/>
                    <a:pt x="6351" y="17082"/>
                    <a:pt x="6572" y="17179"/>
                  </a:cubicBezTo>
                  <a:cubicBezTo>
                    <a:pt x="7372" y="17546"/>
                    <a:pt x="7739" y="18514"/>
                    <a:pt x="7372" y="19348"/>
                  </a:cubicBezTo>
                  <a:cubicBezTo>
                    <a:pt x="7339" y="19414"/>
                    <a:pt x="7306" y="19481"/>
                    <a:pt x="7239" y="19548"/>
                  </a:cubicBezTo>
                  <a:cubicBezTo>
                    <a:pt x="7873" y="19715"/>
                    <a:pt x="8507" y="19815"/>
                    <a:pt x="9140" y="19848"/>
                  </a:cubicBezTo>
                  <a:cubicBezTo>
                    <a:pt x="9140" y="19781"/>
                    <a:pt x="9107" y="19715"/>
                    <a:pt x="9107" y="19648"/>
                  </a:cubicBezTo>
                  <a:cubicBezTo>
                    <a:pt x="9007" y="18747"/>
                    <a:pt x="9674" y="17947"/>
                    <a:pt x="10541" y="17847"/>
                  </a:cubicBezTo>
                  <a:cubicBezTo>
                    <a:pt x="10601" y="17840"/>
                    <a:pt x="10661" y="17837"/>
                    <a:pt x="10720" y="17837"/>
                  </a:cubicBezTo>
                  <a:cubicBezTo>
                    <a:pt x="11541" y="17837"/>
                    <a:pt x="12216" y="18474"/>
                    <a:pt x="12309" y="19314"/>
                  </a:cubicBezTo>
                  <a:cubicBezTo>
                    <a:pt x="12309" y="19381"/>
                    <a:pt x="12309" y="19448"/>
                    <a:pt x="12309" y="19548"/>
                  </a:cubicBezTo>
                  <a:cubicBezTo>
                    <a:pt x="12943" y="19348"/>
                    <a:pt x="13543" y="19114"/>
                    <a:pt x="14077" y="18847"/>
                  </a:cubicBezTo>
                  <a:cubicBezTo>
                    <a:pt x="14044" y="18781"/>
                    <a:pt x="14010" y="18747"/>
                    <a:pt x="13977" y="18680"/>
                  </a:cubicBezTo>
                  <a:cubicBezTo>
                    <a:pt x="13443" y="17947"/>
                    <a:pt x="13610" y="16913"/>
                    <a:pt x="14311" y="16412"/>
                  </a:cubicBezTo>
                  <a:cubicBezTo>
                    <a:pt x="14601" y="16201"/>
                    <a:pt x="14934" y="16099"/>
                    <a:pt x="15262" y="16099"/>
                  </a:cubicBezTo>
                  <a:cubicBezTo>
                    <a:pt x="15764" y="16099"/>
                    <a:pt x="16257" y="16336"/>
                    <a:pt x="16579" y="16779"/>
                  </a:cubicBezTo>
                  <a:cubicBezTo>
                    <a:pt x="16612" y="16812"/>
                    <a:pt x="16646" y="16879"/>
                    <a:pt x="16679" y="16946"/>
                  </a:cubicBezTo>
                  <a:cubicBezTo>
                    <a:pt x="17113" y="16479"/>
                    <a:pt x="17513" y="15979"/>
                    <a:pt x="17880" y="15445"/>
                  </a:cubicBezTo>
                  <a:cubicBezTo>
                    <a:pt x="17813" y="15445"/>
                    <a:pt x="17746" y="15411"/>
                    <a:pt x="17713" y="15378"/>
                  </a:cubicBezTo>
                  <a:cubicBezTo>
                    <a:pt x="16879" y="15011"/>
                    <a:pt x="16512" y="14044"/>
                    <a:pt x="16879" y="13210"/>
                  </a:cubicBezTo>
                  <a:cubicBezTo>
                    <a:pt x="17150" y="12595"/>
                    <a:pt x="17747" y="12234"/>
                    <a:pt x="18363" y="12234"/>
                  </a:cubicBezTo>
                  <a:cubicBezTo>
                    <a:pt x="18582" y="12234"/>
                    <a:pt x="18804" y="12280"/>
                    <a:pt x="19014" y="12376"/>
                  </a:cubicBezTo>
                  <a:cubicBezTo>
                    <a:pt x="19081" y="12409"/>
                    <a:pt x="19114" y="12443"/>
                    <a:pt x="19181" y="12476"/>
                  </a:cubicBezTo>
                  <a:cubicBezTo>
                    <a:pt x="19314" y="11876"/>
                    <a:pt x="19448" y="11242"/>
                    <a:pt x="19481" y="10575"/>
                  </a:cubicBezTo>
                  <a:lnTo>
                    <a:pt x="19481" y="10575"/>
                  </a:lnTo>
                  <a:cubicBezTo>
                    <a:pt x="19414" y="10608"/>
                    <a:pt x="19381" y="10608"/>
                    <a:pt x="19314" y="10608"/>
                  </a:cubicBezTo>
                  <a:cubicBezTo>
                    <a:pt x="19254" y="10615"/>
                    <a:pt x="19195" y="10618"/>
                    <a:pt x="19136" y="10618"/>
                  </a:cubicBezTo>
                  <a:cubicBezTo>
                    <a:pt x="18314" y="10618"/>
                    <a:pt x="17640" y="9981"/>
                    <a:pt x="17546" y="9140"/>
                  </a:cubicBezTo>
                  <a:cubicBezTo>
                    <a:pt x="17446" y="8240"/>
                    <a:pt x="18113" y="7439"/>
                    <a:pt x="18981" y="7339"/>
                  </a:cubicBezTo>
                  <a:lnTo>
                    <a:pt x="19139" y="7339"/>
                  </a:lnTo>
                  <a:cubicBezTo>
                    <a:pt x="18974" y="6718"/>
                    <a:pt x="18776" y="6128"/>
                    <a:pt x="18514" y="5571"/>
                  </a:cubicBezTo>
                  <a:cubicBezTo>
                    <a:pt x="18447" y="5604"/>
                    <a:pt x="18414" y="5638"/>
                    <a:pt x="18380" y="5671"/>
                  </a:cubicBezTo>
                  <a:cubicBezTo>
                    <a:pt x="18090" y="5882"/>
                    <a:pt x="17757" y="5984"/>
                    <a:pt x="17429" y="5984"/>
                  </a:cubicBezTo>
                  <a:cubicBezTo>
                    <a:pt x="16927" y="5984"/>
                    <a:pt x="16434" y="5748"/>
                    <a:pt x="16112" y="5304"/>
                  </a:cubicBezTo>
                  <a:cubicBezTo>
                    <a:pt x="15612" y="4570"/>
                    <a:pt x="15778" y="3536"/>
                    <a:pt x="16479" y="3003"/>
                  </a:cubicBezTo>
                  <a:cubicBezTo>
                    <a:pt x="16546" y="2969"/>
                    <a:pt x="16579" y="2936"/>
                    <a:pt x="16646" y="2902"/>
                  </a:cubicBezTo>
                  <a:cubicBezTo>
                    <a:pt x="16212" y="2469"/>
                    <a:pt x="15712" y="2035"/>
                    <a:pt x="15178" y="1668"/>
                  </a:cubicBezTo>
                  <a:cubicBezTo>
                    <a:pt x="15178" y="1735"/>
                    <a:pt x="15145" y="1802"/>
                    <a:pt x="15145" y="1868"/>
                  </a:cubicBezTo>
                  <a:cubicBezTo>
                    <a:pt x="14876" y="2454"/>
                    <a:pt x="14286" y="2826"/>
                    <a:pt x="13674" y="2826"/>
                  </a:cubicBezTo>
                  <a:cubicBezTo>
                    <a:pt x="13451" y="2826"/>
                    <a:pt x="13224" y="2776"/>
                    <a:pt x="13010" y="2669"/>
                  </a:cubicBezTo>
                  <a:cubicBezTo>
                    <a:pt x="12209" y="2302"/>
                    <a:pt x="11842" y="1335"/>
                    <a:pt x="12209" y="501"/>
                  </a:cubicBezTo>
                  <a:cubicBezTo>
                    <a:pt x="12243" y="434"/>
                    <a:pt x="12276" y="401"/>
                    <a:pt x="12309" y="334"/>
                  </a:cubicBezTo>
                  <a:cubicBezTo>
                    <a:pt x="11709" y="167"/>
                    <a:pt x="11075" y="67"/>
                    <a:pt x="10408" y="0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60" name="Google Shape;3260;p69"/>
            <p:cNvSpPr/>
            <p:nvPr/>
          </p:nvSpPr>
          <p:spPr>
            <a:xfrm>
              <a:off x="6187369" y="1667844"/>
              <a:ext cx="318930" cy="305513"/>
            </a:xfrm>
            <a:custGeom>
              <a:rect b="b" l="l" r="r" t="t"/>
              <a:pathLst>
                <a:path extrusionOk="0" h="15211" w="15879">
                  <a:moveTo>
                    <a:pt x="7950" y="2495"/>
                  </a:moveTo>
                  <a:cubicBezTo>
                    <a:pt x="8167" y="2495"/>
                    <a:pt x="8386" y="2509"/>
                    <a:pt x="8607" y="2539"/>
                  </a:cubicBezTo>
                  <a:cubicBezTo>
                    <a:pt x="11342" y="2906"/>
                    <a:pt x="13277" y="5507"/>
                    <a:pt x="12910" y="8276"/>
                  </a:cubicBezTo>
                  <a:cubicBezTo>
                    <a:pt x="12573" y="10852"/>
                    <a:pt x="10403" y="12723"/>
                    <a:pt x="7930" y="12723"/>
                  </a:cubicBezTo>
                  <a:cubicBezTo>
                    <a:pt x="7713" y="12723"/>
                    <a:pt x="7493" y="12709"/>
                    <a:pt x="7273" y="12679"/>
                  </a:cubicBezTo>
                  <a:cubicBezTo>
                    <a:pt x="4537" y="12279"/>
                    <a:pt x="2603" y="9710"/>
                    <a:pt x="2970" y="6942"/>
                  </a:cubicBezTo>
                  <a:cubicBezTo>
                    <a:pt x="3307" y="4366"/>
                    <a:pt x="5477" y="2495"/>
                    <a:pt x="7950" y="2495"/>
                  </a:cubicBezTo>
                  <a:close/>
                  <a:moveTo>
                    <a:pt x="7932" y="0"/>
                  </a:moveTo>
                  <a:cubicBezTo>
                    <a:pt x="4266" y="0"/>
                    <a:pt x="1057" y="2783"/>
                    <a:pt x="568" y="6575"/>
                  </a:cubicBezTo>
                  <a:cubicBezTo>
                    <a:pt x="1" y="10744"/>
                    <a:pt x="2869" y="14581"/>
                    <a:pt x="6939" y="15148"/>
                  </a:cubicBezTo>
                  <a:cubicBezTo>
                    <a:pt x="7263" y="15190"/>
                    <a:pt x="7586" y="15211"/>
                    <a:pt x="7905" y="15211"/>
                  </a:cubicBezTo>
                  <a:cubicBezTo>
                    <a:pt x="11589" y="15211"/>
                    <a:pt x="14820" y="12447"/>
                    <a:pt x="15312" y="8610"/>
                  </a:cubicBezTo>
                  <a:cubicBezTo>
                    <a:pt x="15879" y="4473"/>
                    <a:pt x="13010" y="637"/>
                    <a:pt x="8940" y="70"/>
                  </a:cubicBezTo>
                  <a:cubicBezTo>
                    <a:pt x="8602" y="23"/>
                    <a:pt x="8265" y="0"/>
                    <a:pt x="79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61" name="Google Shape;3261;p69"/>
            <p:cNvSpPr/>
            <p:nvPr/>
          </p:nvSpPr>
          <p:spPr>
            <a:xfrm>
              <a:off x="6667079" y="1796549"/>
              <a:ext cx="749050" cy="736979"/>
            </a:xfrm>
            <a:custGeom>
              <a:rect b="b" l="l" r="r" t="t"/>
              <a:pathLst>
                <a:path extrusionOk="0" h="36693" w="37294">
                  <a:moveTo>
                    <a:pt x="27887" y="0"/>
                  </a:moveTo>
                  <a:cubicBezTo>
                    <a:pt x="26686" y="0"/>
                    <a:pt x="25485" y="17"/>
                    <a:pt x="24284" y="33"/>
                  </a:cubicBezTo>
                  <a:lnTo>
                    <a:pt x="16913" y="133"/>
                  </a:lnTo>
                  <a:lnTo>
                    <a:pt x="9607" y="234"/>
                  </a:lnTo>
                  <a:cubicBezTo>
                    <a:pt x="8406" y="267"/>
                    <a:pt x="7172" y="267"/>
                    <a:pt x="5971" y="300"/>
                  </a:cubicBezTo>
                  <a:cubicBezTo>
                    <a:pt x="5004" y="300"/>
                    <a:pt x="4003" y="300"/>
                    <a:pt x="3069" y="467"/>
                  </a:cubicBezTo>
                  <a:cubicBezTo>
                    <a:pt x="2235" y="634"/>
                    <a:pt x="1435" y="967"/>
                    <a:pt x="834" y="1568"/>
                  </a:cubicBezTo>
                  <a:cubicBezTo>
                    <a:pt x="768" y="1568"/>
                    <a:pt x="734" y="1601"/>
                    <a:pt x="734" y="1668"/>
                  </a:cubicBezTo>
                  <a:cubicBezTo>
                    <a:pt x="1068" y="6505"/>
                    <a:pt x="1001" y="11341"/>
                    <a:pt x="801" y="16178"/>
                  </a:cubicBezTo>
                  <a:cubicBezTo>
                    <a:pt x="568" y="21015"/>
                    <a:pt x="234" y="25852"/>
                    <a:pt x="134" y="30722"/>
                  </a:cubicBezTo>
                  <a:cubicBezTo>
                    <a:pt x="101" y="31856"/>
                    <a:pt x="0" y="33024"/>
                    <a:pt x="67" y="34158"/>
                  </a:cubicBezTo>
                  <a:cubicBezTo>
                    <a:pt x="134" y="34892"/>
                    <a:pt x="334" y="35726"/>
                    <a:pt x="1068" y="36026"/>
                  </a:cubicBezTo>
                  <a:cubicBezTo>
                    <a:pt x="1443" y="36176"/>
                    <a:pt x="1875" y="36195"/>
                    <a:pt x="2292" y="36195"/>
                  </a:cubicBezTo>
                  <a:cubicBezTo>
                    <a:pt x="2431" y="36195"/>
                    <a:pt x="2569" y="36193"/>
                    <a:pt x="2702" y="36193"/>
                  </a:cubicBezTo>
                  <a:cubicBezTo>
                    <a:pt x="3303" y="36226"/>
                    <a:pt x="3903" y="36259"/>
                    <a:pt x="4504" y="36259"/>
                  </a:cubicBezTo>
                  <a:cubicBezTo>
                    <a:pt x="5705" y="36326"/>
                    <a:pt x="6939" y="36359"/>
                    <a:pt x="8173" y="36393"/>
                  </a:cubicBezTo>
                  <a:cubicBezTo>
                    <a:pt x="13076" y="36560"/>
                    <a:pt x="17947" y="36660"/>
                    <a:pt x="22850" y="36693"/>
                  </a:cubicBezTo>
                  <a:lnTo>
                    <a:pt x="30155" y="36693"/>
                  </a:lnTo>
                  <a:cubicBezTo>
                    <a:pt x="31390" y="36693"/>
                    <a:pt x="32624" y="36660"/>
                    <a:pt x="33858" y="36660"/>
                  </a:cubicBezTo>
                  <a:cubicBezTo>
                    <a:pt x="34692" y="36626"/>
                    <a:pt x="35626" y="36660"/>
                    <a:pt x="36360" y="36159"/>
                  </a:cubicBezTo>
                  <a:cubicBezTo>
                    <a:pt x="37127" y="35626"/>
                    <a:pt x="37160" y="34658"/>
                    <a:pt x="37127" y="33791"/>
                  </a:cubicBezTo>
                  <a:cubicBezTo>
                    <a:pt x="37094" y="32590"/>
                    <a:pt x="37060" y="31356"/>
                    <a:pt x="37027" y="30155"/>
                  </a:cubicBezTo>
                  <a:cubicBezTo>
                    <a:pt x="36960" y="27720"/>
                    <a:pt x="36927" y="25251"/>
                    <a:pt x="36893" y="22816"/>
                  </a:cubicBezTo>
                  <a:cubicBezTo>
                    <a:pt x="36860" y="17946"/>
                    <a:pt x="36927" y="13076"/>
                    <a:pt x="37060" y="8206"/>
                  </a:cubicBezTo>
                  <a:cubicBezTo>
                    <a:pt x="37094" y="7005"/>
                    <a:pt x="37127" y="5771"/>
                    <a:pt x="37194" y="4537"/>
                  </a:cubicBezTo>
                  <a:cubicBezTo>
                    <a:pt x="37227" y="3936"/>
                    <a:pt x="37260" y="3336"/>
                    <a:pt x="37260" y="2735"/>
                  </a:cubicBezTo>
                  <a:cubicBezTo>
                    <a:pt x="37294" y="2268"/>
                    <a:pt x="37260" y="1768"/>
                    <a:pt x="36994" y="1368"/>
                  </a:cubicBezTo>
                  <a:lnTo>
                    <a:pt x="36960" y="1368"/>
                  </a:lnTo>
                  <a:cubicBezTo>
                    <a:pt x="36527" y="701"/>
                    <a:pt x="35659" y="467"/>
                    <a:pt x="34892" y="367"/>
                  </a:cubicBezTo>
                  <a:cubicBezTo>
                    <a:pt x="33758" y="200"/>
                    <a:pt x="32624" y="133"/>
                    <a:pt x="31490" y="67"/>
                  </a:cubicBezTo>
                  <a:cubicBezTo>
                    <a:pt x="30289" y="17"/>
                    <a:pt x="29088" y="0"/>
                    <a:pt x="278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62" name="Google Shape;3262;p69"/>
            <p:cNvSpPr/>
            <p:nvPr/>
          </p:nvSpPr>
          <p:spPr>
            <a:xfrm>
              <a:off x="6667079" y="1796549"/>
              <a:ext cx="749050" cy="736979"/>
            </a:xfrm>
            <a:custGeom>
              <a:rect b="b" l="l" r="r" t="t"/>
              <a:pathLst>
                <a:path extrusionOk="0" h="36693" w="37294">
                  <a:moveTo>
                    <a:pt x="27787" y="300"/>
                  </a:moveTo>
                  <a:cubicBezTo>
                    <a:pt x="30089" y="300"/>
                    <a:pt x="32424" y="334"/>
                    <a:pt x="34725" y="634"/>
                  </a:cubicBezTo>
                  <a:cubicBezTo>
                    <a:pt x="35492" y="734"/>
                    <a:pt x="36527" y="934"/>
                    <a:pt x="36860" y="1768"/>
                  </a:cubicBezTo>
                  <a:cubicBezTo>
                    <a:pt x="37060" y="2268"/>
                    <a:pt x="36960" y="2902"/>
                    <a:pt x="36927" y="3436"/>
                  </a:cubicBezTo>
                  <a:cubicBezTo>
                    <a:pt x="36927" y="4036"/>
                    <a:pt x="36893" y="4637"/>
                    <a:pt x="36860" y="5237"/>
                  </a:cubicBezTo>
                  <a:cubicBezTo>
                    <a:pt x="36693" y="9940"/>
                    <a:pt x="36593" y="14677"/>
                    <a:pt x="36593" y="19447"/>
                  </a:cubicBezTo>
                  <a:cubicBezTo>
                    <a:pt x="36593" y="24184"/>
                    <a:pt x="36660" y="28921"/>
                    <a:pt x="36827" y="33657"/>
                  </a:cubicBezTo>
                  <a:cubicBezTo>
                    <a:pt x="36860" y="34158"/>
                    <a:pt x="36893" y="34658"/>
                    <a:pt x="36760" y="35159"/>
                  </a:cubicBezTo>
                  <a:cubicBezTo>
                    <a:pt x="36593" y="35626"/>
                    <a:pt x="36260" y="35959"/>
                    <a:pt x="35826" y="36126"/>
                  </a:cubicBezTo>
                  <a:cubicBezTo>
                    <a:pt x="35265" y="36363"/>
                    <a:pt x="34620" y="36405"/>
                    <a:pt x="33981" y="36405"/>
                  </a:cubicBezTo>
                  <a:cubicBezTo>
                    <a:pt x="33633" y="36405"/>
                    <a:pt x="33287" y="36393"/>
                    <a:pt x="32957" y="36393"/>
                  </a:cubicBezTo>
                  <a:cubicBezTo>
                    <a:pt x="30589" y="36426"/>
                    <a:pt x="28221" y="36426"/>
                    <a:pt x="25852" y="36426"/>
                  </a:cubicBezTo>
                  <a:cubicBezTo>
                    <a:pt x="21082" y="36426"/>
                    <a:pt x="16345" y="36359"/>
                    <a:pt x="11609" y="36226"/>
                  </a:cubicBezTo>
                  <a:cubicBezTo>
                    <a:pt x="9240" y="36193"/>
                    <a:pt x="6839" y="36093"/>
                    <a:pt x="4470" y="36026"/>
                  </a:cubicBezTo>
                  <a:cubicBezTo>
                    <a:pt x="3870" y="35992"/>
                    <a:pt x="3303" y="35959"/>
                    <a:pt x="2702" y="35926"/>
                  </a:cubicBezTo>
                  <a:cubicBezTo>
                    <a:pt x="2538" y="35926"/>
                    <a:pt x="2358" y="35932"/>
                    <a:pt x="2174" y="35932"/>
                  </a:cubicBezTo>
                  <a:cubicBezTo>
                    <a:pt x="1760" y="35932"/>
                    <a:pt x="1324" y="35900"/>
                    <a:pt x="1001" y="35692"/>
                  </a:cubicBezTo>
                  <a:cubicBezTo>
                    <a:pt x="234" y="35259"/>
                    <a:pt x="301" y="34058"/>
                    <a:pt x="301" y="33291"/>
                  </a:cubicBezTo>
                  <a:cubicBezTo>
                    <a:pt x="367" y="28587"/>
                    <a:pt x="634" y="23884"/>
                    <a:pt x="901" y="19180"/>
                  </a:cubicBezTo>
                  <a:cubicBezTo>
                    <a:pt x="1135" y="14510"/>
                    <a:pt x="1301" y="9807"/>
                    <a:pt x="1135" y="5104"/>
                  </a:cubicBezTo>
                  <a:cubicBezTo>
                    <a:pt x="1068" y="4036"/>
                    <a:pt x="1001" y="2935"/>
                    <a:pt x="934" y="1868"/>
                  </a:cubicBezTo>
                  <a:cubicBezTo>
                    <a:pt x="968" y="1868"/>
                    <a:pt x="1001" y="1868"/>
                    <a:pt x="1035" y="1835"/>
                  </a:cubicBezTo>
                  <a:cubicBezTo>
                    <a:pt x="2128" y="659"/>
                    <a:pt x="3873" y="604"/>
                    <a:pt x="5440" y="604"/>
                  </a:cubicBezTo>
                  <a:cubicBezTo>
                    <a:pt x="5601" y="604"/>
                    <a:pt x="5761" y="604"/>
                    <a:pt x="5917" y="604"/>
                  </a:cubicBezTo>
                  <a:cubicBezTo>
                    <a:pt x="6095" y="604"/>
                    <a:pt x="6269" y="604"/>
                    <a:pt x="6438" y="600"/>
                  </a:cubicBezTo>
                  <a:cubicBezTo>
                    <a:pt x="8807" y="567"/>
                    <a:pt x="11208" y="534"/>
                    <a:pt x="13577" y="500"/>
                  </a:cubicBezTo>
                  <a:cubicBezTo>
                    <a:pt x="18314" y="434"/>
                    <a:pt x="23050" y="334"/>
                    <a:pt x="27787" y="300"/>
                  </a:cubicBezTo>
                  <a:close/>
                  <a:moveTo>
                    <a:pt x="27887" y="0"/>
                  </a:moveTo>
                  <a:cubicBezTo>
                    <a:pt x="26686" y="0"/>
                    <a:pt x="25485" y="17"/>
                    <a:pt x="24284" y="33"/>
                  </a:cubicBezTo>
                  <a:lnTo>
                    <a:pt x="16913" y="133"/>
                  </a:lnTo>
                  <a:lnTo>
                    <a:pt x="9607" y="234"/>
                  </a:lnTo>
                  <a:cubicBezTo>
                    <a:pt x="8406" y="267"/>
                    <a:pt x="7172" y="267"/>
                    <a:pt x="5971" y="300"/>
                  </a:cubicBezTo>
                  <a:cubicBezTo>
                    <a:pt x="5004" y="300"/>
                    <a:pt x="4003" y="300"/>
                    <a:pt x="3069" y="467"/>
                  </a:cubicBezTo>
                  <a:cubicBezTo>
                    <a:pt x="2235" y="634"/>
                    <a:pt x="1435" y="967"/>
                    <a:pt x="834" y="1568"/>
                  </a:cubicBezTo>
                  <a:cubicBezTo>
                    <a:pt x="768" y="1568"/>
                    <a:pt x="734" y="1601"/>
                    <a:pt x="734" y="1668"/>
                  </a:cubicBezTo>
                  <a:cubicBezTo>
                    <a:pt x="1068" y="6505"/>
                    <a:pt x="1001" y="11341"/>
                    <a:pt x="801" y="16178"/>
                  </a:cubicBezTo>
                  <a:cubicBezTo>
                    <a:pt x="568" y="21015"/>
                    <a:pt x="234" y="25852"/>
                    <a:pt x="134" y="30722"/>
                  </a:cubicBezTo>
                  <a:cubicBezTo>
                    <a:pt x="101" y="31856"/>
                    <a:pt x="0" y="33024"/>
                    <a:pt x="67" y="34158"/>
                  </a:cubicBezTo>
                  <a:cubicBezTo>
                    <a:pt x="134" y="34892"/>
                    <a:pt x="334" y="35726"/>
                    <a:pt x="1068" y="36026"/>
                  </a:cubicBezTo>
                  <a:cubicBezTo>
                    <a:pt x="1443" y="36176"/>
                    <a:pt x="1875" y="36195"/>
                    <a:pt x="2292" y="36195"/>
                  </a:cubicBezTo>
                  <a:cubicBezTo>
                    <a:pt x="2431" y="36195"/>
                    <a:pt x="2569" y="36193"/>
                    <a:pt x="2702" y="36193"/>
                  </a:cubicBezTo>
                  <a:cubicBezTo>
                    <a:pt x="3303" y="36226"/>
                    <a:pt x="3903" y="36259"/>
                    <a:pt x="4504" y="36259"/>
                  </a:cubicBezTo>
                  <a:cubicBezTo>
                    <a:pt x="5705" y="36326"/>
                    <a:pt x="6939" y="36359"/>
                    <a:pt x="8173" y="36393"/>
                  </a:cubicBezTo>
                  <a:cubicBezTo>
                    <a:pt x="13076" y="36560"/>
                    <a:pt x="17947" y="36660"/>
                    <a:pt x="22850" y="36693"/>
                  </a:cubicBezTo>
                  <a:lnTo>
                    <a:pt x="30155" y="36693"/>
                  </a:lnTo>
                  <a:cubicBezTo>
                    <a:pt x="31390" y="36693"/>
                    <a:pt x="32624" y="36660"/>
                    <a:pt x="33858" y="36660"/>
                  </a:cubicBezTo>
                  <a:cubicBezTo>
                    <a:pt x="34692" y="36626"/>
                    <a:pt x="35626" y="36660"/>
                    <a:pt x="36360" y="36159"/>
                  </a:cubicBezTo>
                  <a:cubicBezTo>
                    <a:pt x="37127" y="35626"/>
                    <a:pt x="37160" y="34658"/>
                    <a:pt x="37127" y="33791"/>
                  </a:cubicBezTo>
                  <a:cubicBezTo>
                    <a:pt x="37094" y="32590"/>
                    <a:pt x="37060" y="31356"/>
                    <a:pt x="37027" y="30155"/>
                  </a:cubicBezTo>
                  <a:cubicBezTo>
                    <a:pt x="36960" y="27720"/>
                    <a:pt x="36927" y="25251"/>
                    <a:pt x="36893" y="22816"/>
                  </a:cubicBezTo>
                  <a:cubicBezTo>
                    <a:pt x="36860" y="17946"/>
                    <a:pt x="36927" y="13076"/>
                    <a:pt x="37060" y="8206"/>
                  </a:cubicBezTo>
                  <a:cubicBezTo>
                    <a:pt x="37094" y="7005"/>
                    <a:pt x="37127" y="5771"/>
                    <a:pt x="37194" y="4537"/>
                  </a:cubicBezTo>
                  <a:cubicBezTo>
                    <a:pt x="37227" y="3936"/>
                    <a:pt x="37260" y="3336"/>
                    <a:pt x="37260" y="2735"/>
                  </a:cubicBezTo>
                  <a:cubicBezTo>
                    <a:pt x="37294" y="2268"/>
                    <a:pt x="37260" y="1768"/>
                    <a:pt x="36994" y="1368"/>
                  </a:cubicBezTo>
                  <a:lnTo>
                    <a:pt x="36960" y="1368"/>
                  </a:lnTo>
                  <a:cubicBezTo>
                    <a:pt x="36527" y="701"/>
                    <a:pt x="35659" y="467"/>
                    <a:pt x="34892" y="367"/>
                  </a:cubicBezTo>
                  <a:cubicBezTo>
                    <a:pt x="33758" y="200"/>
                    <a:pt x="32624" y="133"/>
                    <a:pt x="31490" y="67"/>
                  </a:cubicBezTo>
                  <a:cubicBezTo>
                    <a:pt x="30289" y="17"/>
                    <a:pt x="29088" y="0"/>
                    <a:pt x="2788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63" name="Google Shape;3263;p69"/>
            <p:cNvSpPr/>
            <p:nvPr/>
          </p:nvSpPr>
          <p:spPr>
            <a:xfrm>
              <a:off x="6671759" y="1800967"/>
              <a:ext cx="739690" cy="728543"/>
            </a:xfrm>
            <a:custGeom>
              <a:rect b="b" l="l" r="r" t="t"/>
              <a:pathLst>
                <a:path extrusionOk="0" h="36273" w="36828">
                  <a:moveTo>
                    <a:pt x="28758" y="303"/>
                  </a:moveTo>
                  <a:cubicBezTo>
                    <a:pt x="30613" y="303"/>
                    <a:pt x="32463" y="372"/>
                    <a:pt x="34292" y="614"/>
                  </a:cubicBezTo>
                  <a:cubicBezTo>
                    <a:pt x="35059" y="714"/>
                    <a:pt x="36093" y="914"/>
                    <a:pt x="36394" y="1748"/>
                  </a:cubicBezTo>
                  <a:cubicBezTo>
                    <a:pt x="36594" y="2248"/>
                    <a:pt x="36494" y="2849"/>
                    <a:pt x="36494" y="3383"/>
                  </a:cubicBezTo>
                  <a:cubicBezTo>
                    <a:pt x="36460" y="3983"/>
                    <a:pt x="36460" y="4550"/>
                    <a:pt x="36427" y="5151"/>
                  </a:cubicBezTo>
                  <a:cubicBezTo>
                    <a:pt x="36227" y="9821"/>
                    <a:pt x="36160" y="14524"/>
                    <a:pt x="36160" y="19194"/>
                  </a:cubicBezTo>
                  <a:cubicBezTo>
                    <a:pt x="36160" y="23897"/>
                    <a:pt x="36227" y="28567"/>
                    <a:pt x="36394" y="33237"/>
                  </a:cubicBezTo>
                  <a:cubicBezTo>
                    <a:pt x="36427" y="33738"/>
                    <a:pt x="36460" y="34271"/>
                    <a:pt x="36294" y="34738"/>
                  </a:cubicBezTo>
                  <a:cubicBezTo>
                    <a:pt x="36160" y="35205"/>
                    <a:pt x="35827" y="35539"/>
                    <a:pt x="35393" y="35706"/>
                  </a:cubicBezTo>
                  <a:cubicBezTo>
                    <a:pt x="34839" y="35940"/>
                    <a:pt x="34204" y="35970"/>
                    <a:pt x="33583" y="35970"/>
                  </a:cubicBezTo>
                  <a:cubicBezTo>
                    <a:pt x="33366" y="35970"/>
                    <a:pt x="33150" y="35967"/>
                    <a:pt x="32940" y="35967"/>
                  </a:cubicBezTo>
                  <a:cubicBezTo>
                    <a:pt x="32810" y="35967"/>
                    <a:pt x="32682" y="35968"/>
                    <a:pt x="32558" y="35973"/>
                  </a:cubicBezTo>
                  <a:cubicBezTo>
                    <a:pt x="30223" y="36006"/>
                    <a:pt x="27854" y="36006"/>
                    <a:pt x="25519" y="36006"/>
                  </a:cubicBezTo>
                  <a:cubicBezTo>
                    <a:pt x="20816" y="36006"/>
                    <a:pt x="16146" y="35939"/>
                    <a:pt x="11442" y="35806"/>
                  </a:cubicBezTo>
                  <a:cubicBezTo>
                    <a:pt x="9107" y="35739"/>
                    <a:pt x="6739" y="35672"/>
                    <a:pt x="4404" y="35606"/>
                  </a:cubicBezTo>
                  <a:cubicBezTo>
                    <a:pt x="3804" y="35572"/>
                    <a:pt x="3237" y="35539"/>
                    <a:pt x="2636" y="35506"/>
                  </a:cubicBezTo>
                  <a:cubicBezTo>
                    <a:pt x="2458" y="35506"/>
                    <a:pt x="2266" y="35513"/>
                    <a:pt x="2070" y="35513"/>
                  </a:cubicBezTo>
                  <a:cubicBezTo>
                    <a:pt x="1680" y="35513"/>
                    <a:pt x="1280" y="35483"/>
                    <a:pt x="968" y="35305"/>
                  </a:cubicBezTo>
                  <a:cubicBezTo>
                    <a:pt x="201" y="34838"/>
                    <a:pt x="268" y="33671"/>
                    <a:pt x="301" y="32904"/>
                  </a:cubicBezTo>
                  <a:cubicBezTo>
                    <a:pt x="335" y="28267"/>
                    <a:pt x="635" y="23630"/>
                    <a:pt x="868" y="18960"/>
                  </a:cubicBezTo>
                  <a:cubicBezTo>
                    <a:pt x="1102" y="14324"/>
                    <a:pt x="1269" y="9687"/>
                    <a:pt x="1102" y="5050"/>
                  </a:cubicBezTo>
                  <a:cubicBezTo>
                    <a:pt x="1035" y="3983"/>
                    <a:pt x="968" y="2916"/>
                    <a:pt x="902" y="1848"/>
                  </a:cubicBezTo>
                  <a:cubicBezTo>
                    <a:pt x="935" y="1848"/>
                    <a:pt x="968" y="1848"/>
                    <a:pt x="1002" y="1815"/>
                  </a:cubicBezTo>
                  <a:cubicBezTo>
                    <a:pt x="2336" y="414"/>
                    <a:pt x="4604" y="614"/>
                    <a:pt x="6339" y="581"/>
                  </a:cubicBezTo>
                  <a:lnTo>
                    <a:pt x="13411" y="481"/>
                  </a:lnTo>
                  <a:cubicBezTo>
                    <a:pt x="18081" y="414"/>
                    <a:pt x="22751" y="347"/>
                    <a:pt x="27421" y="314"/>
                  </a:cubicBezTo>
                  <a:cubicBezTo>
                    <a:pt x="27866" y="307"/>
                    <a:pt x="28312" y="303"/>
                    <a:pt x="28758" y="303"/>
                  </a:cubicBezTo>
                  <a:close/>
                  <a:moveTo>
                    <a:pt x="27871" y="0"/>
                  </a:moveTo>
                  <a:cubicBezTo>
                    <a:pt x="26575" y="0"/>
                    <a:pt x="25280" y="29"/>
                    <a:pt x="23985" y="47"/>
                  </a:cubicBezTo>
                  <a:lnTo>
                    <a:pt x="16713" y="147"/>
                  </a:lnTo>
                  <a:lnTo>
                    <a:pt x="9474" y="247"/>
                  </a:lnTo>
                  <a:cubicBezTo>
                    <a:pt x="8274" y="247"/>
                    <a:pt x="7073" y="280"/>
                    <a:pt x="5872" y="280"/>
                  </a:cubicBezTo>
                  <a:cubicBezTo>
                    <a:pt x="4904" y="314"/>
                    <a:pt x="3937" y="280"/>
                    <a:pt x="3003" y="481"/>
                  </a:cubicBezTo>
                  <a:cubicBezTo>
                    <a:pt x="2169" y="647"/>
                    <a:pt x="1402" y="948"/>
                    <a:pt x="802" y="1548"/>
                  </a:cubicBezTo>
                  <a:cubicBezTo>
                    <a:pt x="768" y="1548"/>
                    <a:pt x="701" y="1581"/>
                    <a:pt x="701" y="1648"/>
                  </a:cubicBezTo>
                  <a:cubicBezTo>
                    <a:pt x="1035" y="6418"/>
                    <a:pt x="968" y="11222"/>
                    <a:pt x="768" y="15992"/>
                  </a:cubicBezTo>
                  <a:cubicBezTo>
                    <a:pt x="535" y="20762"/>
                    <a:pt x="234" y="25565"/>
                    <a:pt x="101" y="30369"/>
                  </a:cubicBezTo>
                  <a:cubicBezTo>
                    <a:pt x="68" y="31469"/>
                    <a:pt x="1" y="32637"/>
                    <a:pt x="68" y="33738"/>
                  </a:cubicBezTo>
                  <a:cubicBezTo>
                    <a:pt x="101" y="34472"/>
                    <a:pt x="301" y="35305"/>
                    <a:pt x="1035" y="35606"/>
                  </a:cubicBezTo>
                  <a:cubicBezTo>
                    <a:pt x="1535" y="35806"/>
                    <a:pt x="2136" y="35739"/>
                    <a:pt x="2636" y="35772"/>
                  </a:cubicBezTo>
                  <a:cubicBezTo>
                    <a:pt x="3237" y="35806"/>
                    <a:pt x="3837" y="35839"/>
                    <a:pt x="4404" y="35839"/>
                  </a:cubicBezTo>
                  <a:cubicBezTo>
                    <a:pt x="5638" y="35906"/>
                    <a:pt x="6839" y="35939"/>
                    <a:pt x="8040" y="35973"/>
                  </a:cubicBezTo>
                  <a:cubicBezTo>
                    <a:pt x="12877" y="36139"/>
                    <a:pt x="17714" y="36239"/>
                    <a:pt x="22550" y="36273"/>
                  </a:cubicBezTo>
                  <a:lnTo>
                    <a:pt x="29789" y="36273"/>
                  </a:lnTo>
                  <a:cubicBezTo>
                    <a:pt x="30990" y="36239"/>
                    <a:pt x="32224" y="36239"/>
                    <a:pt x="33425" y="36239"/>
                  </a:cubicBezTo>
                  <a:cubicBezTo>
                    <a:pt x="34259" y="36206"/>
                    <a:pt x="35193" y="36239"/>
                    <a:pt x="35893" y="35739"/>
                  </a:cubicBezTo>
                  <a:cubicBezTo>
                    <a:pt x="36694" y="35205"/>
                    <a:pt x="36694" y="34238"/>
                    <a:pt x="36694" y="33371"/>
                  </a:cubicBezTo>
                  <a:cubicBezTo>
                    <a:pt x="36627" y="32203"/>
                    <a:pt x="36594" y="31002"/>
                    <a:pt x="36560" y="29802"/>
                  </a:cubicBezTo>
                  <a:cubicBezTo>
                    <a:pt x="36527" y="27366"/>
                    <a:pt x="36460" y="24965"/>
                    <a:pt x="36460" y="22530"/>
                  </a:cubicBezTo>
                  <a:cubicBezTo>
                    <a:pt x="36427" y="17726"/>
                    <a:pt x="36460" y="12923"/>
                    <a:pt x="36594" y="8119"/>
                  </a:cubicBezTo>
                  <a:cubicBezTo>
                    <a:pt x="36627" y="6918"/>
                    <a:pt x="36694" y="5684"/>
                    <a:pt x="36727" y="4483"/>
                  </a:cubicBezTo>
                  <a:cubicBezTo>
                    <a:pt x="36761" y="3883"/>
                    <a:pt x="36794" y="3283"/>
                    <a:pt x="36794" y="2682"/>
                  </a:cubicBezTo>
                  <a:cubicBezTo>
                    <a:pt x="36827" y="2215"/>
                    <a:pt x="36794" y="1748"/>
                    <a:pt x="36527" y="1348"/>
                  </a:cubicBezTo>
                  <a:cubicBezTo>
                    <a:pt x="36060" y="681"/>
                    <a:pt x="35226" y="447"/>
                    <a:pt x="34459" y="347"/>
                  </a:cubicBezTo>
                  <a:cubicBezTo>
                    <a:pt x="33358" y="180"/>
                    <a:pt x="32224" y="114"/>
                    <a:pt x="31090" y="80"/>
                  </a:cubicBezTo>
                  <a:cubicBezTo>
                    <a:pt x="30017" y="20"/>
                    <a:pt x="28944" y="0"/>
                    <a:pt x="27871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53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64" name="Google Shape;3264;p69"/>
            <p:cNvSpPr/>
            <p:nvPr/>
          </p:nvSpPr>
          <p:spPr>
            <a:xfrm>
              <a:off x="6884158" y="1957911"/>
              <a:ext cx="455608" cy="18297"/>
            </a:xfrm>
            <a:custGeom>
              <a:rect b="b" l="l" r="r" t="t"/>
              <a:pathLst>
                <a:path extrusionOk="0" h="911" w="22684">
                  <a:moveTo>
                    <a:pt x="19494" y="1"/>
                  </a:moveTo>
                  <a:cubicBezTo>
                    <a:pt x="18423" y="1"/>
                    <a:pt x="17346" y="38"/>
                    <a:pt x="16278" y="38"/>
                  </a:cubicBezTo>
                  <a:cubicBezTo>
                    <a:pt x="14310" y="38"/>
                    <a:pt x="12342" y="72"/>
                    <a:pt x="10374" y="72"/>
                  </a:cubicBezTo>
                  <a:cubicBezTo>
                    <a:pt x="6905" y="72"/>
                    <a:pt x="3436" y="72"/>
                    <a:pt x="0" y="205"/>
                  </a:cubicBezTo>
                  <a:lnTo>
                    <a:pt x="0" y="706"/>
                  </a:lnTo>
                  <a:cubicBezTo>
                    <a:pt x="3436" y="839"/>
                    <a:pt x="6905" y="839"/>
                    <a:pt x="10374" y="839"/>
                  </a:cubicBezTo>
                  <a:lnTo>
                    <a:pt x="16278" y="872"/>
                  </a:lnTo>
                  <a:cubicBezTo>
                    <a:pt x="17346" y="872"/>
                    <a:pt x="18423" y="910"/>
                    <a:pt x="19494" y="910"/>
                  </a:cubicBezTo>
                  <a:cubicBezTo>
                    <a:pt x="20431" y="910"/>
                    <a:pt x="21364" y="881"/>
                    <a:pt x="22283" y="772"/>
                  </a:cubicBezTo>
                  <a:cubicBezTo>
                    <a:pt x="22683" y="706"/>
                    <a:pt x="22683" y="205"/>
                    <a:pt x="22283" y="139"/>
                  </a:cubicBezTo>
                  <a:cubicBezTo>
                    <a:pt x="21364" y="30"/>
                    <a:pt x="20431" y="1"/>
                    <a:pt x="194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65" name="Google Shape;3265;p69"/>
            <p:cNvSpPr/>
            <p:nvPr/>
          </p:nvSpPr>
          <p:spPr>
            <a:xfrm>
              <a:off x="6883475" y="2093284"/>
              <a:ext cx="438194" cy="19563"/>
            </a:xfrm>
            <a:custGeom>
              <a:rect b="b" l="l" r="r" t="t"/>
              <a:pathLst>
                <a:path extrusionOk="0" h="974" w="21817">
                  <a:moveTo>
                    <a:pt x="17204" y="1"/>
                  </a:moveTo>
                  <a:cubicBezTo>
                    <a:pt x="16651" y="1"/>
                    <a:pt x="16098" y="3"/>
                    <a:pt x="15545" y="3"/>
                  </a:cubicBezTo>
                  <a:lnTo>
                    <a:pt x="9641" y="3"/>
                  </a:lnTo>
                  <a:cubicBezTo>
                    <a:pt x="7706" y="3"/>
                    <a:pt x="5772" y="3"/>
                    <a:pt x="3837" y="37"/>
                  </a:cubicBezTo>
                  <a:cubicBezTo>
                    <a:pt x="2569" y="37"/>
                    <a:pt x="1302" y="37"/>
                    <a:pt x="1" y="137"/>
                  </a:cubicBezTo>
                  <a:lnTo>
                    <a:pt x="1" y="837"/>
                  </a:lnTo>
                  <a:cubicBezTo>
                    <a:pt x="1268" y="904"/>
                    <a:pt x="2503" y="937"/>
                    <a:pt x="3737" y="937"/>
                  </a:cubicBezTo>
                  <a:cubicBezTo>
                    <a:pt x="5705" y="971"/>
                    <a:pt x="7673" y="971"/>
                    <a:pt x="9641" y="971"/>
                  </a:cubicBezTo>
                  <a:lnTo>
                    <a:pt x="15445" y="971"/>
                  </a:lnTo>
                  <a:cubicBezTo>
                    <a:pt x="16007" y="971"/>
                    <a:pt x="16570" y="973"/>
                    <a:pt x="17132" y="973"/>
                  </a:cubicBezTo>
                  <a:cubicBezTo>
                    <a:pt x="18538" y="973"/>
                    <a:pt x="19944" y="956"/>
                    <a:pt x="21349" y="837"/>
                  </a:cubicBezTo>
                  <a:cubicBezTo>
                    <a:pt x="21816" y="804"/>
                    <a:pt x="21816" y="170"/>
                    <a:pt x="21349" y="137"/>
                  </a:cubicBezTo>
                  <a:cubicBezTo>
                    <a:pt x="19967" y="18"/>
                    <a:pt x="18586" y="1"/>
                    <a:pt x="172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66" name="Google Shape;3266;p69"/>
            <p:cNvSpPr/>
            <p:nvPr/>
          </p:nvSpPr>
          <p:spPr>
            <a:xfrm>
              <a:off x="6876104" y="2191500"/>
              <a:ext cx="434840" cy="17434"/>
            </a:xfrm>
            <a:custGeom>
              <a:rect b="b" l="l" r="r" t="t"/>
              <a:pathLst>
                <a:path extrusionOk="0" h="868" w="21650">
                  <a:moveTo>
                    <a:pt x="1640" y="0"/>
                  </a:moveTo>
                  <a:cubicBezTo>
                    <a:pt x="1210" y="0"/>
                    <a:pt x="785" y="17"/>
                    <a:pt x="368" y="83"/>
                  </a:cubicBezTo>
                  <a:cubicBezTo>
                    <a:pt x="1" y="117"/>
                    <a:pt x="1" y="751"/>
                    <a:pt x="368" y="784"/>
                  </a:cubicBezTo>
                  <a:cubicBezTo>
                    <a:pt x="785" y="851"/>
                    <a:pt x="1210" y="867"/>
                    <a:pt x="1640" y="867"/>
                  </a:cubicBezTo>
                  <a:cubicBezTo>
                    <a:pt x="2069" y="867"/>
                    <a:pt x="2503" y="851"/>
                    <a:pt x="2936" y="851"/>
                  </a:cubicBezTo>
                  <a:cubicBezTo>
                    <a:pt x="3804" y="851"/>
                    <a:pt x="4704" y="851"/>
                    <a:pt x="5605" y="817"/>
                  </a:cubicBezTo>
                  <a:cubicBezTo>
                    <a:pt x="7339" y="817"/>
                    <a:pt x="9074" y="751"/>
                    <a:pt x="10842" y="651"/>
                  </a:cubicBezTo>
                  <a:cubicBezTo>
                    <a:pt x="11420" y="628"/>
                    <a:pt x="11998" y="621"/>
                    <a:pt x="12578" y="621"/>
                  </a:cubicBezTo>
                  <a:cubicBezTo>
                    <a:pt x="13737" y="621"/>
                    <a:pt x="14900" y="651"/>
                    <a:pt x="16079" y="651"/>
                  </a:cubicBezTo>
                  <a:cubicBezTo>
                    <a:pt x="17847" y="617"/>
                    <a:pt x="19615" y="617"/>
                    <a:pt x="21416" y="617"/>
                  </a:cubicBezTo>
                  <a:cubicBezTo>
                    <a:pt x="21650" y="617"/>
                    <a:pt x="21650" y="250"/>
                    <a:pt x="21416" y="250"/>
                  </a:cubicBezTo>
                  <a:cubicBezTo>
                    <a:pt x="19615" y="217"/>
                    <a:pt x="17847" y="217"/>
                    <a:pt x="16079" y="217"/>
                  </a:cubicBezTo>
                  <a:cubicBezTo>
                    <a:pt x="15069" y="217"/>
                    <a:pt x="14069" y="239"/>
                    <a:pt x="13075" y="239"/>
                  </a:cubicBezTo>
                  <a:cubicBezTo>
                    <a:pt x="12329" y="239"/>
                    <a:pt x="11585" y="226"/>
                    <a:pt x="10842" y="184"/>
                  </a:cubicBezTo>
                  <a:cubicBezTo>
                    <a:pt x="9074" y="117"/>
                    <a:pt x="7339" y="50"/>
                    <a:pt x="5605" y="17"/>
                  </a:cubicBezTo>
                  <a:lnTo>
                    <a:pt x="2936" y="17"/>
                  </a:lnTo>
                  <a:cubicBezTo>
                    <a:pt x="2503" y="17"/>
                    <a:pt x="2069" y="0"/>
                    <a:pt x="16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67" name="Google Shape;3267;p69"/>
            <p:cNvSpPr/>
            <p:nvPr/>
          </p:nvSpPr>
          <p:spPr>
            <a:xfrm>
              <a:off x="6867407" y="2378572"/>
              <a:ext cx="431486" cy="19000"/>
            </a:xfrm>
            <a:custGeom>
              <a:rect b="b" l="l" r="r" t="t"/>
              <a:pathLst>
                <a:path extrusionOk="0" h="946" w="21483">
                  <a:moveTo>
                    <a:pt x="3579" y="1"/>
                  </a:moveTo>
                  <a:cubicBezTo>
                    <a:pt x="2475" y="1"/>
                    <a:pt x="1371" y="28"/>
                    <a:pt x="267" y="176"/>
                  </a:cubicBezTo>
                  <a:cubicBezTo>
                    <a:pt x="0" y="210"/>
                    <a:pt x="0" y="710"/>
                    <a:pt x="267" y="743"/>
                  </a:cubicBezTo>
                  <a:cubicBezTo>
                    <a:pt x="1616" y="925"/>
                    <a:pt x="2965" y="945"/>
                    <a:pt x="4314" y="945"/>
                  </a:cubicBezTo>
                  <a:cubicBezTo>
                    <a:pt x="4700" y="945"/>
                    <a:pt x="5085" y="943"/>
                    <a:pt x="5471" y="943"/>
                  </a:cubicBezTo>
                  <a:lnTo>
                    <a:pt x="10808" y="910"/>
                  </a:lnTo>
                  <a:lnTo>
                    <a:pt x="16145" y="910"/>
                  </a:lnTo>
                  <a:cubicBezTo>
                    <a:pt x="17046" y="910"/>
                    <a:pt x="17946" y="910"/>
                    <a:pt x="18814" y="877"/>
                  </a:cubicBezTo>
                  <a:cubicBezTo>
                    <a:pt x="19214" y="877"/>
                    <a:pt x="19648" y="877"/>
                    <a:pt x="20048" y="843"/>
                  </a:cubicBezTo>
                  <a:cubicBezTo>
                    <a:pt x="20515" y="810"/>
                    <a:pt x="20882" y="710"/>
                    <a:pt x="21315" y="610"/>
                  </a:cubicBezTo>
                  <a:cubicBezTo>
                    <a:pt x="21482" y="577"/>
                    <a:pt x="21482" y="343"/>
                    <a:pt x="21315" y="310"/>
                  </a:cubicBezTo>
                  <a:cubicBezTo>
                    <a:pt x="20882" y="210"/>
                    <a:pt x="20515" y="110"/>
                    <a:pt x="20048" y="76"/>
                  </a:cubicBezTo>
                  <a:cubicBezTo>
                    <a:pt x="19648" y="76"/>
                    <a:pt x="19214" y="43"/>
                    <a:pt x="18814" y="43"/>
                  </a:cubicBezTo>
                  <a:cubicBezTo>
                    <a:pt x="17946" y="9"/>
                    <a:pt x="17046" y="9"/>
                    <a:pt x="16145" y="9"/>
                  </a:cubicBezTo>
                  <a:lnTo>
                    <a:pt x="5471" y="9"/>
                  </a:lnTo>
                  <a:cubicBezTo>
                    <a:pt x="4840" y="9"/>
                    <a:pt x="4209" y="1"/>
                    <a:pt x="35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68" name="Google Shape;3268;p69"/>
            <p:cNvSpPr/>
            <p:nvPr/>
          </p:nvSpPr>
          <p:spPr>
            <a:xfrm>
              <a:off x="6726712" y="1924008"/>
              <a:ext cx="97171" cy="89037"/>
            </a:xfrm>
            <a:custGeom>
              <a:rect b="b" l="l" r="r" t="t"/>
              <a:pathLst>
                <a:path extrusionOk="0" h="4433" w="4838">
                  <a:moveTo>
                    <a:pt x="2593" y="510"/>
                  </a:moveTo>
                  <a:cubicBezTo>
                    <a:pt x="2663" y="510"/>
                    <a:pt x="2733" y="515"/>
                    <a:pt x="2802" y="526"/>
                  </a:cubicBezTo>
                  <a:cubicBezTo>
                    <a:pt x="2836" y="626"/>
                    <a:pt x="2902" y="759"/>
                    <a:pt x="3002" y="792"/>
                  </a:cubicBezTo>
                  <a:cubicBezTo>
                    <a:pt x="3569" y="1059"/>
                    <a:pt x="3903" y="1626"/>
                    <a:pt x="3870" y="2260"/>
                  </a:cubicBezTo>
                  <a:cubicBezTo>
                    <a:pt x="3870" y="2827"/>
                    <a:pt x="3436" y="3361"/>
                    <a:pt x="2902" y="3561"/>
                  </a:cubicBezTo>
                  <a:lnTo>
                    <a:pt x="2902" y="3528"/>
                  </a:lnTo>
                  <a:cubicBezTo>
                    <a:pt x="2712" y="3591"/>
                    <a:pt x="2522" y="3624"/>
                    <a:pt x="2337" y="3624"/>
                  </a:cubicBezTo>
                  <a:cubicBezTo>
                    <a:pt x="1938" y="3624"/>
                    <a:pt x="1564" y="3469"/>
                    <a:pt x="1268" y="3127"/>
                  </a:cubicBezTo>
                  <a:cubicBezTo>
                    <a:pt x="868" y="2627"/>
                    <a:pt x="767" y="1960"/>
                    <a:pt x="1068" y="1426"/>
                  </a:cubicBezTo>
                  <a:cubicBezTo>
                    <a:pt x="1337" y="888"/>
                    <a:pt x="1982" y="510"/>
                    <a:pt x="2593" y="510"/>
                  </a:cubicBezTo>
                  <a:close/>
                  <a:moveTo>
                    <a:pt x="3229" y="0"/>
                  </a:moveTo>
                  <a:cubicBezTo>
                    <a:pt x="3122" y="0"/>
                    <a:pt x="3016" y="45"/>
                    <a:pt x="2936" y="125"/>
                  </a:cubicBezTo>
                  <a:cubicBezTo>
                    <a:pt x="2706" y="42"/>
                    <a:pt x="2468" y="3"/>
                    <a:pt x="2233" y="3"/>
                  </a:cubicBezTo>
                  <a:cubicBezTo>
                    <a:pt x="1617" y="3"/>
                    <a:pt x="1021" y="276"/>
                    <a:pt x="634" y="759"/>
                  </a:cubicBezTo>
                  <a:cubicBezTo>
                    <a:pt x="0" y="1493"/>
                    <a:pt x="0" y="2527"/>
                    <a:pt x="467" y="3328"/>
                  </a:cubicBezTo>
                  <a:cubicBezTo>
                    <a:pt x="893" y="4037"/>
                    <a:pt x="1608" y="4432"/>
                    <a:pt x="2386" y="4432"/>
                  </a:cubicBezTo>
                  <a:cubicBezTo>
                    <a:pt x="2523" y="4432"/>
                    <a:pt x="2662" y="4420"/>
                    <a:pt x="2802" y="4395"/>
                  </a:cubicBezTo>
                  <a:cubicBezTo>
                    <a:pt x="3670" y="4228"/>
                    <a:pt x="4470" y="3528"/>
                    <a:pt x="4637" y="2660"/>
                  </a:cubicBezTo>
                  <a:cubicBezTo>
                    <a:pt x="4837" y="1660"/>
                    <a:pt x="4370" y="526"/>
                    <a:pt x="3436" y="59"/>
                  </a:cubicBezTo>
                  <a:cubicBezTo>
                    <a:pt x="3370" y="19"/>
                    <a:pt x="3299" y="0"/>
                    <a:pt x="32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69" name="Google Shape;3269;p69"/>
            <p:cNvSpPr/>
            <p:nvPr/>
          </p:nvSpPr>
          <p:spPr>
            <a:xfrm>
              <a:off x="6744125" y="2053918"/>
              <a:ext cx="93817" cy="88997"/>
            </a:xfrm>
            <a:custGeom>
              <a:rect b="b" l="l" r="r" t="t"/>
              <a:pathLst>
                <a:path extrusionOk="0" h="4431" w="4671">
                  <a:moveTo>
                    <a:pt x="2744" y="475"/>
                  </a:moveTo>
                  <a:cubicBezTo>
                    <a:pt x="2831" y="475"/>
                    <a:pt x="2918" y="481"/>
                    <a:pt x="3003" y="496"/>
                  </a:cubicBezTo>
                  <a:cubicBezTo>
                    <a:pt x="2836" y="629"/>
                    <a:pt x="2769" y="929"/>
                    <a:pt x="3036" y="1096"/>
                  </a:cubicBezTo>
                  <a:cubicBezTo>
                    <a:pt x="3536" y="1430"/>
                    <a:pt x="3837" y="2130"/>
                    <a:pt x="3636" y="2730"/>
                  </a:cubicBezTo>
                  <a:cubicBezTo>
                    <a:pt x="3476" y="3309"/>
                    <a:pt x="2881" y="3733"/>
                    <a:pt x="2301" y="3733"/>
                  </a:cubicBezTo>
                  <a:cubicBezTo>
                    <a:pt x="2279" y="3733"/>
                    <a:pt x="2257" y="3732"/>
                    <a:pt x="2235" y="3731"/>
                  </a:cubicBezTo>
                  <a:cubicBezTo>
                    <a:pt x="1635" y="3698"/>
                    <a:pt x="1135" y="3197"/>
                    <a:pt x="935" y="2697"/>
                  </a:cubicBezTo>
                  <a:cubicBezTo>
                    <a:pt x="701" y="2130"/>
                    <a:pt x="834" y="1530"/>
                    <a:pt x="1268" y="1096"/>
                  </a:cubicBezTo>
                  <a:cubicBezTo>
                    <a:pt x="1669" y="724"/>
                    <a:pt x="2217" y="475"/>
                    <a:pt x="2744" y="475"/>
                  </a:cubicBezTo>
                  <a:close/>
                  <a:moveTo>
                    <a:pt x="2410" y="1"/>
                  </a:moveTo>
                  <a:cubicBezTo>
                    <a:pt x="1922" y="1"/>
                    <a:pt x="1441" y="157"/>
                    <a:pt x="1035" y="462"/>
                  </a:cubicBezTo>
                  <a:cubicBezTo>
                    <a:pt x="334" y="996"/>
                    <a:pt x="1" y="1863"/>
                    <a:pt x="234" y="2730"/>
                  </a:cubicBezTo>
                  <a:cubicBezTo>
                    <a:pt x="434" y="3531"/>
                    <a:pt x="1101" y="4232"/>
                    <a:pt x="1935" y="4398"/>
                  </a:cubicBezTo>
                  <a:cubicBezTo>
                    <a:pt x="2055" y="4420"/>
                    <a:pt x="2176" y="4430"/>
                    <a:pt x="2296" y="4430"/>
                  </a:cubicBezTo>
                  <a:cubicBezTo>
                    <a:pt x="3109" y="4430"/>
                    <a:pt x="3888" y="3953"/>
                    <a:pt x="4237" y="3197"/>
                  </a:cubicBezTo>
                  <a:cubicBezTo>
                    <a:pt x="4671" y="2230"/>
                    <a:pt x="4304" y="1029"/>
                    <a:pt x="3403" y="462"/>
                  </a:cubicBezTo>
                  <a:lnTo>
                    <a:pt x="3370" y="462"/>
                  </a:lnTo>
                  <a:cubicBezTo>
                    <a:pt x="3436" y="395"/>
                    <a:pt x="3470" y="262"/>
                    <a:pt x="3336" y="195"/>
                  </a:cubicBezTo>
                  <a:cubicBezTo>
                    <a:pt x="3037" y="65"/>
                    <a:pt x="2722" y="1"/>
                    <a:pt x="24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70" name="Google Shape;3270;p69"/>
            <p:cNvSpPr/>
            <p:nvPr/>
          </p:nvSpPr>
          <p:spPr>
            <a:xfrm>
              <a:off x="6734083" y="2308857"/>
              <a:ext cx="108559" cy="99822"/>
            </a:xfrm>
            <a:custGeom>
              <a:rect b="b" l="l" r="r" t="t"/>
              <a:pathLst>
                <a:path extrusionOk="0" h="4970" w="5405">
                  <a:moveTo>
                    <a:pt x="3273" y="1"/>
                  </a:moveTo>
                  <a:cubicBezTo>
                    <a:pt x="2881" y="1"/>
                    <a:pt x="2767" y="559"/>
                    <a:pt x="3169" y="745"/>
                  </a:cubicBezTo>
                  <a:cubicBezTo>
                    <a:pt x="3803" y="979"/>
                    <a:pt x="4337" y="1512"/>
                    <a:pt x="4503" y="2179"/>
                  </a:cubicBezTo>
                  <a:cubicBezTo>
                    <a:pt x="4670" y="2813"/>
                    <a:pt x="4370" y="3480"/>
                    <a:pt x="3836" y="3881"/>
                  </a:cubicBezTo>
                  <a:cubicBezTo>
                    <a:pt x="3565" y="4080"/>
                    <a:pt x="3270" y="4158"/>
                    <a:pt x="2965" y="4158"/>
                  </a:cubicBezTo>
                  <a:cubicBezTo>
                    <a:pt x="2558" y="4158"/>
                    <a:pt x="2136" y="4019"/>
                    <a:pt x="1735" y="3847"/>
                  </a:cubicBezTo>
                  <a:cubicBezTo>
                    <a:pt x="1435" y="3681"/>
                    <a:pt x="1101" y="3514"/>
                    <a:pt x="934" y="3214"/>
                  </a:cubicBezTo>
                  <a:cubicBezTo>
                    <a:pt x="734" y="2880"/>
                    <a:pt x="767" y="2513"/>
                    <a:pt x="901" y="2179"/>
                  </a:cubicBezTo>
                  <a:cubicBezTo>
                    <a:pt x="1034" y="1779"/>
                    <a:pt x="1334" y="1412"/>
                    <a:pt x="1668" y="1145"/>
                  </a:cubicBezTo>
                  <a:cubicBezTo>
                    <a:pt x="1884" y="972"/>
                    <a:pt x="2185" y="799"/>
                    <a:pt x="2461" y="799"/>
                  </a:cubicBezTo>
                  <a:cubicBezTo>
                    <a:pt x="2610" y="799"/>
                    <a:pt x="2752" y="850"/>
                    <a:pt x="2869" y="979"/>
                  </a:cubicBezTo>
                  <a:cubicBezTo>
                    <a:pt x="2900" y="1010"/>
                    <a:pt x="2935" y="1023"/>
                    <a:pt x="2968" y="1023"/>
                  </a:cubicBezTo>
                  <a:cubicBezTo>
                    <a:pt x="3079" y="1023"/>
                    <a:pt x="3179" y="881"/>
                    <a:pt x="3102" y="778"/>
                  </a:cubicBezTo>
                  <a:cubicBezTo>
                    <a:pt x="2866" y="516"/>
                    <a:pt x="2465" y="336"/>
                    <a:pt x="2094" y="336"/>
                  </a:cubicBezTo>
                  <a:cubicBezTo>
                    <a:pt x="1993" y="336"/>
                    <a:pt x="1894" y="350"/>
                    <a:pt x="1801" y="378"/>
                  </a:cubicBezTo>
                  <a:cubicBezTo>
                    <a:pt x="1268" y="478"/>
                    <a:pt x="867" y="912"/>
                    <a:pt x="567" y="1346"/>
                  </a:cubicBezTo>
                  <a:cubicBezTo>
                    <a:pt x="234" y="1746"/>
                    <a:pt x="0" y="2280"/>
                    <a:pt x="34" y="2813"/>
                  </a:cubicBezTo>
                  <a:cubicBezTo>
                    <a:pt x="67" y="3347"/>
                    <a:pt x="334" y="3814"/>
                    <a:pt x="734" y="4148"/>
                  </a:cubicBezTo>
                  <a:cubicBezTo>
                    <a:pt x="1168" y="4481"/>
                    <a:pt x="1701" y="4715"/>
                    <a:pt x="2202" y="4848"/>
                  </a:cubicBezTo>
                  <a:cubicBezTo>
                    <a:pt x="2456" y="4928"/>
                    <a:pt x="2719" y="4969"/>
                    <a:pt x="2981" y="4969"/>
                  </a:cubicBezTo>
                  <a:cubicBezTo>
                    <a:pt x="3269" y="4969"/>
                    <a:pt x="3557" y="4919"/>
                    <a:pt x="3836" y="4815"/>
                  </a:cubicBezTo>
                  <a:cubicBezTo>
                    <a:pt x="4737" y="4414"/>
                    <a:pt x="5404" y="3447"/>
                    <a:pt x="5371" y="2480"/>
                  </a:cubicBezTo>
                  <a:cubicBezTo>
                    <a:pt x="5304" y="1346"/>
                    <a:pt x="4470" y="278"/>
                    <a:pt x="3369" y="11"/>
                  </a:cubicBezTo>
                  <a:cubicBezTo>
                    <a:pt x="3335" y="4"/>
                    <a:pt x="3303" y="1"/>
                    <a:pt x="3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71" name="Google Shape;3271;p69"/>
            <p:cNvSpPr/>
            <p:nvPr/>
          </p:nvSpPr>
          <p:spPr>
            <a:xfrm>
              <a:off x="7488475" y="1476836"/>
              <a:ext cx="868978" cy="549526"/>
            </a:xfrm>
            <a:custGeom>
              <a:rect b="b" l="l" r="r" t="t"/>
              <a:pathLst>
                <a:path extrusionOk="0" h="27360" w="43265">
                  <a:moveTo>
                    <a:pt x="19858" y="0"/>
                  </a:moveTo>
                  <a:cubicBezTo>
                    <a:pt x="19177" y="0"/>
                    <a:pt x="18495" y="2"/>
                    <a:pt x="17813" y="7"/>
                  </a:cubicBezTo>
                  <a:cubicBezTo>
                    <a:pt x="12443" y="40"/>
                    <a:pt x="7072" y="207"/>
                    <a:pt x="1702" y="474"/>
                  </a:cubicBezTo>
                  <a:cubicBezTo>
                    <a:pt x="1568" y="474"/>
                    <a:pt x="1468" y="540"/>
                    <a:pt x="1435" y="674"/>
                  </a:cubicBezTo>
                  <a:cubicBezTo>
                    <a:pt x="1301" y="1174"/>
                    <a:pt x="1168" y="1674"/>
                    <a:pt x="1034" y="2175"/>
                  </a:cubicBezTo>
                  <a:cubicBezTo>
                    <a:pt x="67" y="6311"/>
                    <a:pt x="0" y="10614"/>
                    <a:pt x="100" y="14884"/>
                  </a:cubicBezTo>
                  <a:lnTo>
                    <a:pt x="100" y="14851"/>
                  </a:lnTo>
                  <a:cubicBezTo>
                    <a:pt x="167" y="17052"/>
                    <a:pt x="234" y="19254"/>
                    <a:pt x="334" y="21455"/>
                  </a:cubicBezTo>
                  <a:cubicBezTo>
                    <a:pt x="367" y="22523"/>
                    <a:pt x="367" y="23590"/>
                    <a:pt x="467" y="24658"/>
                  </a:cubicBezTo>
                  <a:cubicBezTo>
                    <a:pt x="534" y="25391"/>
                    <a:pt x="768" y="26192"/>
                    <a:pt x="1501" y="26459"/>
                  </a:cubicBezTo>
                  <a:cubicBezTo>
                    <a:pt x="1968" y="26626"/>
                    <a:pt x="2502" y="26626"/>
                    <a:pt x="2969" y="26626"/>
                  </a:cubicBezTo>
                  <a:cubicBezTo>
                    <a:pt x="3536" y="26659"/>
                    <a:pt x="4103" y="26692"/>
                    <a:pt x="4637" y="26726"/>
                  </a:cubicBezTo>
                  <a:cubicBezTo>
                    <a:pt x="5771" y="26792"/>
                    <a:pt x="6905" y="26859"/>
                    <a:pt x="8039" y="26893"/>
                  </a:cubicBezTo>
                  <a:cubicBezTo>
                    <a:pt x="10274" y="26993"/>
                    <a:pt x="12509" y="27093"/>
                    <a:pt x="14778" y="27159"/>
                  </a:cubicBezTo>
                  <a:cubicBezTo>
                    <a:pt x="19281" y="27293"/>
                    <a:pt x="23784" y="27360"/>
                    <a:pt x="28287" y="27360"/>
                  </a:cubicBezTo>
                  <a:cubicBezTo>
                    <a:pt x="32524" y="27360"/>
                    <a:pt x="36827" y="27360"/>
                    <a:pt x="41063" y="27093"/>
                  </a:cubicBezTo>
                  <a:cubicBezTo>
                    <a:pt x="41110" y="27116"/>
                    <a:pt x="41157" y="27140"/>
                    <a:pt x="41205" y="27140"/>
                  </a:cubicBezTo>
                  <a:cubicBezTo>
                    <a:pt x="41224" y="27140"/>
                    <a:pt x="41244" y="27136"/>
                    <a:pt x="41263" y="27126"/>
                  </a:cubicBezTo>
                  <a:cubicBezTo>
                    <a:pt x="41330" y="27126"/>
                    <a:pt x="41363" y="27093"/>
                    <a:pt x="41430" y="27059"/>
                  </a:cubicBezTo>
                  <a:cubicBezTo>
                    <a:pt x="41530" y="27059"/>
                    <a:pt x="41663" y="27059"/>
                    <a:pt x="41763" y="27026"/>
                  </a:cubicBezTo>
                  <a:cubicBezTo>
                    <a:pt x="41897" y="27026"/>
                    <a:pt x="41897" y="26859"/>
                    <a:pt x="41763" y="26859"/>
                  </a:cubicBezTo>
                  <a:lnTo>
                    <a:pt x="41697" y="26859"/>
                  </a:lnTo>
                  <a:cubicBezTo>
                    <a:pt x="41997" y="26526"/>
                    <a:pt x="42097" y="26025"/>
                    <a:pt x="42130" y="25592"/>
                  </a:cubicBezTo>
                  <a:cubicBezTo>
                    <a:pt x="42197" y="24591"/>
                    <a:pt x="42264" y="23590"/>
                    <a:pt x="42331" y="22623"/>
                  </a:cubicBezTo>
                  <a:cubicBezTo>
                    <a:pt x="42531" y="19054"/>
                    <a:pt x="42597" y="15484"/>
                    <a:pt x="42564" y="11882"/>
                  </a:cubicBezTo>
                  <a:cubicBezTo>
                    <a:pt x="42564" y="10114"/>
                    <a:pt x="42497" y="8313"/>
                    <a:pt x="42431" y="6511"/>
                  </a:cubicBezTo>
                  <a:cubicBezTo>
                    <a:pt x="42331" y="4743"/>
                    <a:pt x="42264" y="2975"/>
                    <a:pt x="42064" y="1207"/>
                  </a:cubicBezTo>
                  <a:lnTo>
                    <a:pt x="42064" y="1207"/>
                  </a:lnTo>
                  <a:cubicBezTo>
                    <a:pt x="42364" y="1241"/>
                    <a:pt x="42631" y="1241"/>
                    <a:pt x="42931" y="1274"/>
                  </a:cubicBezTo>
                  <a:cubicBezTo>
                    <a:pt x="42941" y="1275"/>
                    <a:pt x="42950" y="1276"/>
                    <a:pt x="42959" y="1276"/>
                  </a:cubicBezTo>
                  <a:cubicBezTo>
                    <a:pt x="43264" y="1276"/>
                    <a:pt x="43255" y="740"/>
                    <a:pt x="42931" y="740"/>
                  </a:cubicBezTo>
                  <a:cubicBezTo>
                    <a:pt x="39895" y="540"/>
                    <a:pt x="36893" y="374"/>
                    <a:pt x="33891" y="273"/>
                  </a:cubicBezTo>
                  <a:cubicBezTo>
                    <a:pt x="29203" y="99"/>
                    <a:pt x="24540" y="0"/>
                    <a:pt x="198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72" name="Google Shape;3272;p69"/>
            <p:cNvSpPr/>
            <p:nvPr/>
          </p:nvSpPr>
          <p:spPr>
            <a:xfrm>
              <a:off x="7484458" y="1474144"/>
              <a:ext cx="877012" cy="554225"/>
            </a:xfrm>
            <a:custGeom>
              <a:rect b="b" l="l" r="r" t="t"/>
              <a:pathLst>
                <a:path extrusionOk="0" h="27594" w="43665">
                  <a:moveTo>
                    <a:pt x="20692" y="583"/>
                  </a:moveTo>
                  <a:cubicBezTo>
                    <a:pt x="22823" y="583"/>
                    <a:pt x="24955" y="602"/>
                    <a:pt x="27086" y="641"/>
                  </a:cubicBezTo>
                  <a:cubicBezTo>
                    <a:pt x="32123" y="741"/>
                    <a:pt x="37160" y="941"/>
                    <a:pt x="42197" y="1241"/>
                  </a:cubicBezTo>
                  <a:cubicBezTo>
                    <a:pt x="42264" y="3176"/>
                    <a:pt x="42397" y="5111"/>
                    <a:pt x="42464" y="7046"/>
                  </a:cubicBezTo>
                  <a:cubicBezTo>
                    <a:pt x="42564" y="10515"/>
                    <a:pt x="42597" y="13984"/>
                    <a:pt x="42497" y="17453"/>
                  </a:cubicBezTo>
                  <a:cubicBezTo>
                    <a:pt x="42464" y="19188"/>
                    <a:pt x="42364" y="20922"/>
                    <a:pt x="42264" y="22657"/>
                  </a:cubicBezTo>
                  <a:cubicBezTo>
                    <a:pt x="42230" y="23557"/>
                    <a:pt x="42164" y="24425"/>
                    <a:pt x="42097" y="25292"/>
                  </a:cubicBezTo>
                  <a:cubicBezTo>
                    <a:pt x="42064" y="25726"/>
                    <a:pt x="42097" y="26193"/>
                    <a:pt x="41863" y="26560"/>
                  </a:cubicBezTo>
                  <a:cubicBezTo>
                    <a:pt x="41595" y="27067"/>
                    <a:pt x="41166" y="27094"/>
                    <a:pt x="40672" y="27094"/>
                  </a:cubicBezTo>
                  <a:cubicBezTo>
                    <a:pt x="40614" y="27094"/>
                    <a:pt x="40555" y="27093"/>
                    <a:pt x="40496" y="27093"/>
                  </a:cubicBezTo>
                  <a:cubicBezTo>
                    <a:pt x="36059" y="27127"/>
                    <a:pt x="31623" y="27193"/>
                    <a:pt x="27186" y="27193"/>
                  </a:cubicBezTo>
                  <a:cubicBezTo>
                    <a:pt x="22750" y="27160"/>
                    <a:pt x="18280" y="27060"/>
                    <a:pt x="13843" y="26926"/>
                  </a:cubicBezTo>
                  <a:cubicBezTo>
                    <a:pt x="11608" y="26860"/>
                    <a:pt x="9407" y="26760"/>
                    <a:pt x="7172" y="26660"/>
                  </a:cubicBezTo>
                  <a:cubicBezTo>
                    <a:pt x="6071" y="26593"/>
                    <a:pt x="4970" y="26526"/>
                    <a:pt x="3870" y="26459"/>
                  </a:cubicBezTo>
                  <a:cubicBezTo>
                    <a:pt x="3336" y="26426"/>
                    <a:pt x="2769" y="26426"/>
                    <a:pt x="2202" y="26359"/>
                  </a:cubicBezTo>
                  <a:cubicBezTo>
                    <a:pt x="1768" y="26326"/>
                    <a:pt x="1401" y="26226"/>
                    <a:pt x="1201" y="25792"/>
                  </a:cubicBezTo>
                  <a:cubicBezTo>
                    <a:pt x="1001" y="25459"/>
                    <a:pt x="968" y="25058"/>
                    <a:pt x="968" y="24692"/>
                  </a:cubicBezTo>
                  <a:cubicBezTo>
                    <a:pt x="934" y="24158"/>
                    <a:pt x="934" y="23624"/>
                    <a:pt x="901" y="23124"/>
                  </a:cubicBezTo>
                  <a:cubicBezTo>
                    <a:pt x="867" y="21990"/>
                    <a:pt x="834" y="20889"/>
                    <a:pt x="801" y="19788"/>
                  </a:cubicBezTo>
                  <a:cubicBezTo>
                    <a:pt x="734" y="17653"/>
                    <a:pt x="667" y="15485"/>
                    <a:pt x="634" y="13317"/>
                  </a:cubicBezTo>
                  <a:cubicBezTo>
                    <a:pt x="601" y="9180"/>
                    <a:pt x="834" y="5011"/>
                    <a:pt x="1968" y="1008"/>
                  </a:cubicBezTo>
                  <a:lnTo>
                    <a:pt x="1968" y="1041"/>
                  </a:lnTo>
                  <a:cubicBezTo>
                    <a:pt x="4937" y="874"/>
                    <a:pt x="7906" y="774"/>
                    <a:pt x="10875" y="708"/>
                  </a:cubicBezTo>
                  <a:cubicBezTo>
                    <a:pt x="14147" y="627"/>
                    <a:pt x="17419" y="583"/>
                    <a:pt x="20692" y="583"/>
                  </a:cubicBezTo>
                  <a:close/>
                  <a:moveTo>
                    <a:pt x="20039" y="1"/>
                  </a:moveTo>
                  <a:cubicBezTo>
                    <a:pt x="19352" y="1"/>
                    <a:pt x="18666" y="3"/>
                    <a:pt x="17980" y="7"/>
                  </a:cubicBezTo>
                  <a:cubicBezTo>
                    <a:pt x="12576" y="41"/>
                    <a:pt x="7172" y="207"/>
                    <a:pt x="1735" y="474"/>
                  </a:cubicBezTo>
                  <a:cubicBezTo>
                    <a:pt x="1635" y="474"/>
                    <a:pt x="1501" y="574"/>
                    <a:pt x="1468" y="674"/>
                  </a:cubicBezTo>
                  <a:cubicBezTo>
                    <a:pt x="1334" y="1175"/>
                    <a:pt x="1201" y="1675"/>
                    <a:pt x="1068" y="2209"/>
                  </a:cubicBezTo>
                  <a:cubicBezTo>
                    <a:pt x="100" y="6378"/>
                    <a:pt x="0" y="10715"/>
                    <a:pt x="134" y="15018"/>
                  </a:cubicBezTo>
                  <a:cubicBezTo>
                    <a:pt x="167" y="17220"/>
                    <a:pt x="267" y="19454"/>
                    <a:pt x="334" y="21656"/>
                  </a:cubicBezTo>
                  <a:cubicBezTo>
                    <a:pt x="400" y="22723"/>
                    <a:pt x="367" y="23824"/>
                    <a:pt x="501" y="24892"/>
                  </a:cubicBezTo>
                  <a:cubicBezTo>
                    <a:pt x="567" y="25592"/>
                    <a:pt x="801" y="26426"/>
                    <a:pt x="1535" y="26693"/>
                  </a:cubicBezTo>
                  <a:cubicBezTo>
                    <a:pt x="1885" y="26843"/>
                    <a:pt x="2273" y="26862"/>
                    <a:pt x="2642" y="26862"/>
                  </a:cubicBezTo>
                  <a:cubicBezTo>
                    <a:pt x="2765" y="26862"/>
                    <a:pt x="2886" y="26860"/>
                    <a:pt x="3002" y="26860"/>
                  </a:cubicBezTo>
                  <a:cubicBezTo>
                    <a:pt x="3569" y="26893"/>
                    <a:pt x="4136" y="26926"/>
                    <a:pt x="4704" y="26960"/>
                  </a:cubicBezTo>
                  <a:cubicBezTo>
                    <a:pt x="5838" y="27027"/>
                    <a:pt x="6972" y="27093"/>
                    <a:pt x="8106" y="27127"/>
                  </a:cubicBezTo>
                  <a:cubicBezTo>
                    <a:pt x="10374" y="27227"/>
                    <a:pt x="12643" y="27327"/>
                    <a:pt x="14911" y="27393"/>
                  </a:cubicBezTo>
                  <a:cubicBezTo>
                    <a:pt x="19447" y="27527"/>
                    <a:pt x="23984" y="27594"/>
                    <a:pt x="28521" y="27594"/>
                  </a:cubicBezTo>
                  <a:cubicBezTo>
                    <a:pt x="30755" y="27594"/>
                    <a:pt x="32957" y="27594"/>
                    <a:pt x="35192" y="27560"/>
                  </a:cubicBezTo>
                  <a:cubicBezTo>
                    <a:pt x="36293" y="27527"/>
                    <a:pt x="37427" y="27494"/>
                    <a:pt x="38528" y="27460"/>
                  </a:cubicBezTo>
                  <a:cubicBezTo>
                    <a:pt x="38659" y="27456"/>
                    <a:pt x="38792" y="27454"/>
                    <a:pt x="38928" y="27454"/>
                  </a:cubicBezTo>
                  <a:cubicBezTo>
                    <a:pt x="39233" y="27454"/>
                    <a:pt x="39549" y="27462"/>
                    <a:pt x="39865" y="27462"/>
                  </a:cubicBezTo>
                  <a:cubicBezTo>
                    <a:pt x="40484" y="27462"/>
                    <a:pt x="41107" y="27433"/>
                    <a:pt x="41663" y="27260"/>
                  </a:cubicBezTo>
                  <a:cubicBezTo>
                    <a:pt x="41697" y="27227"/>
                    <a:pt x="41763" y="27227"/>
                    <a:pt x="41830" y="27193"/>
                  </a:cubicBezTo>
                  <a:cubicBezTo>
                    <a:pt x="42364" y="27027"/>
                    <a:pt x="42464" y="26326"/>
                    <a:pt x="42497" y="25792"/>
                  </a:cubicBezTo>
                  <a:cubicBezTo>
                    <a:pt x="42597" y="24825"/>
                    <a:pt x="42631" y="23824"/>
                    <a:pt x="42697" y="22824"/>
                  </a:cubicBezTo>
                  <a:cubicBezTo>
                    <a:pt x="42897" y="19221"/>
                    <a:pt x="42998" y="15618"/>
                    <a:pt x="42964" y="12016"/>
                  </a:cubicBezTo>
                  <a:cubicBezTo>
                    <a:pt x="42931" y="10181"/>
                    <a:pt x="42897" y="8380"/>
                    <a:pt x="42797" y="6579"/>
                  </a:cubicBezTo>
                  <a:cubicBezTo>
                    <a:pt x="42731" y="4811"/>
                    <a:pt x="42631" y="3009"/>
                    <a:pt x="42430" y="1241"/>
                  </a:cubicBezTo>
                  <a:cubicBezTo>
                    <a:pt x="42731" y="1241"/>
                    <a:pt x="43031" y="1275"/>
                    <a:pt x="43331" y="1275"/>
                  </a:cubicBezTo>
                  <a:cubicBezTo>
                    <a:pt x="43341" y="1276"/>
                    <a:pt x="43351" y="1276"/>
                    <a:pt x="43361" y="1276"/>
                  </a:cubicBezTo>
                  <a:cubicBezTo>
                    <a:pt x="43664" y="1276"/>
                    <a:pt x="43655" y="773"/>
                    <a:pt x="43331" y="741"/>
                  </a:cubicBezTo>
                  <a:cubicBezTo>
                    <a:pt x="40262" y="574"/>
                    <a:pt x="37227" y="407"/>
                    <a:pt x="34191" y="274"/>
                  </a:cubicBezTo>
                  <a:cubicBezTo>
                    <a:pt x="29474" y="99"/>
                    <a:pt x="24756" y="1"/>
                    <a:pt x="2003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73" name="Google Shape;3273;p69"/>
            <p:cNvSpPr/>
            <p:nvPr/>
          </p:nvSpPr>
          <p:spPr>
            <a:xfrm>
              <a:off x="7544071" y="1797372"/>
              <a:ext cx="425461" cy="16430"/>
            </a:xfrm>
            <a:custGeom>
              <a:rect b="b" l="l" r="r" t="t"/>
              <a:pathLst>
                <a:path extrusionOk="0" h="818" w="21183">
                  <a:moveTo>
                    <a:pt x="5522" y="1"/>
                  </a:moveTo>
                  <a:cubicBezTo>
                    <a:pt x="3804" y="1"/>
                    <a:pt x="2086" y="26"/>
                    <a:pt x="368" y="126"/>
                  </a:cubicBezTo>
                  <a:cubicBezTo>
                    <a:pt x="1" y="126"/>
                    <a:pt x="1" y="660"/>
                    <a:pt x="368" y="693"/>
                  </a:cubicBezTo>
                  <a:cubicBezTo>
                    <a:pt x="2086" y="793"/>
                    <a:pt x="3804" y="818"/>
                    <a:pt x="5522" y="818"/>
                  </a:cubicBezTo>
                  <a:cubicBezTo>
                    <a:pt x="7239" y="818"/>
                    <a:pt x="8957" y="793"/>
                    <a:pt x="10675" y="793"/>
                  </a:cubicBezTo>
                  <a:cubicBezTo>
                    <a:pt x="11150" y="788"/>
                    <a:pt x="11626" y="787"/>
                    <a:pt x="12101" y="787"/>
                  </a:cubicBezTo>
                  <a:cubicBezTo>
                    <a:pt x="12871" y="787"/>
                    <a:pt x="13642" y="791"/>
                    <a:pt x="14413" y="791"/>
                  </a:cubicBezTo>
                  <a:cubicBezTo>
                    <a:pt x="16613" y="791"/>
                    <a:pt x="18811" y="760"/>
                    <a:pt x="20983" y="526"/>
                  </a:cubicBezTo>
                  <a:cubicBezTo>
                    <a:pt x="21183" y="526"/>
                    <a:pt x="21183" y="293"/>
                    <a:pt x="20983" y="259"/>
                  </a:cubicBezTo>
                  <a:cubicBezTo>
                    <a:pt x="19013" y="47"/>
                    <a:pt x="17021" y="2"/>
                    <a:pt x="15025" y="2"/>
                  </a:cubicBezTo>
                  <a:cubicBezTo>
                    <a:pt x="13574" y="2"/>
                    <a:pt x="12122" y="26"/>
                    <a:pt x="10675" y="26"/>
                  </a:cubicBezTo>
                  <a:cubicBezTo>
                    <a:pt x="8957" y="26"/>
                    <a:pt x="7239" y="1"/>
                    <a:pt x="55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74" name="Google Shape;3274;p69"/>
            <p:cNvSpPr/>
            <p:nvPr/>
          </p:nvSpPr>
          <p:spPr>
            <a:xfrm>
              <a:off x="8161805" y="1892695"/>
              <a:ext cx="111894" cy="61982"/>
            </a:xfrm>
            <a:custGeom>
              <a:rect b="b" l="l" r="r" t="t"/>
              <a:pathLst>
                <a:path extrusionOk="0" h="3086" w="5571">
                  <a:moveTo>
                    <a:pt x="2802" y="884"/>
                  </a:moveTo>
                  <a:cubicBezTo>
                    <a:pt x="3203" y="884"/>
                    <a:pt x="3636" y="917"/>
                    <a:pt x="4036" y="917"/>
                  </a:cubicBezTo>
                  <a:cubicBezTo>
                    <a:pt x="4192" y="917"/>
                    <a:pt x="4363" y="932"/>
                    <a:pt x="4538" y="932"/>
                  </a:cubicBezTo>
                  <a:cubicBezTo>
                    <a:pt x="4626" y="932"/>
                    <a:pt x="4715" y="928"/>
                    <a:pt x="4804" y="917"/>
                  </a:cubicBezTo>
                  <a:lnTo>
                    <a:pt x="4804" y="917"/>
                  </a:lnTo>
                  <a:cubicBezTo>
                    <a:pt x="4770" y="1217"/>
                    <a:pt x="4770" y="1551"/>
                    <a:pt x="4770" y="1851"/>
                  </a:cubicBezTo>
                  <a:lnTo>
                    <a:pt x="4770" y="2151"/>
                  </a:lnTo>
                  <a:cubicBezTo>
                    <a:pt x="4770" y="2185"/>
                    <a:pt x="4770" y="2251"/>
                    <a:pt x="4737" y="2285"/>
                  </a:cubicBezTo>
                  <a:lnTo>
                    <a:pt x="4303" y="2285"/>
                  </a:lnTo>
                  <a:cubicBezTo>
                    <a:pt x="3469" y="2285"/>
                    <a:pt x="2602" y="2251"/>
                    <a:pt x="1768" y="2251"/>
                  </a:cubicBezTo>
                  <a:lnTo>
                    <a:pt x="968" y="2251"/>
                  </a:lnTo>
                  <a:lnTo>
                    <a:pt x="968" y="2218"/>
                  </a:lnTo>
                  <a:cubicBezTo>
                    <a:pt x="1001" y="2051"/>
                    <a:pt x="968" y="1818"/>
                    <a:pt x="968" y="1618"/>
                  </a:cubicBezTo>
                  <a:lnTo>
                    <a:pt x="968" y="1017"/>
                  </a:lnTo>
                  <a:cubicBezTo>
                    <a:pt x="968" y="1017"/>
                    <a:pt x="968" y="917"/>
                    <a:pt x="968" y="884"/>
                  </a:cubicBezTo>
                  <a:close/>
                  <a:moveTo>
                    <a:pt x="1198" y="0"/>
                  </a:moveTo>
                  <a:cubicBezTo>
                    <a:pt x="913" y="0"/>
                    <a:pt x="621" y="36"/>
                    <a:pt x="401" y="217"/>
                  </a:cubicBezTo>
                  <a:cubicBezTo>
                    <a:pt x="0" y="550"/>
                    <a:pt x="134" y="1184"/>
                    <a:pt x="134" y="1618"/>
                  </a:cubicBezTo>
                  <a:cubicBezTo>
                    <a:pt x="134" y="2085"/>
                    <a:pt x="67" y="2652"/>
                    <a:pt x="501" y="2952"/>
                  </a:cubicBezTo>
                  <a:cubicBezTo>
                    <a:pt x="701" y="3085"/>
                    <a:pt x="968" y="3085"/>
                    <a:pt x="1201" y="3085"/>
                  </a:cubicBezTo>
                  <a:lnTo>
                    <a:pt x="3469" y="3085"/>
                  </a:lnTo>
                  <a:cubicBezTo>
                    <a:pt x="3736" y="3085"/>
                    <a:pt x="4036" y="3085"/>
                    <a:pt x="4303" y="3052"/>
                  </a:cubicBezTo>
                  <a:cubicBezTo>
                    <a:pt x="4459" y="3052"/>
                    <a:pt x="4615" y="3067"/>
                    <a:pt x="4770" y="3067"/>
                  </a:cubicBezTo>
                  <a:cubicBezTo>
                    <a:pt x="4848" y="3067"/>
                    <a:pt x="4926" y="3063"/>
                    <a:pt x="5004" y="3052"/>
                  </a:cubicBezTo>
                  <a:cubicBezTo>
                    <a:pt x="5538" y="2919"/>
                    <a:pt x="5538" y="2418"/>
                    <a:pt x="5538" y="1985"/>
                  </a:cubicBezTo>
                  <a:cubicBezTo>
                    <a:pt x="5504" y="1551"/>
                    <a:pt x="5471" y="1151"/>
                    <a:pt x="5437" y="717"/>
                  </a:cubicBezTo>
                  <a:cubicBezTo>
                    <a:pt x="5571" y="550"/>
                    <a:pt x="5538" y="250"/>
                    <a:pt x="5337" y="150"/>
                  </a:cubicBezTo>
                  <a:cubicBezTo>
                    <a:pt x="5137" y="61"/>
                    <a:pt x="4937" y="46"/>
                    <a:pt x="4727" y="46"/>
                  </a:cubicBezTo>
                  <a:cubicBezTo>
                    <a:pt x="4622" y="46"/>
                    <a:pt x="4515" y="50"/>
                    <a:pt x="4403" y="50"/>
                  </a:cubicBezTo>
                  <a:lnTo>
                    <a:pt x="3469" y="50"/>
                  </a:lnTo>
                  <a:cubicBezTo>
                    <a:pt x="2902" y="50"/>
                    <a:pt x="2335" y="50"/>
                    <a:pt x="1735" y="16"/>
                  </a:cubicBezTo>
                  <a:cubicBezTo>
                    <a:pt x="1575" y="16"/>
                    <a:pt x="1388" y="0"/>
                    <a:pt x="11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75" name="Google Shape;3275;p69"/>
            <p:cNvSpPr/>
            <p:nvPr/>
          </p:nvSpPr>
          <p:spPr>
            <a:xfrm>
              <a:off x="7827490" y="1890225"/>
              <a:ext cx="157446" cy="64212"/>
            </a:xfrm>
            <a:custGeom>
              <a:rect b="b" l="l" r="r" t="t"/>
              <a:pathLst>
                <a:path extrusionOk="0" h="3197" w="7839">
                  <a:moveTo>
                    <a:pt x="2902" y="840"/>
                  </a:moveTo>
                  <a:cubicBezTo>
                    <a:pt x="3603" y="840"/>
                    <a:pt x="4303" y="840"/>
                    <a:pt x="4970" y="873"/>
                  </a:cubicBezTo>
                  <a:cubicBezTo>
                    <a:pt x="5304" y="873"/>
                    <a:pt x="5604" y="907"/>
                    <a:pt x="5938" y="907"/>
                  </a:cubicBezTo>
                  <a:cubicBezTo>
                    <a:pt x="6197" y="930"/>
                    <a:pt x="6457" y="954"/>
                    <a:pt x="6716" y="954"/>
                  </a:cubicBezTo>
                  <a:cubicBezTo>
                    <a:pt x="6823" y="954"/>
                    <a:pt x="6931" y="950"/>
                    <a:pt x="7038" y="940"/>
                  </a:cubicBezTo>
                  <a:cubicBezTo>
                    <a:pt x="7072" y="940"/>
                    <a:pt x="7105" y="907"/>
                    <a:pt x="7105" y="907"/>
                  </a:cubicBezTo>
                  <a:cubicBezTo>
                    <a:pt x="7105" y="1207"/>
                    <a:pt x="7105" y="1474"/>
                    <a:pt x="7138" y="1774"/>
                  </a:cubicBezTo>
                  <a:cubicBezTo>
                    <a:pt x="7138" y="1941"/>
                    <a:pt x="7138" y="2074"/>
                    <a:pt x="7138" y="2241"/>
                  </a:cubicBezTo>
                  <a:cubicBezTo>
                    <a:pt x="7138" y="2360"/>
                    <a:pt x="7173" y="2377"/>
                    <a:pt x="7119" y="2377"/>
                  </a:cubicBezTo>
                  <a:cubicBezTo>
                    <a:pt x="7098" y="2377"/>
                    <a:pt x="7062" y="2374"/>
                    <a:pt x="7005" y="2374"/>
                  </a:cubicBezTo>
                  <a:cubicBezTo>
                    <a:pt x="6338" y="2374"/>
                    <a:pt x="5671" y="2474"/>
                    <a:pt x="5004" y="2474"/>
                  </a:cubicBezTo>
                  <a:cubicBezTo>
                    <a:pt x="4403" y="2474"/>
                    <a:pt x="3769" y="2441"/>
                    <a:pt x="3169" y="2374"/>
                  </a:cubicBezTo>
                  <a:cubicBezTo>
                    <a:pt x="2802" y="2374"/>
                    <a:pt x="2468" y="2341"/>
                    <a:pt x="2102" y="2274"/>
                  </a:cubicBezTo>
                  <a:cubicBezTo>
                    <a:pt x="1968" y="2274"/>
                    <a:pt x="1835" y="2241"/>
                    <a:pt x="1668" y="2208"/>
                  </a:cubicBezTo>
                  <a:cubicBezTo>
                    <a:pt x="1604" y="2208"/>
                    <a:pt x="1261" y="2208"/>
                    <a:pt x="1206" y="2148"/>
                  </a:cubicBezTo>
                  <a:lnTo>
                    <a:pt x="1206" y="2148"/>
                  </a:lnTo>
                  <a:cubicBezTo>
                    <a:pt x="1206" y="2148"/>
                    <a:pt x="1207" y="2148"/>
                    <a:pt x="1207" y="2148"/>
                  </a:cubicBezTo>
                  <a:cubicBezTo>
                    <a:pt x="1224" y="2148"/>
                    <a:pt x="1168" y="1805"/>
                    <a:pt x="1168" y="1774"/>
                  </a:cubicBezTo>
                  <a:cubicBezTo>
                    <a:pt x="1134" y="1641"/>
                    <a:pt x="1101" y="1507"/>
                    <a:pt x="1101" y="1374"/>
                  </a:cubicBezTo>
                  <a:cubicBezTo>
                    <a:pt x="1067" y="1207"/>
                    <a:pt x="1001" y="1040"/>
                    <a:pt x="967" y="873"/>
                  </a:cubicBezTo>
                  <a:lnTo>
                    <a:pt x="1001" y="873"/>
                  </a:lnTo>
                  <a:cubicBezTo>
                    <a:pt x="1001" y="873"/>
                    <a:pt x="1001" y="840"/>
                    <a:pt x="967" y="840"/>
                  </a:cubicBezTo>
                  <a:lnTo>
                    <a:pt x="1001" y="840"/>
                  </a:lnTo>
                  <a:cubicBezTo>
                    <a:pt x="1101" y="862"/>
                    <a:pt x="1208" y="870"/>
                    <a:pt x="1318" y="870"/>
                  </a:cubicBezTo>
                  <a:cubicBezTo>
                    <a:pt x="1538" y="870"/>
                    <a:pt x="1768" y="840"/>
                    <a:pt x="1968" y="840"/>
                  </a:cubicBezTo>
                  <a:close/>
                  <a:moveTo>
                    <a:pt x="1122" y="1"/>
                  </a:moveTo>
                  <a:cubicBezTo>
                    <a:pt x="939" y="1"/>
                    <a:pt x="747" y="13"/>
                    <a:pt x="567" y="73"/>
                  </a:cubicBezTo>
                  <a:cubicBezTo>
                    <a:pt x="0" y="240"/>
                    <a:pt x="133" y="840"/>
                    <a:pt x="234" y="1307"/>
                  </a:cubicBezTo>
                  <a:cubicBezTo>
                    <a:pt x="334" y="1774"/>
                    <a:pt x="367" y="2608"/>
                    <a:pt x="867" y="2841"/>
                  </a:cubicBezTo>
                  <a:cubicBezTo>
                    <a:pt x="1134" y="2975"/>
                    <a:pt x="1434" y="2975"/>
                    <a:pt x="1701" y="3008"/>
                  </a:cubicBezTo>
                  <a:cubicBezTo>
                    <a:pt x="2035" y="3042"/>
                    <a:pt x="2368" y="3075"/>
                    <a:pt x="2702" y="3108"/>
                  </a:cubicBezTo>
                  <a:cubicBezTo>
                    <a:pt x="3398" y="3162"/>
                    <a:pt x="4094" y="3196"/>
                    <a:pt x="4791" y="3196"/>
                  </a:cubicBezTo>
                  <a:cubicBezTo>
                    <a:pt x="5395" y="3196"/>
                    <a:pt x="6000" y="3170"/>
                    <a:pt x="6605" y="3108"/>
                  </a:cubicBezTo>
                  <a:cubicBezTo>
                    <a:pt x="7105" y="3075"/>
                    <a:pt x="7772" y="3108"/>
                    <a:pt x="7806" y="2474"/>
                  </a:cubicBezTo>
                  <a:cubicBezTo>
                    <a:pt x="7839" y="2174"/>
                    <a:pt x="7772" y="1841"/>
                    <a:pt x="7739" y="1507"/>
                  </a:cubicBezTo>
                  <a:cubicBezTo>
                    <a:pt x="7706" y="1240"/>
                    <a:pt x="7672" y="940"/>
                    <a:pt x="7639" y="640"/>
                  </a:cubicBezTo>
                  <a:cubicBezTo>
                    <a:pt x="7605" y="506"/>
                    <a:pt x="7539" y="473"/>
                    <a:pt x="7405" y="473"/>
                  </a:cubicBezTo>
                  <a:cubicBezTo>
                    <a:pt x="7405" y="340"/>
                    <a:pt x="7305" y="206"/>
                    <a:pt x="7138" y="173"/>
                  </a:cubicBezTo>
                  <a:cubicBezTo>
                    <a:pt x="6738" y="73"/>
                    <a:pt x="6338" y="73"/>
                    <a:pt x="5938" y="73"/>
                  </a:cubicBezTo>
                  <a:cubicBezTo>
                    <a:pt x="5571" y="39"/>
                    <a:pt x="5204" y="39"/>
                    <a:pt x="4837" y="39"/>
                  </a:cubicBezTo>
                  <a:cubicBezTo>
                    <a:pt x="4070" y="6"/>
                    <a:pt x="3269" y="6"/>
                    <a:pt x="2502" y="6"/>
                  </a:cubicBezTo>
                  <a:lnTo>
                    <a:pt x="1468" y="6"/>
                  </a:lnTo>
                  <a:cubicBezTo>
                    <a:pt x="1361" y="6"/>
                    <a:pt x="1244" y="1"/>
                    <a:pt x="11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76" name="Google Shape;3276;p69"/>
            <p:cNvSpPr/>
            <p:nvPr/>
          </p:nvSpPr>
          <p:spPr>
            <a:xfrm>
              <a:off x="7555479" y="1893599"/>
              <a:ext cx="189622" cy="60697"/>
            </a:xfrm>
            <a:custGeom>
              <a:rect b="b" l="l" r="r" t="t"/>
              <a:pathLst>
                <a:path extrusionOk="0" h="3022" w="9441">
                  <a:moveTo>
                    <a:pt x="1060" y="830"/>
                  </a:moveTo>
                  <a:cubicBezTo>
                    <a:pt x="1291" y="830"/>
                    <a:pt x="1546" y="878"/>
                    <a:pt x="1735" y="905"/>
                  </a:cubicBezTo>
                  <a:cubicBezTo>
                    <a:pt x="2068" y="905"/>
                    <a:pt x="2402" y="905"/>
                    <a:pt x="2735" y="939"/>
                  </a:cubicBezTo>
                  <a:cubicBezTo>
                    <a:pt x="3402" y="972"/>
                    <a:pt x="4070" y="1006"/>
                    <a:pt x="4737" y="1039"/>
                  </a:cubicBezTo>
                  <a:cubicBezTo>
                    <a:pt x="6038" y="1072"/>
                    <a:pt x="7372" y="1139"/>
                    <a:pt x="8673" y="1206"/>
                  </a:cubicBezTo>
                  <a:cubicBezTo>
                    <a:pt x="8673" y="1339"/>
                    <a:pt x="8640" y="1473"/>
                    <a:pt x="8640" y="1606"/>
                  </a:cubicBezTo>
                  <a:cubicBezTo>
                    <a:pt x="8606" y="1739"/>
                    <a:pt x="8573" y="1906"/>
                    <a:pt x="8506" y="2040"/>
                  </a:cubicBezTo>
                  <a:cubicBezTo>
                    <a:pt x="8439" y="2340"/>
                    <a:pt x="8439" y="2340"/>
                    <a:pt x="8139" y="2373"/>
                  </a:cubicBezTo>
                  <a:cubicBezTo>
                    <a:pt x="7339" y="2373"/>
                    <a:pt x="6538" y="2306"/>
                    <a:pt x="5737" y="2306"/>
                  </a:cubicBezTo>
                  <a:lnTo>
                    <a:pt x="3302" y="2240"/>
                  </a:lnTo>
                  <a:cubicBezTo>
                    <a:pt x="2952" y="2240"/>
                    <a:pt x="2594" y="2248"/>
                    <a:pt x="2231" y="2248"/>
                  </a:cubicBezTo>
                  <a:cubicBezTo>
                    <a:pt x="1868" y="2248"/>
                    <a:pt x="1501" y="2240"/>
                    <a:pt x="1134" y="2206"/>
                  </a:cubicBezTo>
                  <a:cubicBezTo>
                    <a:pt x="1101" y="2006"/>
                    <a:pt x="1067" y="1839"/>
                    <a:pt x="1034" y="1639"/>
                  </a:cubicBezTo>
                  <a:cubicBezTo>
                    <a:pt x="1001" y="1506"/>
                    <a:pt x="901" y="1072"/>
                    <a:pt x="901" y="839"/>
                  </a:cubicBezTo>
                  <a:cubicBezTo>
                    <a:pt x="952" y="832"/>
                    <a:pt x="1005" y="830"/>
                    <a:pt x="1060" y="830"/>
                  </a:cubicBezTo>
                  <a:close/>
                  <a:moveTo>
                    <a:pt x="870" y="1"/>
                  </a:moveTo>
                  <a:cubicBezTo>
                    <a:pt x="598" y="1"/>
                    <a:pt x="317" y="38"/>
                    <a:pt x="167" y="338"/>
                  </a:cubicBezTo>
                  <a:cubicBezTo>
                    <a:pt x="0" y="672"/>
                    <a:pt x="100" y="1139"/>
                    <a:pt x="167" y="1473"/>
                  </a:cubicBezTo>
                  <a:cubicBezTo>
                    <a:pt x="234" y="1906"/>
                    <a:pt x="334" y="2340"/>
                    <a:pt x="500" y="2740"/>
                  </a:cubicBezTo>
                  <a:cubicBezTo>
                    <a:pt x="567" y="2840"/>
                    <a:pt x="701" y="2940"/>
                    <a:pt x="834" y="2940"/>
                  </a:cubicBezTo>
                  <a:cubicBezTo>
                    <a:pt x="1151" y="2909"/>
                    <a:pt x="1475" y="2897"/>
                    <a:pt x="1801" y="2897"/>
                  </a:cubicBezTo>
                  <a:cubicBezTo>
                    <a:pt x="2505" y="2897"/>
                    <a:pt x="3219" y="2951"/>
                    <a:pt x="3903" y="2974"/>
                  </a:cubicBezTo>
                  <a:cubicBezTo>
                    <a:pt x="4870" y="2974"/>
                    <a:pt x="5838" y="3007"/>
                    <a:pt x="6805" y="3007"/>
                  </a:cubicBezTo>
                  <a:cubicBezTo>
                    <a:pt x="7138" y="3007"/>
                    <a:pt x="7472" y="3022"/>
                    <a:pt x="7806" y="3022"/>
                  </a:cubicBezTo>
                  <a:cubicBezTo>
                    <a:pt x="7972" y="3022"/>
                    <a:pt x="8139" y="3018"/>
                    <a:pt x="8306" y="3007"/>
                  </a:cubicBezTo>
                  <a:cubicBezTo>
                    <a:pt x="8640" y="3007"/>
                    <a:pt x="8873" y="2907"/>
                    <a:pt x="9006" y="2573"/>
                  </a:cubicBezTo>
                  <a:cubicBezTo>
                    <a:pt x="9307" y="1940"/>
                    <a:pt x="9440" y="905"/>
                    <a:pt x="9073" y="238"/>
                  </a:cubicBezTo>
                  <a:cubicBezTo>
                    <a:pt x="9034" y="160"/>
                    <a:pt x="8974" y="127"/>
                    <a:pt x="8913" y="127"/>
                  </a:cubicBezTo>
                  <a:cubicBezTo>
                    <a:pt x="8820" y="127"/>
                    <a:pt x="8726" y="204"/>
                    <a:pt x="8706" y="305"/>
                  </a:cubicBezTo>
                  <a:cubicBezTo>
                    <a:pt x="6705" y="238"/>
                    <a:pt x="4737" y="138"/>
                    <a:pt x="2735" y="72"/>
                  </a:cubicBezTo>
                  <a:cubicBezTo>
                    <a:pt x="2202" y="38"/>
                    <a:pt x="1668" y="38"/>
                    <a:pt x="1134" y="5"/>
                  </a:cubicBezTo>
                  <a:cubicBezTo>
                    <a:pt x="1051" y="5"/>
                    <a:pt x="961" y="1"/>
                    <a:pt x="8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77" name="Google Shape;3277;p69"/>
            <p:cNvSpPr/>
            <p:nvPr/>
          </p:nvSpPr>
          <p:spPr>
            <a:xfrm>
              <a:off x="5303669" y="2385963"/>
              <a:ext cx="841521" cy="531469"/>
            </a:xfrm>
            <a:custGeom>
              <a:rect b="b" l="l" r="r" t="t"/>
              <a:pathLst>
                <a:path extrusionOk="0" h="26461" w="41898">
                  <a:moveTo>
                    <a:pt x="22101" y="0"/>
                  </a:moveTo>
                  <a:cubicBezTo>
                    <a:pt x="17769" y="0"/>
                    <a:pt x="13433" y="74"/>
                    <a:pt x="9074" y="242"/>
                  </a:cubicBezTo>
                  <a:cubicBezTo>
                    <a:pt x="6172" y="342"/>
                    <a:pt x="3270" y="509"/>
                    <a:pt x="334" y="676"/>
                  </a:cubicBezTo>
                  <a:cubicBezTo>
                    <a:pt x="11" y="708"/>
                    <a:pt x="1" y="1211"/>
                    <a:pt x="305" y="1211"/>
                  </a:cubicBezTo>
                  <a:cubicBezTo>
                    <a:pt x="314" y="1211"/>
                    <a:pt x="324" y="1210"/>
                    <a:pt x="334" y="1209"/>
                  </a:cubicBezTo>
                  <a:cubicBezTo>
                    <a:pt x="601" y="1209"/>
                    <a:pt x="901" y="1176"/>
                    <a:pt x="1168" y="1176"/>
                  </a:cubicBezTo>
                  <a:cubicBezTo>
                    <a:pt x="968" y="2877"/>
                    <a:pt x="901" y="4578"/>
                    <a:pt x="835" y="6313"/>
                  </a:cubicBezTo>
                  <a:cubicBezTo>
                    <a:pt x="735" y="8014"/>
                    <a:pt x="701" y="9749"/>
                    <a:pt x="668" y="11483"/>
                  </a:cubicBezTo>
                  <a:cubicBezTo>
                    <a:pt x="634" y="14952"/>
                    <a:pt x="735" y="18422"/>
                    <a:pt x="935" y="21857"/>
                  </a:cubicBezTo>
                  <a:cubicBezTo>
                    <a:pt x="968" y="22825"/>
                    <a:pt x="1035" y="23792"/>
                    <a:pt x="1101" y="24726"/>
                  </a:cubicBezTo>
                  <a:cubicBezTo>
                    <a:pt x="1135" y="25160"/>
                    <a:pt x="1235" y="25660"/>
                    <a:pt x="1535" y="25960"/>
                  </a:cubicBezTo>
                  <a:lnTo>
                    <a:pt x="1435" y="25960"/>
                  </a:lnTo>
                  <a:cubicBezTo>
                    <a:pt x="1335" y="25960"/>
                    <a:pt x="1335" y="26127"/>
                    <a:pt x="1435" y="26160"/>
                  </a:cubicBezTo>
                  <a:lnTo>
                    <a:pt x="1802" y="26160"/>
                  </a:lnTo>
                  <a:cubicBezTo>
                    <a:pt x="1835" y="26194"/>
                    <a:pt x="1869" y="26227"/>
                    <a:pt x="1935" y="26227"/>
                  </a:cubicBezTo>
                  <a:cubicBezTo>
                    <a:pt x="1965" y="26237"/>
                    <a:pt x="1988" y="26241"/>
                    <a:pt x="2009" y="26241"/>
                  </a:cubicBezTo>
                  <a:cubicBezTo>
                    <a:pt x="2058" y="26241"/>
                    <a:pt x="2088" y="26217"/>
                    <a:pt x="2136" y="26194"/>
                  </a:cubicBezTo>
                  <a:cubicBezTo>
                    <a:pt x="6238" y="26461"/>
                    <a:pt x="10375" y="26427"/>
                    <a:pt x="14511" y="26461"/>
                  </a:cubicBezTo>
                  <a:cubicBezTo>
                    <a:pt x="18881" y="26461"/>
                    <a:pt x="23217" y="26394"/>
                    <a:pt x="27587" y="26260"/>
                  </a:cubicBezTo>
                  <a:cubicBezTo>
                    <a:pt x="29755" y="26194"/>
                    <a:pt x="31923" y="26094"/>
                    <a:pt x="34092" y="25994"/>
                  </a:cubicBezTo>
                  <a:cubicBezTo>
                    <a:pt x="35192" y="25960"/>
                    <a:pt x="36293" y="25894"/>
                    <a:pt x="37361" y="25827"/>
                  </a:cubicBezTo>
                  <a:cubicBezTo>
                    <a:pt x="37894" y="25827"/>
                    <a:pt x="38461" y="25793"/>
                    <a:pt x="38995" y="25760"/>
                  </a:cubicBezTo>
                  <a:cubicBezTo>
                    <a:pt x="39462" y="25727"/>
                    <a:pt x="39963" y="25760"/>
                    <a:pt x="40396" y="25593"/>
                  </a:cubicBezTo>
                  <a:cubicBezTo>
                    <a:pt x="41130" y="25326"/>
                    <a:pt x="41330" y="24526"/>
                    <a:pt x="41397" y="23825"/>
                  </a:cubicBezTo>
                  <a:cubicBezTo>
                    <a:pt x="41530" y="22825"/>
                    <a:pt x="41530" y="21791"/>
                    <a:pt x="41564" y="20757"/>
                  </a:cubicBezTo>
                  <a:cubicBezTo>
                    <a:pt x="41630" y="18622"/>
                    <a:pt x="41730" y="16487"/>
                    <a:pt x="41764" y="14352"/>
                  </a:cubicBezTo>
                  <a:cubicBezTo>
                    <a:pt x="41897" y="10249"/>
                    <a:pt x="41797" y="6079"/>
                    <a:pt x="40863" y="2077"/>
                  </a:cubicBezTo>
                  <a:cubicBezTo>
                    <a:pt x="40730" y="1576"/>
                    <a:pt x="40630" y="1109"/>
                    <a:pt x="40463" y="642"/>
                  </a:cubicBezTo>
                  <a:cubicBezTo>
                    <a:pt x="40430" y="509"/>
                    <a:pt x="40329" y="442"/>
                    <a:pt x="40229" y="442"/>
                  </a:cubicBezTo>
                  <a:cubicBezTo>
                    <a:pt x="35026" y="175"/>
                    <a:pt x="29822" y="8"/>
                    <a:pt x="24618" y="8"/>
                  </a:cubicBezTo>
                  <a:cubicBezTo>
                    <a:pt x="23779" y="3"/>
                    <a:pt x="22940" y="0"/>
                    <a:pt x="221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78" name="Google Shape;3278;p69"/>
            <p:cNvSpPr/>
            <p:nvPr/>
          </p:nvSpPr>
          <p:spPr>
            <a:xfrm>
              <a:off x="5300335" y="2383312"/>
              <a:ext cx="848210" cy="536129"/>
            </a:xfrm>
            <a:custGeom>
              <a:rect b="b" l="l" r="r" t="t"/>
              <a:pathLst>
                <a:path extrusionOk="0" h="26693" w="42231">
                  <a:moveTo>
                    <a:pt x="22523" y="564"/>
                  </a:moveTo>
                  <a:cubicBezTo>
                    <a:pt x="25581" y="564"/>
                    <a:pt x="28641" y="596"/>
                    <a:pt x="31689" y="674"/>
                  </a:cubicBezTo>
                  <a:cubicBezTo>
                    <a:pt x="34591" y="741"/>
                    <a:pt x="37460" y="841"/>
                    <a:pt x="40329" y="974"/>
                  </a:cubicBezTo>
                  <a:cubicBezTo>
                    <a:pt x="41429" y="4844"/>
                    <a:pt x="41630" y="8880"/>
                    <a:pt x="41596" y="12883"/>
                  </a:cubicBezTo>
                  <a:cubicBezTo>
                    <a:pt x="41596" y="14984"/>
                    <a:pt x="41496" y="17052"/>
                    <a:pt x="41429" y="19154"/>
                  </a:cubicBezTo>
                  <a:cubicBezTo>
                    <a:pt x="41396" y="20221"/>
                    <a:pt x="41363" y="21289"/>
                    <a:pt x="41363" y="22356"/>
                  </a:cubicBezTo>
                  <a:cubicBezTo>
                    <a:pt x="41329" y="22857"/>
                    <a:pt x="41329" y="23390"/>
                    <a:pt x="41296" y="23891"/>
                  </a:cubicBezTo>
                  <a:cubicBezTo>
                    <a:pt x="41263" y="24258"/>
                    <a:pt x="41229" y="24625"/>
                    <a:pt x="41063" y="24958"/>
                  </a:cubicBezTo>
                  <a:cubicBezTo>
                    <a:pt x="40862" y="25358"/>
                    <a:pt x="40495" y="25492"/>
                    <a:pt x="40095" y="25525"/>
                  </a:cubicBezTo>
                  <a:cubicBezTo>
                    <a:pt x="39561" y="25559"/>
                    <a:pt x="38994" y="25592"/>
                    <a:pt x="38461" y="25625"/>
                  </a:cubicBezTo>
                  <a:cubicBezTo>
                    <a:pt x="37393" y="25692"/>
                    <a:pt x="36326" y="25725"/>
                    <a:pt x="35258" y="25792"/>
                  </a:cubicBezTo>
                  <a:cubicBezTo>
                    <a:pt x="33124" y="25892"/>
                    <a:pt x="30989" y="25959"/>
                    <a:pt x="28854" y="26059"/>
                  </a:cubicBezTo>
                  <a:cubicBezTo>
                    <a:pt x="24517" y="26192"/>
                    <a:pt x="20214" y="26292"/>
                    <a:pt x="15911" y="26292"/>
                  </a:cubicBezTo>
                  <a:cubicBezTo>
                    <a:pt x="15122" y="26299"/>
                    <a:pt x="14333" y="26301"/>
                    <a:pt x="13545" y="26301"/>
                  </a:cubicBezTo>
                  <a:cubicBezTo>
                    <a:pt x="10040" y="26301"/>
                    <a:pt x="6549" y="26247"/>
                    <a:pt x="3035" y="26192"/>
                  </a:cubicBezTo>
                  <a:cubicBezTo>
                    <a:pt x="2976" y="26192"/>
                    <a:pt x="2917" y="26193"/>
                    <a:pt x="2859" y="26193"/>
                  </a:cubicBezTo>
                  <a:cubicBezTo>
                    <a:pt x="2393" y="26193"/>
                    <a:pt x="1968" y="26166"/>
                    <a:pt x="1701" y="25692"/>
                  </a:cubicBezTo>
                  <a:cubicBezTo>
                    <a:pt x="1501" y="25325"/>
                    <a:pt x="1501" y="24858"/>
                    <a:pt x="1468" y="24458"/>
                  </a:cubicBezTo>
                  <a:cubicBezTo>
                    <a:pt x="1434" y="23624"/>
                    <a:pt x="1368" y="22757"/>
                    <a:pt x="1301" y="21923"/>
                  </a:cubicBezTo>
                  <a:cubicBezTo>
                    <a:pt x="1234" y="20255"/>
                    <a:pt x="1134" y="18587"/>
                    <a:pt x="1101" y="16886"/>
                  </a:cubicBezTo>
                  <a:cubicBezTo>
                    <a:pt x="1001" y="13550"/>
                    <a:pt x="1034" y="10181"/>
                    <a:pt x="1134" y="6812"/>
                  </a:cubicBezTo>
                  <a:cubicBezTo>
                    <a:pt x="1201" y="4944"/>
                    <a:pt x="1334" y="3076"/>
                    <a:pt x="1401" y="1174"/>
                  </a:cubicBezTo>
                  <a:cubicBezTo>
                    <a:pt x="6271" y="908"/>
                    <a:pt x="11141" y="707"/>
                    <a:pt x="16045" y="607"/>
                  </a:cubicBezTo>
                  <a:cubicBezTo>
                    <a:pt x="18200" y="580"/>
                    <a:pt x="20361" y="564"/>
                    <a:pt x="22523" y="564"/>
                  </a:cubicBezTo>
                  <a:close/>
                  <a:moveTo>
                    <a:pt x="22823" y="1"/>
                  </a:moveTo>
                  <a:cubicBezTo>
                    <a:pt x="18258" y="1"/>
                    <a:pt x="13712" y="99"/>
                    <a:pt x="9140" y="274"/>
                  </a:cubicBezTo>
                  <a:cubicBezTo>
                    <a:pt x="6204" y="374"/>
                    <a:pt x="3269" y="541"/>
                    <a:pt x="333" y="707"/>
                  </a:cubicBezTo>
                  <a:cubicBezTo>
                    <a:pt x="10" y="740"/>
                    <a:pt x="0" y="1243"/>
                    <a:pt x="304" y="1243"/>
                  </a:cubicBezTo>
                  <a:cubicBezTo>
                    <a:pt x="314" y="1243"/>
                    <a:pt x="323" y="1242"/>
                    <a:pt x="333" y="1241"/>
                  </a:cubicBezTo>
                  <a:cubicBezTo>
                    <a:pt x="600" y="1241"/>
                    <a:pt x="901" y="1208"/>
                    <a:pt x="1167" y="1208"/>
                  </a:cubicBezTo>
                  <a:cubicBezTo>
                    <a:pt x="967" y="2909"/>
                    <a:pt x="901" y="4644"/>
                    <a:pt x="834" y="6378"/>
                  </a:cubicBezTo>
                  <a:cubicBezTo>
                    <a:pt x="734" y="8113"/>
                    <a:pt x="700" y="9847"/>
                    <a:pt x="667" y="11615"/>
                  </a:cubicBezTo>
                  <a:cubicBezTo>
                    <a:pt x="634" y="15084"/>
                    <a:pt x="734" y="18587"/>
                    <a:pt x="934" y="22056"/>
                  </a:cubicBezTo>
                  <a:cubicBezTo>
                    <a:pt x="967" y="23023"/>
                    <a:pt x="1034" y="23991"/>
                    <a:pt x="1101" y="24958"/>
                  </a:cubicBezTo>
                  <a:cubicBezTo>
                    <a:pt x="1167" y="25425"/>
                    <a:pt x="1234" y="26126"/>
                    <a:pt x="1768" y="26292"/>
                  </a:cubicBezTo>
                  <a:cubicBezTo>
                    <a:pt x="1835" y="26326"/>
                    <a:pt x="1868" y="26326"/>
                    <a:pt x="1935" y="26359"/>
                  </a:cubicBezTo>
                  <a:cubicBezTo>
                    <a:pt x="2535" y="26537"/>
                    <a:pt x="3254" y="26552"/>
                    <a:pt x="3953" y="26552"/>
                  </a:cubicBezTo>
                  <a:cubicBezTo>
                    <a:pt x="4093" y="26552"/>
                    <a:pt x="4232" y="26551"/>
                    <a:pt x="4369" y="26551"/>
                  </a:cubicBezTo>
                  <a:cubicBezTo>
                    <a:pt x="4575" y="26551"/>
                    <a:pt x="4777" y="26553"/>
                    <a:pt x="4970" y="26559"/>
                  </a:cubicBezTo>
                  <a:cubicBezTo>
                    <a:pt x="6038" y="26593"/>
                    <a:pt x="7105" y="26626"/>
                    <a:pt x="8172" y="26626"/>
                  </a:cubicBezTo>
                  <a:cubicBezTo>
                    <a:pt x="10341" y="26659"/>
                    <a:pt x="12475" y="26659"/>
                    <a:pt x="14644" y="26693"/>
                  </a:cubicBezTo>
                  <a:cubicBezTo>
                    <a:pt x="19013" y="26693"/>
                    <a:pt x="23417" y="26626"/>
                    <a:pt x="27820" y="26493"/>
                  </a:cubicBezTo>
                  <a:cubicBezTo>
                    <a:pt x="29988" y="26426"/>
                    <a:pt x="32190" y="26326"/>
                    <a:pt x="34391" y="26226"/>
                  </a:cubicBezTo>
                  <a:cubicBezTo>
                    <a:pt x="35492" y="26192"/>
                    <a:pt x="36593" y="26126"/>
                    <a:pt x="37660" y="26059"/>
                  </a:cubicBezTo>
                  <a:cubicBezTo>
                    <a:pt x="38227" y="26059"/>
                    <a:pt x="38761" y="26026"/>
                    <a:pt x="39328" y="25992"/>
                  </a:cubicBezTo>
                  <a:cubicBezTo>
                    <a:pt x="39795" y="25959"/>
                    <a:pt x="40295" y="25992"/>
                    <a:pt x="40729" y="25825"/>
                  </a:cubicBezTo>
                  <a:cubicBezTo>
                    <a:pt x="41463" y="25559"/>
                    <a:pt x="41696" y="24758"/>
                    <a:pt x="41763" y="24057"/>
                  </a:cubicBezTo>
                  <a:cubicBezTo>
                    <a:pt x="41863" y="23023"/>
                    <a:pt x="41863" y="21989"/>
                    <a:pt x="41896" y="20955"/>
                  </a:cubicBezTo>
                  <a:cubicBezTo>
                    <a:pt x="41963" y="18787"/>
                    <a:pt x="42063" y="16652"/>
                    <a:pt x="42130" y="14517"/>
                  </a:cubicBezTo>
                  <a:cubicBezTo>
                    <a:pt x="42230" y="10381"/>
                    <a:pt x="42130" y="6178"/>
                    <a:pt x="41196" y="2108"/>
                  </a:cubicBezTo>
                  <a:cubicBezTo>
                    <a:pt x="41063" y="1608"/>
                    <a:pt x="40929" y="1141"/>
                    <a:pt x="40796" y="641"/>
                  </a:cubicBezTo>
                  <a:cubicBezTo>
                    <a:pt x="40762" y="541"/>
                    <a:pt x="40662" y="474"/>
                    <a:pt x="40529" y="441"/>
                  </a:cubicBezTo>
                  <a:cubicBezTo>
                    <a:pt x="35292" y="207"/>
                    <a:pt x="30055" y="40"/>
                    <a:pt x="24818" y="7"/>
                  </a:cubicBezTo>
                  <a:cubicBezTo>
                    <a:pt x="24152" y="3"/>
                    <a:pt x="23488" y="1"/>
                    <a:pt x="228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79" name="Google Shape;3279;p69"/>
            <p:cNvSpPr/>
            <p:nvPr/>
          </p:nvSpPr>
          <p:spPr>
            <a:xfrm>
              <a:off x="5922066" y="2481929"/>
              <a:ext cx="81746" cy="351749"/>
            </a:xfrm>
            <a:custGeom>
              <a:rect b="b" l="l" r="r" t="t"/>
              <a:pathLst>
                <a:path extrusionOk="0" h="17513" w="4070">
                  <a:moveTo>
                    <a:pt x="3870" y="0"/>
                  </a:moveTo>
                  <a:lnTo>
                    <a:pt x="0" y="34"/>
                  </a:lnTo>
                  <a:lnTo>
                    <a:pt x="200" y="17513"/>
                  </a:lnTo>
                  <a:lnTo>
                    <a:pt x="4070" y="17513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80" name="Google Shape;3280;p69"/>
            <p:cNvSpPr/>
            <p:nvPr/>
          </p:nvSpPr>
          <p:spPr>
            <a:xfrm>
              <a:off x="5765966" y="2552267"/>
              <a:ext cx="81083" cy="282757"/>
            </a:xfrm>
            <a:custGeom>
              <a:rect b="b" l="l" r="r" t="t"/>
              <a:pathLst>
                <a:path extrusionOk="0" h="14078" w="4037">
                  <a:moveTo>
                    <a:pt x="3870" y="1"/>
                  </a:moveTo>
                  <a:lnTo>
                    <a:pt x="0" y="34"/>
                  </a:lnTo>
                  <a:lnTo>
                    <a:pt x="167" y="14078"/>
                  </a:lnTo>
                  <a:lnTo>
                    <a:pt x="4036" y="14044"/>
                  </a:lnTo>
                  <a:lnTo>
                    <a:pt x="387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81" name="Google Shape;3281;p69"/>
            <p:cNvSpPr/>
            <p:nvPr/>
          </p:nvSpPr>
          <p:spPr>
            <a:xfrm>
              <a:off x="5609845" y="2613908"/>
              <a:ext cx="80420" cy="221799"/>
            </a:xfrm>
            <a:custGeom>
              <a:rect b="b" l="l" r="r" t="t"/>
              <a:pathLst>
                <a:path extrusionOk="0" h="11043" w="4004">
                  <a:moveTo>
                    <a:pt x="1" y="1"/>
                  </a:moveTo>
                  <a:lnTo>
                    <a:pt x="134" y="11042"/>
                  </a:lnTo>
                  <a:lnTo>
                    <a:pt x="4004" y="11009"/>
                  </a:lnTo>
                  <a:lnTo>
                    <a:pt x="387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82" name="Google Shape;3282;p69"/>
            <p:cNvSpPr/>
            <p:nvPr/>
          </p:nvSpPr>
          <p:spPr>
            <a:xfrm>
              <a:off x="5450390" y="2707042"/>
              <a:ext cx="79095" cy="129327"/>
            </a:xfrm>
            <a:custGeom>
              <a:rect b="b" l="l" r="r" t="t"/>
              <a:pathLst>
                <a:path extrusionOk="0" h="6439" w="3938">
                  <a:moveTo>
                    <a:pt x="1" y="0"/>
                  </a:moveTo>
                  <a:lnTo>
                    <a:pt x="68" y="6438"/>
                  </a:lnTo>
                  <a:lnTo>
                    <a:pt x="3937" y="6405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83" name="Google Shape;3283;p69"/>
            <p:cNvSpPr/>
            <p:nvPr/>
          </p:nvSpPr>
          <p:spPr>
            <a:xfrm>
              <a:off x="5369327" y="2829380"/>
              <a:ext cx="685421" cy="11609"/>
            </a:xfrm>
            <a:custGeom>
              <a:rect b="b" l="l" r="r" t="t"/>
              <a:pathLst>
                <a:path extrusionOk="0" h="578" w="34126">
                  <a:moveTo>
                    <a:pt x="30239" y="1"/>
                  </a:moveTo>
                  <a:cubicBezTo>
                    <a:pt x="29261" y="1"/>
                    <a:pt x="28284" y="14"/>
                    <a:pt x="27320" y="14"/>
                  </a:cubicBezTo>
                  <a:lnTo>
                    <a:pt x="334" y="14"/>
                  </a:lnTo>
                  <a:cubicBezTo>
                    <a:pt x="1" y="14"/>
                    <a:pt x="1" y="548"/>
                    <a:pt x="334" y="548"/>
                  </a:cubicBezTo>
                  <a:cubicBezTo>
                    <a:pt x="6161" y="548"/>
                    <a:pt x="11972" y="562"/>
                    <a:pt x="17789" y="562"/>
                  </a:cubicBezTo>
                  <a:cubicBezTo>
                    <a:pt x="20697" y="562"/>
                    <a:pt x="23606" y="559"/>
                    <a:pt x="26520" y="548"/>
                  </a:cubicBezTo>
                  <a:cubicBezTo>
                    <a:pt x="27848" y="548"/>
                    <a:pt x="29196" y="577"/>
                    <a:pt x="30542" y="577"/>
                  </a:cubicBezTo>
                  <a:cubicBezTo>
                    <a:pt x="31664" y="577"/>
                    <a:pt x="32785" y="557"/>
                    <a:pt x="33892" y="481"/>
                  </a:cubicBezTo>
                  <a:cubicBezTo>
                    <a:pt x="34125" y="447"/>
                    <a:pt x="34125" y="114"/>
                    <a:pt x="33892" y="114"/>
                  </a:cubicBezTo>
                  <a:cubicBezTo>
                    <a:pt x="32687" y="21"/>
                    <a:pt x="31462" y="1"/>
                    <a:pt x="3023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84" name="Google Shape;3284;p69"/>
            <p:cNvSpPr/>
            <p:nvPr/>
          </p:nvSpPr>
          <p:spPr>
            <a:xfrm>
              <a:off x="6239610" y="2142573"/>
              <a:ext cx="226378" cy="244475"/>
            </a:xfrm>
            <a:custGeom>
              <a:rect b="b" l="l" r="r" t="t"/>
              <a:pathLst>
                <a:path extrusionOk="0" h="12172" w="11271">
                  <a:moveTo>
                    <a:pt x="10583" y="1"/>
                  </a:moveTo>
                  <a:cubicBezTo>
                    <a:pt x="10467" y="1"/>
                    <a:pt x="10348" y="37"/>
                    <a:pt x="10242" y="118"/>
                  </a:cubicBezTo>
                  <a:lnTo>
                    <a:pt x="10276" y="118"/>
                  </a:lnTo>
                  <a:cubicBezTo>
                    <a:pt x="10042" y="318"/>
                    <a:pt x="9875" y="518"/>
                    <a:pt x="9709" y="752"/>
                  </a:cubicBezTo>
                  <a:cubicBezTo>
                    <a:pt x="9575" y="885"/>
                    <a:pt x="9575" y="1052"/>
                    <a:pt x="9642" y="1152"/>
                  </a:cubicBezTo>
                  <a:cubicBezTo>
                    <a:pt x="7774" y="4387"/>
                    <a:pt x="5939" y="7656"/>
                    <a:pt x="4105" y="10925"/>
                  </a:cubicBezTo>
                  <a:cubicBezTo>
                    <a:pt x="2837" y="9658"/>
                    <a:pt x="1669" y="8290"/>
                    <a:pt x="535" y="6889"/>
                  </a:cubicBezTo>
                  <a:cubicBezTo>
                    <a:pt x="487" y="6833"/>
                    <a:pt x="430" y="6810"/>
                    <a:pt x="372" y="6810"/>
                  </a:cubicBezTo>
                  <a:cubicBezTo>
                    <a:pt x="188" y="6810"/>
                    <a:pt x="0" y="7045"/>
                    <a:pt x="102" y="7223"/>
                  </a:cubicBezTo>
                  <a:cubicBezTo>
                    <a:pt x="1136" y="8991"/>
                    <a:pt x="2437" y="10592"/>
                    <a:pt x="3871" y="12026"/>
                  </a:cubicBezTo>
                  <a:cubicBezTo>
                    <a:pt x="3971" y="12127"/>
                    <a:pt x="4096" y="12172"/>
                    <a:pt x="4220" y="12172"/>
                  </a:cubicBezTo>
                  <a:cubicBezTo>
                    <a:pt x="4383" y="12172"/>
                    <a:pt x="4543" y="12093"/>
                    <a:pt x="4638" y="11960"/>
                  </a:cubicBezTo>
                  <a:cubicBezTo>
                    <a:pt x="6806" y="8224"/>
                    <a:pt x="8941" y="4488"/>
                    <a:pt x="11043" y="752"/>
                  </a:cubicBezTo>
                  <a:cubicBezTo>
                    <a:pt x="11270" y="348"/>
                    <a:pt x="10943" y="1"/>
                    <a:pt x="10583" y="1"/>
                  </a:cubicBezTo>
                  <a:close/>
                </a:path>
              </a:pathLst>
            </a:custGeom>
            <a:solidFill>
              <a:srgbClr val="2C6AA3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85" name="Google Shape;3285;p69"/>
            <p:cNvSpPr/>
            <p:nvPr/>
          </p:nvSpPr>
          <p:spPr>
            <a:xfrm>
              <a:off x="6582702" y="2447041"/>
              <a:ext cx="226217" cy="244515"/>
            </a:xfrm>
            <a:custGeom>
              <a:rect b="b" l="l" r="r" t="t"/>
              <a:pathLst>
                <a:path extrusionOk="0" h="12174" w="11263">
                  <a:moveTo>
                    <a:pt x="10601" y="0"/>
                  </a:moveTo>
                  <a:cubicBezTo>
                    <a:pt x="10479" y="0"/>
                    <a:pt x="10351" y="41"/>
                    <a:pt x="10239" y="136"/>
                  </a:cubicBezTo>
                  <a:lnTo>
                    <a:pt x="10272" y="136"/>
                  </a:lnTo>
                  <a:cubicBezTo>
                    <a:pt x="10039" y="303"/>
                    <a:pt x="9872" y="503"/>
                    <a:pt x="9705" y="737"/>
                  </a:cubicBezTo>
                  <a:cubicBezTo>
                    <a:pt x="9572" y="870"/>
                    <a:pt x="9572" y="1037"/>
                    <a:pt x="9639" y="1137"/>
                  </a:cubicBezTo>
                  <a:cubicBezTo>
                    <a:pt x="7771" y="4373"/>
                    <a:pt x="5936" y="7642"/>
                    <a:pt x="4101" y="10911"/>
                  </a:cubicBezTo>
                  <a:cubicBezTo>
                    <a:pt x="2834" y="9643"/>
                    <a:pt x="1666" y="8309"/>
                    <a:pt x="532" y="6908"/>
                  </a:cubicBezTo>
                  <a:cubicBezTo>
                    <a:pt x="480" y="6838"/>
                    <a:pt x="416" y="6809"/>
                    <a:pt x="352" y="6809"/>
                  </a:cubicBezTo>
                  <a:cubicBezTo>
                    <a:pt x="174" y="6809"/>
                    <a:pt x="0" y="7036"/>
                    <a:pt x="99" y="7208"/>
                  </a:cubicBezTo>
                  <a:cubicBezTo>
                    <a:pt x="1133" y="9009"/>
                    <a:pt x="2434" y="10577"/>
                    <a:pt x="3868" y="12045"/>
                  </a:cubicBezTo>
                  <a:cubicBezTo>
                    <a:pt x="3968" y="12131"/>
                    <a:pt x="4093" y="12173"/>
                    <a:pt x="4215" y="12173"/>
                  </a:cubicBezTo>
                  <a:cubicBezTo>
                    <a:pt x="4379" y="12173"/>
                    <a:pt x="4540" y="12097"/>
                    <a:pt x="4635" y="11945"/>
                  </a:cubicBezTo>
                  <a:cubicBezTo>
                    <a:pt x="6803" y="8209"/>
                    <a:pt x="8938" y="4506"/>
                    <a:pt x="11040" y="737"/>
                  </a:cubicBezTo>
                  <a:cubicBezTo>
                    <a:pt x="11262" y="341"/>
                    <a:pt x="10953" y="0"/>
                    <a:pt x="10601" y="0"/>
                  </a:cubicBezTo>
                  <a:close/>
                </a:path>
              </a:pathLst>
            </a:custGeom>
            <a:solidFill>
              <a:srgbClr val="2C6AA3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86" name="Google Shape;3286;p69"/>
            <p:cNvSpPr/>
            <p:nvPr/>
          </p:nvSpPr>
          <p:spPr>
            <a:xfrm>
              <a:off x="8421745" y="2219298"/>
              <a:ext cx="122639" cy="167509"/>
            </a:xfrm>
            <a:custGeom>
              <a:rect b="b" l="l" r="r" t="t"/>
              <a:pathLst>
                <a:path extrusionOk="0" fill="none" h="8340" w="6106">
                  <a:moveTo>
                    <a:pt x="6105" y="0"/>
                  </a:moveTo>
                  <a:lnTo>
                    <a:pt x="1" y="8340"/>
                  </a:lnTo>
                </a:path>
              </a:pathLst>
            </a:custGeom>
            <a:noFill/>
            <a:ln cap="flat" cmpd="sng" w="5300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87" name="Google Shape;3287;p69"/>
            <p:cNvSpPr/>
            <p:nvPr/>
          </p:nvSpPr>
          <p:spPr>
            <a:xfrm>
              <a:off x="8437170" y="2359330"/>
              <a:ext cx="46919" cy="64332"/>
            </a:xfrm>
            <a:custGeom>
              <a:rect b="b" l="l" r="r" t="t"/>
              <a:pathLst>
                <a:path extrusionOk="0" fill="none" h="3203" w="2336">
                  <a:moveTo>
                    <a:pt x="0" y="3202"/>
                  </a:moveTo>
                  <a:lnTo>
                    <a:pt x="2335" y="0"/>
                  </a:lnTo>
                </a:path>
              </a:pathLst>
            </a:custGeom>
            <a:noFill/>
            <a:ln cap="flat" cmpd="sng" w="5300">
              <a:solidFill>
                <a:srgbClr val="DEDEDE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88" name="Google Shape;3288;p69"/>
            <p:cNvSpPr/>
            <p:nvPr/>
          </p:nvSpPr>
          <p:spPr>
            <a:xfrm>
              <a:off x="5405500" y="2023670"/>
              <a:ext cx="121293" cy="203682"/>
            </a:xfrm>
            <a:custGeom>
              <a:rect b="b" l="l" r="r" t="t"/>
              <a:pathLst>
                <a:path extrusionOk="0" fill="none" h="10141" w="6039">
                  <a:moveTo>
                    <a:pt x="802" y="10141"/>
                  </a:moveTo>
                  <a:lnTo>
                    <a:pt x="1" y="7806"/>
                  </a:lnTo>
                  <a:lnTo>
                    <a:pt x="2336" y="7706"/>
                  </a:lnTo>
                  <a:lnTo>
                    <a:pt x="1736" y="5170"/>
                  </a:lnTo>
                  <a:lnTo>
                    <a:pt x="4204" y="5137"/>
                  </a:lnTo>
                  <a:lnTo>
                    <a:pt x="3537" y="2635"/>
                  </a:lnTo>
                  <a:lnTo>
                    <a:pt x="6039" y="2469"/>
                  </a:lnTo>
                  <a:lnTo>
                    <a:pt x="5438" y="0"/>
                  </a:lnTo>
                </a:path>
              </a:pathLst>
            </a:custGeom>
            <a:noFill/>
            <a:ln cap="flat" cmpd="sng" w="5300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89" name="Google Shape;3289;p69"/>
            <p:cNvSpPr/>
            <p:nvPr/>
          </p:nvSpPr>
          <p:spPr>
            <a:xfrm>
              <a:off x="6855336" y="3540489"/>
              <a:ext cx="44247" cy="87792"/>
            </a:xfrm>
            <a:custGeom>
              <a:rect b="b" l="l" r="r" t="t"/>
              <a:pathLst>
                <a:path extrusionOk="0" fill="none" h="4371" w="2203">
                  <a:moveTo>
                    <a:pt x="1" y="1"/>
                  </a:moveTo>
                  <a:cubicBezTo>
                    <a:pt x="1235" y="1"/>
                    <a:pt x="2202" y="968"/>
                    <a:pt x="2202" y="2202"/>
                  </a:cubicBezTo>
                  <a:cubicBezTo>
                    <a:pt x="2202" y="3403"/>
                    <a:pt x="1235" y="4371"/>
                    <a:pt x="1" y="4371"/>
                  </a:cubicBezTo>
                </a:path>
              </a:pathLst>
            </a:custGeom>
            <a:noFill/>
            <a:ln cap="flat" cmpd="sng" w="5300">
              <a:solidFill>
                <a:srgbClr val="DEDEDE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90" name="Google Shape;3290;p69"/>
            <p:cNvSpPr/>
            <p:nvPr/>
          </p:nvSpPr>
          <p:spPr>
            <a:xfrm>
              <a:off x="8519559" y="3414536"/>
              <a:ext cx="99863" cy="160821"/>
            </a:xfrm>
            <a:custGeom>
              <a:rect b="b" l="l" r="r" t="t"/>
              <a:pathLst>
                <a:path extrusionOk="0" fill="none" h="8007" w="4972">
                  <a:moveTo>
                    <a:pt x="868" y="8006"/>
                  </a:moveTo>
                  <a:lnTo>
                    <a:pt x="1" y="5371"/>
                  </a:lnTo>
                  <a:lnTo>
                    <a:pt x="2736" y="5538"/>
                  </a:lnTo>
                  <a:lnTo>
                    <a:pt x="2036" y="2669"/>
                  </a:lnTo>
                  <a:lnTo>
                    <a:pt x="4971" y="2536"/>
                  </a:lnTo>
                  <a:lnTo>
                    <a:pt x="4037" y="1"/>
                  </a:lnTo>
                </a:path>
              </a:pathLst>
            </a:custGeom>
            <a:noFill/>
            <a:ln cap="flat" cmpd="sng" w="5300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91" name="Google Shape;3291;p69"/>
            <p:cNvSpPr/>
            <p:nvPr/>
          </p:nvSpPr>
          <p:spPr>
            <a:xfrm>
              <a:off x="6263172" y="3708439"/>
              <a:ext cx="330318" cy="164838"/>
            </a:xfrm>
            <a:custGeom>
              <a:rect b="b" l="l" r="r" t="t"/>
              <a:pathLst>
                <a:path extrusionOk="0" fill="none" h="8207" w="16446">
                  <a:moveTo>
                    <a:pt x="4504" y="268"/>
                  </a:moveTo>
                  <a:cubicBezTo>
                    <a:pt x="4737" y="301"/>
                    <a:pt x="4971" y="334"/>
                    <a:pt x="5238" y="401"/>
                  </a:cubicBezTo>
                  <a:cubicBezTo>
                    <a:pt x="6439" y="668"/>
                    <a:pt x="7606" y="1168"/>
                    <a:pt x="8840" y="1335"/>
                  </a:cubicBezTo>
                  <a:cubicBezTo>
                    <a:pt x="9874" y="1435"/>
                    <a:pt x="10942" y="1302"/>
                    <a:pt x="11909" y="935"/>
                  </a:cubicBezTo>
                  <a:cubicBezTo>
                    <a:pt x="12843" y="601"/>
                    <a:pt x="13811" y="1"/>
                    <a:pt x="14778" y="301"/>
                  </a:cubicBezTo>
                  <a:cubicBezTo>
                    <a:pt x="15478" y="501"/>
                    <a:pt x="15979" y="1168"/>
                    <a:pt x="16112" y="1869"/>
                  </a:cubicBezTo>
                  <a:cubicBezTo>
                    <a:pt x="16446" y="3803"/>
                    <a:pt x="14211" y="5338"/>
                    <a:pt x="12543" y="5705"/>
                  </a:cubicBezTo>
                  <a:cubicBezTo>
                    <a:pt x="11676" y="5905"/>
                    <a:pt x="10742" y="5838"/>
                    <a:pt x="9841" y="5938"/>
                  </a:cubicBezTo>
                  <a:cubicBezTo>
                    <a:pt x="7039" y="6305"/>
                    <a:pt x="3503" y="8207"/>
                    <a:pt x="1168" y="5538"/>
                  </a:cubicBezTo>
                  <a:cubicBezTo>
                    <a:pt x="134" y="4404"/>
                    <a:pt x="1" y="2903"/>
                    <a:pt x="901" y="1635"/>
                  </a:cubicBezTo>
                  <a:cubicBezTo>
                    <a:pt x="1802" y="368"/>
                    <a:pt x="3070" y="67"/>
                    <a:pt x="4504" y="268"/>
                  </a:cubicBezTo>
                  <a:close/>
                </a:path>
              </a:pathLst>
            </a:custGeom>
            <a:noFill/>
            <a:ln cap="flat" cmpd="sng" w="5300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92" name="Google Shape;3292;p69"/>
            <p:cNvSpPr/>
            <p:nvPr/>
          </p:nvSpPr>
          <p:spPr>
            <a:xfrm>
              <a:off x="8457255" y="3808483"/>
              <a:ext cx="264660" cy="251263"/>
            </a:xfrm>
            <a:custGeom>
              <a:rect b="b" l="l" r="r" t="t"/>
              <a:pathLst>
                <a:path extrusionOk="0" fill="none" h="12510" w="13177">
                  <a:moveTo>
                    <a:pt x="1569" y="7473"/>
                  </a:moveTo>
                  <a:cubicBezTo>
                    <a:pt x="2769" y="6138"/>
                    <a:pt x="4737" y="5705"/>
                    <a:pt x="6072" y="4471"/>
                  </a:cubicBezTo>
                  <a:cubicBezTo>
                    <a:pt x="6806" y="3803"/>
                    <a:pt x="7306" y="2936"/>
                    <a:pt x="7873" y="2169"/>
                  </a:cubicBezTo>
                  <a:cubicBezTo>
                    <a:pt x="8473" y="1368"/>
                    <a:pt x="9174" y="635"/>
                    <a:pt x="10075" y="301"/>
                  </a:cubicBezTo>
                  <a:cubicBezTo>
                    <a:pt x="11009" y="1"/>
                    <a:pt x="12176" y="234"/>
                    <a:pt x="12643" y="1102"/>
                  </a:cubicBezTo>
                  <a:cubicBezTo>
                    <a:pt x="13177" y="2002"/>
                    <a:pt x="12710" y="3170"/>
                    <a:pt x="12109" y="4004"/>
                  </a:cubicBezTo>
                  <a:cubicBezTo>
                    <a:pt x="11409" y="4938"/>
                    <a:pt x="10575" y="5772"/>
                    <a:pt x="9574" y="6405"/>
                  </a:cubicBezTo>
                  <a:cubicBezTo>
                    <a:pt x="8340" y="7206"/>
                    <a:pt x="6906" y="7740"/>
                    <a:pt x="5872" y="8807"/>
                  </a:cubicBezTo>
                  <a:cubicBezTo>
                    <a:pt x="5171" y="9574"/>
                    <a:pt x="4704" y="10608"/>
                    <a:pt x="3937" y="11342"/>
                  </a:cubicBezTo>
                  <a:cubicBezTo>
                    <a:pt x="3036" y="12143"/>
                    <a:pt x="1202" y="12510"/>
                    <a:pt x="568" y="11242"/>
                  </a:cubicBezTo>
                  <a:cubicBezTo>
                    <a:pt x="1" y="10108"/>
                    <a:pt x="801" y="8340"/>
                    <a:pt x="1569" y="7506"/>
                  </a:cubicBezTo>
                  <a:close/>
                </a:path>
              </a:pathLst>
            </a:custGeom>
            <a:noFill/>
            <a:ln cap="flat" cmpd="sng" w="5300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93" name="Google Shape;3293;p69"/>
            <p:cNvSpPr/>
            <p:nvPr/>
          </p:nvSpPr>
          <p:spPr>
            <a:xfrm>
              <a:off x="5408192" y="3433295"/>
              <a:ext cx="102534" cy="144733"/>
            </a:xfrm>
            <a:custGeom>
              <a:rect b="b" l="l" r="r" t="t"/>
              <a:pathLst>
                <a:path extrusionOk="0" fill="none" h="7206" w="5105">
                  <a:moveTo>
                    <a:pt x="5104" y="1"/>
                  </a:moveTo>
                  <a:cubicBezTo>
                    <a:pt x="3403" y="2402"/>
                    <a:pt x="1702" y="4804"/>
                    <a:pt x="0" y="7206"/>
                  </a:cubicBezTo>
                </a:path>
              </a:pathLst>
            </a:custGeom>
            <a:noFill/>
            <a:ln cap="flat" cmpd="sng" w="5300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94" name="Google Shape;3294;p69"/>
            <p:cNvSpPr/>
            <p:nvPr/>
          </p:nvSpPr>
          <p:spPr>
            <a:xfrm>
              <a:off x="5456436" y="3473505"/>
              <a:ext cx="61641" cy="87109"/>
            </a:xfrm>
            <a:custGeom>
              <a:rect b="b" l="l" r="r" t="t"/>
              <a:pathLst>
                <a:path extrusionOk="0" fill="none" h="4337" w="3069">
                  <a:moveTo>
                    <a:pt x="0" y="4337"/>
                  </a:moveTo>
                  <a:cubicBezTo>
                    <a:pt x="1068" y="2936"/>
                    <a:pt x="2102" y="1468"/>
                    <a:pt x="3069" y="0"/>
                  </a:cubicBezTo>
                </a:path>
              </a:pathLst>
            </a:custGeom>
            <a:noFill/>
            <a:ln cap="flat" cmpd="sng" w="5300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95" name="Google Shape;3295;p69"/>
            <p:cNvSpPr/>
            <p:nvPr/>
          </p:nvSpPr>
          <p:spPr>
            <a:xfrm>
              <a:off x="6100943" y="2967946"/>
              <a:ext cx="548742" cy="690723"/>
            </a:xfrm>
            <a:custGeom>
              <a:rect b="b" l="l" r="r" t="t"/>
              <a:pathLst>
                <a:path extrusionOk="0" h="34390" w="27321">
                  <a:moveTo>
                    <a:pt x="21620" y="1"/>
                  </a:moveTo>
                  <a:cubicBezTo>
                    <a:pt x="21507" y="1"/>
                    <a:pt x="21394" y="7"/>
                    <a:pt x="21283" y="20"/>
                  </a:cubicBezTo>
                  <a:cubicBezTo>
                    <a:pt x="19448" y="220"/>
                    <a:pt x="18047" y="1888"/>
                    <a:pt x="17513" y="3689"/>
                  </a:cubicBezTo>
                  <a:cubicBezTo>
                    <a:pt x="17013" y="5457"/>
                    <a:pt x="17246" y="7358"/>
                    <a:pt x="17446" y="9226"/>
                  </a:cubicBezTo>
                  <a:cubicBezTo>
                    <a:pt x="17613" y="10561"/>
                    <a:pt x="17780" y="11895"/>
                    <a:pt x="17913" y="13263"/>
                  </a:cubicBezTo>
                  <a:cubicBezTo>
                    <a:pt x="18247" y="15898"/>
                    <a:pt x="17880" y="18633"/>
                    <a:pt x="17880" y="21268"/>
                  </a:cubicBezTo>
                  <a:cubicBezTo>
                    <a:pt x="17880" y="21602"/>
                    <a:pt x="17880" y="21935"/>
                    <a:pt x="17713" y="22236"/>
                  </a:cubicBezTo>
                  <a:cubicBezTo>
                    <a:pt x="17413" y="22736"/>
                    <a:pt x="16746" y="22903"/>
                    <a:pt x="16146" y="23003"/>
                  </a:cubicBezTo>
                  <a:cubicBezTo>
                    <a:pt x="13567" y="23423"/>
                    <a:pt x="10907" y="23923"/>
                    <a:pt x="8264" y="23923"/>
                  </a:cubicBezTo>
                  <a:cubicBezTo>
                    <a:pt x="7966" y="23923"/>
                    <a:pt x="7669" y="23917"/>
                    <a:pt x="7373" y="23904"/>
                  </a:cubicBezTo>
                  <a:cubicBezTo>
                    <a:pt x="6447" y="23879"/>
                    <a:pt x="5464" y="23753"/>
                    <a:pt x="4530" y="23753"/>
                  </a:cubicBezTo>
                  <a:cubicBezTo>
                    <a:pt x="2905" y="23753"/>
                    <a:pt x="1430" y="24135"/>
                    <a:pt x="668" y="26105"/>
                  </a:cubicBezTo>
                  <a:cubicBezTo>
                    <a:pt x="1" y="27840"/>
                    <a:pt x="568" y="29874"/>
                    <a:pt x="1769" y="31275"/>
                  </a:cubicBezTo>
                  <a:cubicBezTo>
                    <a:pt x="3003" y="32676"/>
                    <a:pt x="4771" y="33510"/>
                    <a:pt x="6605" y="33844"/>
                  </a:cubicBezTo>
                  <a:cubicBezTo>
                    <a:pt x="8200" y="34169"/>
                    <a:pt x="7494" y="34389"/>
                    <a:pt x="8584" y="34389"/>
                  </a:cubicBezTo>
                  <a:cubicBezTo>
                    <a:pt x="8725" y="34389"/>
                    <a:pt x="8897" y="34385"/>
                    <a:pt x="9107" y="34378"/>
                  </a:cubicBezTo>
                  <a:cubicBezTo>
                    <a:pt x="11809" y="34278"/>
                    <a:pt x="17580" y="33811"/>
                    <a:pt x="20148" y="33043"/>
                  </a:cubicBezTo>
                  <a:cubicBezTo>
                    <a:pt x="22016" y="32510"/>
                    <a:pt x="23818" y="31576"/>
                    <a:pt x="25252" y="30275"/>
                  </a:cubicBezTo>
                  <a:cubicBezTo>
                    <a:pt x="26553" y="29041"/>
                    <a:pt x="26887" y="27506"/>
                    <a:pt x="27020" y="25738"/>
                  </a:cubicBezTo>
                  <a:cubicBezTo>
                    <a:pt x="27320" y="22036"/>
                    <a:pt x="26153" y="18300"/>
                    <a:pt x="25152" y="14764"/>
                  </a:cubicBezTo>
                  <a:cubicBezTo>
                    <a:pt x="24218" y="11461"/>
                    <a:pt x="22383" y="8426"/>
                    <a:pt x="21516" y="5157"/>
                  </a:cubicBezTo>
                  <a:cubicBezTo>
                    <a:pt x="21516" y="5123"/>
                    <a:pt x="21516" y="5057"/>
                    <a:pt x="21483" y="5023"/>
                  </a:cubicBezTo>
                  <a:cubicBezTo>
                    <a:pt x="22350" y="4790"/>
                    <a:pt x="23050" y="3822"/>
                    <a:pt x="23384" y="3022"/>
                  </a:cubicBezTo>
                  <a:cubicBezTo>
                    <a:pt x="23751" y="2155"/>
                    <a:pt x="23684" y="1054"/>
                    <a:pt x="22984" y="453"/>
                  </a:cubicBezTo>
                  <a:cubicBezTo>
                    <a:pt x="22604" y="128"/>
                    <a:pt x="22113" y="1"/>
                    <a:pt x="21620" y="1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96" name="Google Shape;3296;p69"/>
            <p:cNvSpPr/>
            <p:nvPr/>
          </p:nvSpPr>
          <p:spPr>
            <a:xfrm>
              <a:off x="5745861" y="3120170"/>
              <a:ext cx="354440" cy="455548"/>
            </a:xfrm>
            <a:custGeom>
              <a:rect b="b" l="l" r="r" t="t"/>
              <a:pathLst>
                <a:path extrusionOk="0" h="22681" w="17647">
                  <a:moveTo>
                    <a:pt x="10405" y="0"/>
                  </a:moveTo>
                  <a:cubicBezTo>
                    <a:pt x="9639" y="0"/>
                    <a:pt x="8874" y="158"/>
                    <a:pt x="8173" y="480"/>
                  </a:cubicBezTo>
                  <a:cubicBezTo>
                    <a:pt x="6505" y="1214"/>
                    <a:pt x="5237" y="2815"/>
                    <a:pt x="4871" y="4583"/>
                  </a:cubicBezTo>
                  <a:cubicBezTo>
                    <a:pt x="4570" y="5917"/>
                    <a:pt x="5037" y="6351"/>
                    <a:pt x="5171" y="7685"/>
                  </a:cubicBezTo>
                  <a:cubicBezTo>
                    <a:pt x="5304" y="8819"/>
                    <a:pt x="5471" y="9953"/>
                    <a:pt x="5504" y="11121"/>
                  </a:cubicBezTo>
                  <a:cubicBezTo>
                    <a:pt x="5571" y="12422"/>
                    <a:pt x="5471" y="14123"/>
                    <a:pt x="5171" y="15057"/>
                  </a:cubicBezTo>
                  <a:cubicBezTo>
                    <a:pt x="5071" y="15391"/>
                    <a:pt x="4670" y="15524"/>
                    <a:pt x="4370" y="15657"/>
                  </a:cubicBezTo>
                  <a:cubicBezTo>
                    <a:pt x="4270" y="15702"/>
                    <a:pt x="4148" y="15709"/>
                    <a:pt x="4021" y="15709"/>
                  </a:cubicBezTo>
                  <a:cubicBezTo>
                    <a:pt x="3957" y="15709"/>
                    <a:pt x="3892" y="15707"/>
                    <a:pt x="3828" y="15707"/>
                  </a:cubicBezTo>
                  <a:cubicBezTo>
                    <a:pt x="3636" y="15707"/>
                    <a:pt x="3453" y="15724"/>
                    <a:pt x="3336" y="15858"/>
                  </a:cubicBezTo>
                  <a:cubicBezTo>
                    <a:pt x="2235" y="17058"/>
                    <a:pt x="1201" y="18359"/>
                    <a:pt x="0" y="19460"/>
                  </a:cubicBezTo>
                  <a:cubicBezTo>
                    <a:pt x="2802" y="20628"/>
                    <a:pt x="5771" y="21495"/>
                    <a:pt x="8773" y="21995"/>
                  </a:cubicBezTo>
                  <a:cubicBezTo>
                    <a:pt x="9940" y="22199"/>
                    <a:pt x="11774" y="22680"/>
                    <a:pt x="13426" y="22680"/>
                  </a:cubicBezTo>
                  <a:cubicBezTo>
                    <a:pt x="14751" y="22680"/>
                    <a:pt x="15959" y="22371"/>
                    <a:pt x="16612" y="21361"/>
                  </a:cubicBezTo>
                  <a:cubicBezTo>
                    <a:pt x="16946" y="20894"/>
                    <a:pt x="17079" y="20327"/>
                    <a:pt x="17213" y="19760"/>
                  </a:cubicBezTo>
                  <a:cubicBezTo>
                    <a:pt x="17213" y="19594"/>
                    <a:pt x="17246" y="19460"/>
                    <a:pt x="17279" y="19327"/>
                  </a:cubicBezTo>
                  <a:cubicBezTo>
                    <a:pt x="17413" y="18326"/>
                    <a:pt x="17646" y="16958"/>
                    <a:pt x="16946" y="16124"/>
                  </a:cubicBezTo>
                  <a:cubicBezTo>
                    <a:pt x="16679" y="15858"/>
                    <a:pt x="16412" y="15724"/>
                    <a:pt x="16112" y="15691"/>
                  </a:cubicBezTo>
                  <a:cubicBezTo>
                    <a:pt x="15211" y="15557"/>
                    <a:pt x="14311" y="15591"/>
                    <a:pt x="13443" y="15257"/>
                  </a:cubicBezTo>
                  <a:cubicBezTo>
                    <a:pt x="13310" y="15224"/>
                    <a:pt x="13176" y="15157"/>
                    <a:pt x="13076" y="15024"/>
                  </a:cubicBezTo>
                  <a:cubicBezTo>
                    <a:pt x="12976" y="14890"/>
                    <a:pt x="12976" y="14723"/>
                    <a:pt x="12976" y="14590"/>
                  </a:cubicBezTo>
                  <a:lnTo>
                    <a:pt x="12910" y="13289"/>
                  </a:lnTo>
                  <a:cubicBezTo>
                    <a:pt x="12910" y="13256"/>
                    <a:pt x="12910" y="13222"/>
                    <a:pt x="12910" y="13189"/>
                  </a:cubicBezTo>
                  <a:cubicBezTo>
                    <a:pt x="14844" y="12622"/>
                    <a:pt x="15612" y="10387"/>
                    <a:pt x="15812" y="8319"/>
                  </a:cubicBezTo>
                  <a:cubicBezTo>
                    <a:pt x="16045" y="5717"/>
                    <a:pt x="15778" y="2481"/>
                    <a:pt x="13410" y="880"/>
                  </a:cubicBezTo>
                  <a:cubicBezTo>
                    <a:pt x="12520" y="300"/>
                    <a:pt x="11462" y="0"/>
                    <a:pt x="10405" y="0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97" name="Google Shape;3297;p69"/>
            <p:cNvSpPr/>
            <p:nvPr/>
          </p:nvSpPr>
          <p:spPr>
            <a:xfrm>
              <a:off x="5538162" y="3418553"/>
              <a:ext cx="795948" cy="752203"/>
            </a:xfrm>
            <a:custGeom>
              <a:rect b="b" l="l" r="r" t="t"/>
              <a:pathLst>
                <a:path extrusionOk="0" h="37451" w="39629">
                  <a:moveTo>
                    <a:pt x="23351" y="1"/>
                  </a:moveTo>
                  <a:cubicBezTo>
                    <a:pt x="23017" y="601"/>
                    <a:pt x="22583" y="1102"/>
                    <a:pt x="22016" y="1469"/>
                  </a:cubicBezTo>
                  <a:cubicBezTo>
                    <a:pt x="21305" y="1920"/>
                    <a:pt x="20495" y="2127"/>
                    <a:pt x="19680" y="2127"/>
                  </a:cubicBezTo>
                  <a:cubicBezTo>
                    <a:pt x="18089" y="2127"/>
                    <a:pt x="16483" y="1336"/>
                    <a:pt x="15578" y="34"/>
                  </a:cubicBezTo>
                  <a:cubicBezTo>
                    <a:pt x="14211" y="134"/>
                    <a:pt x="12877" y="334"/>
                    <a:pt x="11542" y="601"/>
                  </a:cubicBezTo>
                  <a:cubicBezTo>
                    <a:pt x="9708" y="968"/>
                    <a:pt x="7906" y="1502"/>
                    <a:pt x="6238" y="2369"/>
                  </a:cubicBezTo>
                  <a:cubicBezTo>
                    <a:pt x="4637" y="3170"/>
                    <a:pt x="3070" y="4237"/>
                    <a:pt x="2136" y="5805"/>
                  </a:cubicBezTo>
                  <a:cubicBezTo>
                    <a:pt x="1602" y="6772"/>
                    <a:pt x="1235" y="7873"/>
                    <a:pt x="901" y="8941"/>
                  </a:cubicBezTo>
                  <a:cubicBezTo>
                    <a:pt x="568" y="10041"/>
                    <a:pt x="368" y="11209"/>
                    <a:pt x="268" y="12343"/>
                  </a:cubicBezTo>
                  <a:cubicBezTo>
                    <a:pt x="1" y="15679"/>
                    <a:pt x="668" y="18714"/>
                    <a:pt x="1135" y="21950"/>
                  </a:cubicBezTo>
                  <a:cubicBezTo>
                    <a:pt x="1735" y="26153"/>
                    <a:pt x="1902" y="33358"/>
                    <a:pt x="6038" y="35793"/>
                  </a:cubicBezTo>
                  <a:cubicBezTo>
                    <a:pt x="7506" y="36660"/>
                    <a:pt x="9274" y="36827"/>
                    <a:pt x="10975" y="36961"/>
                  </a:cubicBezTo>
                  <a:cubicBezTo>
                    <a:pt x="13687" y="37220"/>
                    <a:pt x="16482" y="37451"/>
                    <a:pt x="19249" y="37451"/>
                  </a:cubicBezTo>
                  <a:cubicBezTo>
                    <a:pt x="22541" y="37451"/>
                    <a:pt x="25795" y="37124"/>
                    <a:pt x="28821" y="36127"/>
                  </a:cubicBezTo>
                  <a:cubicBezTo>
                    <a:pt x="29355" y="33725"/>
                    <a:pt x="29722" y="31323"/>
                    <a:pt x="29955" y="28855"/>
                  </a:cubicBezTo>
                  <a:cubicBezTo>
                    <a:pt x="30156" y="26720"/>
                    <a:pt x="30322" y="24552"/>
                    <a:pt x="30389" y="22384"/>
                  </a:cubicBezTo>
                  <a:cubicBezTo>
                    <a:pt x="30489" y="20349"/>
                    <a:pt x="30623" y="18347"/>
                    <a:pt x="30689" y="16313"/>
                  </a:cubicBezTo>
                  <a:cubicBezTo>
                    <a:pt x="30723" y="15245"/>
                    <a:pt x="30723" y="14211"/>
                    <a:pt x="30723" y="13177"/>
                  </a:cubicBezTo>
                  <a:cubicBezTo>
                    <a:pt x="30723" y="12911"/>
                    <a:pt x="31440" y="12818"/>
                    <a:pt x="32452" y="12818"/>
                  </a:cubicBezTo>
                  <a:cubicBezTo>
                    <a:pt x="34104" y="12818"/>
                    <a:pt x="36542" y="13065"/>
                    <a:pt x="37928" y="13210"/>
                  </a:cubicBezTo>
                  <a:cubicBezTo>
                    <a:pt x="38428" y="10975"/>
                    <a:pt x="38662" y="8707"/>
                    <a:pt x="38828" y="6439"/>
                  </a:cubicBezTo>
                  <a:cubicBezTo>
                    <a:pt x="38928" y="5305"/>
                    <a:pt x="38995" y="4137"/>
                    <a:pt x="39095" y="3003"/>
                  </a:cubicBezTo>
                  <a:cubicBezTo>
                    <a:pt x="39162" y="2136"/>
                    <a:pt x="39629" y="1268"/>
                    <a:pt x="38461" y="1135"/>
                  </a:cubicBezTo>
                  <a:lnTo>
                    <a:pt x="38361" y="1135"/>
                  </a:lnTo>
                  <a:cubicBezTo>
                    <a:pt x="38117" y="1155"/>
                    <a:pt x="37873" y="1163"/>
                    <a:pt x="37628" y="1163"/>
                  </a:cubicBezTo>
                  <a:cubicBezTo>
                    <a:pt x="37036" y="1163"/>
                    <a:pt x="36440" y="1115"/>
                    <a:pt x="35826" y="1068"/>
                  </a:cubicBezTo>
                  <a:cubicBezTo>
                    <a:pt x="34392" y="968"/>
                    <a:pt x="32924" y="901"/>
                    <a:pt x="31490" y="801"/>
                  </a:cubicBezTo>
                  <a:cubicBezTo>
                    <a:pt x="28788" y="635"/>
                    <a:pt x="26053" y="368"/>
                    <a:pt x="233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98" name="Google Shape;3298;p69"/>
            <p:cNvSpPr/>
            <p:nvPr/>
          </p:nvSpPr>
          <p:spPr>
            <a:xfrm>
              <a:off x="5990395" y="4377732"/>
              <a:ext cx="420098" cy="209547"/>
            </a:xfrm>
            <a:custGeom>
              <a:rect b="b" l="l" r="r" t="t"/>
              <a:pathLst>
                <a:path extrusionOk="0" h="10433" w="20916">
                  <a:moveTo>
                    <a:pt x="6617" y="0"/>
                  </a:moveTo>
                  <a:cubicBezTo>
                    <a:pt x="6457" y="0"/>
                    <a:pt x="6298" y="4"/>
                    <a:pt x="6138" y="12"/>
                  </a:cubicBezTo>
                  <a:cubicBezTo>
                    <a:pt x="3803" y="146"/>
                    <a:pt x="568" y="1747"/>
                    <a:pt x="67" y="4182"/>
                  </a:cubicBezTo>
                  <a:cubicBezTo>
                    <a:pt x="34" y="4482"/>
                    <a:pt x="1" y="4782"/>
                    <a:pt x="101" y="5049"/>
                  </a:cubicBezTo>
                  <a:cubicBezTo>
                    <a:pt x="401" y="5683"/>
                    <a:pt x="1268" y="5750"/>
                    <a:pt x="1969" y="5750"/>
                  </a:cubicBezTo>
                  <a:cubicBezTo>
                    <a:pt x="4971" y="5783"/>
                    <a:pt x="7873" y="6684"/>
                    <a:pt x="10675" y="7685"/>
                  </a:cubicBezTo>
                  <a:cubicBezTo>
                    <a:pt x="12143" y="8218"/>
                    <a:pt x="13577" y="8752"/>
                    <a:pt x="15045" y="9219"/>
                  </a:cubicBezTo>
                  <a:cubicBezTo>
                    <a:pt x="15918" y="9510"/>
                    <a:pt x="17633" y="10432"/>
                    <a:pt x="18938" y="10432"/>
                  </a:cubicBezTo>
                  <a:cubicBezTo>
                    <a:pt x="19578" y="10432"/>
                    <a:pt x="20119" y="10211"/>
                    <a:pt x="20415" y="9586"/>
                  </a:cubicBezTo>
                  <a:cubicBezTo>
                    <a:pt x="20916" y="8518"/>
                    <a:pt x="20215" y="7351"/>
                    <a:pt x="19648" y="6484"/>
                  </a:cubicBezTo>
                  <a:cubicBezTo>
                    <a:pt x="19581" y="6384"/>
                    <a:pt x="19515" y="6284"/>
                    <a:pt x="19415" y="6183"/>
                  </a:cubicBezTo>
                  <a:cubicBezTo>
                    <a:pt x="17980" y="4349"/>
                    <a:pt x="15512" y="3148"/>
                    <a:pt x="13477" y="2047"/>
                  </a:cubicBezTo>
                  <a:cubicBezTo>
                    <a:pt x="11381" y="921"/>
                    <a:pt x="9021" y="0"/>
                    <a:pt x="661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99" name="Google Shape;3299;p69"/>
            <p:cNvSpPr/>
            <p:nvPr/>
          </p:nvSpPr>
          <p:spPr>
            <a:xfrm>
              <a:off x="5266833" y="4002484"/>
              <a:ext cx="1345333" cy="598714"/>
            </a:xfrm>
            <a:custGeom>
              <a:rect b="b" l="l" r="r" t="t"/>
              <a:pathLst>
                <a:path extrusionOk="0" h="29809" w="66982">
                  <a:moveTo>
                    <a:pt x="56905" y="1"/>
                  </a:moveTo>
                  <a:cubicBezTo>
                    <a:pt x="51736" y="1"/>
                    <a:pt x="46957" y="2587"/>
                    <a:pt x="41963" y="3885"/>
                  </a:cubicBezTo>
                  <a:cubicBezTo>
                    <a:pt x="40837" y="4179"/>
                    <a:pt x="39903" y="4273"/>
                    <a:pt x="38976" y="4273"/>
                  </a:cubicBezTo>
                  <a:cubicBezTo>
                    <a:pt x="38009" y="4273"/>
                    <a:pt x="37051" y="4170"/>
                    <a:pt x="35892" y="4085"/>
                  </a:cubicBezTo>
                  <a:cubicBezTo>
                    <a:pt x="34907" y="4005"/>
                    <a:pt x="33914" y="3984"/>
                    <a:pt x="32919" y="3984"/>
                  </a:cubicBezTo>
                  <a:cubicBezTo>
                    <a:pt x="31804" y="3984"/>
                    <a:pt x="30686" y="4010"/>
                    <a:pt x="29572" y="4010"/>
                  </a:cubicBezTo>
                  <a:cubicBezTo>
                    <a:pt x="28785" y="4010"/>
                    <a:pt x="28000" y="3997"/>
                    <a:pt x="27219" y="3951"/>
                  </a:cubicBezTo>
                  <a:cubicBezTo>
                    <a:pt x="26016" y="3876"/>
                    <a:pt x="24757" y="3794"/>
                    <a:pt x="23509" y="3794"/>
                  </a:cubicBezTo>
                  <a:cubicBezTo>
                    <a:pt x="21991" y="3794"/>
                    <a:pt x="20487" y="3916"/>
                    <a:pt x="19114" y="4318"/>
                  </a:cubicBezTo>
                  <a:cubicBezTo>
                    <a:pt x="18780" y="4118"/>
                    <a:pt x="18447" y="3885"/>
                    <a:pt x="18113" y="3685"/>
                  </a:cubicBezTo>
                  <a:cubicBezTo>
                    <a:pt x="15713" y="2085"/>
                    <a:pt x="13313" y="509"/>
                    <a:pt x="10452" y="509"/>
                  </a:cubicBezTo>
                  <a:cubicBezTo>
                    <a:pt x="9973" y="509"/>
                    <a:pt x="9480" y="553"/>
                    <a:pt x="8973" y="649"/>
                  </a:cubicBezTo>
                  <a:cubicBezTo>
                    <a:pt x="6204" y="1183"/>
                    <a:pt x="3536" y="2584"/>
                    <a:pt x="1801" y="4885"/>
                  </a:cubicBezTo>
                  <a:cubicBezTo>
                    <a:pt x="0" y="7321"/>
                    <a:pt x="534" y="10456"/>
                    <a:pt x="2168" y="12891"/>
                  </a:cubicBezTo>
                  <a:cubicBezTo>
                    <a:pt x="3536" y="14893"/>
                    <a:pt x="5537" y="16360"/>
                    <a:pt x="7605" y="17595"/>
                  </a:cubicBezTo>
                  <a:cubicBezTo>
                    <a:pt x="14066" y="21489"/>
                    <a:pt x="21073" y="24017"/>
                    <a:pt x="28602" y="24017"/>
                  </a:cubicBezTo>
                  <a:cubicBezTo>
                    <a:pt x="29392" y="24017"/>
                    <a:pt x="30187" y="23989"/>
                    <a:pt x="30989" y="23932"/>
                  </a:cubicBezTo>
                  <a:cubicBezTo>
                    <a:pt x="31102" y="23923"/>
                    <a:pt x="31220" y="23919"/>
                    <a:pt x="31342" y="23919"/>
                  </a:cubicBezTo>
                  <a:cubicBezTo>
                    <a:pt x="32554" y="23919"/>
                    <a:pt x="34143" y="24382"/>
                    <a:pt x="34658" y="25534"/>
                  </a:cubicBezTo>
                  <a:cubicBezTo>
                    <a:pt x="34825" y="25967"/>
                    <a:pt x="35058" y="26334"/>
                    <a:pt x="35259" y="26734"/>
                  </a:cubicBezTo>
                  <a:cubicBezTo>
                    <a:pt x="35692" y="27535"/>
                    <a:pt x="35892" y="28836"/>
                    <a:pt x="36493" y="29536"/>
                  </a:cubicBezTo>
                  <a:cubicBezTo>
                    <a:pt x="36680" y="29734"/>
                    <a:pt x="36928" y="29808"/>
                    <a:pt x="37201" y="29808"/>
                  </a:cubicBezTo>
                  <a:cubicBezTo>
                    <a:pt x="37806" y="29808"/>
                    <a:pt x="38535" y="29443"/>
                    <a:pt x="38995" y="29236"/>
                  </a:cubicBezTo>
                  <a:cubicBezTo>
                    <a:pt x="40496" y="28569"/>
                    <a:pt x="41797" y="27502"/>
                    <a:pt x="43298" y="26835"/>
                  </a:cubicBezTo>
                  <a:cubicBezTo>
                    <a:pt x="47868" y="24766"/>
                    <a:pt x="52638" y="22865"/>
                    <a:pt x="57007" y="20430"/>
                  </a:cubicBezTo>
                  <a:cubicBezTo>
                    <a:pt x="59943" y="18795"/>
                    <a:pt x="62545" y="17528"/>
                    <a:pt x="64112" y="14526"/>
                  </a:cubicBezTo>
                  <a:cubicBezTo>
                    <a:pt x="65547" y="11857"/>
                    <a:pt x="66981" y="8455"/>
                    <a:pt x="66047" y="5352"/>
                  </a:cubicBezTo>
                  <a:cubicBezTo>
                    <a:pt x="65880" y="4752"/>
                    <a:pt x="65580" y="4185"/>
                    <a:pt x="65247" y="3651"/>
                  </a:cubicBezTo>
                  <a:lnTo>
                    <a:pt x="65213" y="3685"/>
                  </a:lnTo>
                  <a:cubicBezTo>
                    <a:pt x="64012" y="1917"/>
                    <a:pt x="61911" y="716"/>
                    <a:pt x="59776" y="282"/>
                  </a:cubicBezTo>
                  <a:cubicBezTo>
                    <a:pt x="58804" y="87"/>
                    <a:pt x="57848" y="1"/>
                    <a:pt x="56905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00" name="Google Shape;3300;p69"/>
            <p:cNvSpPr/>
            <p:nvPr/>
          </p:nvSpPr>
          <p:spPr>
            <a:xfrm>
              <a:off x="5594199" y="4092244"/>
              <a:ext cx="436427" cy="220091"/>
            </a:xfrm>
            <a:custGeom>
              <a:rect b="b" l="l" r="r" t="t"/>
              <a:pathLst>
                <a:path extrusionOk="0" h="10958" w="21729">
                  <a:moveTo>
                    <a:pt x="215" y="1"/>
                  </a:moveTo>
                  <a:cubicBezTo>
                    <a:pt x="101" y="1"/>
                    <a:pt x="1" y="132"/>
                    <a:pt x="113" y="216"/>
                  </a:cubicBezTo>
                  <a:cubicBezTo>
                    <a:pt x="1314" y="1150"/>
                    <a:pt x="2748" y="1851"/>
                    <a:pt x="4116" y="2518"/>
                  </a:cubicBezTo>
                  <a:cubicBezTo>
                    <a:pt x="5517" y="3218"/>
                    <a:pt x="6918" y="3852"/>
                    <a:pt x="8352" y="4486"/>
                  </a:cubicBezTo>
                  <a:cubicBezTo>
                    <a:pt x="9853" y="5153"/>
                    <a:pt x="11354" y="5820"/>
                    <a:pt x="12855" y="6454"/>
                  </a:cubicBezTo>
                  <a:cubicBezTo>
                    <a:pt x="14323" y="7088"/>
                    <a:pt x="15757" y="7655"/>
                    <a:pt x="17158" y="8355"/>
                  </a:cubicBezTo>
                  <a:cubicBezTo>
                    <a:pt x="17959" y="8722"/>
                    <a:pt x="18693" y="9156"/>
                    <a:pt x="19427" y="9590"/>
                  </a:cubicBezTo>
                  <a:cubicBezTo>
                    <a:pt x="20160" y="10023"/>
                    <a:pt x="20828" y="10524"/>
                    <a:pt x="21528" y="10957"/>
                  </a:cubicBezTo>
                  <a:cubicBezTo>
                    <a:pt x="21548" y="10938"/>
                    <a:pt x="21568" y="10932"/>
                    <a:pt x="21587" y="10932"/>
                  </a:cubicBezTo>
                  <a:cubicBezTo>
                    <a:pt x="21608" y="10932"/>
                    <a:pt x="21630" y="10938"/>
                    <a:pt x="21651" y="10938"/>
                  </a:cubicBezTo>
                  <a:cubicBezTo>
                    <a:pt x="21676" y="10938"/>
                    <a:pt x="21702" y="10929"/>
                    <a:pt x="21728" y="10891"/>
                  </a:cubicBezTo>
                  <a:cubicBezTo>
                    <a:pt x="21194" y="10424"/>
                    <a:pt x="20594" y="10023"/>
                    <a:pt x="19960" y="9656"/>
                  </a:cubicBezTo>
                  <a:cubicBezTo>
                    <a:pt x="19326" y="9223"/>
                    <a:pt x="18659" y="8856"/>
                    <a:pt x="17992" y="8489"/>
                  </a:cubicBezTo>
                  <a:cubicBezTo>
                    <a:pt x="16591" y="7788"/>
                    <a:pt x="15157" y="7188"/>
                    <a:pt x="13722" y="6588"/>
                  </a:cubicBezTo>
                  <a:cubicBezTo>
                    <a:pt x="10787" y="5353"/>
                    <a:pt x="7852" y="4052"/>
                    <a:pt x="4950" y="2685"/>
                  </a:cubicBezTo>
                  <a:cubicBezTo>
                    <a:pt x="4149" y="2284"/>
                    <a:pt x="3348" y="1717"/>
                    <a:pt x="2581" y="1284"/>
                  </a:cubicBezTo>
                  <a:cubicBezTo>
                    <a:pt x="1814" y="850"/>
                    <a:pt x="1047" y="383"/>
                    <a:pt x="280" y="16"/>
                  </a:cubicBezTo>
                  <a:cubicBezTo>
                    <a:pt x="258" y="6"/>
                    <a:pt x="236" y="1"/>
                    <a:pt x="21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01" name="Google Shape;3301;p69"/>
            <p:cNvSpPr/>
            <p:nvPr/>
          </p:nvSpPr>
          <p:spPr>
            <a:xfrm>
              <a:off x="5813527" y="4399344"/>
              <a:ext cx="155458" cy="145054"/>
            </a:xfrm>
            <a:custGeom>
              <a:rect b="b" l="l" r="r" t="t"/>
              <a:pathLst>
                <a:path extrusionOk="0" h="7222" w="7740">
                  <a:moveTo>
                    <a:pt x="4959" y="0"/>
                  </a:moveTo>
                  <a:cubicBezTo>
                    <a:pt x="4715" y="0"/>
                    <a:pt x="1093" y="1845"/>
                    <a:pt x="768" y="2105"/>
                  </a:cubicBezTo>
                  <a:cubicBezTo>
                    <a:pt x="601" y="2239"/>
                    <a:pt x="467" y="2372"/>
                    <a:pt x="367" y="2539"/>
                  </a:cubicBezTo>
                  <a:cubicBezTo>
                    <a:pt x="234" y="2772"/>
                    <a:pt x="201" y="3039"/>
                    <a:pt x="167" y="3273"/>
                  </a:cubicBezTo>
                  <a:cubicBezTo>
                    <a:pt x="101" y="4007"/>
                    <a:pt x="0" y="4741"/>
                    <a:pt x="134" y="5474"/>
                  </a:cubicBezTo>
                  <a:cubicBezTo>
                    <a:pt x="267" y="6208"/>
                    <a:pt x="701" y="6909"/>
                    <a:pt x="1401" y="7142"/>
                  </a:cubicBezTo>
                  <a:cubicBezTo>
                    <a:pt x="1585" y="7199"/>
                    <a:pt x="1772" y="7221"/>
                    <a:pt x="1960" y="7221"/>
                  </a:cubicBezTo>
                  <a:cubicBezTo>
                    <a:pt x="2320" y="7221"/>
                    <a:pt x="2685" y="7141"/>
                    <a:pt x="3036" y="7076"/>
                  </a:cubicBezTo>
                  <a:cubicBezTo>
                    <a:pt x="4070" y="6842"/>
                    <a:pt x="5104" y="6609"/>
                    <a:pt x="6105" y="6308"/>
                  </a:cubicBezTo>
                  <a:cubicBezTo>
                    <a:pt x="6538" y="6175"/>
                    <a:pt x="7005" y="6242"/>
                    <a:pt x="7472" y="6142"/>
                  </a:cubicBezTo>
                  <a:cubicBezTo>
                    <a:pt x="7506" y="6142"/>
                    <a:pt x="7539" y="6142"/>
                    <a:pt x="7573" y="6108"/>
                  </a:cubicBezTo>
                  <a:cubicBezTo>
                    <a:pt x="7739" y="5941"/>
                    <a:pt x="7072" y="4874"/>
                    <a:pt x="6972" y="4674"/>
                  </a:cubicBezTo>
                  <a:lnTo>
                    <a:pt x="6972" y="4640"/>
                  </a:lnTo>
                  <a:cubicBezTo>
                    <a:pt x="6739" y="4140"/>
                    <a:pt x="6538" y="3606"/>
                    <a:pt x="6305" y="3106"/>
                  </a:cubicBezTo>
                  <a:cubicBezTo>
                    <a:pt x="5871" y="2072"/>
                    <a:pt x="5404" y="1038"/>
                    <a:pt x="4971" y="4"/>
                  </a:cubicBezTo>
                  <a:cubicBezTo>
                    <a:pt x="4969" y="1"/>
                    <a:pt x="4965" y="0"/>
                    <a:pt x="4959" y="0"/>
                  </a:cubicBezTo>
                  <a:close/>
                </a:path>
              </a:pathLst>
            </a:custGeom>
            <a:solidFill>
              <a:srgbClr val="EBC0A9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02" name="Google Shape;3302;p69"/>
            <p:cNvSpPr/>
            <p:nvPr/>
          </p:nvSpPr>
          <p:spPr>
            <a:xfrm>
              <a:off x="5690928" y="4416155"/>
              <a:ext cx="191631" cy="359401"/>
            </a:xfrm>
            <a:custGeom>
              <a:rect b="b" l="l" r="r" t="t"/>
              <a:pathLst>
                <a:path extrusionOk="0" h="17894" w="9541">
                  <a:moveTo>
                    <a:pt x="7872" y="1"/>
                  </a:moveTo>
                  <a:lnTo>
                    <a:pt x="2936" y="1669"/>
                  </a:lnTo>
                  <a:cubicBezTo>
                    <a:pt x="2669" y="1735"/>
                    <a:pt x="2402" y="1835"/>
                    <a:pt x="2202" y="2036"/>
                  </a:cubicBezTo>
                  <a:cubicBezTo>
                    <a:pt x="2068" y="2236"/>
                    <a:pt x="2002" y="2503"/>
                    <a:pt x="1968" y="2769"/>
                  </a:cubicBezTo>
                  <a:cubicBezTo>
                    <a:pt x="1601" y="5238"/>
                    <a:pt x="1068" y="7706"/>
                    <a:pt x="734" y="10208"/>
                  </a:cubicBezTo>
                  <a:cubicBezTo>
                    <a:pt x="400" y="12476"/>
                    <a:pt x="434" y="14645"/>
                    <a:pt x="100" y="16913"/>
                  </a:cubicBezTo>
                  <a:cubicBezTo>
                    <a:pt x="0" y="17562"/>
                    <a:pt x="778" y="17893"/>
                    <a:pt x="1442" y="17893"/>
                  </a:cubicBezTo>
                  <a:cubicBezTo>
                    <a:pt x="1665" y="17893"/>
                    <a:pt x="1875" y="17856"/>
                    <a:pt x="2035" y="17780"/>
                  </a:cubicBezTo>
                  <a:cubicBezTo>
                    <a:pt x="2502" y="17513"/>
                    <a:pt x="2869" y="17046"/>
                    <a:pt x="3169" y="16613"/>
                  </a:cubicBezTo>
                  <a:cubicBezTo>
                    <a:pt x="4437" y="14745"/>
                    <a:pt x="5337" y="12977"/>
                    <a:pt x="5738" y="10775"/>
                  </a:cubicBezTo>
                  <a:cubicBezTo>
                    <a:pt x="5871" y="10108"/>
                    <a:pt x="5971" y="9407"/>
                    <a:pt x="6338" y="8840"/>
                  </a:cubicBezTo>
                  <a:cubicBezTo>
                    <a:pt x="6772" y="8173"/>
                    <a:pt x="7472" y="7740"/>
                    <a:pt x="8173" y="7339"/>
                  </a:cubicBezTo>
                  <a:cubicBezTo>
                    <a:pt x="8473" y="7173"/>
                    <a:pt x="9040" y="6939"/>
                    <a:pt x="9540" y="6672"/>
                  </a:cubicBezTo>
                  <a:cubicBezTo>
                    <a:pt x="8840" y="4471"/>
                    <a:pt x="8306" y="2269"/>
                    <a:pt x="78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03" name="Google Shape;3303;p69"/>
            <p:cNvSpPr/>
            <p:nvPr/>
          </p:nvSpPr>
          <p:spPr>
            <a:xfrm>
              <a:off x="5498634" y="3530808"/>
              <a:ext cx="564147" cy="650392"/>
            </a:xfrm>
            <a:custGeom>
              <a:rect b="b" l="l" r="r" t="t"/>
              <a:pathLst>
                <a:path extrusionOk="0" h="32382" w="28088">
                  <a:moveTo>
                    <a:pt x="7136" y="1"/>
                  </a:moveTo>
                  <a:cubicBezTo>
                    <a:pt x="7037" y="1"/>
                    <a:pt x="6938" y="6"/>
                    <a:pt x="6839" y="16"/>
                  </a:cubicBezTo>
                  <a:cubicBezTo>
                    <a:pt x="5771" y="149"/>
                    <a:pt x="4837" y="883"/>
                    <a:pt x="4237" y="1784"/>
                  </a:cubicBezTo>
                  <a:cubicBezTo>
                    <a:pt x="3637" y="2684"/>
                    <a:pt x="3303" y="3718"/>
                    <a:pt x="3003" y="4753"/>
                  </a:cubicBezTo>
                  <a:cubicBezTo>
                    <a:pt x="1902" y="8222"/>
                    <a:pt x="634" y="11724"/>
                    <a:pt x="134" y="15327"/>
                  </a:cubicBezTo>
                  <a:cubicBezTo>
                    <a:pt x="1" y="16261"/>
                    <a:pt x="34" y="17228"/>
                    <a:pt x="34" y="18162"/>
                  </a:cubicBezTo>
                  <a:cubicBezTo>
                    <a:pt x="34" y="20897"/>
                    <a:pt x="101" y="23800"/>
                    <a:pt x="1602" y="26068"/>
                  </a:cubicBezTo>
                  <a:cubicBezTo>
                    <a:pt x="4992" y="31199"/>
                    <a:pt x="11464" y="32382"/>
                    <a:pt x="17672" y="32382"/>
                  </a:cubicBezTo>
                  <a:cubicBezTo>
                    <a:pt x="20504" y="32382"/>
                    <a:pt x="23282" y="32135"/>
                    <a:pt x="25686" y="31905"/>
                  </a:cubicBezTo>
                  <a:cubicBezTo>
                    <a:pt x="26253" y="31872"/>
                    <a:pt x="26686" y="31839"/>
                    <a:pt x="27053" y="31672"/>
                  </a:cubicBezTo>
                  <a:cubicBezTo>
                    <a:pt x="27353" y="31505"/>
                    <a:pt x="27587" y="31238"/>
                    <a:pt x="27754" y="30704"/>
                  </a:cubicBezTo>
                  <a:cubicBezTo>
                    <a:pt x="28087" y="29837"/>
                    <a:pt x="27887" y="28770"/>
                    <a:pt x="27387" y="28003"/>
                  </a:cubicBezTo>
                  <a:cubicBezTo>
                    <a:pt x="26753" y="27002"/>
                    <a:pt x="25586" y="26235"/>
                    <a:pt x="24418" y="26001"/>
                  </a:cubicBezTo>
                  <a:cubicBezTo>
                    <a:pt x="23217" y="25734"/>
                    <a:pt x="22083" y="25301"/>
                    <a:pt x="20849" y="25067"/>
                  </a:cubicBezTo>
                  <a:cubicBezTo>
                    <a:pt x="19982" y="24900"/>
                    <a:pt x="19114" y="24633"/>
                    <a:pt x="18247" y="24400"/>
                  </a:cubicBezTo>
                  <a:cubicBezTo>
                    <a:pt x="15645" y="23666"/>
                    <a:pt x="12810" y="23099"/>
                    <a:pt x="10308" y="21998"/>
                  </a:cubicBezTo>
                  <a:cubicBezTo>
                    <a:pt x="10141" y="21932"/>
                    <a:pt x="9974" y="21865"/>
                    <a:pt x="9908" y="21731"/>
                  </a:cubicBezTo>
                  <a:cubicBezTo>
                    <a:pt x="9774" y="21531"/>
                    <a:pt x="9841" y="21264"/>
                    <a:pt x="9908" y="21064"/>
                  </a:cubicBezTo>
                  <a:cubicBezTo>
                    <a:pt x="10742" y="17695"/>
                    <a:pt x="11509" y="14326"/>
                    <a:pt x="12209" y="10924"/>
                  </a:cubicBezTo>
                  <a:cubicBezTo>
                    <a:pt x="12443" y="9756"/>
                    <a:pt x="12676" y="8589"/>
                    <a:pt x="12643" y="7421"/>
                  </a:cubicBezTo>
                  <a:cubicBezTo>
                    <a:pt x="12643" y="5253"/>
                    <a:pt x="11776" y="3151"/>
                    <a:pt x="10308" y="1584"/>
                  </a:cubicBezTo>
                  <a:cubicBezTo>
                    <a:pt x="9445" y="721"/>
                    <a:pt x="8327" y="1"/>
                    <a:pt x="7136" y="1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04" name="Google Shape;3304;p69"/>
            <p:cNvSpPr/>
            <p:nvPr/>
          </p:nvSpPr>
          <p:spPr>
            <a:xfrm>
              <a:off x="5805493" y="3089159"/>
              <a:ext cx="279402" cy="260523"/>
            </a:xfrm>
            <a:custGeom>
              <a:rect b="b" l="l" r="r" t="t"/>
              <a:pathLst>
                <a:path extrusionOk="0" h="12971" w="13911">
                  <a:moveTo>
                    <a:pt x="6616" y="0"/>
                  </a:moveTo>
                  <a:cubicBezTo>
                    <a:pt x="5515" y="0"/>
                    <a:pt x="4387" y="262"/>
                    <a:pt x="3503" y="890"/>
                  </a:cubicBezTo>
                  <a:cubicBezTo>
                    <a:pt x="3102" y="1157"/>
                    <a:pt x="2735" y="1557"/>
                    <a:pt x="2569" y="2024"/>
                  </a:cubicBezTo>
                  <a:cubicBezTo>
                    <a:pt x="2502" y="2291"/>
                    <a:pt x="2502" y="2624"/>
                    <a:pt x="2335" y="2858"/>
                  </a:cubicBezTo>
                  <a:cubicBezTo>
                    <a:pt x="2202" y="3025"/>
                    <a:pt x="2002" y="3125"/>
                    <a:pt x="1801" y="3225"/>
                  </a:cubicBezTo>
                  <a:cubicBezTo>
                    <a:pt x="1368" y="3425"/>
                    <a:pt x="1001" y="3692"/>
                    <a:pt x="667" y="4025"/>
                  </a:cubicBezTo>
                  <a:cubicBezTo>
                    <a:pt x="400" y="4259"/>
                    <a:pt x="167" y="4526"/>
                    <a:pt x="100" y="4826"/>
                  </a:cubicBezTo>
                  <a:cubicBezTo>
                    <a:pt x="0" y="5126"/>
                    <a:pt x="34" y="5460"/>
                    <a:pt x="100" y="5760"/>
                  </a:cubicBezTo>
                  <a:cubicBezTo>
                    <a:pt x="167" y="6394"/>
                    <a:pt x="267" y="6994"/>
                    <a:pt x="400" y="7595"/>
                  </a:cubicBezTo>
                  <a:cubicBezTo>
                    <a:pt x="467" y="7861"/>
                    <a:pt x="567" y="8128"/>
                    <a:pt x="567" y="8395"/>
                  </a:cubicBezTo>
                  <a:cubicBezTo>
                    <a:pt x="567" y="8695"/>
                    <a:pt x="467" y="8962"/>
                    <a:pt x="534" y="9296"/>
                  </a:cubicBezTo>
                  <a:cubicBezTo>
                    <a:pt x="634" y="9696"/>
                    <a:pt x="901" y="9963"/>
                    <a:pt x="1034" y="10330"/>
                  </a:cubicBezTo>
                  <a:cubicBezTo>
                    <a:pt x="1101" y="10463"/>
                    <a:pt x="1101" y="10597"/>
                    <a:pt x="1168" y="10763"/>
                  </a:cubicBezTo>
                  <a:cubicBezTo>
                    <a:pt x="1234" y="10930"/>
                    <a:pt x="1334" y="11064"/>
                    <a:pt x="1368" y="11264"/>
                  </a:cubicBezTo>
                  <a:cubicBezTo>
                    <a:pt x="1435" y="11464"/>
                    <a:pt x="1368" y="11697"/>
                    <a:pt x="1468" y="11898"/>
                  </a:cubicBezTo>
                  <a:cubicBezTo>
                    <a:pt x="1501" y="11998"/>
                    <a:pt x="1568" y="12098"/>
                    <a:pt x="1635" y="12164"/>
                  </a:cubicBezTo>
                  <a:cubicBezTo>
                    <a:pt x="1855" y="12448"/>
                    <a:pt x="2046" y="12970"/>
                    <a:pt x="2461" y="12970"/>
                  </a:cubicBezTo>
                  <a:cubicBezTo>
                    <a:pt x="2485" y="12970"/>
                    <a:pt x="2510" y="12969"/>
                    <a:pt x="2535" y="12965"/>
                  </a:cubicBezTo>
                  <a:cubicBezTo>
                    <a:pt x="2836" y="12898"/>
                    <a:pt x="3102" y="12698"/>
                    <a:pt x="3269" y="12431"/>
                  </a:cubicBezTo>
                  <a:cubicBezTo>
                    <a:pt x="3436" y="12198"/>
                    <a:pt x="3536" y="11864"/>
                    <a:pt x="3636" y="11597"/>
                  </a:cubicBezTo>
                  <a:cubicBezTo>
                    <a:pt x="3803" y="11097"/>
                    <a:pt x="4003" y="10630"/>
                    <a:pt x="4203" y="10196"/>
                  </a:cubicBezTo>
                  <a:cubicBezTo>
                    <a:pt x="4370" y="9763"/>
                    <a:pt x="4537" y="9262"/>
                    <a:pt x="4770" y="8895"/>
                  </a:cubicBezTo>
                  <a:cubicBezTo>
                    <a:pt x="5004" y="8595"/>
                    <a:pt x="5404" y="8562"/>
                    <a:pt x="5704" y="8395"/>
                  </a:cubicBezTo>
                  <a:cubicBezTo>
                    <a:pt x="6171" y="8162"/>
                    <a:pt x="6171" y="7961"/>
                    <a:pt x="6305" y="7494"/>
                  </a:cubicBezTo>
                  <a:cubicBezTo>
                    <a:pt x="6438" y="6927"/>
                    <a:pt x="7072" y="6594"/>
                    <a:pt x="7639" y="6527"/>
                  </a:cubicBezTo>
                  <a:cubicBezTo>
                    <a:pt x="7939" y="6477"/>
                    <a:pt x="8239" y="6477"/>
                    <a:pt x="8535" y="6477"/>
                  </a:cubicBezTo>
                  <a:cubicBezTo>
                    <a:pt x="8831" y="6477"/>
                    <a:pt x="9123" y="6477"/>
                    <a:pt x="9407" y="6427"/>
                  </a:cubicBezTo>
                  <a:cubicBezTo>
                    <a:pt x="10041" y="6294"/>
                    <a:pt x="10608" y="5927"/>
                    <a:pt x="11242" y="5927"/>
                  </a:cubicBezTo>
                  <a:cubicBezTo>
                    <a:pt x="11475" y="5927"/>
                    <a:pt x="11742" y="5960"/>
                    <a:pt x="12009" y="5960"/>
                  </a:cubicBezTo>
                  <a:cubicBezTo>
                    <a:pt x="13043" y="5927"/>
                    <a:pt x="13910" y="5059"/>
                    <a:pt x="13810" y="3992"/>
                  </a:cubicBezTo>
                  <a:cubicBezTo>
                    <a:pt x="13777" y="3558"/>
                    <a:pt x="13543" y="3125"/>
                    <a:pt x="13176" y="2891"/>
                  </a:cubicBezTo>
                  <a:cubicBezTo>
                    <a:pt x="12743" y="2591"/>
                    <a:pt x="12142" y="2524"/>
                    <a:pt x="11875" y="2091"/>
                  </a:cubicBezTo>
                  <a:cubicBezTo>
                    <a:pt x="11675" y="1824"/>
                    <a:pt x="11675" y="1423"/>
                    <a:pt x="11442" y="1190"/>
                  </a:cubicBezTo>
                  <a:cubicBezTo>
                    <a:pt x="11308" y="1057"/>
                    <a:pt x="11108" y="990"/>
                    <a:pt x="10908" y="923"/>
                  </a:cubicBezTo>
                  <a:cubicBezTo>
                    <a:pt x="9674" y="489"/>
                    <a:pt x="8440" y="123"/>
                    <a:pt x="7172" y="22"/>
                  </a:cubicBezTo>
                  <a:cubicBezTo>
                    <a:pt x="6988" y="8"/>
                    <a:pt x="6803" y="0"/>
                    <a:pt x="661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05" name="Google Shape;3305;p69"/>
            <p:cNvSpPr/>
            <p:nvPr/>
          </p:nvSpPr>
          <p:spPr>
            <a:xfrm>
              <a:off x="5906661" y="4074208"/>
              <a:ext cx="480694" cy="332286"/>
            </a:xfrm>
            <a:custGeom>
              <a:rect b="b" l="l" r="r" t="t"/>
              <a:pathLst>
                <a:path extrusionOk="0" h="16544" w="23933">
                  <a:moveTo>
                    <a:pt x="23717" y="0"/>
                  </a:moveTo>
                  <a:cubicBezTo>
                    <a:pt x="23696" y="0"/>
                    <a:pt x="23673" y="4"/>
                    <a:pt x="23650" y="14"/>
                  </a:cubicBezTo>
                  <a:lnTo>
                    <a:pt x="23684" y="14"/>
                  </a:lnTo>
                  <a:cubicBezTo>
                    <a:pt x="22016" y="914"/>
                    <a:pt x="20548" y="2148"/>
                    <a:pt x="19114" y="3349"/>
                  </a:cubicBezTo>
                  <a:cubicBezTo>
                    <a:pt x="17679" y="4550"/>
                    <a:pt x="16212" y="5784"/>
                    <a:pt x="14644" y="6852"/>
                  </a:cubicBezTo>
                  <a:cubicBezTo>
                    <a:pt x="13843" y="7352"/>
                    <a:pt x="13043" y="7852"/>
                    <a:pt x="12175" y="8253"/>
                  </a:cubicBezTo>
                  <a:cubicBezTo>
                    <a:pt x="11275" y="8653"/>
                    <a:pt x="10374" y="9020"/>
                    <a:pt x="9474" y="9387"/>
                  </a:cubicBezTo>
                  <a:cubicBezTo>
                    <a:pt x="8573" y="9787"/>
                    <a:pt x="7706" y="10221"/>
                    <a:pt x="6905" y="10788"/>
                  </a:cubicBezTo>
                  <a:cubicBezTo>
                    <a:pt x="6038" y="11355"/>
                    <a:pt x="5337" y="12122"/>
                    <a:pt x="4470" y="12723"/>
                  </a:cubicBezTo>
                  <a:cubicBezTo>
                    <a:pt x="3569" y="13356"/>
                    <a:pt x="2535" y="13857"/>
                    <a:pt x="1501" y="14324"/>
                  </a:cubicBezTo>
                  <a:lnTo>
                    <a:pt x="734" y="14691"/>
                  </a:lnTo>
                  <a:cubicBezTo>
                    <a:pt x="534" y="14757"/>
                    <a:pt x="300" y="14857"/>
                    <a:pt x="134" y="15024"/>
                  </a:cubicBezTo>
                  <a:cubicBezTo>
                    <a:pt x="0" y="15158"/>
                    <a:pt x="0" y="15324"/>
                    <a:pt x="0" y="15525"/>
                  </a:cubicBezTo>
                  <a:cubicBezTo>
                    <a:pt x="67" y="15825"/>
                    <a:pt x="100" y="16158"/>
                    <a:pt x="200" y="16459"/>
                  </a:cubicBezTo>
                  <a:cubicBezTo>
                    <a:pt x="215" y="16517"/>
                    <a:pt x="268" y="16544"/>
                    <a:pt x="320" y="16544"/>
                  </a:cubicBezTo>
                  <a:cubicBezTo>
                    <a:pt x="387" y="16544"/>
                    <a:pt x="452" y="16500"/>
                    <a:pt x="434" y="16425"/>
                  </a:cubicBezTo>
                  <a:cubicBezTo>
                    <a:pt x="434" y="16192"/>
                    <a:pt x="400" y="15958"/>
                    <a:pt x="367" y="15725"/>
                  </a:cubicBezTo>
                  <a:cubicBezTo>
                    <a:pt x="334" y="15591"/>
                    <a:pt x="300" y="15458"/>
                    <a:pt x="334" y="15324"/>
                  </a:cubicBezTo>
                  <a:cubicBezTo>
                    <a:pt x="400" y="15191"/>
                    <a:pt x="534" y="15124"/>
                    <a:pt x="667" y="15091"/>
                  </a:cubicBezTo>
                  <a:cubicBezTo>
                    <a:pt x="1101" y="14857"/>
                    <a:pt x="1535" y="14657"/>
                    <a:pt x="2002" y="14457"/>
                  </a:cubicBezTo>
                  <a:cubicBezTo>
                    <a:pt x="2869" y="14024"/>
                    <a:pt x="3769" y="13590"/>
                    <a:pt x="4570" y="13023"/>
                  </a:cubicBezTo>
                  <a:cubicBezTo>
                    <a:pt x="5404" y="12456"/>
                    <a:pt x="6104" y="11722"/>
                    <a:pt x="6905" y="11155"/>
                  </a:cubicBezTo>
                  <a:cubicBezTo>
                    <a:pt x="7672" y="10588"/>
                    <a:pt x="8540" y="10154"/>
                    <a:pt x="9407" y="9787"/>
                  </a:cubicBezTo>
                  <a:cubicBezTo>
                    <a:pt x="10274" y="9387"/>
                    <a:pt x="11175" y="9053"/>
                    <a:pt x="12042" y="8653"/>
                  </a:cubicBezTo>
                  <a:cubicBezTo>
                    <a:pt x="12876" y="8253"/>
                    <a:pt x="13710" y="7819"/>
                    <a:pt x="14477" y="7319"/>
                  </a:cubicBezTo>
                  <a:cubicBezTo>
                    <a:pt x="16012" y="6318"/>
                    <a:pt x="17413" y="5151"/>
                    <a:pt x="18814" y="3983"/>
                  </a:cubicBezTo>
                  <a:cubicBezTo>
                    <a:pt x="19614" y="3316"/>
                    <a:pt x="20415" y="2649"/>
                    <a:pt x="21249" y="2015"/>
                  </a:cubicBezTo>
                  <a:cubicBezTo>
                    <a:pt x="22083" y="1381"/>
                    <a:pt x="22950" y="814"/>
                    <a:pt x="23817" y="247"/>
                  </a:cubicBezTo>
                  <a:cubicBezTo>
                    <a:pt x="23932" y="161"/>
                    <a:pt x="23849" y="0"/>
                    <a:pt x="2371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06" name="Google Shape;3306;p69"/>
            <p:cNvSpPr/>
            <p:nvPr/>
          </p:nvSpPr>
          <p:spPr>
            <a:xfrm>
              <a:off x="5852090" y="3244054"/>
              <a:ext cx="70659" cy="68550"/>
            </a:xfrm>
            <a:custGeom>
              <a:rect b="b" l="l" r="r" t="t"/>
              <a:pathLst>
                <a:path extrusionOk="0" h="3413" w="3518">
                  <a:moveTo>
                    <a:pt x="1888" y="1"/>
                  </a:moveTo>
                  <a:cubicBezTo>
                    <a:pt x="1260" y="1"/>
                    <a:pt x="634" y="353"/>
                    <a:pt x="349" y="1083"/>
                  </a:cubicBezTo>
                  <a:cubicBezTo>
                    <a:pt x="0" y="2071"/>
                    <a:pt x="764" y="3413"/>
                    <a:pt x="1981" y="3413"/>
                  </a:cubicBezTo>
                  <a:cubicBezTo>
                    <a:pt x="2161" y="3413"/>
                    <a:pt x="2352" y="3383"/>
                    <a:pt x="2550" y="3318"/>
                  </a:cubicBezTo>
                  <a:lnTo>
                    <a:pt x="3518" y="1250"/>
                  </a:lnTo>
                  <a:cubicBezTo>
                    <a:pt x="3273" y="428"/>
                    <a:pt x="2579" y="1"/>
                    <a:pt x="1888" y="1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07" name="Google Shape;3307;p69"/>
            <p:cNvSpPr/>
            <p:nvPr/>
          </p:nvSpPr>
          <p:spPr>
            <a:xfrm>
              <a:off x="5506668" y="3480254"/>
              <a:ext cx="302862" cy="323569"/>
            </a:xfrm>
            <a:custGeom>
              <a:rect b="b" l="l" r="r" t="t"/>
              <a:pathLst>
                <a:path extrusionOk="0" h="16110" w="15079">
                  <a:moveTo>
                    <a:pt x="6618" y="0"/>
                  </a:moveTo>
                  <a:cubicBezTo>
                    <a:pt x="6547" y="0"/>
                    <a:pt x="6476" y="19"/>
                    <a:pt x="6405" y="64"/>
                  </a:cubicBezTo>
                  <a:cubicBezTo>
                    <a:pt x="6339" y="98"/>
                    <a:pt x="6305" y="131"/>
                    <a:pt x="6272" y="164"/>
                  </a:cubicBezTo>
                  <a:cubicBezTo>
                    <a:pt x="4771" y="1132"/>
                    <a:pt x="3770" y="2466"/>
                    <a:pt x="2903" y="4034"/>
                  </a:cubicBezTo>
                  <a:cubicBezTo>
                    <a:pt x="2002" y="5668"/>
                    <a:pt x="1335" y="7436"/>
                    <a:pt x="868" y="9271"/>
                  </a:cubicBezTo>
                  <a:cubicBezTo>
                    <a:pt x="501" y="10605"/>
                    <a:pt x="234" y="11940"/>
                    <a:pt x="1" y="13307"/>
                  </a:cubicBezTo>
                  <a:cubicBezTo>
                    <a:pt x="2536" y="14341"/>
                    <a:pt x="5171" y="15175"/>
                    <a:pt x="7840" y="15709"/>
                  </a:cubicBezTo>
                  <a:cubicBezTo>
                    <a:pt x="9908" y="16109"/>
                    <a:pt x="11776" y="15976"/>
                    <a:pt x="13844" y="16043"/>
                  </a:cubicBezTo>
                  <a:cubicBezTo>
                    <a:pt x="14478" y="12707"/>
                    <a:pt x="15078" y="9171"/>
                    <a:pt x="13844" y="6035"/>
                  </a:cubicBezTo>
                  <a:cubicBezTo>
                    <a:pt x="13277" y="4568"/>
                    <a:pt x="12243" y="3267"/>
                    <a:pt x="10975" y="2299"/>
                  </a:cubicBezTo>
                  <a:cubicBezTo>
                    <a:pt x="10375" y="1799"/>
                    <a:pt x="9674" y="1399"/>
                    <a:pt x="8941" y="1098"/>
                  </a:cubicBezTo>
                  <a:cubicBezTo>
                    <a:pt x="8440" y="865"/>
                    <a:pt x="7940" y="698"/>
                    <a:pt x="7473" y="465"/>
                  </a:cubicBezTo>
                  <a:cubicBezTo>
                    <a:pt x="7204" y="330"/>
                    <a:pt x="6913" y="0"/>
                    <a:pt x="6618" y="0"/>
                  </a:cubicBezTo>
                  <a:close/>
                </a:path>
              </a:pathLst>
            </a:custGeom>
            <a:solidFill>
              <a:srgbClr val="2C6AA3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08" name="Google Shape;3308;p69"/>
            <p:cNvSpPr/>
            <p:nvPr/>
          </p:nvSpPr>
          <p:spPr>
            <a:xfrm>
              <a:off x="5725756" y="4175637"/>
              <a:ext cx="574873" cy="28822"/>
            </a:xfrm>
            <a:custGeom>
              <a:rect b="b" l="l" r="r" t="t"/>
              <a:pathLst>
                <a:path extrusionOk="0" h="1435" w="28622">
                  <a:moveTo>
                    <a:pt x="701" y="0"/>
                  </a:moveTo>
                  <a:cubicBezTo>
                    <a:pt x="301" y="0"/>
                    <a:pt x="1" y="334"/>
                    <a:pt x="1" y="734"/>
                  </a:cubicBezTo>
                  <a:cubicBezTo>
                    <a:pt x="1" y="1135"/>
                    <a:pt x="301" y="1435"/>
                    <a:pt x="701" y="1435"/>
                  </a:cubicBezTo>
                  <a:lnTo>
                    <a:pt x="27921" y="1435"/>
                  </a:lnTo>
                  <a:cubicBezTo>
                    <a:pt x="28321" y="1435"/>
                    <a:pt x="28621" y="1135"/>
                    <a:pt x="28621" y="734"/>
                  </a:cubicBezTo>
                  <a:cubicBezTo>
                    <a:pt x="28621" y="334"/>
                    <a:pt x="28321" y="0"/>
                    <a:pt x="2792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09" name="Google Shape;3309;p69"/>
            <p:cNvSpPr/>
            <p:nvPr/>
          </p:nvSpPr>
          <p:spPr>
            <a:xfrm>
              <a:off x="5820898" y="3923048"/>
              <a:ext cx="580898" cy="261989"/>
            </a:xfrm>
            <a:custGeom>
              <a:rect b="b" l="l" r="r" t="t"/>
              <a:pathLst>
                <a:path extrusionOk="0" h="13044" w="28922">
                  <a:moveTo>
                    <a:pt x="5704" y="1"/>
                  </a:moveTo>
                  <a:cubicBezTo>
                    <a:pt x="5471" y="1"/>
                    <a:pt x="5237" y="134"/>
                    <a:pt x="5137" y="368"/>
                  </a:cubicBezTo>
                  <a:lnTo>
                    <a:pt x="0" y="13043"/>
                  </a:lnTo>
                  <a:lnTo>
                    <a:pt x="23817" y="13043"/>
                  </a:lnTo>
                  <a:lnTo>
                    <a:pt x="28754" y="835"/>
                  </a:lnTo>
                  <a:cubicBezTo>
                    <a:pt x="28921" y="434"/>
                    <a:pt x="28621" y="1"/>
                    <a:pt x="2822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10" name="Google Shape;3310;p69"/>
            <p:cNvSpPr/>
            <p:nvPr/>
          </p:nvSpPr>
          <p:spPr>
            <a:xfrm>
              <a:off x="6096926" y="4030242"/>
              <a:ext cx="68349" cy="48264"/>
            </a:xfrm>
            <a:custGeom>
              <a:rect b="b" l="l" r="r" t="t"/>
              <a:pathLst>
                <a:path extrusionOk="0" fill="none" h="2403" w="3403">
                  <a:moveTo>
                    <a:pt x="3136" y="1202"/>
                  </a:moveTo>
                  <a:cubicBezTo>
                    <a:pt x="2903" y="1836"/>
                    <a:pt x="2035" y="2403"/>
                    <a:pt x="1235" y="2403"/>
                  </a:cubicBezTo>
                  <a:cubicBezTo>
                    <a:pt x="434" y="2403"/>
                    <a:pt x="1" y="1836"/>
                    <a:pt x="267" y="1202"/>
                  </a:cubicBezTo>
                  <a:cubicBezTo>
                    <a:pt x="501" y="535"/>
                    <a:pt x="1368" y="1"/>
                    <a:pt x="2169" y="1"/>
                  </a:cubicBezTo>
                  <a:cubicBezTo>
                    <a:pt x="2969" y="1"/>
                    <a:pt x="3403" y="535"/>
                    <a:pt x="3136" y="1202"/>
                  </a:cubicBezTo>
                  <a:close/>
                </a:path>
              </a:pathLst>
            </a:custGeom>
            <a:noFill/>
            <a:ln cap="flat" cmpd="sng" w="5300">
              <a:solidFill>
                <a:srgbClr val="FFFFFF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11" name="Google Shape;3311;p69"/>
            <p:cNvSpPr/>
            <p:nvPr/>
          </p:nvSpPr>
          <p:spPr>
            <a:xfrm>
              <a:off x="6008070" y="3322567"/>
              <a:ext cx="43323" cy="12272"/>
            </a:xfrm>
            <a:custGeom>
              <a:rect b="b" l="l" r="r" t="t"/>
              <a:pathLst>
                <a:path extrusionOk="0" h="611" w="2157">
                  <a:moveTo>
                    <a:pt x="2059" y="1"/>
                  </a:moveTo>
                  <a:cubicBezTo>
                    <a:pt x="2047" y="1"/>
                    <a:pt x="2035" y="4"/>
                    <a:pt x="2023" y="10"/>
                  </a:cubicBezTo>
                  <a:cubicBezTo>
                    <a:pt x="1856" y="43"/>
                    <a:pt x="1756" y="177"/>
                    <a:pt x="1623" y="243"/>
                  </a:cubicBezTo>
                  <a:cubicBezTo>
                    <a:pt x="1489" y="310"/>
                    <a:pt x="1322" y="343"/>
                    <a:pt x="1156" y="343"/>
                  </a:cubicBezTo>
                  <a:cubicBezTo>
                    <a:pt x="789" y="343"/>
                    <a:pt x="455" y="210"/>
                    <a:pt x="121" y="43"/>
                  </a:cubicBezTo>
                  <a:cubicBezTo>
                    <a:pt x="115" y="37"/>
                    <a:pt x="107" y="34"/>
                    <a:pt x="98" y="34"/>
                  </a:cubicBezTo>
                  <a:cubicBezTo>
                    <a:pt x="57" y="34"/>
                    <a:pt x="0" y="89"/>
                    <a:pt x="55" y="143"/>
                  </a:cubicBezTo>
                  <a:cubicBezTo>
                    <a:pt x="388" y="377"/>
                    <a:pt x="755" y="577"/>
                    <a:pt x="1189" y="610"/>
                  </a:cubicBezTo>
                  <a:cubicBezTo>
                    <a:pt x="1356" y="610"/>
                    <a:pt x="1556" y="577"/>
                    <a:pt x="1723" y="510"/>
                  </a:cubicBezTo>
                  <a:cubicBezTo>
                    <a:pt x="1889" y="443"/>
                    <a:pt x="2123" y="310"/>
                    <a:pt x="2156" y="110"/>
                  </a:cubicBezTo>
                  <a:cubicBezTo>
                    <a:pt x="2156" y="55"/>
                    <a:pt x="2112" y="1"/>
                    <a:pt x="205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12" name="Google Shape;3312;p69"/>
            <p:cNvSpPr/>
            <p:nvPr/>
          </p:nvSpPr>
          <p:spPr>
            <a:xfrm>
              <a:off x="6500253" y="2859407"/>
              <a:ext cx="199022" cy="209145"/>
            </a:xfrm>
            <a:custGeom>
              <a:rect b="b" l="l" r="r" t="t"/>
              <a:pathLst>
                <a:path extrusionOk="0" h="10413" w="9909">
                  <a:moveTo>
                    <a:pt x="9539" y="0"/>
                  </a:moveTo>
                  <a:cubicBezTo>
                    <a:pt x="9447" y="0"/>
                    <a:pt x="9350" y="45"/>
                    <a:pt x="9274" y="153"/>
                  </a:cubicBezTo>
                  <a:lnTo>
                    <a:pt x="9274" y="120"/>
                  </a:lnTo>
                  <a:cubicBezTo>
                    <a:pt x="8473" y="1254"/>
                    <a:pt x="8006" y="2622"/>
                    <a:pt x="7439" y="3823"/>
                  </a:cubicBezTo>
                  <a:cubicBezTo>
                    <a:pt x="6839" y="5124"/>
                    <a:pt x="6272" y="6391"/>
                    <a:pt x="5671" y="7692"/>
                  </a:cubicBezTo>
                  <a:cubicBezTo>
                    <a:pt x="5538" y="7959"/>
                    <a:pt x="5371" y="8259"/>
                    <a:pt x="5238" y="8559"/>
                  </a:cubicBezTo>
                  <a:cubicBezTo>
                    <a:pt x="5171" y="8759"/>
                    <a:pt x="5071" y="8926"/>
                    <a:pt x="5004" y="9093"/>
                  </a:cubicBezTo>
                  <a:cubicBezTo>
                    <a:pt x="4971" y="9160"/>
                    <a:pt x="4837" y="9460"/>
                    <a:pt x="4837" y="9460"/>
                  </a:cubicBezTo>
                  <a:cubicBezTo>
                    <a:pt x="4835" y="9461"/>
                    <a:pt x="4832" y="9462"/>
                    <a:pt x="4829" y="9462"/>
                  </a:cubicBezTo>
                  <a:cubicBezTo>
                    <a:pt x="4737" y="9462"/>
                    <a:pt x="4267" y="9023"/>
                    <a:pt x="4170" y="8926"/>
                  </a:cubicBezTo>
                  <a:cubicBezTo>
                    <a:pt x="3937" y="8726"/>
                    <a:pt x="3703" y="8559"/>
                    <a:pt x="3470" y="8359"/>
                  </a:cubicBezTo>
                  <a:cubicBezTo>
                    <a:pt x="2969" y="7892"/>
                    <a:pt x="2469" y="7425"/>
                    <a:pt x="1969" y="6925"/>
                  </a:cubicBezTo>
                  <a:cubicBezTo>
                    <a:pt x="1535" y="6491"/>
                    <a:pt x="1101" y="5991"/>
                    <a:pt x="601" y="5624"/>
                  </a:cubicBezTo>
                  <a:cubicBezTo>
                    <a:pt x="555" y="5591"/>
                    <a:pt x="502" y="5576"/>
                    <a:pt x="448" y="5576"/>
                  </a:cubicBezTo>
                  <a:cubicBezTo>
                    <a:pt x="231" y="5576"/>
                    <a:pt x="0" y="5817"/>
                    <a:pt x="134" y="6058"/>
                  </a:cubicBezTo>
                  <a:cubicBezTo>
                    <a:pt x="501" y="6691"/>
                    <a:pt x="1068" y="7225"/>
                    <a:pt x="1602" y="7759"/>
                  </a:cubicBezTo>
                  <a:cubicBezTo>
                    <a:pt x="2069" y="8259"/>
                    <a:pt x="2602" y="8726"/>
                    <a:pt x="3103" y="9193"/>
                  </a:cubicBezTo>
                  <a:cubicBezTo>
                    <a:pt x="3570" y="9593"/>
                    <a:pt x="4137" y="10294"/>
                    <a:pt x="4737" y="10394"/>
                  </a:cubicBezTo>
                  <a:cubicBezTo>
                    <a:pt x="4799" y="10406"/>
                    <a:pt x="4856" y="10412"/>
                    <a:pt x="4911" y="10412"/>
                  </a:cubicBezTo>
                  <a:cubicBezTo>
                    <a:pt x="5447" y="10412"/>
                    <a:pt x="5659" y="9851"/>
                    <a:pt x="5871" y="9427"/>
                  </a:cubicBezTo>
                  <a:cubicBezTo>
                    <a:pt x="6572" y="7926"/>
                    <a:pt x="7239" y="6458"/>
                    <a:pt x="7940" y="4957"/>
                  </a:cubicBezTo>
                  <a:cubicBezTo>
                    <a:pt x="8273" y="4223"/>
                    <a:pt x="8607" y="3522"/>
                    <a:pt x="8907" y="2822"/>
                  </a:cubicBezTo>
                  <a:cubicBezTo>
                    <a:pt x="9274" y="2055"/>
                    <a:pt x="9641" y="1254"/>
                    <a:pt x="9841" y="420"/>
                  </a:cubicBezTo>
                  <a:cubicBezTo>
                    <a:pt x="9908" y="195"/>
                    <a:pt x="9733" y="0"/>
                    <a:pt x="9539" y="0"/>
                  </a:cubicBezTo>
                  <a:close/>
                </a:path>
              </a:pathLst>
            </a:custGeom>
            <a:solidFill>
              <a:srgbClr val="2C6AA3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13" name="Google Shape;3313;p69"/>
            <p:cNvSpPr/>
            <p:nvPr/>
          </p:nvSpPr>
          <p:spPr>
            <a:xfrm>
              <a:off x="5892582" y="3261107"/>
              <a:ext cx="19442" cy="28701"/>
            </a:xfrm>
            <a:custGeom>
              <a:rect b="b" l="l" r="r" t="t"/>
              <a:pathLst>
                <a:path extrusionOk="0" h="1429" w="968">
                  <a:moveTo>
                    <a:pt x="67" y="1"/>
                  </a:moveTo>
                  <a:cubicBezTo>
                    <a:pt x="34" y="1"/>
                    <a:pt x="1" y="68"/>
                    <a:pt x="67" y="101"/>
                  </a:cubicBezTo>
                  <a:cubicBezTo>
                    <a:pt x="334" y="134"/>
                    <a:pt x="534" y="301"/>
                    <a:pt x="634" y="568"/>
                  </a:cubicBezTo>
                  <a:cubicBezTo>
                    <a:pt x="734" y="801"/>
                    <a:pt x="634" y="1102"/>
                    <a:pt x="501" y="1302"/>
                  </a:cubicBezTo>
                  <a:cubicBezTo>
                    <a:pt x="453" y="1374"/>
                    <a:pt x="509" y="1429"/>
                    <a:pt x="569" y="1429"/>
                  </a:cubicBezTo>
                  <a:cubicBezTo>
                    <a:pt x="592" y="1429"/>
                    <a:pt x="616" y="1421"/>
                    <a:pt x="634" y="1402"/>
                  </a:cubicBezTo>
                  <a:cubicBezTo>
                    <a:pt x="901" y="1168"/>
                    <a:pt x="968" y="801"/>
                    <a:pt x="835" y="468"/>
                  </a:cubicBezTo>
                  <a:cubicBezTo>
                    <a:pt x="701" y="201"/>
                    <a:pt x="368" y="1"/>
                    <a:pt x="67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14" name="Google Shape;3314;p69"/>
            <p:cNvSpPr/>
            <p:nvPr/>
          </p:nvSpPr>
          <p:spPr>
            <a:xfrm>
              <a:off x="6518350" y="2997993"/>
              <a:ext cx="80420" cy="72206"/>
            </a:xfrm>
            <a:custGeom>
              <a:rect b="b" l="l" r="r" t="t"/>
              <a:pathLst>
                <a:path extrusionOk="0" h="3595" w="4004">
                  <a:moveTo>
                    <a:pt x="3493" y="1"/>
                  </a:moveTo>
                  <a:cubicBezTo>
                    <a:pt x="3260" y="1"/>
                    <a:pt x="3069" y="191"/>
                    <a:pt x="2902" y="358"/>
                  </a:cubicBezTo>
                  <a:cubicBezTo>
                    <a:pt x="2102" y="1092"/>
                    <a:pt x="1068" y="1559"/>
                    <a:pt x="0" y="1659"/>
                  </a:cubicBezTo>
                  <a:lnTo>
                    <a:pt x="667" y="3594"/>
                  </a:lnTo>
                  <a:cubicBezTo>
                    <a:pt x="1701" y="2894"/>
                    <a:pt x="2735" y="2193"/>
                    <a:pt x="3569" y="1259"/>
                  </a:cubicBezTo>
                  <a:cubicBezTo>
                    <a:pt x="3736" y="1059"/>
                    <a:pt x="3903" y="859"/>
                    <a:pt x="3936" y="625"/>
                  </a:cubicBezTo>
                  <a:cubicBezTo>
                    <a:pt x="4003" y="358"/>
                    <a:pt x="3870" y="58"/>
                    <a:pt x="3636" y="25"/>
                  </a:cubicBezTo>
                  <a:cubicBezTo>
                    <a:pt x="3587" y="8"/>
                    <a:pt x="3539" y="1"/>
                    <a:pt x="3493" y="1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15" name="Google Shape;3315;p69"/>
            <p:cNvSpPr/>
            <p:nvPr/>
          </p:nvSpPr>
          <p:spPr>
            <a:xfrm>
              <a:off x="5958239" y="3382380"/>
              <a:ext cx="49610" cy="8054"/>
            </a:xfrm>
            <a:custGeom>
              <a:rect b="b" l="l" r="r" t="t"/>
              <a:pathLst>
                <a:path extrusionOk="0" h="401" w="2470">
                  <a:moveTo>
                    <a:pt x="234" y="1"/>
                  </a:moveTo>
                  <a:cubicBezTo>
                    <a:pt x="67" y="1"/>
                    <a:pt x="1" y="267"/>
                    <a:pt x="167" y="301"/>
                  </a:cubicBezTo>
                  <a:cubicBezTo>
                    <a:pt x="568" y="367"/>
                    <a:pt x="935" y="401"/>
                    <a:pt x="1302" y="401"/>
                  </a:cubicBezTo>
                  <a:cubicBezTo>
                    <a:pt x="1502" y="401"/>
                    <a:pt x="1702" y="367"/>
                    <a:pt x="1869" y="367"/>
                  </a:cubicBezTo>
                  <a:cubicBezTo>
                    <a:pt x="2035" y="367"/>
                    <a:pt x="2302" y="367"/>
                    <a:pt x="2402" y="234"/>
                  </a:cubicBezTo>
                  <a:cubicBezTo>
                    <a:pt x="2469" y="167"/>
                    <a:pt x="2469" y="101"/>
                    <a:pt x="2402" y="34"/>
                  </a:cubicBezTo>
                  <a:lnTo>
                    <a:pt x="2402" y="67"/>
                  </a:lnTo>
                  <a:cubicBezTo>
                    <a:pt x="2345" y="24"/>
                    <a:pt x="2270" y="12"/>
                    <a:pt x="2189" y="12"/>
                  </a:cubicBezTo>
                  <a:cubicBezTo>
                    <a:pt x="2081" y="12"/>
                    <a:pt x="1964" y="34"/>
                    <a:pt x="1869" y="34"/>
                  </a:cubicBezTo>
                  <a:cubicBezTo>
                    <a:pt x="1702" y="34"/>
                    <a:pt x="1502" y="67"/>
                    <a:pt x="1302" y="67"/>
                  </a:cubicBezTo>
                  <a:cubicBezTo>
                    <a:pt x="935" y="67"/>
                    <a:pt x="601" y="34"/>
                    <a:pt x="234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16" name="Google Shape;3316;p69"/>
            <p:cNvSpPr/>
            <p:nvPr/>
          </p:nvSpPr>
          <p:spPr>
            <a:xfrm>
              <a:off x="5766629" y="4674327"/>
              <a:ext cx="46919" cy="23439"/>
            </a:xfrm>
            <a:custGeom>
              <a:rect b="b" l="l" r="r" t="t"/>
              <a:pathLst>
                <a:path extrusionOk="0" h="1167" w="2336">
                  <a:moveTo>
                    <a:pt x="307" y="1"/>
                  </a:moveTo>
                  <a:cubicBezTo>
                    <a:pt x="197" y="1"/>
                    <a:pt x="85" y="79"/>
                    <a:pt x="34" y="156"/>
                  </a:cubicBezTo>
                  <a:cubicBezTo>
                    <a:pt x="0" y="289"/>
                    <a:pt x="0" y="423"/>
                    <a:pt x="101" y="523"/>
                  </a:cubicBezTo>
                  <a:cubicBezTo>
                    <a:pt x="234" y="656"/>
                    <a:pt x="367" y="756"/>
                    <a:pt x="501" y="857"/>
                  </a:cubicBezTo>
                  <a:cubicBezTo>
                    <a:pt x="634" y="957"/>
                    <a:pt x="834" y="1023"/>
                    <a:pt x="1001" y="1057"/>
                  </a:cubicBezTo>
                  <a:cubicBezTo>
                    <a:pt x="1202" y="1111"/>
                    <a:pt x="1423" y="1166"/>
                    <a:pt x="1637" y="1166"/>
                  </a:cubicBezTo>
                  <a:cubicBezTo>
                    <a:pt x="1813" y="1166"/>
                    <a:pt x="1984" y="1129"/>
                    <a:pt x="2135" y="1023"/>
                  </a:cubicBezTo>
                  <a:cubicBezTo>
                    <a:pt x="2269" y="957"/>
                    <a:pt x="2335" y="790"/>
                    <a:pt x="2335" y="656"/>
                  </a:cubicBezTo>
                  <a:cubicBezTo>
                    <a:pt x="2302" y="490"/>
                    <a:pt x="2202" y="390"/>
                    <a:pt x="2069" y="323"/>
                  </a:cubicBezTo>
                  <a:cubicBezTo>
                    <a:pt x="1969" y="289"/>
                    <a:pt x="1868" y="256"/>
                    <a:pt x="1768" y="256"/>
                  </a:cubicBezTo>
                  <a:lnTo>
                    <a:pt x="1201" y="256"/>
                  </a:lnTo>
                  <a:cubicBezTo>
                    <a:pt x="1068" y="223"/>
                    <a:pt x="934" y="189"/>
                    <a:pt x="801" y="156"/>
                  </a:cubicBezTo>
                  <a:cubicBezTo>
                    <a:pt x="668" y="123"/>
                    <a:pt x="534" y="56"/>
                    <a:pt x="401" y="23"/>
                  </a:cubicBezTo>
                  <a:cubicBezTo>
                    <a:pt x="371" y="8"/>
                    <a:pt x="339" y="1"/>
                    <a:pt x="307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17" name="Google Shape;3317;p69"/>
            <p:cNvSpPr/>
            <p:nvPr/>
          </p:nvSpPr>
          <p:spPr>
            <a:xfrm>
              <a:off x="5778017" y="4641107"/>
              <a:ext cx="40210" cy="18940"/>
            </a:xfrm>
            <a:custGeom>
              <a:rect b="b" l="l" r="r" t="t"/>
              <a:pathLst>
                <a:path extrusionOk="0" h="943" w="2002">
                  <a:moveTo>
                    <a:pt x="1452" y="0"/>
                  </a:moveTo>
                  <a:cubicBezTo>
                    <a:pt x="1377" y="0"/>
                    <a:pt x="1301" y="9"/>
                    <a:pt x="1235" y="9"/>
                  </a:cubicBezTo>
                  <a:lnTo>
                    <a:pt x="935" y="9"/>
                  </a:lnTo>
                  <a:cubicBezTo>
                    <a:pt x="801" y="9"/>
                    <a:pt x="701" y="9"/>
                    <a:pt x="601" y="42"/>
                  </a:cubicBezTo>
                  <a:lnTo>
                    <a:pt x="367" y="42"/>
                  </a:lnTo>
                  <a:cubicBezTo>
                    <a:pt x="334" y="42"/>
                    <a:pt x="267" y="75"/>
                    <a:pt x="234" y="109"/>
                  </a:cubicBezTo>
                  <a:cubicBezTo>
                    <a:pt x="101" y="142"/>
                    <a:pt x="34" y="209"/>
                    <a:pt x="1" y="342"/>
                  </a:cubicBezTo>
                  <a:cubicBezTo>
                    <a:pt x="1" y="476"/>
                    <a:pt x="67" y="576"/>
                    <a:pt x="167" y="643"/>
                  </a:cubicBezTo>
                  <a:cubicBezTo>
                    <a:pt x="234" y="676"/>
                    <a:pt x="301" y="709"/>
                    <a:pt x="367" y="743"/>
                  </a:cubicBezTo>
                  <a:cubicBezTo>
                    <a:pt x="401" y="743"/>
                    <a:pt x="468" y="776"/>
                    <a:pt x="534" y="776"/>
                  </a:cubicBezTo>
                  <a:lnTo>
                    <a:pt x="834" y="843"/>
                  </a:lnTo>
                  <a:lnTo>
                    <a:pt x="1135" y="909"/>
                  </a:lnTo>
                  <a:cubicBezTo>
                    <a:pt x="1168" y="909"/>
                    <a:pt x="1235" y="909"/>
                    <a:pt x="1268" y="943"/>
                  </a:cubicBezTo>
                  <a:lnTo>
                    <a:pt x="1668" y="943"/>
                  </a:lnTo>
                  <a:lnTo>
                    <a:pt x="1768" y="876"/>
                  </a:lnTo>
                  <a:cubicBezTo>
                    <a:pt x="1835" y="843"/>
                    <a:pt x="1869" y="809"/>
                    <a:pt x="1902" y="776"/>
                  </a:cubicBezTo>
                  <a:cubicBezTo>
                    <a:pt x="1969" y="676"/>
                    <a:pt x="2002" y="576"/>
                    <a:pt x="2002" y="476"/>
                  </a:cubicBezTo>
                  <a:cubicBezTo>
                    <a:pt x="2002" y="276"/>
                    <a:pt x="1869" y="109"/>
                    <a:pt x="1668" y="9"/>
                  </a:cubicBezTo>
                  <a:lnTo>
                    <a:pt x="1668" y="42"/>
                  </a:lnTo>
                  <a:cubicBezTo>
                    <a:pt x="1602" y="9"/>
                    <a:pt x="1527" y="0"/>
                    <a:pt x="1452" y="0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18" name="Google Shape;3318;p69"/>
            <p:cNvSpPr/>
            <p:nvPr/>
          </p:nvSpPr>
          <p:spPr>
            <a:xfrm>
              <a:off x="5789405" y="4599973"/>
              <a:ext cx="45573" cy="28581"/>
            </a:xfrm>
            <a:custGeom>
              <a:rect b="b" l="l" r="r" t="t"/>
              <a:pathLst>
                <a:path extrusionOk="0" h="1423" w="2269">
                  <a:moveTo>
                    <a:pt x="307" y="0"/>
                  </a:moveTo>
                  <a:cubicBezTo>
                    <a:pt x="199" y="0"/>
                    <a:pt x="93" y="78"/>
                    <a:pt x="67" y="155"/>
                  </a:cubicBezTo>
                  <a:cubicBezTo>
                    <a:pt x="1" y="289"/>
                    <a:pt x="67" y="456"/>
                    <a:pt x="167" y="522"/>
                  </a:cubicBezTo>
                  <a:cubicBezTo>
                    <a:pt x="434" y="689"/>
                    <a:pt x="701" y="823"/>
                    <a:pt x="968" y="989"/>
                  </a:cubicBezTo>
                  <a:cubicBezTo>
                    <a:pt x="1101" y="1089"/>
                    <a:pt x="1235" y="1189"/>
                    <a:pt x="1368" y="1256"/>
                  </a:cubicBezTo>
                  <a:cubicBezTo>
                    <a:pt x="1468" y="1356"/>
                    <a:pt x="1602" y="1423"/>
                    <a:pt x="1735" y="1423"/>
                  </a:cubicBezTo>
                  <a:cubicBezTo>
                    <a:pt x="1935" y="1423"/>
                    <a:pt x="2102" y="1323"/>
                    <a:pt x="2202" y="1156"/>
                  </a:cubicBezTo>
                  <a:cubicBezTo>
                    <a:pt x="2269" y="956"/>
                    <a:pt x="2236" y="756"/>
                    <a:pt x="2069" y="622"/>
                  </a:cubicBezTo>
                  <a:cubicBezTo>
                    <a:pt x="1969" y="522"/>
                    <a:pt x="1835" y="489"/>
                    <a:pt x="1702" y="456"/>
                  </a:cubicBezTo>
                  <a:cubicBezTo>
                    <a:pt x="1568" y="389"/>
                    <a:pt x="1402" y="356"/>
                    <a:pt x="1268" y="322"/>
                  </a:cubicBezTo>
                  <a:cubicBezTo>
                    <a:pt x="968" y="222"/>
                    <a:pt x="668" y="122"/>
                    <a:pt x="401" y="22"/>
                  </a:cubicBezTo>
                  <a:cubicBezTo>
                    <a:pt x="371" y="7"/>
                    <a:pt x="339" y="0"/>
                    <a:pt x="307" y="0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19" name="Google Shape;3319;p69"/>
            <p:cNvSpPr/>
            <p:nvPr/>
          </p:nvSpPr>
          <p:spPr>
            <a:xfrm>
              <a:off x="6182006" y="4507240"/>
              <a:ext cx="32196" cy="43464"/>
            </a:xfrm>
            <a:custGeom>
              <a:rect b="b" l="l" r="r" t="t"/>
              <a:pathLst>
                <a:path extrusionOk="0" h="2164" w="1603">
                  <a:moveTo>
                    <a:pt x="1326" y="1"/>
                  </a:moveTo>
                  <a:cubicBezTo>
                    <a:pt x="1281" y="1"/>
                    <a:pt x="1237" y="12"/>
                    <a:pt x="1202" y="36"/>
                  </a:cubicBezTo>
                  <a:cubicBezTo>
                    <a:pt x="1068" y="136"/>
                    <a:pt x="902" y="269"/>
                    <a:pt x="801" y="369"/>
                  </a:cubicBezTo>
                  <a:cubicBezTo>
                    <a:pt x="668" y="536"/>
                    <a:pt x="535" y="669"/>
                    <a:pt x="435" y="836"/>
                  </a:cubicBezTo>
                  <a:cubicBezTo>
                    <a:pt x="334" y="970"/>
                    <a:pt x="268" y="1136"/>
                    <a:pt x="168" y="1270"/>
                  </a:cubicBezTo>
                  <a:cubicBezTo>
                    <a:pt x="134" y="1370"/>
                    <a:pt x="68" y="1470"/>
                    <a:pt x="68" y="1570"/>
                  </a:cubicBezTo>
                  <a:cubicBezTo>
                    <a:pt x="34" y="1603"/>
                    <a:pt x="34" y="1637"/>
                    <a:pt x="34" y="1704"/>
                  </a:cubicBezTo>
                  <a:cubicBezTo>
                    <a:pt x="1" y="1770"/>
                    <a:pt x="1" y="1870"/>
                    <a:pt x="34" y="1937"/>
                  </a:cubicBezTo>
                  <a:cubicBezTo>
                    <a:pt x="76" y="2082"/>
                    <a:pt x="208" y="2163"/>
                    <a:pt x="342" y="2163"/>
                  </a:cubicBezTo>
                  <a:cubicBezTo>
                    <a:pt x="423" y="2163"/>
                    <a:pt x="505" y="2133"/>
                    <a:pt x="568" y="2070"/>
                  </a:cubicBezTo>
                  <a:cubicBezTo>
                    <a:pt x="601" y="2037"/>
                    <a:pt x="668" y="2004"/>
                    <a:pt x="668" y="1937"/>
                  </a:cubicBezTo>
                  <a:lnTo>
                    <a:pt x="701" y="1904"/>
                  </a:lnTo>
                  <a:cubicBezTo>
                    <a:pt x="701" y="1904"/>
                    <a:pt x="701" y="1870"/>
                    <a:pt x="701" y="1837"/>
                  </a:cubicBezTo>
                  <a:cubicBezTo>
                    <a:pt x="768" y="1737"/>
                    <a:pt x="801" y="1637"/>
                    <a:pt x="835" y="1570"/>
                  </a:cubicBezTo>
                  <a:cubicBezTo>
                    <a:pt x="835" y="1503"/>
                    <a:pt x="835" y="1470"/>
                    <a:pt x="868" y="1437"/>
                  </a:cubicBezTo>
                  <a:cubicBezTo>
                    <a:pt x="868" y="1437"/>
                    <a:pt x="868" y="1403"/>
                    <a:pt x="902" y="1403"/>
                  </a:cubicBezTo>
                  <a:cubicBezTo>
                    <a:pt x="935" y="1303"/>
                    <a:pt x="968" y="1237"/>
                    <a:pt x="1002" y="1170"/>
                  </a:cubicBezTo>
                  <a:cubicBezTo>
                    <a:pt x="1068" y="1036"/>
                    <a:pt x="1168" y="903"/>
                    <a:pt x="1235" y="770"/>
                  </a:cubicBezTo>
                  <a:cubicBezTo>
                    <a:pt x="1302" y="703"/>
                    <a:pt x="1335" y="636"/>
                    <a:pt x="1369" y="569"/>
                  </a:cubicBezTo>
                  <a:cubicBezTo>
                    <a:pt x="1402" y="569"/>
                    <a:pt x="1435" y="536"/>
                    <a:pt x="1435" y="503"/>
                  </a:cubicBezTo>
                  <a:lnTo>
                    <a:pt x="1469" y="469"/>
                  </a:lnTo>
                  <a:lnTo>
                    <a:pt x="1502" y="403"/>
                  </a:lnTo>
                  <a:cubicBezTo>
                    <a:pt x="1602" y="303"/>
                    <a:pt x="1602" y="202"/>
                    <a:pt x="1535" y="102"/>
                  </a:cubicBezTo>
                  <a:cubicBezTo>
                    <a:pt x="1492" y="38"/>
                    <a:pt x="1407" y="1"/>
                    <a:pt x="1326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20" name="Google Shape;3320;p69"/>
            <p:cNvSpPr/>
            <p:nvPr/>
          </p:nvSpPr>
          <p:spPr>
            <a:xfrm>
              <a:off x="6221534" y="4523589"/>
              <a:ext cx="28842" cy="40752"/>
            </a:xfrm>
            <a:custGeom>
              <a:rect b="b" l="l" r="r" t="t"/>
              <a:pathLst>
                <a:path extrusionOk="0" h="2029" w="1436">
                  <a:moveTo>
                    <a:pt x="1027" y="0"/>
                  </a:moveTo>
                  <a:cubicBezTo>
                    <a:pt x="969" y="0"/>
                    <a:pt x="907" y="17"/>
                    <a:pt x="868" y="56"/>
                  </a:cubicBezTo>
                  <a:cubicBezTo>
                    <a:pt x="802" y="89"/>
                    <a:pt x="701" y="156"/>
                    <a:pt x="668" y="189"/>
                  </a:cubicBezTo>
                  <a:cubicBezTo>
                    <a:pt x="601" y="256"/>
                    <a:pt x="535" y="322"/>
                    <a:pt x="468" y="389"/>
                  </a:cubicBezTo>
                  <a:cubicBezTo>
                    <a:pt x="401" y="489"/>
                    <a:pt x="335" y="623"/>
                    <a:pt x="268" y="723"/>
                  </a:cubicBezTo>
                  <a:cubicBezTo>
                    <a:pt x="201" y="856"/>
                    <a:pt x="134" y="990"/>
                    <a:pt x="101" y="1123"/>
                  </a:cubicBezTo>
                  <a:cubicBezTo>
                    <a:pt x="68" y="1190"/>
                    <a:pt x="34" y="1256"/>
                    <a:pt x="34" y="1323"/>
                  </a:cubicBezTo>
                  <a:cubicBezTo>
                    <a:pt x="1" y="1390"/>
                    <a:pt x="1" y="1523"/>
                    <a:pt x="1" y="1590"/>
                  </a:cubicBezTo>
                  <a:cubicBezTo>
                    <a:pt x="1" y="1824"/>
                    <a:pt x="168" y="2024"/>
                    <a:pt x="368" y="2024"/>
                  </a:cubicBezTo>
                  <a:cubicBezTo>
                    <a:pt x="392" y="2027"/>
                    <a:pt x="416" y="2029"/>
                    <a:pt x="439" y="2029"/>
                  </a:cubicBezTo>
                  <a:cubicBezTo>
                    <a:pt x="641" y="2029"/>
                    <a:pt x="808" y="1903"/>
                    <a:pt x="868" y="1723"/>
                  </a:cubicBezTo>
                  <a:cubicBezTo>
                    <a:pt x="868" y="1657"/>
                    <a:pt x="902" y="1590"/>
                    <a:pt x="902" y="1557"/>
                  </a:cubicBezTo>
                  <a:cubicBezTo>
                    <a:pt x="935" y="1490"/>
                    <a:pt x="935" y="1423"/>
                    <a:pt x="935" y="1357"/>
                  </a:cubicBezTo>
                  <a:cubicBezTo>
                    <a:pt x="968" y="1256"/>
                    <a:pt x="1002" y="1156"/>
                    <a:pt x="1035" y="1090"/>
                  </a:cubicBezTo>
                  <a:cubicBezTo>
                    <a:pt x="1102" y="990"/>
                    <a:pt x="1135" y="890"/>
                    <a:pt x="1168" y="823"/>
                  </a:cubicBezTo>
                  <a:cubicBezTo>
                    <a:pt x="1235" y="723"/>
                    <a:pt x="1302" y="623"/>
                    <a:pt x="1335" y="523"/>
                  </a:cubicBezTo>
                  <a:cubicBezTo>
                    <a:pt x="1435" y="389"/>
                    <a:pt x="1402" y="189"/>
                    <a:pt x="1302" y="89"/>
                  </a:cubicBezTo>
                  <a:cubicBezTo>
                    <a:pt x="1235" y="56"/>
                    <a:pt x="1202" y="22"/>
                    <a:pt x="1135" y="22"/>
                  </a:cubicBezTo>
                  <a:cubicBezTo>
                    <a:pt x="1107" y="8"/>
                    <a:pt x="1068" y="0"/>
                    <a:pt x="1027" y="0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21" name="Google Shape;3321;p69"/>
            <p:cNvSpPr/>
            <p:nvPr/>
          </p:nvSpPr>
          <p:spPr>
            <a:xfrm>
              <a:off x="5736220" y="3680763"/>
              <a:ext cx="42620" cy="124346"/>
            </a:xfrm>
            <a:custGeom>
              <a:rect b="b" l="l" r="r" t="t"/>
              <a:pathLst>
                <a:path extrusionOk="0" h="6191" w="2122">
                  <a:moveTo>
                    <a:pt x="1849" y="1"/>
                  </a:moveTo>
                  <a:cubicBezTo>
                    <a:pt x="1760" y="1"/>
                    <a:pt x="1675" y="49"/>
                    <a:pt x="1648" y="155"/>
                  </a:cubicBezTo>
                  <a:cubicBezTo>
                    <a:pt x="1448" y="1123"/>
                    <a:pt x="1248" y="2090"/>
                    <a:pt x="1047" y="3091"/>
                  </a:cubicBezTo>
                  <a:cubicBezTo>
                    <a:pt x="947" y="3558"/>
                    <a:pt x="847" y="4058"/>
                    <a:pt x="747" y="4525"/>
                  </a:cubicBezTo>
                  <a:lnTo>
                    <a:pt x="614" y="5226"/>
                  </a:lnTo>
                  <a:cubicBezTo>
                    <a:pt x="584" y="5315"/>
                    <a:pt x="527" y="5885"/>
                    <a:pt x="349" y="5885"/>
                  </a:cubicBezTo>
                  <a:cubicBezTo>
                    <a:pt x="328" y="5885"/>
                    <a:pt x="305" y="5877"/>
                    <a:pt x="280" y="5859"/>
                  </a:cubicBezTo>
                  <a:cubicBezTo>
                    <a:pt x="255" y="5844"/>
                    <a:pt x="230" y="5837"/>
                    <a:pt x="207" y="5837"/>
                  </a:cubicBezTo>
                  <a:cubicBezTo>
                    <a:pt x="79" y="5837"/>
                    <a:pt x="0" y="6042"/>
                    <a:pt x="113" y="6126"/>
                  </a:cubicBezTo>
                  <a:cubicBezTo>
                    <a:pt x="195" y="6171"/>
                    <a:pt x="272" y="6191"/>
                    <a:pt x="344" y="6191"/>
                  </a:cubicBezTo>
                  <a:cubicBezTo>
                    <a:pt x="591" y="6191"/>
                    <a:pt x="770" y="5952"/>
                    <a:pt x="847" y="5693"/>
                  </a:cubicBezTo>
                  <a:cubicBezTo>
                    <a:pt x="1014" y="5126"/>
                    <a:pt x="1114" y="4492"/>
                    <a:pt x="1248" y="3891"/>
                  </a:cubicBezTo>
                  <a:cubicBezTo>
                    <a:pt x="1548" y="2690"/>
                    <a:pt x="1815" y="1490"/>
                    <a:pt x="2082" y="289"/>
                  </a:cubicBezTo>
                  <a:cubicBezTo>
                    <a:pt x="2122" y="109"/>
                    <a:pt x="1981" y="1"/>
                    <a:pt x="184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22" name="Google Shape;3322;p69"/>
            <p:cNvSpPr/>
            <p:nvPr/>
          </p:nvSpPr>
          <p:spPr>
            <a:xfrm>
              <a:off x="6128420" y="3659754"/>
              <a:ext cx="31092" cy="23901"/>
            </a:xfrm>
            <a:custGeom>
              <a:rect b="b" l="l" r="r" t="t"/>
              <a:pathLst>
                <a:path extrusionOk="0" h="1190" w="1548">
                  <a:moveTo>
                    <a:pt x="267" y="0"/>
                  </a:moveTo>
                  <a:cubicBezTo>
                    <a:pt x="200" y="0"/>
                    <a:pt x="100" y="34"/>
                    <a:pt x="67" y="100"/>
                  </a:cubicBezTo>
                  <a:cubicBezTo>
                    <a:pt x="0" y="167"/>
                    <a:pt x="0" y="234"/>
                    <a:pt x="0" y="334"/>
                  </a:cubicBezTo>
                  <a:cubicBezTo>
                    <a:pt x="34" y="501"/>
                    <a:pt x="200" y="601"/>
                    <a:pt x="334" y="701"/>
                  </a:cubicBezTo>
                  <a:cubicBezTo>
                    <a:pt x="434" y="734"/>
                    <a:pt x="534" y="801"/>
                    <a:pt x="634" y="868"/>
                  </a:cubicBezTo>
                  <a:cubicBezTo>
                    <a:pt x="768" y="934"/>
                    <a:pt x="868" y="968"/>
                    <a:pt x="968" y="1034"/>
                  </a:cubicBezTo>
                  <a:cubicBezTo>
                    <a:pt x="1034" y="1034"/>
                    <a:pt x="1068" y="1068"/>
                    <a:pt x="1101" y="1068"/>
                  </a:cubicBezTo>
                  <a:cubicBezTo>
                    <a:pt x="1168" y="1101"/>
                    <a:pt x="1201" y="1135"/>
                    <a:pt x="1268" y="1168"/>
                  </a:cubicBezTo>
                  <a:cubicBezTo>
                    <a:pt x="1293" y="1183"/>
                    <a:pt x="1318" y="1190"/>
                    <a:pt x="1341" y="1190"/>
                  </a:cubicBezTo>
                  <a:cubicBezTo>
                    <a:pt x="1469" y="1190"/>
                    <a:pt x="1548" y="986"/>
                    <a:pt x="1435" y="901"/>
                  </a:cubicBezTo>
                  <a:cubicBezTo>
                    <a:pt x="1368" y="868"/>
                    <a:pt x="1335" y="868"/>
                    <a:pt x="1301" y="801"/>
                  </a:cubicBezTo>
                  <a:cubicBezTo>
                    <a:pt x="1235" y="801"/>
                    <a:pt x="1201" y="734"/>
                    <a:pt x="1168" y="701"/>
                  </a:cubicBezTo>
                  <a:cubicBezTo>
                    <a:pt x="1101" y="634"/>
                    <a:pt x="1001" y="567"/>
                    <a:pt x="934" y="467"/>
                  </a:cubicBezTo>
                  <a:cubicBezTo>
                    <a:pt x="868" y="401"/>
                    <a:pt x="768" y="334"/>
                    <a:pt x="701" y="234"/>
                  </a:cubicBezTo>
                  <a:cubicBezTo>
                    <a:pt x="667" y="201"/>
                    <a:pt x="634" y="167"/>
                    <a:pt x="567" y="100"/>
                  </a:cubicBezTo>
                  <a:cubicBezTo>
                    <a:pt x="501" y="34"/>
                    <a:pt x="401" y="0"/>
                    <a:pt x="26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23" name="Google Shape;3323;p69"/>
            <p:cNvSpPr/>
            <p:nvPr/>
          </p:nvSpPr>
          <p:spPr>
            <a:xfrm>
              <a:off x="5851046" y="3413612"/>
              <a:ext cx="166846" cy="49429"/>
            </a:xfrm>
            <a:custGeom>
              <a:rect b="b" l="l" r="r" t="t"/>
              <a:pathLst>
                <a:path extrusionOk="0" h="2461" w="8307">
                  <a:moveTo>
                    <a:pt x="208" y="1"/>
                  </a:moveTo>
                  <a:cubicBezTo>
                    <a:pt x="142" y="1"/>
                    <a:pt x="67" y="38"/>
                    <a:pt x="67" y="113"/>
                  </a:cubicBezTo>
                  <a:cubicBezTo>
                    <a:pt x="0" y="380"/>
                    <a:pt x="234" y="647"/>
                    <a:pt x="367" y="847"/>
                  </a:cubicBezTo>
                  <a:cubicBezTo>
                    <a:pt x="568" y="1114"/>
                    <a:pt x="801" y="1348"/>
                    <a:pt x="1068" y="1514"/>
                  </a:cubicBezTo>
                  <a:cubicBezTo>
                    <a:pt x="1668" y="1915"/>
                    <a:pt x="2369" y="2148"/>
                    <a:pt x="3069" y="2248"/>
                  </a:cubicBezTo>
                  <a:cubicBezTo>
                    <a:pt x="3660" y="2364"/>
                    <a:pt x="4275" y="2460"/>
                    <a:pt x="4881" y="2460"/>
                  </a:cubicBezTo>
                  <a:cubicBezTo>
                    <a:pt x="5677" y="2460"/>
                    <a:pt x="6457" y="2293"/>
                    <a:pt x="7139" y="1781"/>
                  </a:cubicBezTo>
                  <a:cubicBezTo>
                    <a:pt x="7406" y="1581"/>
                    <a:pt x="7673" y="1314"/>
                    <a:pt x="7873" y="1047"/>
                  </a:cubicBezTo>
                  <a:cubicBezTo>
                    <a:pt x="8040" y="814"/>
                    <a:pt x="8306" y="480"/>
                    <a:pt x="8206" y="180"/>
                  </a:cubicBezTo>
                  <a:cubicBezTo>
                    <a:pt x="8206" y="131"/>
                    <a:pt x="8171" y="100"/>
                    <a:pt x="8125" y="100"/>
                  </a:cubicBezTo>
                  <a:cubicBezTo>
                    <a:pt x="8109" y="100"/>
                    <a:pt x="8091" y="104"/>
                    <a:pt x="8073" y="113"/>
                  </a:cubicBezTo>
                  <a:cubicBezTo>
                    <a:pt x="7806" y="247"/>
                    <a:pt x="7673" y="647"/>
                    <a:pt x="7472" y="881"/>
                  </a:cubicBezTo>
                  <a:cubicBezTo>
                    <a:pt x="7239" y="1147"/>
                    <a:pt x="6972" y="1381"/>
                    <a:pt x="6672" y="1581"/>
                  </a:cubicBezTo>
                  <a:cubicBezTo>
                    <a:pt x="6119" y="1923"/>
                    <a:pt x="5504" y="2037"/>
                    <a:pt x="4876" y="2037"/>
                  </a:cubicBezTo>
                  <a:cubicBezTo>
                    <a:pt x="4708" y="2037"/>
                    <a:pt x="4539" y="2029"/>
                    <a:pt x="4370" y="2015"/>
                  </a:cubicBezTo>
                  <a:cubicBezTo>
                    <a:pt x="3503" y="1915"/>
                    <a:pt x="2569" y="1848"/>
                    <a:pt x="1802" y="1448"/>
                  </a:cubicBezTo>
                  <a:cubicBezTo>
                    <a:pt x="1468" y="1314"/>
                    <a:pt x="1135" y="1081"/>
                    <a:pt x="868" y="847"/>
                  </a:cubicBezTo>
                  <a:cubicBezTo>
                    <a:pt x="768" y="714"/>
                    <a:pt x="634" y="580"/>
                    <a:pt x="568" y="414"/>
                  </a:cubicBezTo>
                  <a:cubicBezTo>
                    <a:pt x="467" y="280"/>
                    <a:pt x="401" y="113"/>
                    <a:pt x="267" y="13"/>
                  </a:cubicBezTo>
                  <a:cubicBezTo>
                    <a:pt x="251" y="5"/>
                    <a:pt x="230" y="1"/>
                    <a:pt x="20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24" name="Google Shape;3324;p69"/>
            <p:cNvSpPr/>
            <p:nvPr/>
          </p:nvSpPr>
          <p:spPr>
            <a:xfrm>
              <a:off x="6585956" y="3509759"/>
              <a:ext cx="41395" cy="57102"/>
            </a:xfrm>
            <a:custGeom>
              <a:rect b="b" l="l" r="r" t="t"/>
              <a:pathLst>
                <a:path extrusionOk="0" h="2843" w="2061">
                  <a:moveTo>
                    <a:pt x="1912" y="0"/>
                  </a:moveTo>
                  <a:cubicBezTo>
                    <a:pt x="1879" y="0"/>
                    <a:pt x="1849" y="19"/>
                    <a:pt x="1838" y="63"/>
                  </a:cubicBezTo>
                  <a:cubicBezTo>
                    <a:pt x="1571" y="497"/>
                    <a:pt x="1371" y="964"/>
                    <a:pt x="1071" y="1397"/>
                  </a:cubicBezTo>
                  <a:cubicBezTo>
                    <a:pt x="770" y="1831"/>
                    <a:pt x="437" y="2231"/>
                    <a:pt x="103" y="2598"/>
                  </a:cubicBezTo>
                  <a:cubicBezTo>
                    <a:pt x="1" y="2701"/>
                    <a:pt x="95" y="2842"/>
                    <a:pt x="205" y="2842"/>
                  </a:cubicBezTo>
                  <a:cubicBezTo>
                    <a:pt x="238" y="2842"/>
                    <a:pt x="272" y="2829"/>
                    <a:pt x="303" y="2798"/>
                  </a:cubicBezTo>
                  <a:cubicBezTo>
                    <a:pt x="704" y="2431"/>
                    <a:pt x="1037" y="2031"/>
                    <a:pt x="1338" y="1564"/>
                  </a:cubicBezTo>
                  <a:cubicBezTo>
                    <a:pt x="1638" y="1131"/>
                    <a:pt x="1905" y="664"/>
                    <a:pt x="2038" y="163"/>
                  </a:cubicBezTo>
                  <a:cubicBezTo>
                    <a:pt x="2060" y="74"/>
                    <a:pt x="1979" y="0"/>
                    <a:pt x="1912" y="0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25" name="Google Shape;3325;p69"/>
            <p:cNvSpPr/>
            <p:nvPr/>
          </p:nvSpPr>
          <p:spPr>
            <a:xfrm>
              <a:off x="5538162" y="4009956"/>
              <a:ext cx="20005" cy="39246"/>
            </a:xfrm>
            <a:custGeom>
              <a:rect b="b" l="l" r="r" t="t"/>
              <a:pathLst>
                <a:path extrusionOk="0" h="1954" w="996">
                  <a:moveTo>
                    <a:pt x="140" y="1"/>
                  </a:moveTo>
                  <a:cubicBezTo>
                    <a:pt x="71" y="1"/>
                    <a:pt x="1" y="52"/>
                    <a:pt x="1" y="144"/>
                  </a:cubicBezTo>
                  <a:cubicBezTo>
                    <a:pt x="1" y="477"/>
                    <a:pt x="67" y="811"/>
                    <a:pt x="201" y="1111"/>
                  </a:cubicBezTo>
                  <a:cubicBezTo>
                    <a:pt x="268" y="1278"/>
                    <a:pt x="334" y="1445"/>
                    <a:pt x="434" y="1578"/>
                  </a:cubicBezTo>
                  <a:cubicBezTo>
                    <a:pt x="501" y="1711"/>
                    <a:pt x="634" y="1912"/>
                    <a:pt x="801" y="1945"/>
                  </a:cubicBezTo>
                  <a:cubicBezTo>
                    <a:pt x="813" y="1951"/>
                    <a:pt x="827" y="1954"/>
                    <a:pt x="842" y="1954"/>
                  </a:cubicBezTo>
                  <a:cubicBezTo>
                    <a:pt x="910" y="1954"/>
                    <a:pt x="995" y="1894"/>
                    <a:pt x="968" y="1812"/>
                  </a:cubicBezTo>
                  <a:cubicBezTo>
                    <a:pt x="968" y="1645"/>
                    <a:pt x="835" y="1545"/>
                    <a:pt x="768" y="1411"/>
                  </a:cubicBezTo>
                  <a:cubicBezTo>
                    <a:pt x="668" y="1278"/>
                    <a:pt x="601" y="1111"/>
                    <a:pt x="534" y="978"/>
                  </a:cubicBezTo>
                  <a:cubicBezTo>
                    <a:pt x="401" y="711"/>
                    <a:pt x="301" y="411"/>
                    <a:pt x="268" y="110"/>
                  </a:cubicBezTo>
                  <a:cubicBezTo>
                    <a:pt x="252" y="35"/>
                    <a:pt x="197" y="1"/>
                    <a:pt x="140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26" name="Google Shape;3326;p69"/>
            <p:cNvSpPr/>
            <p:nvPr/>
          </p:nvSpPr>
          <p:spPr>
            <a:xfrm>
              <a:off x="7706880" y="2416211"/>
              <a:ext cx="483747" cy="500940"/>
            </a:xfrm>
            <a:custGeom>
              <a:rect b="b" l="l" r="r" t="t"/>
              <a:pathLst>
                <a:path extrusionOk="0" h="24941" w="24085">
                  <a:moveTo>
                    <a:pt x="2257" y="1"/>
                  </a:moveTo>
                  <a:cubicBezTo>
                    <a:pt x="2251" y="1"/>
                    <a:pt x="2244" y="1"/>
                    <a:pt x="2236" y="3"/>
                  </a:cubicBezTo>
                  <a:lnTo>
                    <a:pt x="2236" y="37"/>
                  </a:lnTo>
                  <a:cubicBezTo>
                    <a:pt x="2257" y="43"/>
                    <a:pt x="2279" y="48"/>
                    <a:pt x="2301" y="54"/>
                  </a:cubicBezTo>
                  <a:lnTo>
                    <a:pt x="2301" y="54"/>
                  </a:lnTo>
                  <a:cubicBezTo>
                    <a:pt x="2297" y="23"/>
                    <a:pt x="2287" y="1"/>
                    <a:pt x="2257" y="1"/>
                  </a:cubicBezTo>
                  <a:close/>
                  <a:moveTo>
                    <a:pt x="2301" y="54"/>
                  </a:moveTo>
                  <a:cubicBezTo>
                    <a:pt x="2307" y="115"/>
                    <a:pt x="2287" y="206"/>
                    <a:pt x="2348" y="206"/>
                  </a:cubicBezTo>
                  <a:cubicBezTo>
                    <a:pt x="2351" y="206"/>
                    <a:pt x="2354" y="206"/>
                    <a:pt x="2357" y="206"/>
                  </a:cubicBezTo>
                  <a:lnTo>
                    <a:pt x="2357" y="206"/>
                  </a:lnTo>
                  <a:cubicBezTo>
                    <a:pt x="1465" y="380"/>
                    <a:pt x="1134" y="1475"/>
                    <a:pt x="968" y="2372"/>
                  </a:cubicBezTo>
                  <a:cubicBezTo>
                    <a:pt x="601" y="4440"/>
                    <a:pt x="268" y="6541"/>
                    <a:pt x="168" y="8643"/>
                  </a:cubicBezTo>
                  <a:cubicBezTo>
                    <a:pt x="1" y="12446"/>
                    <a:pt x="768" y="16282"/>
                    <a:pt x="2136" y="19818"/>
                  </a:cubicBezTo>
                  <a:cubicBezTo>
                    <a:pt x="2603" y="20985"/>
                    <a:pt x="3136" y="22153"/>
                    <a:pt x="3970" y="23120"/>
                  </a:cubicBezTo>
                  <a:cubicBezTo>
                    <a:pt x="4804" y="24087"/>
                    <a:pt x="5938" y="24821"/>
                    <a:pt x="7206" y="24921"/>
                  </a:cubicBezTo>
                  <a:cubicBezTo>
                    <a:pt x="7382" y="24934"/>
                    <a:pt x="7557" y="24941"/>
                    <a:pt x="7731" y="24941"/>
                  </a:cubicBezTo>
                  <a:cubicBezTo>
                    <a:pt x="9338" y="24941"/>
                    <a:pt x="10858" y="24400"/>
                    <a:pt x="12243" y="23587"/>
                  </a:cubicBezTo>
                  <a:cubicBezTo>
                    <a:pt x="16346" y="21252"/>
                    <a:pt x="20048" y="18717"/>
                    <a:pt x="22016" y="15915"/>
                  </a:cubicBezTo>
                  <a:cubicBezTo>
                    <a:pt x="23985" y="13146"/>
                    <a:pt x="24085" y="10044"/>
                    <a:pt x="21116" y="7442"/>
                  </a:cubicBezTo>
                  <a:cubicBezTo>
                    <a:pt x="17424" y="4149"/>
                    <a:pt x="9686" y="2017"/>
                    <a:pt x="2301" y="54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27" name="Google Shape;3327;p69"/>
            <p:cNvSpPr/>
            <p:nvPr/>
          </p:nvSpPr>
          <p:spPr>
            <a:xfrm>
              <a:off x="7847575" y="4231915"/>
              <a:ext cx="178917" cy="302179"/>
            </a:xfrm>
            <a:custGeom>
              <a:rect b="b" l="l" r="r" t="t"/>
              <a:pathLst>
                <a:path extrusionOk="0" h="15045" w="8908">
                  <a:moveTo>
                    <a:pt x="8440" y="0"/>
                  </a:moveTo>
                  <a:lnTo>
                    <a:pt x="1" y="568"/>
                  </a:lnTo>
                  <a:cubicBezTo>
                    <a:pt x="67" y="1802"/>
                    <a:pt x="1468" y="15045"/>
                    <a:pt x="1468" y="15045"/>
                  </a:cubicBezTo>
                  <a:lnTo>
                    <a:pt x="8907" y="14311"/>
                  </a:lnTo>
                  <a:lnTo>
                    <a:pt x="8440" y="0"/>
                  </a:ln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28" name="Google Shape;3328;p69"/>
            <p:cNvSpPr/>
            <p:nvPr/>
          </p:nvSpPr>
          <p:spPr>
            <a:xfrm>
              <a:off x="7682095" y="4475144"/>
              <a:ext cx="366491" cy="142021"/>
            </a:xfrm>
            <a:custGeom>
              <a:rect b="b" l="l" r="r" t="t"/>
              <a:pathLst>
                <a:path extrusionOk="0" h="7071" w="18247">
                  <a:moveTo>
                    <a:pt x="9686" y="0"/>
                  </a:moveTo>
                  <a:cubicBezTo>
                    <a:pt x="9608" y="0"/>
                    <a:pt x="9537" y="10"/>
                    <a:pt x="9474" y="33"/>
                  </a:cubicBezTo>
                  <a:cubicBezTo>
                    <a:pt x="9107" y="166"/>
                    <a:pt x="8573" y="1000"/>
                    <a:pt x="8173" y="1233"/>
                  </a:cubicBezTo>
                  <a:cubicBezTo>
                    <a:pt x="7606" y="1600"/>
                    <a:pt x="6939" y="1834"/>
                    <a:pt x="6305" y="2101"/>
                  </a:cubicBezTo>
                  <a:cubicBezTo>
                    <a:pt x="5071" y="2634"/>
                    <a:pt x="3837" y="3201"/>
                    <a:pt x="2702" y="3969"/>
                  </a:cubicBezTo>
                  <a:cubicBezTo>
                    <a:pt x="2002" y="4469"/>
                    <a:pt x="401" y="5503"/>
                    <a:pt x="101" y="6370"/>
                  </a:cubicBezTo>
                  <a:cubicBezTo>
                    <a:pt x="1" y="6604"/>
                    <a:pt x="101" y="6937"/>
                    <a:pt x="367" y="7038"/>
                  </a:cubicBezTo>
                  <a:cubicBezTo>
                    <a:pt x="434" y="7071"/>
                    <a:pt x="534" y="7071"/>
                    <a:pt x="634" y="7071"/>
                  </a:cubicBezTo>
                  <a:cubicBezTo>
                    <a:pt x="6038" y="6937"/>
                    <a:pt x="11409" y="6837"/>
                    <a:pt x="16779" y="6704"/>
                  </a:cubicBezTo>
                  <a:cubicBezTo>
                    <a:pt x="17280" y="6704"/>
                    <a:pt x="17613" y="6604"/>
                    <a:pt x="17813" y="6404"/>
                  </a:cubicBezTo>
                  <a:cubicBezTo>
                    <a:pt x="18247" y="6037"/>
                    <a:pt x="18180" y="5303"/>
                    <a:pt x="17980" y="4402"/>
                  </a:cubicBezTo>
                  <a:cubicBezTo>
                    <a:pt x="17880" y="4002"/>
                    <a:pt x="17747" y="3602"/>
                    <a:pt x="17646" y="3201"/>
                  </a:cubicBezTo>
                  <a:cubicBezTo>
                    <a:pt x="17513" y="2601"/>
                    <a:pt x="17680" y="1400"/>
                    <a:pt x="17413" y="900"/>
                  </a:cubicBezTo>
                  <a:cubicBezTo>
                    <a:pt x="17179" y="466"/>
                    <a:pt x="16779" y="533"/>
                    <a:pt x="16312" y="500"/>
                  </a:cubicBezTo>
                  <a:cubicBezTo>
                    <a:pt x="15895" y="466"/>
                    <a:pt x="15462" y="449"/>
                    <a:pt x="15024" y="449"/>
                  </a:cubicBezTo>
                  <a:cubicBezTo>
                    <a:pt x="14586" y="449"/>
                    <a:pt x="14144" y="466"/>
                    <a:pt x="13710" y="500"/>
                  </a:cubicBezTo>
                  <a:cubicBezTo>
                    <a:pt x="13354" y="546"/>
                    <a:pt x="12998" y="571"/>
                    <a:pt x="12642" y="571"/>
                  </a:cubicBezTo>
                  <a:cubicBezTo>
                    <a:pt x="12231" y="571"/>
                    <a:pt x="11820" y="538"/>
                    <a:pt x="11409" y="466"/>
                  </a:cubicBezTo>
                  <a:cubicBezTo>
                    <a:pt x="10975" y="408"/>
                    <a:pt x="10192" y="0"/>
                    <a:pt x="968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29" name="Google Shape;3329;p69"/>
            <p:cNvSpPr/>
            <p:nvPr/>
          </p:nvSpPr>
          <p:spPr>
            <a:xfrm>
              <a:off x="7625154" y="2892366"/>
              <a:ext cx="436849" cy="1475786"/>
            </a:xfrm>
            <a:custGeom>
              <a:rect b="b" l="l" r="r" t="t"/>
              <a:pathLst>
                <a:path extrusionOk="0" h="73477" w="21750">
                  <a:moveTo>
                    <a:pt x="4781" y="0"/>
                  </a:moveTo>
                  <a:cubicBezTo>
                    <a:pt x="4633" y="0"/>
                    <a:pt x="4485" y="5"/>
                    <a:pt x="4337" y="13"/>
                  </a:cubicBezTo>
                  <a:cubicBezTo>
                    <a:pt x="2035" y="147"/>
                    <a:pt x="667" y="1414"/>
                    <a:pt x="434" y="3649"/>
                  </a:cubicBezTo>
                  <a:cubicBezTo>
                    <a:pt x="0" y="7319"/>
                    <a:pt x="534" y="11255"/>
                    <a:pt x="501" y="14957"/>
                  </a:cubicBezTo>
                  <a:cubicBezTo>
                    <a:pt x="434" y="18960"/>
                    <a:pt x="801" y="22963"/>
                    <a:pt x="1168" y="26966"/>
                  </a:cubicBezTo>
                  <a:cubicBezTo>
                    <a:pt x="1168" y="41143"/>
                    <a:pt x="4437" y="55853"/>
                    <a:pt x="5871" y="69997"/>
                  </a:cubicBezTo>
                  <a:cubicBezTo>
                    <a:pt x="5971" y="70731"/>
                    <a:pt x="6071" y="71531"/>
                    <a:pt x="6538" y="72098"/>
                  </a:cubicBezTo>
                  <a:cubicBezTo>
                    <a:pt x="7072" y="72732"/>
                    <a:pt x="7939" y="72932"/>
                    <a:pt x="8740" y="73066"/>
                  </a:cubicBezTo>
                  <a:cubicBezTo>
                    <a:pt x="10339" y="73339"/>
                    <a:pt x="11962" y="73476"/>
                    <a:pt x="13587" y="73476"/>
                  </a:cubicBezTo>
                  <a:cubicBezTo>
                    <a:pt x="15724" y="73476"/>
                    <a:pt x="17863" y="73239"/>
                    <a:pt x="19948" y="72765"/>
                  </a:cubicBezTo>
                  <a:cubicBezTo>
                    <a:pt x="20448" y="72665"/>
                    <a:pt x="21015" y="72532"/>
                    <a:pt x="21349" y="72098"/>
                  </a:cubicBezTo>
                  <a:cubicBezTo>
                    <a:pt x="21749" y="71598"/>
                    <a:pt x="21716" y="70931"/>
                    <a:pt x="21649" y="70297"/>
                  </a:cubicBezTo>
                  <a:cubicBezTo>
                    <a:pt x="20582" y="56921"/>
                    <a:pt x="19281" y="43511"/>
                    <a:pt x="17646" y="30168"/>
                  </a:cubicBezTo>
                  <a:cubicBezTo>
                    <a:pt x="17079" y="25365"/>
                    <a:pt x="15845" y="20662"/>
                    <a:pt x="15411" y="15825"/>
                  </a:cubicBezTo>
                  <a:cubicBezTo>
                    <a:pt x="14978" y="11388"/>
                    <a:pt x="14811" y="7018"/>
                    <a:pt x="11709" y="3416"/>
                  </a:cubicBezTo>
                  <a:cubicBezTo>
                    <a:pt x="10003" y="1394"/>
                    <a:pt x="7429" y="0"/>
                    <a:pt x="47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30" name="Google Shape;3330;p69"/>
            <p:cNvSpPr/>
            <p:nvPr/>
          </p:nvSpPr>
          <p:spPr>
            <a:xfrm>
              <a:off x="7273405" y="4253346"/>
              <a:ext cx="191631" cy="290791"/>
            </a:xfrm>
            <a:custGeom>
              <a:rect b="b" l="l" r="r" t="t"/>
              <a:pathLst>
                <a:path extrusionOk="0" h="14478" w="9541">
                  <a:moveTo>
                    <a:pt x="9541" y="1"/>
                  </a:moveTo>
                  <a:lnTo>
                    <a:pt x="301" y="1202"/>
                  </a:lnTo>
                  <a:lnTo>
                    <a:pt x="301" y="1235"/>
                  </a:lnTo>
                  <a:cubicBezTo>
                    <a:pt x="234" y="2469"/>
                    <a:pt x="1" y="14478"/>
                    <a:pt x="1" y="14478"/>
                  </a:cubicBezTo>
                  <a:lnTo>
                    <a:pt x="7506" y="14011"/>
                  </a:lnTo>
                  <a:lnTo>
                    <a:pt x="9541" y="1"/>
                  </a:ln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31" name="Google Shape;3331;p69"/>
            <p:cNvSpPr/>
            <p:nvPr/>
          </p:nvSpPr>
          <p:spPr>
            <a:xfrm>
              <a:off x="7603703" y="2243420"/>
              <a:ext cx="133344" cy="168172"/>
            </a:xfrm>
            <a:custGeom>
              <a:rect b="b" l="l" r="r" t="t"/>
              <a:pathLst>
                <a:path extrusionOk="0" h="8373" w="6639">
                  <a:moveTo>
                    <a:pt x="1" y="0"/>
                  </a:moveTo>
                  <a:lnTo>
                    <a:pt x="1" y="8373"/>
                  </a:lnTo>
                  <a:lnTo>
                    <a:pt x="6639" y="8373"/>
                  </a:lnTo>
                  <a:lnTo>
                    <a:pt x="6639" y="0"/>
                  </a:ln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32" name="Google Shape;3332;p69"/>
            <p:cNvSpPr/>
            <p:nvPr/>
          </p:nvSpPr>
          <p:spPr>
            <a:xfrm>
              <a:off x="7178945" y="2819217"/>
              <a:ext cx="649890" cy="1567474"/>
            </a:xfrm>
            <a:custGeom>
              <a:rect b="b" l="l" r="r" t="t"/>
              <a:pathLst>
                <a:path extrusionOk="0" h="78042" w="32357">
                  <a:moveTo>
                    <a:pt x="23271" y="1"/>
                  </a:moveTo>
                  <a:cubicBezTo>
                    <a:pt x="19471" y="1"/>
                    <a:pt x="16340" y="4304"/>
                    <a:pt x="15044" y="7625"/>
                  </a:cubicBezTo>
                  <a:cubicBezTo>
                    <a:pt x="6538" y="29507"/>
                    <a:pt x="3169" y="52991"/>
                    <a:pt x="67" y="76274"/>
                  </a:cubicBezTo>
                  <a:cubicBezTo>
                    <a:pt x="0" y="76941"/>
                    <a:pt x="434" y="77575"/>
                    <a:pt x="1101" y="77675"/>
                  </a:cubicBezTo>
                  <a:lnTo>
                    <a:pt x="1134" y="77675"/>
                  </a:lnTo>
                  <a:cubicBezTo>
                    <a:pt x="1535" y="77775"/>
                    <a:pt x="1935" y="77808"/>
                    <a:pt x="2335" y="77875"/>
                  </a:cubicBezTo>
                  <a:cubicBezTo>
                    <a:pt x="3095" y="77796"/>
                    <a:pt x="3977" y="77763"/>
                    <a:pt x="4926" y="77763"/>
                  </a:cubicBezTo>
                  <a:cubicBezTo>
                    <a:pt x="6768" y="77763"/>
                    <a:pt x="8859" y="77888"/>
                    <a:pt x="10775" y="78042"/>
                  </a:cubicBezTo>
                  <a:cubicBezTo>
                    <a:pt x="13010" y="77909"/>
                    <a:pt x="15211" y="77675"/>
                    <a:pt x="17413" y="77508"/>
                  </a:cubicBezTo>
                  <a:cubicBezTo>
                    <a:pt x="18380" y="74773"/>
                    <a:pt x="18213" y="70437"/>
                    <a:pt x="18614" y="67868"/>
                  </a:cubicBezTo>
                  <a:cubicBezTo>
                    <a:pt x="19281" y="63765"/>
                    <a:pt x="19915" y="59696"/>
                    <a:pt x="20582" y="55593"/>
                  </a:cubicBezTo>
                  <a:cubicBezTo>
                    <a:pt x="21916" y="47687"/>
                    <a:pt x="23350" y="39815"/>
                    <a:pt x="25218" y="32042"/>
                  </a:cubicBezTo>
                  <a:cubicBezTo>
                    <a:pt x="25819" y="29574"/>
                    <a:pt x="26453" y="27139"/>
                    <a:pt x="27120" y="24737"/>
                  </a:cubicBezTo>
                  <a:cubicBezTo>
                    <a:pt x="27153" y="24637"/>
                    <a:pt x="28421" y="20134"/>
                    <a:pt x="28854" y="17465"/>
                  </a:cubicBezTo>
                  <a:lnTo>
                    <a:pt x="28854" y="17432"/>
                  </a:lnTo>
                  <a:cubicBezTo>
                    <a:pt x="28821" y="16965"/>
                    <a:pt x="28821" y="16431"/>
                    <a:pt x="29154" y="16131"/>
                  </a:cubicBezTo>
                  <a:cubicBezTo>
                    <a:pt x="29255" y="16064"/>
                    <a:pt x="29321" y="15998"/>
                    <a:pt x="29421" y="15964"/>
                  </a:cubicBezTo>
                  <a:cubicBezTo>
                    <a:pt x="29722" y="15264"/>
                    <a:pt x="30088" y="14597"/>
                    <a:pt x="30455" y="13929"/>
                  </a:cubicBezTo>
                  <a:cubicBezTo>
                    <a:pt x="32357" y="10327"/>
                    <a:pt x="29488" y="2788"/>
                    <a:pt x="26052" y="787"/>
                  </a:cubicBezTo>
                  <a:cubicBezTo>
                    <a:pt x="25098" y="240"/>
                    <a:pt x="24166" y="1"/>
                    <a:pt x="232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33" name="Google Shape;3333;p69"/>
            <p:cNvSpPr/>
            <p:nvPr/>
          </p:nvSpPr>
          <p:spPr>
            <a:xfrm>
              <a:off x="7398033" y="2357061"/>
              <a:ext cx="557439" cy="701569"/>
            </a:xfrm>
            <a:custGeom>
              <a:rect b="b" l="l" r="r" t="t"/>
              <a:pathLst>
                <a:path extrusionOk="0" h="34930" w="27754">
                  <a:moveTo>
                    <a:pt x="15149" y="1"/>
                  </a:moveTo>
                  <a:cubicBezTo>
                    <a:pt x="14992" y="1"/>
                    <a:pt x="14835" y="5"/>
                    <a:pt x="14677" y="13"/>
                  </a:cubicBezTo>
                  <a:cubicBezTo>
                    <a:pt x="14239" y="28"/>
                    <a:pt x="13801" y="33"/>
                    <a:pt x="13362" y="33"/>
                  </a:cubicBezTo>
                  <a:cubicBezTo>
                    <a:pt x="12581" y="33"/>
                    <a:pt x="11799" y="18"/>
                    <a:pt x="11017" y="18"/>
                  </a:cubicBezTo>
                  <a:cubicBezTo>
                    <a:pt x="10302" y="18"/>
                    <a:pt x="9588" y="30"/>
                    <a:pt x="8873" y="80"/>
                  </a:cubicBezTo>
                  <a:cubicBezTo>
                    <a:pt x="5738" y="280"/>
                    <a:pt x="4703" y="2248"/>
                    <a:pt x="3436" y="4883"/>
                  </a:cubicBezTo>
                  <a:cubicBezTo>
                    <a:pt x="2902" y="6017"/>
                    <a:pt x="2535" y="7185"/>
                    <a:pt x="2268" y="8419"/>
                  </a:cubicBezTo>
                  <a:cubicBezTo>
                    <a:pt x="1568" y="11888"/>
                    <a:pt x="1835" y="15457"/>
                    <a:pt x="1801" y="18993"/>
                  </a:cubicBezTo>
                  <a:cubicBezTo>
                    <a:pt x="1801" y="24230"/>
                    <a:pt x="1201" y="29467"/>
                    <a:pt x="0" y="34571"/>
                  </a:cubicBezTo>
                  <a:cubicBezTo>
                    <a:pt x="2693" y="34844"/>
                    <a:pt x="5397" y="34929"/>
                    <a:pt x="8106" y="34929"/>
                  </a:cubicBezTo>
                  <a:cubicBezTo>
                    <a:pt x="12547" y="34929"/>
                    <a:pt x="17002" y="34701"/>
                    <a:pt x="21439" y="34701"/>
                  </a:cubicBezTo>
                  <a:cubicBezTo>
                    <a:pt x="23549" y="34701"/>
                    <a:pt x="25654" y="34753"/>
                    <a:pt x="27753" y="34905"/>
                  </a:cubicBezTo>
                  <a:cubicBezTo>
                    <a:pt x="27553" y="32836"/>
                    <a:pt x="27353" y="30735"/>
                    <a:pt x="27153" y="28667"/>
                  </a:cubicBezTo>
                  <a:cubicBezTo>
                    <a:pt x="26786" y="24430"/>
                    <a:pt x="26486" y="20227"/>
                    <a:pt x="26252" y="15958"/>
                  </a:cubicBezTo>
                  <a:cubicBezTo>
                    <a:pt x="26152" y="14390"/>
                    <a:pt x="26252" y="12722"/>
                    <a:pt x="26019" y="11188"/>
                  </a:cubicBezTo>
                  <a:cubicBezTo>
                    <a:pt x="25819" y="9987"/>
                    <a:pt x="25185" y="8919"/>
                    <a:pt x="24551" y="7852"/>
                  </a:cubicBezTo>
                  <a:cubicBezTo>
                    <a:pt x="23884" y="6718"/>
                    <a:pt x="23217" y="5517"/>
                    <a:pt x="22616" y="4349"/>
                  </a:cubicBezTo>
                  <a:cubicBezTo>
                    <a:pt x="22283" y="3716"/>
                    <a:pt x="21982" y="3115"/>
                    <a:pt x="21716" y="2481"/>
                  </a:cubicBezTo>
                  <a:cubicBezTo>
                    <a:pt x="21315" y="1681"/>
                    <a:pt x="21249" y="1147"/>
                    <a:pt x="20315" y="914"/>
                  </a:cubicBezTo>
                  <a:cubicBezTo>
                    <a:pt x="18632" y="485"/>
                    <a:pt x="16893" y="1"/>
                    <a:pt x="151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34" name="Google Shape;3334;p69"/>
            <p:cNvSpPr/>
            <p:nvPr/>
          </p:nvSpPr>
          <p:spPr>
            <a:xfrm>
              <a:off x="6924348" y="2313717"/>
              <a:ext cx="653927" cy="614360"/>
            </a:xfrm>
            <a:custGeom>
              <a:rect b="b" l="l" r="r" t="t"/>
              <a:pathLst>
                <a:path extrusionOk="0" h="30588" w="32558">
                  <a:moveTo>
                    <a:pt x="2544" y="0"/>
                  </a:moveTo>
                  <a:cubicBezTo>
                    <a:pt x="2530" y="0"/>
                    <a:pt x="2516" y="1"/>
                    <a:pt x="2502" y="3"/>
                  </a:cubicBezTo>
                  <a:cubicBezTo>
                    <a:pt x="2202" y="3"/>
                    <a:pt x="2002" y="303"/>
                    <a:pt x="2002" y="603"/>
                  </a:cubicBezTo>
                  <a:cubicBezTo>
                    <a:pt x="1969" y="870"/>
                    <a:pt x="2102" y="1137"/>
                    <a:pt x="2236" y="1404"/>
                  </a:cubicBezTo>
                  <a:lnTo>
                    <a:pt x="3270" y="3605"/>
                  </a:lnTo>
                  <a:cubicBezTo>
                    <a:pt x="3303" y="3672"/>
                    <a:pt x="3336" y="3739"/>
                    <a:pt x="3303" y="3839"/>
                  </a:cubicBezTo>
                  <a:cubicBezTo>
                    <a:pt x="3303" y="3906"/>
                    <a:pt x="3236" y="3939"/>
                    <a:pt x="3170" y="4006"/>
                  </a:cubicBezTo>
                  <a:cubicBezTo>
                    <a:pt x="2736" y="4273"/>
                    <a:pt x="2236" y="4439"/>
                    <a:pt x="1835" y="4740"/>
                  </a:cubicBezTo>
                  <a:cubicBezTo>
                    <a:pt x="1368" y="5040"/>
                    <a:pt x="1035" y="5707"/>
                    <a:pt x="768" y="6174"/>
                  </a:cubicBezTo>
                  <a:cubicBezTo>
                    <a:pt x="1" y="7542"/>
                    <a:pt x="901" y="8609"/>
                    <a:pt x="1702" y="9576"/>
                  </a:cubicBezTo>
                  <a:cubicBezTo>
                    <a:pt x="2636" y="10744"/>
                    <a:pt x="3203" y="12145"/>
                    <a:pt x="3803" y="13479"/>
                  </a:cubicBezTo>
                  <a:cubicBezTo>
                    <a:pt x="5138" y="16615"/>
                    <a:pt x="6672" y="19684"/>
                    <a:pt x="8373" y="22652"/>
                  </a:cubicBezTo>
                  <a:cubicBezTo>
                    <a:pt x="9107" y="23920"/>
                    <a:pt x="9774" y="25187"/>
                    <a:pt x="10842" y="26188"/>
                  </a:cubicBezTo>
                  <a:cubicBezTo>
                    <a:pt x="11976" y="27222"/>
                    <a:pt x="13077" y="28323"/>
                    <a:pt x="14244" y="29357"/>
                  </a:cubicBezTo>
                  <a:cubicBezTo>
                    <a:pt x="14878" y="29891"/>
                    <a:pt x="15545" y="30425"/>
                    <a:pt x="16346" y="30558"/>
                  </a:cubicBezTo>
                  <a:cubicBezTo>
                    <a:pt x="16478" y="30578"/>
                    <a:pt x="16611" y="30588"/>
                    <a:pt x="16742" y="30588"/>
                  </a:cubicBezTo>
                  <a:cubicBezTo>
                    <a:pt x="17702" y="30588"/>
                    <a:pt x="18626" y="30085"/>
                    <a:pt x="19448" y="29557"/>
                  </a:cubicBezTo>
                  <a:cubicBezTo>
                    <a:pt x="22417" y="27656"/>
                    <a:pt x="25152" y="25354"/>
                    <a:pt x="27520" y="22719"/>
                  </a:cubicBezTo>
                  <a:cubicBezTo>
                    <a:pt x="30622" y="19317"/>
                    <a:pt x="32557" y="13979"/>
                    <a:pt x="31023" y="9643"/>
                  </a:cubicBezTo>
                  <a:cubicBezTo>
                    <a:pt x="30492" y="8177"/>
                    <a:pt x="29320" y="6652"/>
                    <a:pt x="27833" y="6652"/>
                  </a:cubicBezTo>
                  <a:cubicBezTo>
                    <a:pt x="27730" y="6652"/>
                    <a:pt x="27626" y="6659"/>
                    <a:pt x="27520" y="6674"/>
                  </a:cubicBezTo>
                  <a:cubicBezTo>
                    <a:pt x="26820" y="6741"/>
                    <a:pt x="26219" y="7175"/>
                    <a:pt x="25652" y="7575"/>
                  </a:cubicBezTo>
                  <a:cubicBezTo>
                    <a:pt x="21517" y="10576"/>
                    <a:pt x="17816" y="14277"/>
                    <a:pt x="15248" y="18678"/>
                  </a:cubicBezTo>
                  <a:lnTo>
                    <a:pt x="15248" y="18678"/>
                  </a:lnTo>
                  <a:cubicBezTo>
                    <a:pt x="15320" y="18517"/>
                    <a:pt x="14109" y="16980"/>
                    <a:pt x="13977" y="16781"/>
                  </a:cubicBezTo>
                  <a:cubicBezTo>
                    <a:pt x="13544" y="16114"/>
                    <a:pt x="13110" y="15414"/>
                    <a:pt x="12676" y="14747"/>
                  </a:cubicBezTo>
                  <a:cubicBezTo>
                    <a:pt x="11375" y="12812"/>
                    <a:pt x="10208" y="10710"/>
                    <a:pt x="8807" y="8842"/>
                  </a:cubicBezTo>
                  <a:cubicBezTo>
                    <a:pt x="6772" y="6174"/>
                    <a:pt x="4804" y="3539"/>
                    <a:pt x="3203" y="603"/>
                  </a:cubicBezTo>
                  <a:cubicBezTo>
                    <a:pt x="3044" y="317"/>
                    <a:pt x="2824" y="0"/>
                    <a:pt x="2544" y="0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35" name="Google Shape;3335;p69"/>
            <p:cNvSpPr/>
            <p:nvPr/>
          </p:nvSpPr>
          <p:spPr>
            <a:xfrm>
              <a:off x="7272060" y="2360716"/>
              <a:ext cx="432169" cy="453800"/>
            </a:xfrm>
            <a:custGeom>
              <a:rect b="b" l="l" r="r" t="t"/>
              <a:pathLst>
                <a:path extrusionOk="0" h="22594" w="21517">
                  <a:moveTo>
                    <a:pt x="14682" y="0"/>
                  </a:moveTo>
                  <a:cubicBezTo>
                    <a:pt x="13162" y="0"/>
                    <a:pt x="11561" y="510"/>
                    <a:pt x="10175" y="1365"/>
                  </a:cubicBezTo>
                  <a:cubicBezTo>
                    <a:pt x="9241" y="1966"/>
                    <a:pt x="8440" y="2733"/>
                    <a:pt x="7673" y="3534"/>
                  </a:cubicBezTo>
                  <a:cubicBezTo>
                    <a:pt x="5105" y="6069"/>
                    <a:pt x="2569" y="8637"/>
                    <a:pt x="1" y="11172"/>
                  </a:cubicBezTo>
                  <a:lnTo>
                    <a:pt x="9991" y="22017"/>
                  </a:lnTo>
                  <a:lnTo>
                    <a:pt x="9991" y="22017"/>
                  </a:lnTo>
                  <a:cubicBezTo>
                    <a:pt x="12484" y="19729"/>
                    <a:pt x="14938" y="17382"/>
                    <a:pt x="16880" y="14608"/>
                  </a:cubicBezTo>
                  <a:cubicBezTo>
                    <a:pt x="19148" y="11373"/>
                    <a:pt x="21516" y="6569"/>
                    <a:pt x="19448" y="2766"/>
                  </a:cubicBezTo>
                  <a:cubicBezTo>
                    <a:pt x="18387" y="812"/>
                    <a:pt x="16600" y="0"/>
                    <a:pt x="14682" y="0"/>
                  </a:cubicBezTo>
                  <a:close/>
                  <a:moveTo>
                    <a:pt x="9991" y="22017"/>
                  </a:moveTo>
                  <a:lnTo>
                    <a:pt x="9991" y="22017"/>
                  </a:lnTo>
                  <a:cubicBezTo>
                    <a:pt x="9785" y="22205"/>
                    <a:pt x="9580" y="22393"/>
                    <a:pt x="9374" y="22581"/>
                  </a:cubicBezTo>
                  <a:cubicBezTo>
                    <a:pt x="9414" y="22589"/>
                    <a:pt x="9454" y="22594"/>
                    <a:pt x="9494" y="22594"/>
                  </a:cubicBezTo>
                  <a:cubicBezTo>
                    <a:pt x="9759" y="22594"/>
                    <a:pt x="10026" y="22412"/>
                    <a:pt x="10142" y="22180"/>
                  </a:cubicBezTo>
                  <a:lnTo>
                    <a:pt x="9991" y="22017"/>
                  </a:ln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36" name="Google Shape;3336;p69"/>
            <p:cNvSpPr/>
            <p:nvPr/>
          </p:nvSpPr>
          <p:spPr>
            <a:xfrm>
              <a:off x="7566867" y="2117467"/>
              <a:ext cx="157466" cy="205088"/>
            </a:xfrm>
            <a:custGeom>
              <a:rect b="b" l="l" r="r" t="t"/>
              <a:pathLst>
                <a:path extrusionOk="0" h="10211" w="7840">
                  <a:moveTo>
                    <a:pt x="2735" y="0"/>
                  </a:moveTo>
                  <a:cubicBezTo>
                    <a:pt x="2268" y="0"/>
                    <a:pt x="1735" y="67"/>
                    <a:pt x="1434" y="434"/>
                  </a:cubicBezTo>
                  <a:cubicBezTo>
                    <a:pt x="1334" y="601"/>
                    <a:pt x="1268" y="767"/>
                    <a:pt x="1234" y="967"/>
                  </a:cubicBezTo>
                  <a:cubicBezTo>
                    <a:pt x="967" y="1868"/>
                    <a:pt x="701" y="2802"/>
                    <a:pt x="500" y="3736"/>
                  </a:cubicBezTo>
                  <a:cubicBezTo>
                    <a:pt x="167" y="5170"/>
                    <a:pt x="0" y="6605"/>
                    <a:pt x="200" y="8039"/>
                  </a:cubicBezTo>
                  <a:cubicBezTo>
                    <a:pt x="334" y="8940"/>
                    <a:pt x="1034" y="9540"/>
                    <a:pt x="1835" y="9874"/>
                  </a:cubicBezTo>
                  <a:cubicBezTo>
                    <a:pt x="2349" y="10101"/>
                    <a:pt x="2911" y="10211"/>
                    <a:pt x="3471" y="10211"/>
                  </a:cubicBezTo>
                  <a:cubicBezTo>
                    <a:pt x="4147" y="10211"/>
                    <a:pt x="4820" y="10050"/>
                    <a:pt x="5404" y="9740"/>
                  </a:cubicBezTo>
                  <a:cubicBezTo>
                    <a:pt x="6238" y="9273"/>
                    <a:pt x="6772" y="8540"/>
                    <a:pt x="6938" y="7606"/>
                  </a:cubicBezTo>
                  <a:cubicBezTo>
                    <a:pt x="7038" y="7005"/>
                    <a:pt x="7072" y="6405"/>
                    <a:pt x="7205" y="5804"/>
                  </a:cubicBezTo>
                  <a:cubicBezTo>
                    <a:pt x="7372" y="4904"/>
                    <a:pt x="7839" y="4036"/>
                    <a:pt x="7806" y="3136"/>
                  </a:cubicBezTo>
                  <a:cubicBezTo>
                    <a:pt x="7739" y="2035"/>
                    <a:pt x="6905" y="1101"/>
                    <a:pt x="5938" y="601"/>
                  </a:cubicBezTo>
                  <a:cubicBezTo>
                    <a:pt x="4970" y="100"/>
                    <a:pt x="3836" y="0"/>
                    <a:pt x="2735" y="0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37" name="Google Shape;3337;p69"/>
            <p:cNvSpPr/>
            <p:nvPr/>
          </p:nvSpPr>
          <p:spPr>
            <a:xfrm>
              <a:off x="7572210" y="2092320"/>
              <a:ext cx="219107" cy="217782"/>
            </a:xfrm>
            <a:custGeom>
              <a:rect b="b" l="l" r="r" t="t"/>
              <a:pathLst>
                <a:path extrusionOk="0" h="10843" w="10909">
                  <a:moveTo>
                    <a:pt x="3922" y="0"/>
                  </a:moveTo>
                  <a:cubicBezTo>
                    <a:pt x="3397" y="0"/>
                    <a:pt x="2876" y="47"/>
                    <a:pt x="2369" y="185"/>
                  </a:cubicBezTo>
                  <a:cubicBezTo>
                    <a:pt x="1269" y="485"/>
                    <a:pt x="201" y="1319"/>
                    <a:pt x="1" y="2420"/>
                  </a:cubicBezTo>
                  <a:cubicBezTo>
                    <a:pt x="1" y="2553"/>
                    <a:pt x="1" y="2653"/>
                    <a:pt x="34" y="2787"/>
                  </a:cubicBezTo>
                  <a:cubicBezTo>
                    <a:pt x="101" y="2920"/>
                    <a:pt x="268" y="2987"/>
                    <a:pt x="401" y="3053"/>
                  </a:cubicBezTo>
                  <a:cubicBezTo>
                    <a:pt x="899" y="3267"/>
                    <a:pt x="1448" y="3463"/>
                    <a:pt x="1975" y="3463"/>
                  </a:cubicBezTo>
                  <a:cubicBezTo>
                    <a:pt x="2189" y="3463"/>
                    <a:pt x="2400" y="3431"/>
                    <a:pt x="2603" y="3354"/>
                  </a:cubicBezTo>
                  <a:cubicBezTo>
                    <a:pt x="2805" y="3273"/>
                    <a:pt x="3202" y="3070"/>
                    <a:pt x="3447" y="3070"/>
                  </a:cubicBezTo>
                  <a:cubicBezTo>
                    <a:pt x="3607" y="3070"/>
                    <a:pt x="3703" y="3157"/>
                    <a:pt x="3637" y="3420"/>
                  </a:cubicBezTo>
                  <a:cubicBezTo>
                    <a:pt x="3503" y="3987"/>
                    <a:pt x="2836" y="4354"/>
                    <a:pt x="3036" y="4988"/>
                  </a:cubicBezTo>
                  <a:cubicBezTo>
                    <a:pt x="3137" y="5388"/>
                    <a:pt x="3570" y="5589"/>
                    <a:pt x="3870" y="5889"/>
                  </a:cubicBezTo>
                  <a:cubicBezTo>
                    <a:pt x="4204" y="6222"/>
                    <a:pt x="4404" y="6723"/>
                    <a:pt x="4337" y="7223"/>
                  </a:cubicBezTo>
                  <a:lnTo>
                    <a:pt x="4304" y="7356"/>
                  </a:lnTo>
                  <a:cubicBezTo>
                    <a:pt x="4271" y="7590"/>
                    <a:pt x="4204" y="7823"/>
                    <a:pt x="4271" y="8024"/>
                  </a:cubicBezTo>
                  <a:cubicBezTo>
                    <a:pt x="4404" y="8391"/>
                    <a:pt x="4871" y="8524"/>
                    <a:pt x="5205" y="8791"/>
                  </a:cubicBezTo>
                  <a:cubicBezTo>
                    <a:pt x="5638" y="9158"/>
                    <a:pt x="5872" y="9625"/>
                    <a:pt x="6339" y="9992"/>
                  </a:cubicBezTo>
                  <a:cubicBezTo>
                    <a:pt x="6873" y="10392"/>
                    <a:pt x="7440" y="10659"/>
                    <a:pt x="8107" y="10792"/>
                  </a:cubicBezTo>
                  <a:cubicBezTo>
                    <a:pt x="8190" y="10826"/>
                    <a:pt x="8282" y="10842"/>
                    <a:pt x="8378" y="10842"/>
                  </a:cubicBezTo>
                  <a:cubicBezTo>
                    <a:pt x="8474" y="10842"/>
                    <a:pt x="8574" y="10826"/>
                    <a:pt x="8674" y="10792"/>
                  </a:cubicBezTo>
                  <a:cubicBezTo>
                    <a:pt x="8974" y="10692"/>
                    <a:pt x="9141" y="10359"/>
                    <a:pt x="9241" y="10025"/>
                  </a:cubicBezTo>
                  <a:cubicBezTo>
                    <a:pt x="9474" y="9425"/>
                    <a:pt x="9741" y="8791"/>
                    <a:pt x="9875" y="8124"/>
                  </a:cubicBezTo>
                  <a:cubicBezTo>
                    <a:pt x="9975" y="7590"/>
                    <a:pt x="10242" y="7290"/>
                    <a:pt x="10508" y="6789"/>
                  </a:cubicBezTo>
                  <a:cubicBezTo>
                    <a:pt x="10875" y="6156"/>
                    <a:pt x="10909" y="5355"/>
                    <a:pt x="10709" y="4621"/>
                  </a:cubicBezTo>
                  <a:cubicBezTo>
                    <a:pt x="10508" y="3754"/>
                    <a:pt x="10041" y="2920"/>
                    <a:pt x="9508" y="2219"/>
                  </a:cubicBezTo>
                  <a:cubicBezTo>
                    <a:pt x="9007" y="1586"/>
                    <a:pt x="8640" y="919"/>
                    <a:pt x="7873" y="552"/>
                  </a:cubicBezTo>
                  <a:cubicBezTo>
                    <a:pt x="7239" y="251"/>
                    <a:pt x="6506" y="185"/>
                    <a:pt x="5772" y="118"/>
                  </a:cubicBezTo>
                  <a:cubicBezTo>
                    <a:pt x="5160" y="64"/>
                    <a:pt x="4538" y="0"/>
                    <a:pt x="392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38" name="Google Shape;3338;p69"/>
            <p:cNvSpPr/>
            <p:nvPr/>
          </p:nvSpPr>
          <p:spPr>
            <a:xfrm>
              <a:off x="7623808" y="2202547"/>
              <a:ext cx="72386" cy="50273"/>
            </a:xfrm>
            <a:custGeom>
              <a:rect b="b" l="l" r="r" t="t"/>
              <a:pathLst>
                <a:path extrusionOk="0" h="2503" w="3604">
                  <a:moveTo>
                    <a:pt x="1802" y="0"/>
                  </a:moveTo>
                  <a:cubicBezTo>
                    <a:pt x="0" y="0"/>
                    <a:pt x="0" y="2502"/>
                    <a:pt x="1802" y="2502"/>
                  </a:cubicBezTo>
                  <a:cubicBezTo>
                    <a:pt x="3603" y="2502"/>
                    <a:pt x="3603" y="0"/>
                    <a:pt x="1802" y="0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39" name="Google Shape;3339;p69"/>
            <p:cNvSpPr/>
            <p:nvPr/>
          </p:nvSpPr>
          <p:spPr>
            <a:xfrm>
              <a:off x="7072415" y="4486513"/>
              <a:ext cx="370528" cy="130653"/>
            </a:xfrm>
            <a:custGeom>
              <a:rect b="b" l="l" r="r" t="t"/>
              <a:pathLst>
                <a:path extrusionOk="0" h="6505" w="18448">
                  <a:moveTo>
                    <a:pt x="10441" y="0"/>
                  </a:moveTo>
                  <a:cubicBezTo>
                    <a:pt x="9541" y="0"/>
                    <a:pt x="8907" y="1401"/>
                    <a:pt x="7940" y="1768"/>
                  </a:cubicBezTo>
                  <a:cubicBezTo>
                    <a:pt x="6405" y="2369"/>
                    <a:pt x="4771" y="2702"/>
                    <a:pt x="3270" y="3403"/>
                  </a:cubicBezTo>
                  <a:cubicBezTo>
                    <a:pt x="1969" y="3970"/>
                    <a:pt x="434" y="5071"/>
                    <a:pt x="1" y="6505"/>
                  </a:cubicBezTo>
                  <a:lnTo>
                    <a:pt x="17146" y="6505"/>
                  </a:lnTo>
                  <a:cubicBezTo>
                    <a:pt x="17880" y="6505"/>
                    <a:pt x="18447" y="5804"/>
                    <a:pt x="18280" y="5071"/>
                  </a:cubicBezTo>
                  <a:cubicBezTo>
                    <a:pt x="18080" y="4070"/>
                    <a:pt x="17980" y="3069"/>
                    <a:pt x="18080" y="2068"/>
                  </a:cubicBezTo>
                  <a:cubicBezTo>
                    <a:pt x="18113" y="1835"/>
                    <a:pt x="18147" y="1568"/>
                    <a:pt x="18113" y="1335"/>
                  </a:cubicBezTo>
                  <a:cubicBezTo>
                    <a:pt x="18047" y="1101"/>
                    <a:pt x="17913" y="868"/>
                    <a:pt x="17680" y="767"/>
                  </a:cubicBezTo>
                  <a:cubicBezTo>
                    <a:pt x="17596" y="751"/>
                    <a:pt x="17513" y="742"/>
                    <a:pt x="17425" y="742"/>
                  </a:cubicBezTo>
                  <a:cubicBezTo>
                    <a:pt x="17338" y="742"/>
                    <a:pt x="17246" y="751"/>
                    <a:pt x="17146" y="767"/>
                  </a:cubicBezTo>
                  <a:cubicBezTo>
                    <a:pt x="16943" y="794"/>
                    <a:pt x="16741" y="805"/>
                    <a:pt x="16538" y="805"/>
                  </a:cubicBezTo>
                  <a:cubicBezTo>
                    <a:pt x="15800" y="805"/>
                    <a:pt x="15061" y="664"/>
                    <a:pt x="14323" y="664"/>
                  </a:cubicBezTo>
                  <a:cubicBezTo>
                    <a:pt x="14263" y="664"/>
                    <a:pt x="14204" y="665"/>
                    <a:pt x="14144" y="667"/>
                  </a:cubicBezTo>
                  <a:cubicBezTo>
                    <a:pt x="13994" y="676"/>
                    <a:pt x="13846" y="680"/>
                    <a:pt x="13699" y="680"/>
                  </a:cubicBezTo>
                  <a:cubicBezTo>
                    <a:pt x="13260" y="680"/>
                    <a:pt x="12835" y="642"/>
                    <a:pt x="12409" y="567"/>
                  </a:cubicBezTo>
                  <a:cubicBezTo>
                    <a:pt x="11776" y="467"/>
                    <a:pt x="11042" y="0"/>
                    <a:pt x="1044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40" name="Google Shape;3340;p69"/>
            <p:cNvSpPr/>
            <p:nvPr/>
          </p:nvSpPr>
          <p:spPr>
            <a:xfrm>
              <a:off x="7580766" y="2356679"/>
              <a:ext cx="546894" cy="373440"/>
            </a:xfrm>
            <a:custGeom>
              <a:rect b="b" l="l" r="r" t="t"/>
              <a:pathLst>
                <a:path extrusionOk="0" h="18593" w="27229">
                  <a:moveTo>
                    <a:pt x="5608" y="0"/>
                  </a:moveTo>
                  <a:cubicBezTo>
                    <a:pt x="0" y="0"/>
                    <a:pt x="7491" y="7637"/>
                    <a:pt x="8681" y="9439"/>
                  </a:cubicBezTo>
                  <a:lnTo>
                    <a:pt x="8715" y="9439"/>
                  </a:lnTo>
                  <a:cubicBezTo>
                    <a:pt x="9515" y="10673"/>
                    <a:pt x="10349" y="11907"/>
                    <a:pt x="11183" y="13141"/>
                  </a:cubicBezTo>
                  <a:cubicBezTo>
                    <a:pt x="11750" y="14009"/>
                    <a:pt x="12317" y="15109"/>
                    <a:pt x="13418" y="15343"/>
                  </a:cubicBezTo>
                  <a:cubicBezTo>
                    <a:pt x="14352" y="15543"/>
                    <a:pt x="15019" y="17378"/>
                    <a:pt x="15686" y="17978"/>
                  </a:cubicBezTo>
                  <a:cubicBezTo>
                    <a:pt x="16165" y="18416"/>
                    <a:pt x="16585" y="18593"/>
                    <a:pt x="16976" y="18593"/>
                  </a:cubicBezTo>
                  <a:cubicBezTo>
                    <a:pt x="17865" y="18593"/>
                    <a:pt x="18606" y="17678"/>
                    <a:pt x="19556" y="16844"/>
                  </a:cubicBezTo>
                  <a:cubicBezTo>
                    <a:pt x="22325" y="14376"/>
                    <a:pt x="24893" y="11674"/>
                    <a:pt x="27228" y="8772"/>
                  </a:cubicBezTo>
                  <a:cubicBezTo>
                    <a:pt x="21024" y="4135"/>
                    <a:pt x="13718" y="699"/>
                    <a:pt x="6280" y="32"/>
                  </a:cubicBezTo>
                  <a:cubicBezTo>
                    <a:pt x="6037" y="11"/>
                    <a:pt x="5814" y="0"/>
                    <a:pt x="5608" y="0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41" name="Google Shape;3341;p69"/>
            <p:cNvSpPr/>
            <p:nvPr/>
          </p:nvSpPr>
          <p:spPr>
            <a:xfrm>
              <a:off x="7016136" y="2389277"/>
              <a:ext cx="59652" cy="69052"/>
            </a:xfrm>
            <a:custGeom>
              <a:rect b="b" l="l" r="r" t="t"/>
              <a:pathLst>
                <a:path extrusionOk="0" h="3438" w="2970">
                  <a:moveTo>
                    <a:pt x="766" y="0"/>
                  </a:moveTo>
                  <a:cubicBezTo>
                    <a:pt x="389" y="0"/>
                    <a:pt x="76" y="180"/>
                    <a:pt x="34" y="711"/>
                  </a:cubicBezTo>
                  <a:cubicBezTo>
                    <a:pt x="1" y="911"/>
                    <a:pt x="34" y="1111"/>
                    <a:pt x="167" y="1278"/>
                  </a:cubicBezTo>
                  <a:cubicBezTo>
                    <a:pt x="267" y="1378"/>
                    <a:pt x="367" y="1445"/>
                    <a:pt x="501" y="1545"/>
                  </a:cubicBezTo>
                  <a:cubicBezTo>
                    <a:pt x="668" y="1678"/>
                    <a:pt x="834" y="1845"/>
                    <a:pt x="968" y="2012"/>
                  </a:cubicBezTo>
                  <a:cubicBezTo>
                    <a:pt x="1068" y="2112"/>
                    <a:pt x="1168" y="2212"/>
                    <a:pt x="1201" y="2345"/>
                  </a:cubicBezTo>
                  <a:cubicBezTo>
                    <a:pt x="1359" y="2686"/>
                    <a:pt x="1619" y="3438"/>
                    <a:pt x="2046" y="3438"/>
                  </a:cubicBezTo>
                  <a:cubicBezTo>
                    <a:pt x="2163" y="3438"/>
                    <a:pt x="2292" y="3382"/>
                    <a:pt x="2436" y="3246"/>
                  </a:cubicBezTo>
                  <a:cubicBezTo>
                    <a:pt x="2602" y="3046"/>
                    <a:pt x="2702" y="2812"/>
                    <a:pt x="2769" y="2545"/>
                  </a:cubicBezTo>
                  <a:cubicBezTo>
                    <a:pt x="2903" y="2012"/>
                    <a:pt x="2969" y="1378"/>
                    <a:pt x="2669" y="911"/>
                  </a:cubicBezTo>
                  <a:cubicBezTo>
                    <a:pt x="2469" y="577"/>
                    <a:pt x="2069" y="377"/>
                    <a:pt x="1668" y="210"/>
                  </a:cubicBezTo>
                  <a:cubicBezTo>
                    <a:pt x="1602" y="177"/>
                    <a:pt x="1535" y="177"/>
                    <a:pt x="1435" y="144"/>
                  </a:cubicBezTo>
                  <a:cubicBezTo>
                    <a:pt x="1217" y="59"/>
                    <a:pt x="981" y="0"/>
                    <a:pt x="766" y="0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42" name="Google Shape;3342;p69"/>
            <p:cNvSpPr/>
            <p:nvPr/>
          </p:nvSpPr>
          <p:spPr>
            <a:xfrm>
              <a:off x="7150405" y="4523589"/>
              <a:ext cx="32578" cy="51377"/>
            </a:xfrm>
            <a:custGeom>
              <a:rect b="b" l="l" r="r" t="t"/>
              <a:pathLst>
                <a:path extrusionOk="0" h="2558" w="1622">
                  <a:moveTo>
                    <a:pt x="248" y="1"/>
                  </a:moveTo>
                  <a:cubicBezTo>
                    <a:pt x="124" y="1"/>
                    <a:pt x="0" y="109"/>
                    <a:pt x="20" y="289"/>
                  </a:cubicBezTo>
                  <a:cubicBezTo>
                    <a:pt x="120" y="956"/>
                    <a:pt x="454" y="1623"/>
                    <a:pt x="854" y="2157"/>
                  </a:cubicBezTo>
                  <a:cubicBezTo>
                    <a:pt x="954" y="2324"/>
                    <a:pt x="1088" y="2557"/>
                    <a:pt x="1321" y="2557"/>
                  </a:cubicBezTo>
                  <a:cubicBezTo>
                    <a:pt x="1455" y="2557"/>
                    <a:pt x="1555" y="2491"/>
                    <a:pt x="1588" y="2357"/>
                  </a:cubicBezTo>
                  <a:cubicBezTo>
                    <a:pt x="1621" y="2224"/>
                    <a:pt x="1588" y="2124"/>
                    <a:pt x="1488" y="2024"/>
                  </a:cubicBezTo>
                  <a:lnTo>
                    <a:pt x="1521" y="2024"/>
                  </a:lnTo>
                  <a:cubicBezTo>
                    <a:pt x="1321" y="1757"/>
                    <a:pt x="1088" y="1490"/>
                    <a:pt x="921" y="1190"/>
                  </a:cubicBezTo>
                  <a:cubicBezTo>
                    <a:pt x="754" y="856"/>
                    <a:pt x="587" y="523"/>
                    <a:pt x="454" y="156"/>
                  </a:cubicBezTo>
                  <a:cubicBezTo>
                    <a:pt x="414" y="49"/>
                    <a:pt x="331" y="1"/>
                    <a:pt x="248" y="1"/>
                  </a:cubicBezTo>
                  <a:close/>
                </a:path>
              </a:pathLst>
            </a:custGeom>
            <a:solidFill>
              <a:srgbClr val="5CC9BF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43" name="Google Shape;3343;p69"/>
            <p:cNvSpPr/>
            <p:nvPr/>
          </p:nvSpPr>
          <p:spPr>
            <a:xfrm>
              <a:off x="7186979" y="4519954"/>
              <a:ext cx="34185" cy="34988"/>
            </a:xfrm>
            <a:custGeom>
              <a:rect b="b" l="l" r="r" t="t"/>
              <a:pathLst>
                <a:path extrusionOk="0" h="1742" w="1702">
                  <a:moveTo>
                    <a:pt x="221" y="0"/>
                  </a:moveTo>
                  <a:cubicBezTo>
                    <a:pt x="163" y="0"/>
                    <a:pt x="109" y="29"/>
                    <a:pt x="67" y="70"/>
                  </a:cubicBezTo>
                  <a:cubicBezTo>
                    <a:pt x="1" y="170"/>
                    <a:pt x="34" y="270"/>
                    <a:pt x="101" y="337"/>
                  </a:cubicBezTo>
                  <a:cubicBezTo>
                    <a:pt x="267" y="503"/>
                    <a:pt x="434" y="704"/>
                    <a:pt x="601" y="870"/>
                  </a:cubicBezTo>
                  <a:cubicBezTo>
                    <a:pt x="668" y="970"/>
                    <a:pt x="768" y="1071"/>
                    <a:pt x="835" y="1171"/>
                  </a:cubicBezTo>
                  <a:cubicBezTo>
                    <a:pt x="868" y="1204"/>
                    <a:pt x="901" y="1237"/>
                    <a:pt x="901" y="1271"/>
                  </a:cubicBezTo>
                  <a:cubicBezTo>
                    <a:pt x="935" y="1304"/>
                    <a:pt x="968" y="1371"/>
                    <a:pt x="1001" y="1404"/>
                  </a:cubicBezTo>
                  <a:cubicBezTo>
                    <a:pt x="1125" y="1558"/>
                    <a:pt x="1248" y="1741"/>
                    <a:pt x="1451" y="1741"/>
                  </a:cubicBezTo>
                  <a:cubicBezTo>
                    <a:pt x="1467" y="1741"/>
                    <a:pt x="1484" y="1740"/>
                    <a:pt x="1502" y="1738"/>
                  </a:cubicBezTo>
                  <a:cubicBezTo>
                    <a:pt x="1635" y="1671"/>
                    <a:pt x="1702" y="1504"/>
                    <a:pt x="1668" y="1371"/>
                  </a:cubicBezTo>
                  <a:cubicBezTo>
                    <a:pt x="1635" y="1271"/>
                    <a:pt x="1602" y="1204"/>
                    <a:pt x="1568" y="1137"/>
                  </a:cubicBezTo>
                  <a:cubicBezTo>
                    <a:pt x="1402" y="937"/>
                    <a:pt x="1235" y="704"/>
                    <a:pt x="1035" y="537"/>
                  </a:cubicBezTo>
                  <a:cubicBezTo>
                    <a:pt x="835" y="337"/>
                    <a:pt x="601" y="170"/>
                    <a:pt x="334" y="36"/>
                  </a:cubicBezTo>
                  <a:cubicBezTo>
                    <a:pt x="296" y="11"/>
                    <a:pt x="258" y="0"/>
                    <a:pt x="221" y="0"/>
                  </a:cubicBezTo>
                  <a:close/>
                </a:path>
              </a:pathLst>
            </a:custGeom>
            <a:solidFill>
              <a:srgbClr val="5CC9BF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44" name="Google Shape;3344;p69"/>
            <p:cNvSpPr/>
            <p:nvPr/>
          </p:nvSpPr>
          <p:spPr>
            <a:xfrm>
              <a:off x="7227852" y="4506236"/>
              <a:ext cx="41235" cy="26713"/>
            </a:xfrm>
            <a:custGeom>
              <a:rect b="b" l="l" r="r" t="t"/>
              <a:pathLst>
                <a:path extrusionOk="0" h="1330" w="2053">
                  <a:moveTo>
                    <a:pt x="260" y="0"/>
                  </a:moveTo>
                  <a:cubicBezTo>
                    <a:pt x="186" y="0"/>
                    <a:pt x="112" y="30"/>
                    <a:pt x="67" y="119"/>
                  </a:cubicBezTo>
                  <a:cubicBezTo>
                    <a:pt x="0" y="219"/>
                    <a:pt x="34" y="353"/>
                    <a:pt x="134" y="419"/>
                  </a:cubicBezTo>
                  <a:cubicBezTo>
                    <a:pt x="367" y="586"/>
                    <a:pt x="634" y="753"/>
                    <a:pt x="868" y="886"/>
                  </a:cubicBezTo>
                  <a:cubicBezTo>
                    <a:pt x="1135" y="1053"/>
                    <a:pt x="1368" y="1253"/>
                    <a:pt x="1668" y="1320"/>
                  </a:cubicBezTo>
                  <a:cubicBezTo>
                    <a:pt x="1691" y="1326"/>
                    <a:pt x="1713" y="1329"/>
                    <a:pt x="1734" y="1329"/>
                  </a:cubicBezTo>
                  <a:cubicBezTo>
                    <a:pt x="1931" y="1329"/>
                    <a:pt x="2052" y="1070"/>
                    <a:pt x="1902" y="920"/>
                  </a:cubicBezTo>
                  <a:lnTo>
                    <a:pt x="1902" y="920"/>
                  </a:lnTo>
                  <a:lnTo>
                    <a:pt x="1902" y="953"/>
                  </a:lnTo>
                  <a:cubicBezTo>
                    <a:pt x="1668" y="719"/>
                    <a:pt x="1401" y="586"/>
                    <a:pt x="1135" y="419"/>
                  </a:cubicBezTo>
                  <a:cubicBezTo>
                    <a:pt x="901" y="286"/>
                    <a:pt x="634" y="152"/>
                    <a:pt x="367" y="19"/>
                  </a:cubicBezTo>
                  <a:cubicBezTo>
                    <a:pt x="334" y="8"/>
                    <a:pt x="297" y="0"/>
                    <a:pt x="260" y="0"/>
                  </a:cubicBezTo>
                  <a:close/>
                </a:path>
              </a:pathLst>
            </a:custGeom>
            <a:solidFill>
              <a:srgbClr val="5CC9BF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45" name="Google Shape;3345;p69"/>
            <p:cNvSpPr/>
            <p:nvPr/>
          </p:nvSpPr>
          <p:spPr>
            <a:xfrm>
              <a:off x="7793305" y="4496214"/>
              <a:ext cx="34868" cy="36535"/>
            </a:xfrm>
            <a:custGeom>
              <a:rect b="b" l="l" r="r" t="t"/>
              <a:pathLst>
                <a:path extrusionOk="0" h="1819" w="1736">
                  <a:moveTo>
                    <a:pt x="218" y="1"/>
                  </a:moveTo>
                  <a:cubicBezTo>
                    <a:pt x="176" y="1"/>
                    <a:pt x="134" y="18"/>
                    <a:pt x="101" y="51"/>
                  </a:cubicBezTo>
                  <a:cubicBezTo>
                    <a:pt x="1" y="118"/>
                    <a:pt x="1" y="218"/>
                    <a:pt x="34" y="284"/>
                  </a:cubicBezTo>
                  <a:cubicBezTo>
                    <a:pt x="201" y="585"/>
                    <a:pt x="401" y="852"/>
                    <a:pt x="635" y="1118"/>
                  </a:cubicBezTo>
                  <a:cubicBezTo>
                    <a:pt x="735" y="1252"/>
                    <a:pt x="835" y="1385"/>
                    <a:pt x="935" y="1485"/>
                  </a:cubicBezTo>
                  <a:cubicBezTo>
                    <a:pt x="1002" y="1552"/>
                    <a:pt x="1068" y="1619"/>
                    <a:pt x="1135" y="1652"/>
                  </a:cubicBezTo>
                  <a:cubicBezTo>
                    <a:pt x="1168" y="1685"/>
                    <a:pt x="1202" y="1719"/>
                    <a:pt x="1235" y="1752"/>
                  </a:cubicBezTo>
                  <a:cubicBezTo>
                    <a:pt x="1268" y="1786"/>
                    <a:pt x="1335" y="1786"/>
                    <a:pt x="1402" y="1819"/>
                  </a:cubicBezTo>
                  <a:cubicBezTo>
                    <a:pt x="1502" y="1819"/>
                    <a:pt x="1569" y="1819"/>
                    <a:pt x="1635" y="1752"/>
                  </a:cubicBezTo>
                  <a:cubicBezTo>
                    <a:pt x="1702" y="1685"/>
                    <a:pt x="1735" y="1619"/>
                    <a:pt x="1702" y="1519"/>
                  </a:cubicBezTo>
                  <a:cubicBezTo>
                    <a:pt x="1702" y="1452"/>
                    <a:pt x="1669" y="1419"/>
                    <a:pt x="1669" y="1385"/>
                  </a:cubicBezTo>
                  <a:cubicBezTo>
                    <a:pt x="1635" y="1319"/>
                    <a:pt x="1569" y="1285"/>
                    <a:pt x="1535" y="1252"/>
                  </a:cubicBezTo>
                  <a:cubicBezTo>
                    <a:pt x="1469" y="1185"/>
                    <a:pt x="1402" y="1152"/>
                    <a:pt x="1368" y="1085"/>
                  </a:cubicBezTo>
                  <a:cubicBezTo>
                    <a:pt x="1235" y="985"/>
                    <a:pt x="1102" y="885"/>
                    <a:pt x="1002" y="785"/>
                  </a:cubicBezTo>
                  <a:cubicBezTo>
                    <a:pt x="768" y="551"/>
                    <a:pt x="568" y="318"/>
                    <a:pt x="334" y="51"/>
                  </a:cubicBezTo>
                  <a:cubicBezTo>
                    <a:pt x="301" y="18"/>
                    <a:pt x="259" y="1"/>
                    <a:pt x="218" y="1"/>
                  </a:cubicBezTo>
                  <a:close/>
                </a:path>
              </a:pathLst>
            </a:custGeom>
            <a:solidFill>
              <a:srgbClr val="5CC9BF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46" name="Google Shape;3346;p69"/>
            <p:cNvSpPr/>
            <p:nvPr/>
          </p:nvSpPr>
          <p:spPr>
            <a:xfrm>
              <a:off x="7830784" y="4481612"/>
              <a:ext cx="40933" cy="41194"/>
            </a:xfrm>
            <a:custGeom>
              <a:rect b="b" l="l" r="r" t="t"/>
              <a:pathLst>
                <a:path extrusionOk="0" h="2051" w="2038">
                  <a:moveTo>
                    <a:pt x="219" y="0"/>
                  </a:moveTo>
                  <a:cubicBezTo>
                    <a:pt x="95" y="0"/>
                    <a:pt x="0" y="142"/>
                    <a:pt x="103" y="244"/>
                  </a:cubicBezTo>
                  <a:cubicBezTo>
                    <a:pt x="403" y="578"/>
                    <a:pt x="670" y="878"/>
                    <a:pt x="970" y="1212"/>
                  </a:cubicBezTo>
                  <a:cubicBezTo>
                    <a:pt x="1104" y="1345"/>
                    <a:pt x="1237" y="1512"/>
                    <a:pt x="1404" y="1645"/>
                  </a:cubicBezTo>
                  <a:cubicBezTo>
                    <a:pt x="1404" y="1679"/>
                    <a:pt x="1437" y="1712"/>
                    <a:pt x="1471" y="1712"/>
                  </a:cubicBezTo>
                  <a:lnTo>
                    <a:pt x="1471" y="1745"/>
                  </a:lnTo>
                  <a:lnTo>
                    <a:pt x="1471" y="1779"/>
                  </a:lnTo>
                  <a:cubicBezTo>
                    <a:pt x="1471" y="1779"/>
                    <a:pt x="1471" y="1812"/>
                    <a:pt x="1471" y="1845"/>
                  </a:cubicBezTo>
                  <a:cubicBezTo>
                    <a:pt x="1471" y="1879"/>
                    <a:pt x="1504" y="1945"/>
                    <a:pt x="1537" y="1979"/>
                  </a:cubicBezTo>
                  <a:cubicBezTo>
                    <a:pt x="1584" y="2025"/>
                    <a:pt x="1652" y="2050"/>
                    <a:pt x="1721" y="2050"/>
                  </a:cubicBezTo>
                  <a:cubicBezTo>
                    <a:pt x="1802" y="2050"/>
                    <a:pt x="1884" y="2017"/>
                    <a:pt x="1938" y="1945"/>
                  </a:cubicBezTo>
                  <a:cubicBezTo>
                    <a:pt x="2038" y="1845"/>
                    <a:pt x="2038" y="1712"/>
                    <a:pt x="2004" y="1579"/>
                  </a:cubicBezTo>
                  <a:cubicBezTo>
                    <a:pt x="1971" y="1445"/>
                    <a:pt x="1904" y="1378"/>
                    <a:pt x="1804" y="1278"/>
                  </a:cubicBezTo>
                  <a:cubicBezTo>
                    <a:pt x="1704" y="1212"/>
                    <a:pt x="1604" y="1112"/>
                    <a:pt x="1504" y="1045"/>
                  </a:cubicBezTo>
                  <a:cubicBezTo>
                    <a:pt x="1337" y="845"/>
                    <a:pt x="1137" y="711"/>
                    <a:pt x="937" y="511"/>
                  </a:cubicBezTo>
                  <a:cubicBezTo>
                    <a:pt x="737" y="344"/>
                    <a:pt x="537" y="211"/>
                    <a:pt x="336" y="44"/>
                  </a:cubicBezTo>
                  <a:cubicBezTo>
                    <a:pt x="298" y="13"/>
                    <a:pt x="257" y="0"/>
                    <a:pt x="219" y="0"/>
                  </a:cubicBezTo>
                  <a:close/>
                </a:path>
              </a:pathLst>
            </a:custGeom>
            <a:solidFill>
              <a:srgbClr val="5CC9BF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47" name="Google Shape;3347;p69"/>
            <p:cNvSpPr/>
            <p:nvPr/>
          </p:nvSpPr>
          <p:spPr>
            <a:xfrm>
              <a:off x="7765789" y="4513105"/>
              <a:ext cx="40270" cy="41255"/>
            </a:xfrm>
            <a:custGeom>
              <a:rect b="b" l="l" r="r" t="t"/>
              <a:pathLst>
                <a:path extrusionOk="0" h="2054" w="2005">
                  <a:moveTo>
                    <a:pt x="221" y="0"/>
                  </a:moveTo>
                  <a:cubicBezTo>
                    <a:pt x="96" y="0"/>
                    <a:pt x="0" y="149"/>
                    <a:pt x="103" y="277"/>
                  </a:cubicBezTo>
                  <a:cubicBezTo>
                    <a:pt x="370" y="578"/>
                    <a:pt x="670" y="911"/>
                    <a:pt x="937" y="1211"/>
                  </a:cubicBezTo>
                  <a:cubicBezTo>
                    <a:pt x="1071" y="1378"/>
                    <a:pt x="1237" y="1512"/>
                    <a:pt x="1371" y="1678"/>
                  </a:cubicBezTo>
                  <a:cubicBezTo>
                    <a:pt x="1404" y="1678"/>
                    <a:pt x="1404" y="1712"/>
                    <a:pt x="1438" y="1712"/>
                  </a:cubicBezTo>
                  <a:lnTo>
                    <a:pt x="1438" y="1745"/>
                  </a:lnTo>
                  <a:lnTo>
                    <a:pt x="1438" y="1778"/>
                  </a:lnTo>
                  <a:cubicBezTo>
                    <a:pt x="1438" y="1812"/>
                    <a:pt x="1438" y="1845"/>
                    <a:pt x="1471" y="1845"/>
                  </a:cubicBezTo>
                  <a:cubicBezTo>
                    <a:pt x="1471" y="1912"/>
                    <a:pt x="1504" y="1945"/>
                    <a:pt x="1504" y="1979"/>
                  </a:cubicBezTo>
                  <a:cubicBezTo>
                    <a:pt x="1571" y="2029"/>
                    <a:pt x="1646" y="2054"/>
                    <a:pt x="1717" y="2054"/>
                  </a:cubicBezTo>
                  <a:cubicBezTo>
                    <a:pt x="1788" y="2054"/>
                    <a:pt x="1855" y="2029"/>
                    <a:pt x="1905" y="1979"/>
                  </a:cubicBezTo>
                  <a:cubicBezTo>
                    <a:pt x="2005" y="1845"/>
                    <a:pt x="2005" y="1712"/>
                    <a:pt x="1971" y="1578"/>
                  </a:cubicBezTo>
                  <a:cubicBezTo>
                    <a:pt x="1938" y="1445"/>
                    <a:pt x="1871" y="1378"/>
                    <a:pt x="1771" y="1278"/>
                  </a:cubicBezTo>
                  <a:cubicBezTo>
                    <a:pt x="1671" y="1211"/>
                    <a:pt x="1604" y="1111"/>
                    <a:pt x="1504" y="1045"/>
                  </a:cubicBezTo>
                  <a:cubicBezTo>
                    <a:pt x="1304" y="878"/>
                    <a:pt x="1104" y="711"/>
                    <a:pt x="937" y="544"/>
                  </a:cubicBezTo>
                  <a:cubicBezTo>
                    <a:pt x="737" y="377"/>
                    <a:pt x="537" y="211"/>
                    <a:pt x="337" y="44"/>
                  </a:cubicBezTo>
                  <a:cubicBezTo>
                    <a:pt x="299" y="13"/>
                    <a:pt x="259" y="0"/>
                    <a:pt x="221" y="0"/>
                  </a:cubicBezTo>
                  <a:close/>
                </a:path>
              </a:pathLst>
            </a:custGeom>
            <a:solidFill>
              <a:srgbClr val="5CC9BF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48" name="Google Shape;3348;p69"/>
            <p:cNvSpPr/>
            <p:nvPr/>
          </p:nvSpPr>
          <p:spPr>
            <a:xfrm>
              <a:off x="7860309" y="4515977"/>
              <a:ext cx="20" cy="703"/>
            </a:xfrm>
            <a:custGeom>
              <a:rect b="b" l="l" r="r" t="t"/>
              <a:pathLst>
                <a:path extrusionOk="0" h="35" w="1">
                  <a:moveTo>
                    <a:pt x="1" y="1"/>
                  </a:moveTo>
                  <a:lnTo>
                    <a:pt x="1" y="1"/>
                  </a:lnTo>
                  <a:lnTo>
                    <a:pt x="1" y="34"/>
                  </a:lnTo>
                  <a:lnTo>
                    <a:pt x="1" y="34"/>
                  </a:lnTo>
                  <a:close/>
                </a:path>
              </a:pathLst>
            </a:custGeom>
            <a:solidFill>
              <a:srgbClr val="5CC9BF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49" name="Google Shape;3349;p69"/>
            <p:cNvSpPr/>
            <p:nvPr/>
          </p:nvSpPr>
          <p:spPr>
            <a:xfrm>
              <a:off x="7860309" y="4515977"/>
              <a:ext cx="20" cy="20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5CC9BF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50" name="Google Shape;3350;p69"/>
            <p:cNvSpPr/>
            <p:nvPr/>
          </p:nvSpPr>
          <p:spPr>
            <a:xfrm>
              <a:off x="7652891" y="3110108"/>
              <a:ext cx="109624" cy="499353"/>
            </a:xfrm>
            <a:custGeom>
              <a:rect b="b" l="l" r="r" t="t"/>
              <a:pathLst>
                <a:path extrusionOk="0" h="24862" w="5458">
                  <a:moveTo>
                    <a:pt x="5082" y="1"/>
                  </a:moveTo>
                  <a:cubicBezTo>
                    <a:pt x="4985" y="1"/>
                    <a:pt x="4890" y="68"/>
                    <a:pt x="4890" y="214"/>
                  </a:cubicBezTo>
                  <a:cubicBezTo>
                    <a:pt x="4857" y="981"/>
                    <a:pt x="4790" y="1748"/>
                    <a:pt x="4657" y="2515"/>
                  </a:cubicBezTo>
                  <a:cubicBezTo>
                    <a:pt x="4490" y="3249"/>
                    <a:pt x="4290" y="3983"/>
                    <a:pt x="4056" y="4684"/>
                  </a:cubicBezTo>
                  <a:cubicBezTo>
                    <a:pt x="3556" y="6185"/>
                    <a:pt x="3022" y="7652"/>
                    <a:pt x="2655" y="9187"/>
                  </a:cubicBezTo>
                  <a:cubicBezTo>
                    <a:pt x="2288" y="10788"/>
                    <a:pt x="2022" y="12422"/>
                    <a:pt x="1755" y="14057"/>
                  </a:cubicBezTo>
                  <a:cubicBezTo>
                    <a:pt x="1455" y="15725"/>
                    <a:pt x="1188" y="17393"/>
                    <a:pt x="921" y="19060"/>
                  </a:cubicBezTo>
                  <a:cubicBezTo>
                    <a:pt x="587" y="20962"/>
                    <a:pt x="287" y="22830"/>
                    <a:pt x="20" y="24698"/>
                  </a:cubicBezTo>
                  <a:cubicBezTo>
                    <a:pt x="0" y="24797"/>
                    <a:pt x="75" y="24861"/>
                    <a:pt x="146" y="24861"/>
                  </a:cubicBezTo>
                  <a:cubicBezTo>
                    <a:pt x="194" y="24861"/>
                    <a:pt x="240" y="24832"/>
                    <a:pt x="254" y="24765"/>
                  </a:cubicBezTo>
                  <a:cubicBezTo>
                    <a:pt x="887" y="21429"/>
                    <a:pt x="1455" y="18060"/>
                    <a:pt x="2055" y="14691"/>
                  </a:cubicBezTo>
                  <a:cubicBezTo>
                    <a:pt x="2322" y="13056"/>
                    <a:pt x="2589" y="11388"/>
                    <a:pt x="2956" y="9787"/>
                  </a:cubicBezTo>
                  <a:cubicBezTo>
                    <a:pt x="3289" y="8253"/>
                    <a:pt x="3823" y="6752"/>
                    <a:pt x="4323" y="5251"/>
                  </a:cubicBezTo>
                  <a:cubicBezTo>
                    <a:pt x="4890" y="3649"/>
                    <a:pt x="5457" y="1915"/>
                    <a:pt x="5291" y="180"/>
                  </a:cubicBezTo>
                  <a:lnTo>
                    <a:pt x="5291" y="180"/>
                  </a:lnTo>
                  <a:lnTo>
                    <a:pt x="5291" y="214"/>
                  </a:lnTo>
                  <a:cubicBezTo>
                    <a:pt x="5291" y="76"/>
                    <a:pt x="5185" y="1"/>
                    <a:pt x="508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51" name="Google Shape;3351;p69"/>
            <p:cNvSpPr/>
            <p:nvPr/>
          </p:nvSpPr>
          <p:spPr>
            <a:xfrm>
              <a:off x="7466061" y="2614289"/>
              <a:ext cx="145375" cy="180223"/>
            </a:xfrm>
            <a:custGeom>
              <a:rect b="b" l="l" r="r" t="t"/>
              <a:pathLst>
                <a:path extrusionOk="0" h="8973" w="7238">
                  <a:moveTo>
                    <a:pt x="7030" y="0"/>
                  </a:moveTo>
                  <a:cubicBezTo>
                    <a:pt x="6993" y="0"/>
                    <a:pt x="6954" y="15"/>
                    <a:pt x="6920" y="49"/>
                  </a:cubicBezTo>
                  <a:cubicBezTo>
                    <a:pt x="6320" y="716"/>
                    <a:pt x="5853" y="1516"/>
                    <a:pt x="5353" y="2250"/>
                  </a:cubicBezTo>
                  <a:cubicBezTo>
                    <a:pt x="4786" y="3017"/>
                    <a:pt x="4219" y="3785"/>
                    <a:pt x="3651" y="4518"/>
                  </a:cubicBezTo>
                  <a:cubicBezTo>
                    <a:pt x="3084" y="5252"/>
                    <a:pt x="2484" y="5953"/>
                    <a:pt x="1884" y="6653"/>
                  </a:cubicBezTo>
                  <a:cubicBezTo>
                    <a:pt x="1283" y="7354"/>
                    <a:pt x="649" y="8054"/>
                    <a:pt x="82" y="8788"/>
                  </a:cubicBezTo>
                  <a:cubicBezTo>
                    <a:pt x="1" y="8869"/>
                    <a:pt x="74" y="8973"/>
                    <a:pt x="158" y="8973"/>
                  </a:cubicBezTo>
                  <a:cubicBezTo>
                    <a:pt x="177" y="8973"/>
                    <a:pt x="197" y="8967"/>
                    <a:pt x="216" y="8955"/>
                  </a:cubicBezTo>
                  <a:cubicBezTo>
                    <a:pt x="916" y="8321"/>
                    <a:pt x="1583" y="7587"/>
                    <a:pt x="2184" y="6887"/>
                  </a:cubicBezTo>
                  <a:cubicBezTo>
                    <a:pt x="2784" y="6220"/>
                    <a:pt x="3385" y="5486"/>
                    <a:pt x="3952" y="4785"/>
                  </a:cubicBezTo>
                  <a:cubicBezTo>
                    <a:pt x="4519" y="4085"/>
                    <a:pt x="5086" y="3351"/>
                    <a:pt x="5620" y="2617"/>
                  </a:cubicBezTo>
                  <a:cubicBezTo>
                    <a:pt x="5886" y="2250"/>
                    <a:pt x="6153" y="1850"/>
                    <a:pt x="6420" y="1450"/>
                  </a:cubicBezTo>
                  <a:cubicBezTo>
                    <a:pt x="6687" y="1083"/>
                    <a:pt x="6987" y="682"/>
                    <a:pt x="7187" y="249"/>
                  </a:cubicBezTo>
                  <a:cubicBezTo>
                    <a:pt x="7237" y="124"/>
                    <a:pt x="7139" y="0"/>
                    <a:pt x="703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52" name="Google Shape;3352;p69"/>
            <p:cNvSpPr/>
            <p:nvPr/>
          </p:nvSpPr>
          <p:spPr>
            <a:xfrm>
              <a:off x="7899173" y="2530073"/>
              <a:ext cx="38202" cy="208984"/>
            </a:xfrm>
            <a:custGeom>
              <a:rect b="b" l="l" r="r" t="t"/>
              <a:pathLst>
                <a:path extrusionOk="0" h="10405" w="1902">
                  <a:moveTo>
                    <a:pt x="116" y="1"/>
                  </a:moveTo>
                  <a:cubicBezTo>
                    <a:pt x="58" y="1"/>
                    <a:pt x="0" y="34"/>
                    <a:pt x="0" y="105"/>
                  </a:cubicBezTo>
                  <a:cubicBezTo>
                    <a:pt x="100" y="939"/>
                    <a:pt x="300" y="1806"/>
                    <a:pt x="467" y="2640"/>
                  </a:cubicBezTo>
                  <a:cubicBezTo>
                    <a:pt x="634" y="3474"/>
                    <a:pt x="801" y="4342"/>
                    <a:pt x="968" y="5176"/>
                  </a:cubicBezTo>
                  <a:cubicBezTo>
                    <a:pt x="1301" y="6877"/>
                    <a:pt x="1635" y="8578"/>
                    <a:pt x="1268" y="10279"/>
                  </a:cubicBezTo>
                  <a:cubicBezTo>
                    <a:pt x="1248" y="10360"/>
                    <a:pt x="1313" y="10404"/>
                    <a:pt x="1375" y="10404"/>
                  </a:cubicBezTo>
                  <a:cubicBezTo>
                    <a:pt x="1416" y="10404"/>
                    <a:pt x="1455" y="10385"/>
                    <a:pt x="1468" y="10346"/>
                  </a:cubicBezTo>
                  <a:cubicBezTo>
                    <a:pt x="1902" y="8678"/>
                    <a:pt x="1601" y="6977"/>
                    <a:pt x="1301" y="5342"/>
                  </a:cubicBezTo>
                  <a:cubicBezTo>
                    <a:pt x="1134" y="4475"/>
                    <a:pt x="968" y="3608"/>
                    <a:pt x="801" y="2740"/>
                  </a:cubicBezTo>
                  <a:cubicBezTo>
                    <a:pt x="634" y="1873"/>
                    <a:pt x="501" y="939"/>
                    <a:pt x="234" y="72"/>
                  </a:cubicBezTo>
                  <a:cubicBezTo>
                    <a:pt x="218" y="25"/>
                    <a:pt x="167" y="1"/>
                    <a:pt x="11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53" name="Google Shape;3353;p69"/>
            <p:cNvSpPr/>
            <p:nvPr/>
          </p:nvSpPr>
          <p:spPr>
            <a:xfrm>
              <a:off x="7567711" y="2255330"/>
              <a:ext cx="33221" cy="7773"/>
            </a:xfrm>
            <a:custGeom>
              <a:rect b="b" l="l" r="r" t="t"/>
              <a:pathLst>
                <a:path extrusionOk="0" h="387" w="1654">
                  <a:moveTo>
                    <a:pt x="97" y="1"/>
                  </a:moveTo>
                  <a:cubicBezTo>
                    <a:pt x="42" y="1"/>
                    <a:pt x="1" y="79"/>
                    <a:pt x="58" y="108"/>
                  </a:cubicBezTo>
                  <a:cubicBezTo>
                    <a:pt x="258" y="275"/>
                    <a:pt x="525" y="341"/>
                    <a:pt x="792" y="375"/>
                  </a:cubicBezTo>
                  <a:cubicBezTo>
                    <a:pt x="855" y="383"/>
                    <a:pt x="918" y="387"/>
                    <a:pt x="981" y="387"/>
                  </a:cubicBezTo>
                  <a:cubicBezTo>
                    <a:pt x="1185" y="387"/>
                    <a:pt x="1389" y="343"/>
                    <a:pt x="1593" y="241"/>
                  </a:cubicBezTo>
                  <a:cubicBezTo>
                    <a:pt x="1653" y="211"/>
                    <a:pt x="1604" y="70"/>
                    <a:pt x="1519" y="70"/>
                  </a:cubicBezTo>
                  <a:cubicBezTo>
                    <a:pt x="1510" y="70"/>
                    <a:pt x="1502" y="71"/>
                    <a:pt x="1493" y="74"/>
                  </a:cubicBezTo>
                  <a:cubicBezTo>
                    <a:pt x="1329" y="129"/>
                    <a:pt x="1143" y="183"/>
                    <a:pt x="936" y="183"/>
                  </a:cubicBezTo>
                  <a:cubicBezTo>
                    <a:pt x="889" y="183"/>
                    <a:pt x="841" y="181"/>
                    <a:pt x="792" y="174"/>
                  </a:cubicBezTo>
                  <a:cubicBezTo>
                    <a:pt x="559" y="174"/>
                    <a:pt x="325" y="74"/>
                    <a:pt x="125" y="8"/>
                  </a:cubicBezTo>
                  <a:cubicBezTo>
                    <a:pt x="116" y="3"/>
                    <a:pt x="106" y="1"/>
                    <a:pt x="9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54" name="Google Shape;3354;p69"/>
            <p:cNvSpPr/>
            <p:nvPr/>
          </p:nvSpPr>
          <p:spPr>
            <a:xfrm>
              <a:off x="7647247" y="2216606"/>
              <a:ext cx="27316" cy="15988"/>
            </a:xfrm>
            <a:custGeom>
              <a:rect b="b" l="l" r="r" t="t"/>
              <a:pathLst>
                <a:path extrusionOk="0" h="796" w="1360">
                  <a:moveTo>
                    <a:pt x="935" y="1"/>
                  </a:moveTo>
                  <a:cubicBezTo>
                    <a:pt x="768" y="1"/>
                    <a:pt x="635" y="34"/>
                    <a:pt x="535" y="101"/>
                  </a:cubicBezTo>
                  <a:cubicBezTo>
                    <a:pt x="401" y="134"/>
                    <a:pt x="301" y="234"/>
                    <a:pt x="201" y="301"/>
                  </a:cubicBezTo>
                  <a:cubicBezTo>
                    <a:pt x="168" y="368"/>
                    <a:pt x="101" y="435"/>
                    <a:pt x="68" y="468"/>
                  </a:cubicBezTo>
                  <a:cubicBezTo>
                    <a:pt x="34" y="535"/>
                    <a:pt x="1" y="601"/>
                    <a:pt x="1" y="701"/>
                  </a:cubicBezTo>
                  <a:cubicBezTo>
                    <a:pt x="1" y="760"/>
                    <a:pt x="46" y="795"/>
                    <a:pt x="97" y="795"/>
                  </a:cubicBezTo>
                  <a:cubicBezTo>
                    <a:pt x="134" y="795"/>
                    <a:pt x="173" y="777"/>
                    <a:pt x="201" y="735"/>
                  </a:cubicBezTo>
                  <a:cubicBezTo>
                    <a:pt x="234" y="701"/>
                    <a:pt x="268" y="668"/>
                    <a:pt x="301" y="601"/>
                  </a:cubicBezTo>
                  <a:cubicBezTo>
                    <a:pt x="301" y="568"/>
                    <a:pt x="335" y="535"/>
                    <a:pt x="368" y="501"/>
                  </a:cubicBezTo>
                  <a:cubicBezTo>
                    <a:pt x="468" y="401"/>
                    <a:pt x="535" y="335"/>
                    <a:pt x="635" y="301"/>
                  </a:cubicBezTo>
                  <a:cubicBezTo>
                    <a:pt x="785" y="226"/>
                    <a:pt x="954" y="189"/>
                    <a:pt x="1113" y="189"/>
                  </a:cubicBezTo>
                  <a:cubicBezTo>
                    <a:pt x="1166" y="189"/>
                    <a:pt x="1219" y="193"/>
                    <a:pt x="1269" y="201"/>
                  </a:cubicBezTo>
                  <a:cubicBezTo>
                    <a:pt x="1278" y="206"/>
                    <a:pt x="1287" y="208"/>
                    <a:pt x="1294" y="208"/>
                  </a:cubicBezTo>
                  <a:cubicBezTo>
                    <a:pt x="1343" y="208"/>
                    <a:pt x="1359" y="130"/>
                    <a:pt x="1302" y="101"/>
                  </a:cubicBezTo>
                  <a:lnTo>
                    <a:pt x="1302" y="101"/>
                  </a:lnTo>
                  <a:lnTo>
                    <a:pt x="1302" y="134"/>
                  </a:lnTo>
                  <a:cubicBezTo>
                    <a:pt x="1168" y="34"/>
                    <a:pt x="1068" y="1"/>
                    <a:pt x="93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55" name="Google Shape;3355;p69"/>
            <p:cNvSpPr/>
            <p:nvPr/>
          </p:nvSpPr>
          <p:spPr>
            <a:xfrm>
              <a:off x="7409421" y="3117097"/>
              <a:ext cx="58970" cy="102132"/>
            </a:xfrm>
            <a:custGeom>
              <a:rect b="b" l="l" r="r" t="t"/>
              <a:pathLst>
                <a:path extrusionOk="0" h="5085" w="2936">
                  <a:moveTo>
                    <a:pt x="289" y="0"/>
                  </a:moveTo>
                  <a:cubicBezTo>
                    <a:pt x="242" y="0"/>
                    <a:pt x="200" y="29"/>
                    <a:pt x="200" y="99"/>
                  </a:cubicBezTo>
                  <a:cubicBezTo>
                    <a:pt x="0" y="1167"/>
                    <a:pt x="67" y="2367"/>
                    <a:pt x="534" y="3335"/>
                  </a:cubicBezTo>
                  <a:cubicBezTo>
                    <a:pt x="767" y="3768"/>
                    <a:pt x="1068" y="4135"/>
                    <a:pt x="1435" y="4469"/>
                  </a:cubicBezTo>
                  <a:cubicBezTo>
                    <a:pt x="1635" y="4602"/>
                    <a:pt x="1801" y="4736"/>
                    <a:pt x="2002" y="4869"/>
                  </a:cubicBezTo>
                  <a:cubicBezTo>
                    <a:pt x="2198" y="4953"/>
                    <a:pt x="2418" y="5085"/>
                    <a:pt x="2622" y="5085"/>
                  </a:cubicBezTo>
                  <a:cubicBezTo>
                    <a:pt x="2660" y="5085"/>
                    <a:pt x="2698" y="5080"/>
                    <a:pt x="2735" y="5069"/>
                  </a:cubicBezTo>
                  <a:cubicBezTo>
                    <a:pt x="2936" y="5036"/>
                    <a:pt x="2936" y="4803"/>
                    <a:pt x="2836" y="4669"/>
                  </a:cubicBezTo>
                  <a:cubicBezTo>
                    <a:pt x="2735" y="4536"/>
                    <a:pt x="2469" y="4469"/>
                    <a:pt x="2302" y="4402"/>
                  </a:cubicBezTo>
                  <a:cubicBezTo>
                    <a:pt x="2102" y="4302"/>
                    <a:pt x="1935" y="4169"/>
                    <a:pt x="1768" y="4035"/>
                  </a:cubicBezTo>
                  <a:cubicBezTo>
                    <a:pt x="1435" y="3768"/>
                    <a:pt x="1168" y="3435"/>
                    <a:pt x="968" y="3068"/>
                  </a:cubicBezTo>
                  <a:cubicBezTo>
                    <a:pt x="501" y="2134"/>
                    <a:pt x="567" y="1133"/>
                    <a:pt x="434" y="133"/>
                  </a:cubicBezTo>
                  <a:cubicBezTo>
                    <a:pt x="434" y="55"/>
                    <a:pt x="355" y="0"/>
                    <a:pt x="2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56" name="Google Shape;3356;p69"/>
            <p:cNvSpPr/>
            <p:nvPr/>
          </p:nvSpPr>
          <p:spPr>
            <a:xfrm>
              <a:off x="8132220" y="2662071"/>
              <a:ext cx="26251" cy="41455"/>
            </a:xfrm>
            <a:custGeom>
              <a:rect b="b" l="l" r="r" t="t"/>
              <a:pathLst>
                <a:path extrusionOk="0" h="2064" w="1307">
                  <a:moveTo>
                    <a:pt x="1063" y="0"/>
                  </a:moveTo>
                  <a:cubicBezTo>
                    <a:pt x="991" y="0"/>
                    <a:pt x="922" y="42"/>
                    <a:pt x="906" y="138"/>
                  </a:cubicBezTo>
                  <a:cubicBezTo>
                    <a:pt x="873" y="271"/>
                    <a:pt x="906" y="438"/>
                    <a:pt x="873" y="605"/>
                  </a:cubicBezTo>
                  <a:cubicBezTo>
                    <a:pt x="839" y="738"/>
                    <a:pt x="773" y="905"/>
                    <a:pt x="706" y="1005"/>
                  </a:cubicBezTo>
                  <a:cubicBezTo>
                    <a:pt x="573" y="1305"/>
                    <a:pt x="372" y="1539"/>
                    <a:pt x="139" y="1739"/>
                  </a:cubicBezTo>
                  <a:cubicBezTo>
                    <a:pt x="0" y="1878"/>
                    <a:pt x="139" y="2063"/>
                    <a:pt x="305" y="2063"/>
                  </a:cubicBezTo>
                  <a:cubicBezTo>
                    <a:pt x="338" y="2063"/>
                    <a:pt x="372" y="2056"/>
                    <a:pt x="406" y="2039"/>
                  </a:cubicBezTo>
                  <a:cubicBezTo>
                    <a:pt x="739" y="1873"/>
                    <a:pt x="973" y="1572"/>
                    <a:pt x="1106" y="1205"/>
                  </a:cubicBezTo>
                  <a:cubicBezTo>
                    <a:pt x="1206" y="1039"/>
                    <a:pt x="1240" y="872"/>
                    <a:pt x="1273" y="705"/>
                  </a:cubicBezTo>
                  <a:cubicBezTo>
                    <a:pt x="1306" y="538"/>
                    <a:pt x="1306" y="305"/>
                    <a:pt x="1273" y="138"/>
                  </a:cubicBezTo>
                  <a:lnTo>
                    <a:pt x="1240" y="138"/>
                  </a:lnTo>
                  <a:cubicBezTo>
                    <a:pt x="1222" y="51"/>
                    <a:pt x="1141" y="0"/>
                    <a:pt x="1063" y="0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57" name="Google Shape;3357;p69"/>
            <p:cNvSpPr/>
            <p:nvPr/>
          </p:nvSpPr>
          <p:spPr>
            <a:xfrm>
              <a:off x="7233155" y="2864950"/>
              <a:ext cx="44970" cy="19442"/>
            </a:xfrm>
            <a:custGeom>
              <a:rect b="b" l="l" r="r" t="t"/>
              <a:pathLst>
                <a:path extrusionOk="0" h="968" w="2239">
                  <a:moveTo>
                    <a:pt x="235" y="1"/>
                  </a:moveTo>
                  <a:cubicBezTo>
                    <a:pt x="116" y="1"/>
                    <a:pt x="0" y="149"/>
                    <a:pt x="103" y="278"/>
                  </a:cubicBezTo>
                  <a:cubicBezTo>
                    <a:pt x="508" y="655"/>
                    <a:pt x="1087" y="967"/>
                    <a:pt x="1664" y="967"/>
                  </a:cubicBezTo>
                  <a:cubicBezTo>
                    <a:pt x="1801" y="967"/>
                    <a:pt x="1937" y="950"/>
                    <a:pt x="2071" y="911"/>
                  </a:cubicBezTo>
                  <a:cubicBezTo>
                    <a:pt x="2238" y="845"/>
                    <a:pt x="2205" y="611"/>
                    <a:pt x="2005" y="578"/>
                  </a:cubicBezTo>
                  <a:cubicBezTo>
                    <a:pt x="1704" y="578"/>
                    <a:pt x="1404" y="578"/>
                    <a:pt x="1137" y="478"/>
                  </a:cubicBezTo>
                  <a:cubicBezTo>
                    <a:pt x="837" y="378"/>
                    <a:pt x="570" y="244"/>
                    <a:pt x="337" y="44"/>
                  </a:cubicBezTo>
                  <a:cubicBezTo>
                    <a:pt x="306" y="14"/>
                    <a:pt x="271" y="1"/>
                    <a:pt x="235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58" name="Google Shape;3358;p69"/>
            <p:cNvSpPr/>
            <p:nvPr/>
          </p:nvSpPr>
          <p:spPr>
            <a:xfrm>
              <a:off x="7226888" y="2682096"/>
              <a:ext cx="29625" cy="39065"/>
            </a:xfrm>
            <a:custGeom>
              <a:rect b="b" l="l" r="r" t="t"/>
              <a:pathLst>
                <a:path extrusionOk="0" h="1945" w="1475">
                  <a:moveTo>
                    <a:pt x="169" y="1"/>
                  </a:moveTo>
                  <a:cubicBezTo>
                    <a:pt x="90" y="1"/>
                    <a:pt x="1" y="79"/>
                    <a:pt x="48" y="175"/>
                  </a:cubicBezTo>
                  <a:cubicBezTo>
                    <a:pt x="249" y="475"/>
                    <a:pt x="415" y="775"/>
                    <a:pt x="615" y="1042"/>
                  </a:cubicBezTo>
                  <a:lnTo>
                    <a:pt x="882" y="1476"/>
                  </a:lnTo>
                  <a:cubicBezTo>
                    <a:pt x="982" y="1643"/>
                    <a:pt x="1116" y="1776"/>
                    <a:pt x="1216" y="1910"/>
                  </a:cubicBezTo>
                  <a:cubicBezTo>
                    <a:pt x="1248" y="1934"/>
                    <a:pt x="1281" y="1945"/>
                    <a:pt x="1311" y="1945"/>
                  </a:cubicBezTo>
                  <a:cubicBezTo>
                    <a:pt x="1405" y="1945"/>
                    <a:pt x="1475" y="1844"/>
                    <a:pt x="1449" y="1743"/>
                  </a:cubicBezTo>
                  <a:cubicBezTo>
                    <a:pt x="1383" y="1609"/>
                    <a:pt x="1283" y="1443"/>
                    <a:pt x="1183" y="1309"/>
                  </a:cubicBezTo>
                  <a:cubicBezTo>
                    <a:pt x="1082" y="1176"/>
                    <a:pt x="982" y="1042"/>
                    <a:pt x="882" y="876"/>
                  </a:cubicBezTo>
                  <a:cubicBezTo>
                    <a:pt x="682" y="609"/>
                    <a:pt x="482" y="308"/>
                    <a:pt x="249" y="42"/>
                  </a:cubicBezTo>
                  <a:cubicBezTo>
                    <a:pt x="230" y="13"/>
                    <a:pt x="200" y="1"/>
                    <a:pt x="169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59" name="Google Shape;3359;p69"/>
            <p:cNvSpPr/>
            <p:nvPr/>
          </p:nvSpPr>
          <p:spPr>
            <a:xfrm>
              <a:off x="7601695" y="2306326"/>
              <a:ext cx="44709" cy="13216"/>
            </a:xfrm>
            <a:custGeom>
              <a:rect b="b" l="l" r="r" t="t"/>
              <a:pathLst>
                <a:path extrusionOk="0" h="658" w="2226">
                  <a:moveTo>
                    <a:pt x="1997" y="1"/>
                  </a:moveTo>
                  <a:cubicBezTo>
                    <a:pt x="1988" y="1"/>
                    <a:pt x="1979" y="2"/>
                    <a:pt x="1969" y="4"/>
                  </a:cubicBezTo>
                  <a:lnTo>
                    <a:pt x="1969" y="37"/>
                  </a:lnTo>
                  <a:cubicBezTo>
                    <a:pt x="1669" y="104"/>
                    <a:pt x="1368" y="204"/>
                    <a:pt x="1068" y="271"/>
                  </a:cubicBezTo>
                  <a:cubicBezTo>
                    <a:pt x="768" y="337"/>
                    <a:pt x="434" y="371"/>
                    <a:pt x="134" y="404"/>
                  </a:cubicBezTo>
                  <a:cubicBezTo>
                    <a:pt x="1" y="404"/>
                    <a:pt x="1" y="638"/>
                    <a:pt x="134" y="638"/>
                  </a:cubicBezTo>
                  <a:cubicBezTo>
                    <a:pt x="265" y="651"/>
                    <a:pt x="397" y="657"/>
                    <a:pt x="529" y="657"/>
                  </a:cubicBezTo>
                  <a:cubicBezTo>
                    <a:pt x="1071" y="657"/>
                    <a:pt x="1613" y="545"/>
                    <a:pt x="2069" y="304"/>
                  </a:cubicBezTo>
                  <a:cubicBezTo>
                    <a:pt x="2226" y="241"/>
                    <a:pt x="2146" y="1"/>
                    <a:pt x="1997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0"/>
                <a:buFont typeface="Arial"/>
                <a:buNone/>
              </a:pPr>
              <a:r>
                <a:t/>
              </a:r>
              <a:endParaRPr i="0" sz="7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360" name="Google Shape;3360;p69"/>
          <p:cNvGrpSpPr/>
          <p:nvPr/>
        </p:nvGrpSpPr>
        <p:grpSpPr>
          <a:xfrm>
            <a:off x="2173375" y="2774687"/>
            <a:ext cx="1557332" cy="621926"/>
            <a:chOff x="213722" y="2418788"/>
            <a:chExt cx="1447200" cy="717000"/>
          </a:xfrm>
        </p:grpSpPr>
        <p:sp>
          <p:nvSpPr>
            <p:cNvPr id="3361" name="Google Shape;3361;p69"/>
            <p:cNvSpPr/>
            <p:nvPr/>
          </p:nvSpPr>
          <p:spPr>
            <a:xfrm rot="-5400000">
              <a:off x="556625" y="2080255"/>
              <a:ext cx="708300" cy="13941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C46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2" name="Google Shape;3362;p69"/>
            <p:cNvSpPr txBox="1"/>
            <p:nvPr/>
          </p:nvSpPr>
          <p:spPr>
            <a:xfrm>
              <a:off x="213722" y="2418788"/>
              <a:ext cx="1447200" cy="71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accent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Dynamic Models (COCOMO)</a:t>
              </a:r>
              <a:endParaRPr b="1" sz="15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363" name="Google Shape;3363;p69"/>
          <p:cNvGrpSpPr/>
          <p:nvPr/>
        </p:nvGrpSpPr>
        <p:grpSpPr>
          <a:xfrm>
            <a:off x="2149250" y="1272783"/>
            <a:ext cx="1491900" cy="1352229"/>
            <a:chOff x="210400" y="1204408"/>
            <a:chExt cx="1491900" cy="1352229"/>
          </a:xfrm>
        </p:grpSpPr>
        <p:sp>
          <p:nvSpPr>
            <p:cNvPr id="3364" name="Google Shape;3364;p69"/>
            <p:cNvSpPr/>
            <p:nvPr/>
          </p:nvSpPr>
          <p:spPr>
            <a:xfrm rot="-5400000">
              <a:off x="637450" y="777358"/>
              <a:ext cx="637800" cy="14919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5" name="Google Shape;3365;p69"/>
            <p:cNvSpPr txBox="1"/>
            <p:nvPr/>
          </p:nvSpPr>
          <p:spPr>
            <a:xfrm>
              <a:off x="222400" y="1934738"/>
              <a:ext cx="1467900" cy="62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5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366" name="Google Shape;3366;p69"/>
          <p:cNvSpPr/>
          <p:nvPr/>
        </p:nvSpPr>
        <p:spPr>
          <a:xfrm rot="5400000">
            <a:off x="5846775" y="-862700"/>
            <a:ext cx="609000" cy="48939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4E5EC"/>
          </a:solidFill>
          <a:ln>
            <a:noFill/>
          </a:ln>
          <a:effectLst>
            <a:outerShdw blurRad="57150" rotWithShape="0" algn="bl" dir="5400000" dist="19050">
              <a:srgbClr val="000000">
                <a:alpha val="9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7" name="Google Shape;3367;p69"/>
          <p:cNvSpPr txBox="1"/>
          <p:nvPr/>
        </p:nvSpPr>
        <p:spPr>
          <a:xfrm>
            <a:off x="2237625" y="1353475"/>
            <a:ext cx="14124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Models</a:t>
            </a:r>
            <a:endParaRPr b="1" sz="15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68" name="Google Shape;3368;p69"/>
          <p:cNvSpPr txBox="1"/>
          <p:nvPr/>
        </p:nvSpPr>
        <p:spPr>
          <a:xfrm>
            <a:off x="3747175" y="1313125"/>
            <a:ext cx="46803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fixed factors (LOC, complexity, experience)</a:t>
            </a:r>
            <a:endParaRPr sz="17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grpSp>
        <p:nvGrpSpPr>
          <p:cNvPr id="3369" name="Google Shape;3369;p69"/>
          <p:cNvGrpSpPr/>
          <p:nvPr/>
        </p:nvGrpSpPr>
        <p:grpSpPr>
          <a:xfrm>
            <a:off x="2173376" y="2027502"/>
            <a:ext cx="1500191" cy="603511"/>
            <a:chOff x="213725" y="2423155"/>
            <a:chExt cx="1394100" cy="712780"/>
          </a:xfrm>
        </p:grpSpPr>
        <p:sp>
          <p:nvSpPr>
            <p:cNvPr id="3370" name="Google Shape;3370;p69"/>
            <p:cNvSpPr/>
            <p:nvPr/>
          </p:nvSpPr>
          <p:spPr>
            <a:xfrm rot="-5400000">
              <a:off x="556625" y="2080255"/>
              <a:ext cx="708300" cy="13941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73CA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1" name="Google Shape;3371;p69"/>
            <p:cNvSpPr txBox="1"/>
            <p:nvPr/>
          </p:nvSpPr>
          <p:spPr>
            <a:xfrm>
              <a:off x="263186" y="2514035"/>
              <a:ext cx="1312500" cy="62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accent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Limitation</a:t>
              </a:r>
              <a:endParaRPr b="1" sz="15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372" name="Google Shape;3372;p69"/>
          <p:cNvSpPr/>
          <p:nvPr/>
        </p:nvSpPr>
        <p:spPr>
          <a:xfrm rot="5400000">
            <a:off x="5892700" y="-114750"/>
            <a:ext cx="570000" cy="48939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4E5EC"/>
          </a:solidFill>
          <a:ln>
            <a:noFill/>
          </a:ln>
          <a:effectLst>
            <a:outerShdw blurRad="57150" rotWithShape="0" algn="bl" dir="5400000" dist="19050">
              <a:srgbClr val="000000">
                <a:alpha val="9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3" name="Google Shape;3373;p69"/>
          <p:cNvSpPr txBox="1"/>
          <p:nvPr/>
        </p:nvSpPr>
        <p:spPr>
          <a:xfrm>
            <a:off x="3699400" y="2062950"/>
            <a:ext cx="48939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Cannot adapt if project conditions change.</a:t>
            </a:r>
            <a:endParaRPr sz="18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4" name="Google Shape;3374;p69"/>
          <p:cNvSpPr/>
          <p:nvPr/>
        </p:nvSpPr>
        <p:spPr>
          <a:xfrm rot="5400000">
            <a:off x="5909125" y="662763"/>
            <a:ext cx="570000" cy="48939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4E5EC"/>
          </a:solidFill>
          <a:ln>
            <a:noFill/>
          </a:ln>
          <a:effectLst>
            <a:outerShdw blurRad="57150" rotWithShape="0" algn="bl" dir="5400000" dist="19050">
              <a:srgbClr val="000000">
                <a:alpha val="9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5" name="Google Shape;3375;p69"/>
          <p:cNvSpPr txBox="1"/>
          <p:nvPr/>
        </p:nvSpPr>
        <p:spPr>
          <a:xfrm>
            <a:off x="3747175" y="2824713"/>
            <a:ext cx="48363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Variables are interdependent.</a:t>
            </a:r>
            <a:endParaRPr sz="18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376" name="Google Shape;3376;p69"/>
          <p:cNvGrpSpPr/>
          <p:nvPr/>
        </p:nvGrpSpPr>
        <p:grpSpPr>
          <a:xfrm>
            <a:off x="2173367" y="3469316"/>
            <a:ext cx="1500636" cy="712585"/>
            <a:chOff x="213725" y="2423155"/>
            <a:chExt cx="1394513" cy="712585"/>
          </a:xfrm>
        </p:grpSpPr>
        <p:sp>
          <p:nvSpPr>
            <p:cNvPr id="3377" name="Google Shape;3377;p69"/>
            <p:cNvSpPr/>
            <p:nvPr/>
          </p:nvSpPr>
          <p:spPr>
            <a:xfrm rot="-5400000">
              <a:off x="556625" y="2080255"/>
              <a:ext cx="708300" cy="13941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0B53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8" name="Google Shape;3378;p69"/>
            <p:cNvSpPr txBox="1"/>
            <p:nvPr/>
          </p:nvSpPr>
          <p:spPr>
            <a:xfrm>
              <a:off x="340139" y="2513840"/>
              <a:ext cx="1268100" cy="62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accent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Advantage</a:t>
              </a:r>
              <a:endParaRPr b="1" i="1" sz="15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379" name="Google Shape;3379;p69"/>
          <p:cNvSpPr/>
          <p:nvPr/>
        </p:nvSpPr>
        <p:spPr>
          <a:xfrm rot="5400000">
            <a:off x="5909113" y="1378438"/>
            <a:ext cx="570000" cy="48939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4E5EC"/>
          </a:solidFill>
          <a:ln>
            <a:noFill/>
          </a:ln>
          <a:effectLst>
            <a:outerShdw blurRad="57150" rotWithShape="0" algn="bl" dir="5400000" dist="19050">
              <a:srgbClr val="000000">
                <a:alpha val="9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0" name="Google Shape;3380;p69"/>
          <p:cNvSpPr txBox="1"/>
          <p:nvPr/>
        </p:nvSpPr>
        <p:spPr>
          <a:xfrm>
            <a:off x="3747175" y="3562150"/>
            <a:ext cx="47997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Adjust to project size, team skills, and tools.</a:t>
            </a:r>
            <a:endParaRPr sz="18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381" name="Google Shape;3381;p69"/>
          <p:cNvGrpSpPr/>
          <p:nvPr/>
        </p:nvGrpSpPr>
        <p:grpSpPr>
          <a:xfrm>
            <a:off x="2173324" y="4251049"/>
            <a:ext cx="1500191" cy="761280"/>
            <a:chOff x="213725" y="2407392"/>
            <a:chExt cx="1394100" cy="724063"/>
          </a:xfrm>
        </p:grpSpPr>
        <p:sp>
          <p:nvSpPr>
            <p:cNvPr id="3382" name="Google Shape;3382;p69"/>
            <p:cNvSpPr/>
            <p:nvPr/>
          </p:nvSpPr>
          <p:spPr>
            <a:xfrm rot="-5400000">
              <a:off x="556625" y="2080255"/>
              <a:ext cx="708300" cy="13941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3" name="Google Shape;3383;p69"/>
            <p:cNvSpPr txBox="1"/>
            <p:nvPr/>
          </p:nvSpPr>
          <p:spPr>
            <a:xfrm>
              <a:off x="297943" y="2407392"/>
              <a:ext cx="1278900" cy="67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accent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For </a:t>
              </a:r>
              <a:r>
                <a:rPr b="1" i="1" lang="en" sz="1500">
                  <a:solidFill>
                    <a:schemeClr val="accent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SkillMatch</a:t>
              </a:r>
              <a:endParaRPr b="1" i="1" sz="15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384" name="Google Shape;3384;p69"/>
          <p:cNvSpPr/>
          <p:nvPr/>
        </p:nvSpPr>
        <p:spPr>
          <a:xfrm rot="5400000">
            <a:off x="5784225" y="2146775"/>
            <a:ext cx="734100" cy="48939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4E5EC"/>
          </a:solidFill>
          <a:ln>
            <a:noFill/>
          </a:ln>
          <a:effectLst>
            <a:outerShdw blurRad="57150" rotWithShape="0" algn="bl" dir="5400000" dist="19050">
              <a:srgbClr val="000000">
                <a:alpha val="9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5" name="Google Shape;3385;p69"/>
          <p:cNvSpPr txBox="1"/>
          <p:nvPr/>
        </p:nvSpPr>
        <p:spPr>
          <a:xfrm>
            <a:off x="3704325" y="4250225"/>
            <a:ext cx="4980000" cy="7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accurate since it is a medium, multi-phase project.</a:t>
            </a:r>
            <a:endParaRPr sz="18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86" name="Google Shape;3386;p6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0" name="Shape 3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1" name="Google Shape;3391;p70"/>
          <p:cNvGrpSpPr/>
          <p:nvPr/>
        </p:nvGrpSpPr>
        <p:grpSpPr>
          <a:xfrm>
            <a:off x="-87900" y="219725"/>
            <a:ext cx="9000230" cy="717000"/>
            <a:chOff x="-76392" y="219725"/>
            <a:chExt cx="7622792" cy="717000"/>
          </a:xfrm>
        </p:grpSpPr>
        <p:sp>
          <p:nvSpPr>
            <p:cNvPr id="3392" name="Google Shape;3392;p70"/>
            <p:cNvSpPr/>
            <p:nvPr/>
          </p:nvSpPr>
          <p:spPr>
            <a:xfrm rot="5400000">
              <a:off x="3414650" y="-3195025"/>
              <a:ext cx="717000" cy="7546500"/>
            </a:xfrm>
            <a:prstGeom prst="round2SameRect">
              <a:avLst>
                <a:gd fmla="val 48054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93" name="Google Shape;3393;p70"/>
            <p:cNvSpPr txBox="1"/>
            <p:nvPr/>
          </p:nvSpPr>
          <p:spPr>
            <a:xfrm>
              <a:off x="-76392" y="268650"/>
              <a:ext cx="7546500" cy="62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1100"/>
                <a:buFont typeface="Arial"/>
                <a:buNone/>
              </a:pPr>
              <a:r>
                <a:rPr b="1" lang="en" sz="2300">
                  <a:solidFill>
                    <a:schemeClr val="accent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Rationale behind Choosing </a:t>
              </a:r>
              <a:r>
                <a:rPr b="1" lang="en" sz="2300">
                  <a:solidFill>
                    <a:schemeClr val="accent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Semi-Detached COCOMO for SkillMatch</a:t>
              </a:r>
              <a:endParaRPr b="1" sz="23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1100"/>
                <a:buFont typeface="Arial"/>
                <a:buNone/>
              </a:pPr>
              <a:r>
                <a:t/>
              </a:r>
              <a:endParaRPr b="1" sz="2300">
                <a:solidFill>
                  <a:srgbClr val="FFE59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300">
                <a:solidFill>
                  <a:srgbClr val="FFE59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394" name="Google Shape;3394;p70"/>
          <p:cNvGrpSpPr/>
          <p:nvPr/>
        </p:nvGrpSpPr>
        <p:grpSpPr>
          <a:xfrm>
            <a:off x="8779880" y="-2"/>
            <a:ext cx="560626" cy="572765"/>
            <a:chOff x="1961475" y="2492375"/>
            <a:chExt cx="1421825" cy="1451875"/>
          </a:xfrm>
        </p:grpSpPr>
        <p:sp>
          <p:nvSpPr>
            <p:cNvPr id="3395" name="Google Shape;3395;p70"/>
            <p:cNvSpPr/>
            <p:nvPr/>
          </p:nvSpPr>
          <p:spPr>
            <a:xfrm>
              <a:off x="1961475" y="2492375"/>
              <a:ext cx="1421825" cy="1451875"/>
            </a:xfrm>
            <a:custGeom>
              <a:rect b="b" l="l" r="r" t="t"/>
              <a:pathLst>
                <a:path extrusionOk="0" h="58075" w="56873">
                  <a:moveTo>
                    <a:pt x="28469" y="9443"/>
                  </a:moveTo>
                  <a:cubicBezTo>
                    <a:pt x="29104" y="9443"/>
                    <a:pt x="29744" y="9475"/>
                    <a:pt x="30389" y="9540"/>
                  </a:cubicBezTo>
                  <a:cubicBezTo>
                    <a:pt x="40930" y="10641"/>
                    <a:pt x="48602" y="20248"/>
                    <a:pt x="47535" y="30989"/>
                  </a:cubicBezTo>
                  <a:cubicBezTo>
                    <a:pt x="46535" y="41054"/>
                    <a:pt x="38211" y="48571"/>
                    <a:pt x="28494" y="48571"/>
                  </a:cubicBezTo>
                  <a:cubicBezTo>
                    <a:pt x="27841" y="48571"/>
                    <a:pt x="27183" y="48537"/>
                    <a:pt x="26520" y="48468"/>
                  </a:cubicBezTo>
                  <a:cubicBezTo>
                    <a:pt x="15979" y="47367"/>
                    <a:pt x="8307" y="37794"/>
                    <a:pt x="9374" y="27053"/>
                  </a:cubicBezTo>
                  <a:cubicBezTo>
                    <a:pt x="10376" y="16969"/>
                    <a:pt x="18728" y="9443"/>
                    <a:pt x="28469" y="9443"/>
                  </a:cubicBezTo>
                  <a:close/>
                  <a:moveTo>
                    <a:pt x="26420" y="0"/>
                  </a:moveTo>
                  <a:cubicBezTo>
                    <a:pt x="24552" y="133"/>
                    <a:pt x="22717" y="467"/>
                    <a:pt x="20949" y="967"/>
                  </a:cubicBezTo>
                  <a:cubicBezTo>
                    <a:pt x="21049" y="1134"/>
                    <a:pt x="21149" y="1301"/>
                    <a:pt x="21249" y="1501"/>
                  </a:cubicBezTo>
                  <a:cubicBezTo>
                    <a:pt x="22317" y="3903"/>
                    <a:pt x="21249" y="6738"/>
                    <a:pt x="18881" y="7839"/>
                  </a:cubicBezTo>
                  <a:cubicBezTo>
                    <a:pt x="18255" y="8130"/>
                    <a:pt x="17601" y="8267"/>
                    <a:pt x="16958" y="8267"/>
                  </a:cubicBezTo>
                  <a:cubicBezTo>
                    <a:pt x="15168" y="8267"/>
                    <a:pt x="13462" y="7204"/>
                    <a:pt x="12677" y="5437"/>
                  </a:cubicBezTo>
                  <a:cubicBezTo>
                    <a:pt x="12610" y="5270"/>
                    <a:pt x="12543" y="5104"/>
                    <a:pt x="12510" y="4904"/>
                  </a:cubicBezTo>
                  <a:cubicBezTo>
                    <a:pt x="10975" y="5971"/>
                    <a:pt x="9541" y="7172"/>
                    <a:pt x="8240" y="8506"/>
                  </a:cubicBezTo>
                  <a:cubicBezTo>
                    <a:pt x="8407" y="8606"/>
                    <a:pt x="8574" y="8673"/>
                    <a:pt x="8707" y="8773"/>
                  </a:cubicBezTo>
                  <a:cubicBezTo>
                    <a:pt x="10809" y="10341"/>
                    <a:pt x="11309" y="13343"/>
                    <a:pt x="9775" y="15478"/>
                  </a:cubicBezTo>
                  <a:cubicBezTo>
                    <a:pt x="8866" y="16789"/>
                    <a:pt x="7433" y="17479"/>
                    <a:pt x="5970" y="17479"/>
                  </a:cubicBezTo>
                  <a:cubicBezTo>
                    <a:pt x="5015" y="17479"/>
                    <a:pt x="4047" y="17185"/>
                    <a:pt x="3203" y="16579"/>
                  </a:cubicBezTo>
                  <a:cubicBezTo>
                    <a:pt x="3070" y="16478"/>
                    <a:pt x="2970" y="16345"/>
                    <a:pt x="2836" y="16245"/>
                  </a:cubicBezTo>
                  <a:cubicBezTo>
                    <a:pt x="2036" y="17913"/>
                    <a:pt x="1402" y="19681"/>
                    <a:pt x="902" y="21515"/>
                  </a:cubicBezTo>
                  <a:cubicBezTo>
                    <a:pt x="1035" y="21515"/>
                    <a:pt x="1154" y="21501"/>
                    <a:pt x="1267" y="21501"/>
                  </a:cubicBezTo>
                  <a:cubicBezTo>
                    <a:pt x="1324" y="21501"/>
                    <a:pt x="1380" y="21504"/>
                    <a:pt x="1435" y="21515"/>
                  </a:cubicBezTo>
                  <a:cubicBezTo>
                    <a:pt x="4004" y="21782"/>
                    <a:pt x="5905" y="24117"/>
                    <a:pt x="5638" y="26752"/>
                  </a:cubicBezTo>
                  <a:cubicBezTo>
                    <a:pt x="5388" y="29253"/>
                    <a:pt x="3351" y="31081"/>
                    <a:pt x="954" y="31081"/>
                  </a:cubicBezTo>
                  <a:cubicBezTo>
                    <a:pt x="794" y="31081"/>
                    <a:pt x="631" y="31072"/>
                    <a:pt x="468" y="31056"/>
                  </a:cubicBezTo>
                  <a:cubicBezTo>
                    <a:pt x="301" y="31056"/>
                    <a:pt x="168" y="30989"/>
                    <a:pt x="1" y="30955"/>
                  </a:cubicBezTo>
                  <a:lnTo>
                    <a:pt x="1" y="30955"/>
                  </a:lnTo>
                  <a:cubicBezTo>
                    <a:pt x="134" y="32857"/>
                    <a:pt x="435" y="34725"/>
                    <a:pt x="902" y="36493"/>
                  </a:cubicBezTo>
                  <a:cubicBezTo>
                    <a:pt x="1035" y="36426"/>
                    <a:pt x="1202" y="36326"/>
                    <a:pt x="1335" y="36226"/>
                  </a:cubicBezTo>
                  <a:cubicBezTo>
                    <a:pt x="1958" y="35945"/>
                    <a:pt x="2611" y="35812"/>
                    <a:pt x="3254" y="35812"/>
                  </a:cubicBezTo>
                  <a:cubicBezTo>
                    <a:pt x="5057" y="35812"/>
                    <a:pt x="6786" y="36858"/>
                    <a:pt x="7573" y="38628"/>
                  </a:cubicBezTo>
                  <a:cubicBezTo>
                    <a:pt x="8640" y="41063"/>
                    <a:pt x="7573" y="43898"/>
                    <a:pt x="5205" y="44999"/>
                  </a:cubicBezTo>
                  <a:cubicBezTo>
                    <a:pt x="5038" y="45066"/>
                    <a:pt x="4871" y="45099"/>
                    <a:pt x="4704" y="45166"/>
                  </a:cubicBezTo>
                  <a:cubicBezTo>
                    <a:pt x="5738" y="46733"/>
                    <a:pt x="6906" y="48201"/>
                    <a:pt x="8207" y="49535"/>
                  </a:cubicBezTo>
                  <a:cubicBezTo>
                    <a:pt x="8307" y="49369"/>
                    <a:pt x="8374" y="49202"/>
                    <a:pt x="8507" y="49035"/>
                  </a:cubicBezTo>
                  <a:cubicBezTo>
                    <a:pt x="9415" y="47723"/>
                    <a:pt x="10848" y="47034"/>
                    <a:pt x="12304" y="47034"/>
                  </a:cubicBezTo>
                  <a:cubicBezTo>
                    <a:pt x="13254" y="47034"/>
                    <a:pt x="14215" y="47328"/>
                    <a:pt x="15045" y="47934"/>
                  </a:cubicBezTo>
                  <a:cubicBezTo>
                    <a:pt x="17180" y="49502"/>
                    <a:pt x="17647" y="52504"/>
                    <a:pt x="16112" y="54639"/>
                  </a:cubicBezTo>
                  <a:cubicBezTo>
                    <a:pt x="16012" y="54806"/>
                    <a:pt x="15879" y="54939"/>
                    <a:pt x="15745" y="55073"/>
                  </a:cubicBezTo>
                  <a:cubicBezTo>
                    <a:pt x="17380" y="55907"/>
                    <a:pt x="19115" y="56574"/>
                    <a:pt x="20949" y="57108"/>
                  </a:cubicBezTo>
                  <a:cubicBezTo>
                    <a:pt x="20949" y="56874"/>
                    <a:pt x="20916" y="56674"/>
                    <a:pt x="20949" y="56474"/>
                  </a:cubicBezTo>
                  <a:cubicBezTo>
                    <a:pt x="21200" y="54002"/>
                    <a:pt x="23240" y="52146"/>
                    <a:pt x="25640" y="52146"/>
                  </a:cubicBezTo>
                  <a:cubicBezTo>
                    <a:pt x="25799" y="52146"/>
                    <a:pt x="25958" y="52154"/>
                    <a:pt x="26120" y="52171"/>
                  </a:cubicBezTo>
                  <a:cubicBezTo>
                    <a:pt x="28688" y="52438"/>
                    <a:pt x="30556" y="54806"/>
                    <a:pt x="30323" y="57441"/>
                  </a:cubicBezTo>
                  <a:cubicBezTo>
                    <a:pt x="30289" y="57641"/>
                    <a:pt x="30222" y="57841"/>
                    <a:pt x="30189" y="58075"/>
                  </a:cubicBezTo>
                  <a:cubicBezTo>
                    <a:pt x="31857" y="57975"/>
                    <a:pt x="33458" y="57708"/>
                    <a:pt x="35059" y="57308"/>
                  </a:cubicBezTo>
                  <a:cubicBezTo>
                    <a:pt x="35393" y="57241"/>
                    <a:pt x="35526" y="56874"/>
                    <a:pt x="35393" y="56574"/>
                  </a:cubicBezTo>
                  <a:cubicBezTo>
                    <a:pt x="35393" y="56574"/>
                    <a:pt x="35393" y="56540"/>
                    <a:pt x="35393" y="56540"/>
                  </a:cubicBezTo>
                  <a:cubicBezTo>
                    <a:pt x="34325" y="54105"/>
                    <a:pt x="35359" y="51270"/>
                    <a:pt x="37728" y="50203"/>
                  </a:cubicBezTo>
                  <a:cubicBezTo>
                    <a:pt x="38360" y="49909"/>
                    <a:pt x="39023" y="49769"/>
                    <a:pt x="39676" y="49769"/>
                  </a:cubicBezTo>
                  <a:cubicBezTo>
                    <a:pt x="41469" y="49769"/>
                    <a:pt x="43183" y="50819"/>
                    <a:pt x="43966" y="52604"/>
                  </a:cubicBezTo>
                  <a:cubicBezTo>
                    <a:pt x="44056" y="52831"/>
                    <a:pt x="44270" y="52965"/>
                    <a:pt x="44482" y="52965"/>
                  </a:cubicBezTo>
                  <a:cubicBezTo>
                    <a:pt x="44581" y="52965"/>
                    <a:pt x="44681" y="52935"/>
                    <a:pt x="44766" y="52871"/>
                  </a:cubicBezTo>
                  <a:cubicBezTo>
                    <a:pt x="45934" y="52037"/>
                    <a:pt x="47034" y="51103"/>
                    <a:pt x="48069" y="50103"/>
                  </a:cubicBezTo>
                  <a:cubicBezTo>
                    <a:pt x="48302" y="49869"/>
                    <a:pt x="48269" y="49469"/>
                    <a:pt x="48002" y="49302"/>
                  </a:cubicBezTo>
                  <a:cubicBezTo>
                    <a:pt x="47968" y="49269"/>
                    <a:pt x="47935" y="49269"/>
                    <a:pt x="47902" y="49235"/>
                  </a:cubicBezTo>
                  <a:cubicBezTo>
                    <a:pt x="45800" y="47667"/>
                    <a:pt x="45333" y="44699"/>
                    <a:pt x="46868" y="42530"/>
                  </a:cubicBezTo>
                  <a:cubicBezTo>
                    <a:pt x="47780" y="41233"/>
                    <a:pt x="49222" y="40539"/>
                    <a:pt x="50685" y="40539"/>
                  </a:cubicBezTo>
                  <a:cubicBezTo>
                    <a:pt x="51629" y="40539"/>
                    <a:pt x="52582" y="40828"/>
                    <a:pt x="53406" y="41430"/>
                  </a:cubicBezTo>
                  <a:lnTo>
                    <a:pt x="53472" y="41496"/>
                  </a:lnTo>
                  <a:cubicBezTo>
                    <a:pt x="53567" y="41567"/>
                    <a:pt x="53678" y="41600"/>
                    <a:pt x="53788" y="41600"/>
                  </a:cubicBezTo>
                  <a:cubicBezTo>
                    <a:pt x="53989" y="41600"/>
                    <a:pt x="54187" y="41490"/>
                    <a:pt x="54273" y="41296"/>
                  </a:cubicBezTo>
                  <a:cubicBezTo>
                    <a:pt x="54873" y="39995"/>
                    <a:pt x="55407" y="38628"/>
                    <a:pt x="55807" y="37193"/>
                  </a:cubicBezTo>
                  <a:cubicBezTo>
                    <a:pt x="55874" y="36860"/>
                    <a:pt x="55641" y="36560"/>
                    <a:pt x="55307" y="36526"/>
                  </a:cubicBezTo>
                  <a:lnTo>
                    <a:pt x="55207" y="36526"/>
                  </a:lnTo>
                  <a:cubicBezTo>
                    <a:pt x="52605" y="36259"/>
                    <a:pt x="50737" y="33891"/>
                    <a:pt x="51004" y="31256"/>
                  </a:cubicBezTo>
                  <a:cubicBezTo>
                    <a:pt x="51254" y="28784"/>
                    <a:pt x="53295" y="26928"/>
                    <a:pt x="55667" y="26928"/>
                  </a:cubicBezTo>
                  <a:cubicBezTo>
                    <a:pt x="55824" y="26928"/>
                    <a:pt x="55982" y="26936"/>
                    <a:pt x="56141" y="26953"/>
                  </a:cubicBezTo>
                  <a:cubicBezTo>
                    <a:pt x="56174" y="26953"/>
                    <a:pt x="56208" y="26986"/>
                    <a:pt x="56208" y="26986"/>
                  </a:cubicBezTo>
                  <a:cubicBezTo>
                    <a:pt x="56229" y="26988"/>
                    <a:pt x="56249" y="26989"/>
                    <a:pt x="56270" y="26989"/>
                  </a:cubicBezTo>
                  <a:cubicBezTo>
                    <a:pt x="56608" y="26989"/>
                    <a:pt x="56873" y="26734"/>
                    <a:pt x="56841" y="26419"/>
                  </a:cubicBezTo>
                  <a:cubicBezTo>
                    <a:pt x="56708" y="24951"/>
                    <a:pt x="56475" y="23483"/>
                    <a:pt x="56141" y="22082"/>
                  </a:cubicBezTo>
                  <a:cubicBezTo>
                    <a:pt x="56068" y="21838"/>
                    <a:pt x="55851" y="21683"/>
                    <a:pt x="55623" y="21683"/>
                  </a:cubicBezTo>
                  <a:cubicBezTo>
                    <a:pt x="55539" y="21683"/>
                    <a:pt x="55454" y="21704"/>
                    <a:pt x="55374" y="21749"/>
                  </a:cubicBezTo>
                  <a:cubicBezTo>
                    <a:pt x="55340" y="21749"/>
                    <a:pt x="55307" y="21782"/>
                    <a:pt x="55274" y="21782"/>
                  </a:cubicBezTo>
                  <a:cubicBezTo>
                    <a:pt x="54641" y="22076"/>
                    <a:pt x="53980" y="22216"/>
                    <a:pt x="53331" y="22216"/>
                  </a:cubicBezTo>
                  <a:cubicBezTo>
                    <a:pt x="51548" y="22216"/>
                    <a:pt x="49852" y="21165"/>
                    <a:pt x="49069" y="19381"/>
                  </a:cubicBezTo>
                  <a:cubicBezTo>
                    <a:pt x="48002" y="16979"/>
                    <a:pt x="49069" y="14110"/>
                    <a:pt x="51438" y="13043"/>
                  </a:cubicBezTo>
                  <a:cubicBezTo>
                    <a:pt x="51438" y="13043"/>
                    <a:pt x="51471" y="13009"/>
                    <a:pt x="51471" y="13009"/>
                  </a:cubicBezTo>
                  <a:cubicBezTo>
                    <a:pt x="51771" y="12876"/>
                    <a:pt x="51905" y="12509"/>
                    <a:pt x="51704" y="12209"/>
                  </a:cubicBezTo>
                  <a:cubicBezTo>
                    <a:pt x="50904" y="11041"/>
                    <a:pt x="49970" y="9907"/>
                    <a:pt x="49003" y="8873"/>
                  </a:cubicBezTo>
                  <a:cubicBezTo>
                    <a:pt x="48900" y="8756"/>
                    <a:pt x="48766" y="8703"/>
                    <a:pt x="48630" y="8703"/>
                  </a:cubicBezTo>
                  <a:cubicBezTo>
                    <a:pt x="48457" y="8703"/>
                    <a:pt x="48281" y="8790"/>
                    <a:pt x="48169" y="8940"/>
                  </a:cubicBezTo>
                  <a:cubicBezTo>
                    <a:pt x="48169" y="8973"/>
                    <a:pt x="48135" y="8973"/>
                    <a:pt x="48135" y="9006"/>
                  </a:cubicBezTo>
                  <a:cubicBezTo>
                    <a:pt x="47228" y="10297"/>
                    <a:pt x="45784" y="10990"/>
                    <a:pt x="44319" y="10990"/>
                  </a:cubicBezTo>
                  <a:cubicBezTo>
                    <a:pt x="43361" y="10990"/>
                    <a:pt x="42395" y="10694"/>
                    <a:pt x="41564" y="10074"/>
                  </a:cubicBezTo>
                  <a:cubicBezTo>
                    <a:pt x="39462" y="8539"/>
                    <a:pt x="38995" y="5537"/>
                    <a:pt x="40496" y="3369"/>
                  </a:cubicBezTo>
                  <a:cubicBezTo>
                    <a:pt x="40697" y="3102"/>
                    <a:pt x="40630" y="2702"/>
                    <a:pt x="40330" y="2569"/>
                  </a:cubicBezTo>
                  <a:cubicBezTo>
                    <a:pt x="39062" y="1968"/>
                    <a:pt x="37728" y="1468"/>
                    <a:pt x="36360" y="1067"/>
                  </a:cubicBezTo>
                  <a:cubicBezTo>
                    <a:pt x="36312" y="1053"/>
                    <a:pt x="36264" y="1046"/>
                    <a:pt x="36218" y="1046"/>
                  </a:cubicBezTo>
                  <a:cubicBezTo>
                    <a:pt x="35945" y="1046"/>
                    <a:pt x="35722" y="1283"/>
                    <a:pt x="35693" y="1568"/>
                  </a:cubicBezTo>
                  <a:cubicBezTo>
                    <a:pt x="35443" y="4040"/>
                    <a:pt x="33402" y="5895"/>
                    <a:pt x="31002" y="5895"/>
                  </a:cubicBezTo>
                  <a:cubicBezTo>
                    <a:pt x="30844" y="5895"/>
                    <a:pt x="30684" y="5887"/>
                    <a:pt x="30523" y="5871"/>
                  </a:cubicBezTo>
                  <a:cubicBezTo>
                    <a:pt x="27954" y="5604"/>
                    <a:pt x="26053" y="3236"/>
                    <a:pt x="26320" y="600"/>
                  </a:cubicBezTo>
                  <a:cubicBezTo>
                    <a:pt x="26353" y="400"/>
                    <a:pt x="26386" y="200"/>
                    <a:pt x="26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96" name="Google Shape;3396;p70"/>
            <p:cNvSpPr/>
            <p:nvPr/>
          </p:nvSpPr>
          <p:spPr>
            <a:xfrm>
              <a:off x="2093250" y="2662475"/>
              <a:ext cx="1159175" cy="1111650"/>
            </a:xfrm>
            <a:custGeom>
              <a:rect b="b" l="l" r="r" t="t"/>
              <a:pathLst>
                <a:path extrusionOk="0" h="44466" w="46367">
                  <a:moveTo>
                    <a:pt x="23185" y="7304"/>
                  </a:moveTo>
                  <a:cubicBezTo>
                    <a:pt x="30397" y="7304"/>
                    <a:pt x="36684" y="12752"/>
                    <a:pt x="37694" y="20249"/>
                  </a:cubicBezTo>
                  <a:cubicBezTo>
                    <a:pt x="38761" y="28388"/>
                    <a:pt x="33124" y="35927"/>
                    <a:pt x="25118" y="37027"/>
                  </a:cubicBezTo>
                  <a:cubicBezTo>
                    <a:pt x="24459" y="37118"/>
                    <a:pt x="23804" y="37163"/>
                    <a:pt x="23155" y="37163"/>
                  </a:cubicBezTo>
                  <a:cubicBezTo>
                    <a:pt x="15965" y="37163"/>
                    <a:pt x="9652" y="31715"/>
                    <a:pt x="8673" y="24218"/>
                  </a:cubicBezTo>
                  <a:cubicBezTo>
                    <a:pt x="7606" y="16046"/>
                    <a:pt x="13210" y="8540"/>
                    <a:pt x="21215" y="7440"/>
                  </a:cubicBezTo>
                  <a:cubicBezTo>
                    <a:pt x="21877" y="7349"/>
                    <a:pt x="22535" y="7304"/>
                    <a:pt x="23185" y="7304"/>
                  </a:cubicBezTo>
                  <a:close/>
                  <a:moveTo>
                    <a:pt x="23173" y="1"/>
                  </a:moveTo>
                  <a:cubicBezTo>
                    <a:pt x="22208" y="1"/>
                    <a:pt x="21231" y="66"/>
                    <a:pt x="20248" y="201"/>
                  </a:cubicBezTo>
                  <a:lnTo>
                    <a:pt x="20281" y="201"/>
                  </a:lnTo>
                  <a:cubicBezTo>
                    <a:pt x="8373" y="1836"/>
                    <a:pt x="0" y="13044"/>
                    <a:pt x="1601" y="25186"/>
                  </a:cubicBezTo>
                  <a:cubicBezTo>
                    <a:pt x="3071" y="36329"/>
                    <a:pt x="12435" y="44466"/>
                    <a:pt x="23170" y="44466"/>
                  </a:cubicBezTo>
                  <a:cubicBezTo>
                    <a:pt x="24133" y="44466"/>
                    <a:pt x="25106" y="44400"/>
                    <a:pt x="26086" y="44266"/>
                  </a:cubicBezTo>
                  <a:cubicBezTo>
                    <a:pt x="37994" y="42631"/>
                    <a:pt x="46367" y="31390"/>
                    <a:pt x="44766" y="19248"/>
                  </a:cubicBezTo>
                  <a:cubicBezTo>
                    <a:pt x="43297" y="8108"/>
                    <a:pt x="33909" y="1"/>
                    <a:pt x="23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397" name="Google Shape;3397;p70"/>
          <p:cNvGrpSpPr/>
          <p:nvPr/>
        </p:nvGrpSpPr>
        <p:grpSpPr>
          <a:xfrm>
            <a:off x="176792" y="1744555"/>
            <a:ext cx="1980108" cy="1892039"/>
            <a:chOff x="5266833" y="1474144"/>
            <a:chExt cx="3455082" cy="3301412"/>
          </a:xfrm>
        </p:grpSpPr>
        <p:sp>
          <p:nvSpPr>
            <p:cNvPr id="3398" name="Google Shape;3398;p70"/>
            <p:cNvSpPr/>
            <p:nvPr/>
          </p:nvSpPr>
          <p:spPr>
            <a:xfrm>
              <a:off x="5275530" y="4148161"/>
              <a:ext cx="3404187" cy="590258"/>
            </a:xfrm>
            <a:custGeom>
              <a:rect b="b" l="l" r="r" t="t"/>
              <a:pathLst>
                <a:path extrusionOk="0" h="29388" w="169489">
                  <a:moveTo>
                    <a:pt x="30156" y="1"/>
                  </a:moveTo>
                  <a:cubicBezTo>
                    <a:pt x="24552" y="1"/>
                    <a:pt x="18847" y="1"/>
                    <a:pt x="13477" y="1335"/>
                  </a:cubicBezTo>
                  <a:cubicBezTo>
                    <a:pt x="8106" y="2703"/>
                    <a:pt x="3070" y="5638"/>
                    <a:pt x="1101" y="9908"/>
                  </a:cubicBezTo>
                  <a:cubicBezTo>
                    <a:pt x="234" y="11809"/>
                    <a:pt x="1" y="13877"/>
                    <a:pt x="101" y="15912"/>
                  </a:cubicBezTo>
                  <a:cubicBezTo>
                    <a:pt x="268" y="19481"/>
                    <a:pt x="1568" y="23184"/>
                    <a:pt x="4837" y="25552"/>
                  </a:cubicBezTo>
                  <a:cubicBezTo>
                    <a:pt x="7539" y="27487"/>
                    <a:pt x="11209" y="28254"/>
                    <a:pt x="14778" y="28688"/>
                  </a:cubicBezTo>
                  <a:cubicBezTo>
                    <a:pt x="17905" y="29048"/>
                    <a:pt x="21059" y="29168"/>
                    <a:pt x="24223" y="29168"/>
                  </a:cubicBezTo>
                  <a:cubicBezTo>
                    <a:pt x="29563" y="29168"/>
                    <a:pt x="34929" y="28826"/>
                    <a:pt x="40229" y="28721"/>
                  </a:cubicBezTo>
                  <a:cubicBezTo>
                    <a:pt x="46765" y="28582"/>
                    <a:pt x="53284" y="28523"/>
                    <a:pt x="59809" y="28523"/>
                  </a:cubicBezTo>
                  <a:cubicBezTo>
                    <a:pt x="62643" y="28523"/>
                    <a:pt x="65478" y="28534"/>
                    <a:pt x="68316" y="28555"/>
                  </a:cubicBezTo>
                  <a:cubicBezTo>
                    <a:pt x="86729" y="28621"/>
                    <a:pt x="105176" y="29055"/>
                    <a:pt x="123589" y="29222"/>
                  </a:cubicBezTo>
                  <a:cubicBezTo>
                    <a:pt x="127651" y="29261"/>
                    <a:pt x="131723" y="29388"/>
                    <a:pt x="135783" y="29388"/>
                  </a:cubicBezTo>
                  <a:cubicBezTo>
                    <a:pt x="142060" y="29388"/>
                    <a:pt x="148307" y="29085"/>
                    <a:pt x="154444" y="27687"/>
                  </a:cubicBezTo>
                  <a:cubicBezTo>
                    <a:pt x="159081" y="26653"/>
                    <a:pt x="163251" y="24252"/>
                    <a:pt x="165986" y="21049"/>
                  </a:cubicBezTo>
                  <a:cubicBezTo>
                    <a:pt x="166720" y="20182"/>
                    <a:pt x="167354" y="19248"/>
                    <a:pt x="167887" y="18247"/>
                  </a:cubicBezTo>
                  <a:cubicBezTo>
                    <a:pt x="168988" y="16112"/>
                    <a:pt x="169488" y="13811"/>
                    <a:pt x="169121" y="11509"/>
                  </a:cubicBezTo>
                  <a:cubicBezTo>
                    <a:pt x="168321" y="6606"/>
                    <a:pt x="163551" y="2803"/>
                    <a:pt x="157913" y="1335"/>
                  </a:cubicBezTo>
                  <a:cubicBezTo>
                    <a:pt x="153477" y="168"/>
                    <a:pt x="148774" y="168"/>
                    <a:pt x="144104" y="134"/>
                  </a:cubicBezTo>
                  <a:cubicBezTo>
                    <a:pt x="106143" y="101"/>
                    <a:pt x="68149" y="34"/>
                    <a:pt x="30156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6225">
              <a:solidFill>
                <a:schemeClr val="accent5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99" name="Google Shape;3399;p70"/>
            <p:cNvSpPr/>
            <p:nvPr/>
          </p:nvSpPr>
          <p:spPr>
            <a:xfrm>
              <a:off x="5604502" y="1733562"/>
              <a:ext cx="2903026" cy="1739361"/>
            </a:xfrm>
            <a:custGeom>
              <a:rect b="b" l="l" r="r" t="t"/>
              <a:pathLst>
                <a:path extrusionOk="0" h="86600" w="144537">
                  <a:moveTo>
                    <a:pt x="1735" y="0"/>
                  </a:moveTo>
                  <a:cubicBezTo>
                    <a:pt x="801" y="0"/>
                    <a:pt x="33" y="768"/>
                    <a:pt x="33" y="1735"/>
                  </a:cubicBezTo>
                  <a:lnTo>
                    <a:pt x="33" y="15545"/>
                  </a:lnTo>
                  <a:lnTo>
                    <a:pt x="33" y="57475"/>
                  </a:lnTo>
                  <a:lnTo>
                    <a:pt x="33" y="76155"/>
                  </a:lnTo>
                  <a:cubicBezTo>
                    <a:pt x="33" y="78290"/>
                    <a:pt x="0" y="80425"/>
                    <a:pt x="33" y="82560"/>
                  </a:cubicBezTo>
                  <a:cubicBezTo>
                    <a:pt x="115" y="86180"/>
                    <a:pt x="1063" y="86513"/>
                    <a:pt x="3765" y="86513"/>
                  </a:cubicBezTo>
                  <a:cubicBezTo>
                    <a:pt x="4374" y="86513"/>
                    <a:pt x="5073" y="86496"/>
                    <a:pt x="5871" y="86496"/>
                  </a:cubicBezTo>
                  <a:lnTo>
                    <a:pt x="134196" y="86496"/>
                  </a:lnTo>
                  <a:cubicBezTo>
                    <a:pt x="135286" y="86496"/>
                    <a:pt x="136464" y="86599"/>
                    <a:pt x="137613" y="86599"/>
                  </a:cubicBezTo>
                  <a:cubicBezTo>
                    <a:pt x="138188" y="86599"/>
                    <a:pt x="138755" y="86574"/>
                    <a:pt x="139299" y="86496"/>
                  </a:cubicBezTo>
                  <a:cubicBezTo>
                    <a:pt x="140967" y="86262"/>
                    <a:pt x="142035" y="85829"/>
                    <a:pt x="142702" y="85195"/>
                  </a:cubicBezTo>
                  <a:cubicBezTo>
                    <a:pt x="144036" y="83961"/>
                    <a:pt x="143903" y="81926"/>
                    <a:pt x="143903" y="79057"/>
                  </a:cubicBezTo>
                  <a:lnTo>
                    <a:pt x="143903" y="10508"/>
                  </a:lnTo>
                  <a:cubicBezTo>
                    <a:pt x="143903" y="3870"/>
                    <a:pt x="144537" y="0"/>
                    <a:pt x="1370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00" name="Google Shape;3400;p70"/>
            <p:cNvSpPr/>
            <p:nvPr/>
          </p:nvSpPr>
          <p:spPr>
            <a:xfrm>
              <a:off x="6870761" y="1853490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0"/>
                  </a:moveTo>
                  <a:lnTo>
                    <a:pt x="17779" y="0"/>
                  </a:lnTo>
                  <a:lnTo>
                    <a:pt x="17779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5450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01" name="Google Shape;3401;p70"/>
            <p:cNvSpPr/>
            <p:nvPr/>
          </p:nvSpPr>
          <p:spPr>
            <a:xfrm>
              <a:off x="7260009" y="1853490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1" y="0"/>
                  </a:moveTo>
                  <a:lnTo>
                    <a:pt x="17780" y="0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545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02" name="Google Shape;3402;p70"/>
            <p:cNvSpPr/>
            <p:nvPr/>
          </p:nvSpPr>
          <p:spPr>
            <a:xfrm>
              <a:off x="7648593" y="1853490"/>
              <a:ext cx="357131" cy="266669"/>
            </a:xfrm>
            <a:custGeom>
              <a:rect b="b" l="l" r="r" t="t"/>
              <a:pathLst>
                <a:path extrusionOk="0" fill="none" h="13277" w="17781">
                  <a:moveTo>
                    <a:pt x="1" y="0"/>
                  </a:moveTo>
                  <a:lnTo>
                    <a:pt x="17780" y="0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545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03" name="Google Shape;3403;p70"/>
            <p:cNvSpPr/>
            <p:nvPr/>
          </p:nvSpPr>
          <p:spPr>
            <a:xfrm>
              <a:off x="8037860" y="1853490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0"/>
                  </a:moveTo>
                  <a:lnTo>
                    <a:pt x="17780" y="0"/>
                  </a:lnTo>
                  <a:lnTo>
                    <a:pt x="17780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545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04" name="Google Shape;3404;p70"/>
            <p:cNvSpPr/>
            <p:nvPr/>
          </p:nvSpPr>
          <p:spPr>
            <a:xfrm>
              <a:off x="5703642" y="2156994"/>
              <a:ext cx="357131" cy="266669"/>
            </a:xfrm>
            <a:custGeom>
              <a:rect b="b" l="l" r="r" t="t"/>
              <a:pathLst>
                <a:path extrusionOk="0" fill="none" h="13277" w="17781">
                  <a:moveTo>
                    <a:pt x="1" y="0"/>
                  </a:moveTo>
                  <a:lnTo>
                    <a:pt x="17780" y="0"/>
                  </a:lnTo>
                  <a:lnTo>
                    <a:pt x="17780" y="13276"/>
                  </a:lnTo>
                  <a:lnTo>
                    <a:pt x="1" y="13276"/>
                  </a:lnTo>
                  <a:close/>
                </a:path>
              </a:pathLst>
            </a:custGeom>
            <a:noFill/>
            <a:ln cap="flat" cmpd="sng" w="545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05" name="Google Shape;3405;p70"/>
            <p:cNvSpPr/>
            <p:nvPr/>
          </p:nvSpPr>
          <p:spPr>
            <a:xfrm>
              <a:off x="6092909" y="2156994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0"/>
                  </a:moveTo>
                  <a:lnTo>
                    <a:pt x="17780" y="0"/>
                  </a:lnTo>
                  <a:lnTo>
                    <a:pt x="17780" y="13276"/>
                  </a:lnTo>
                  <a:lnTo>
                    <a:pt x="0" y="13276"/>
                  </a:lnTo>
                  <a:close/>
                </a:path>
              </a:pathLst>
            </a:custGeom>
            <a:noFill/>
            <a:ln cap="flat" cmpd="sng" w="545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06" name="Google Shape;3406;p70"/>
            <p:cNvSpPr/>
            <p:nvPr/>
          </p:nvSpPr>
          <p:spPr>
            <a:xfrm>
              <a:off x="6482157" y="2156994"/>
              <a:ext cx="356448" cy="266669"/>
            </a:xfrm>
            <a:custGeom>
              <a:rect b="b" l="l" r="r" t="t"/>
              <a:pathLst>
                <a:path extrusionOk="0" fill="none" h="13277" w="17747">
                  <a:moveTo>
                    <a:pt x="1" y="0"/>
                  </a:moveTo>
                  <a:lnTo>
                    <a:pt x="17747" y="0"/>
                  </a:lnTo>
                  <a:lnTo>
                    <a:pt x="17747" y="13276"/>
                  </a:lnTo>
                  <a:lnTo>
                    <a:pt x="1" y="13276"/>
                  </a:lnTo>
                  <a:close/>
                </a:path>
              </a:pathLst>
            </a:custGeom>
            <a:noFill/>
            <a:ln cap="flat" cmpd="sng" w="5450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07" name="Google Shape;3407;p70"/>
            <p:cNvSpPr/>
            <p:nvPr/>
          </p:nvSpPr>
          <p:spPr>
            <a:xfrm>
              <a:off x="6870761" y="2156994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0"/>
                  </a:moveTo>
                  <a:lnTo>
                    <a:pt x="17779" y="0"/>
                  </a:lnTo>
                  <a:lnTo>
                    <a:pt x="17779" y="13276"/>
                  </a:lnTo>
                  <a:lnTo>
                    <a:pt x="0" y="13276"/>
                  </a:lnTo>
                  <a:close/>
                </a:path>
              </a:pathLst>
            </a:custGeom>
            <a:noFill/>
            <a:ln cap="flat" cmpd="sng" w="5450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08" name="Google Shape;3408;p70"/>
            <p:cNvSpPr/>
            <p:nvPr/>
          </p:nvSpPr>
          <p:spPr>
            <a:xfrm>
              <a:off x="7260009" y="2156994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1" y="0"/>
                  </a:moveTo>
                  <a:lnTo>
                    <a:pt x="17780" y="0"/>
                  </a:lnTo>
                  <a:lnTo>
                    <a:pt x="17780" y="13276"/>
                  </a:lnTo>
                  <a:lnTo>
                    <a:pt x="1" y="13276"/>
                  </a:lnTo>
                  <a:close/>
                </a:path>
              </a:pathLst>
            </a:custGeom>
            <a:noFill/>
            <a:ln cap="flat" cmpd="sng" w="545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09" name="Google Shape;3409;p70"/>
            <p:cNvSpPr/>
            <p:nvPr/>
          </p:nvSpPr>
          <p:spPr>
            <a:xfrm>
              <a:off x="7648593" y="2156994"/>
              <a:ext cx="357131" cy="266669"/>
            </a:xfrm>
            <a:custGeom>
              <a:rect b="b" l="l" r="r" t="t"/>
              <a:pathLst>
                <a:path extrusionOk="0" h="13277" w="17781">
                  <a:moveTo>
                    <a:pt x="1" y="0"/>
                  </a:moveTo>
                  <a:lnTo>
                    <a:pt x="1" y="13276"/>
                  </a:lnTo>
                  <a:lnTo>
                    <a:pt x="17780" y="13276"/>
                  </a:lnTo>
                  <a:lnTo>
                    <a:pt x="17780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622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10" name="Google Shape;3410;p70"/>
            <p:cNvSpPr/>
            <p:nvPr/>
          </p:nvSpPr>
          <p:spPr>
            <a:xfrm>
              <a:off x="8037860" y="2156994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0"/>
                  </a:moveTo>
                  <a:lnTo>
                    <a:pt x="17780" y="0"/>
                  </a:lnTo>
                  <a:lnTo>
                    <a:pt x="17780" y="13276"/>
                  </a:lnTo>
                  <a:lnTo>
                    <a:pt x="0" y="13276"/>
                  </a:lnTo>
                  <a:close/>
                </a:path>
              </a:pathLst>
            </a:custGeom>
            <a:noFill/>
            <a:ln cap="flat" cmpd="sng" w="545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11" name="Google Shape;3411;p70"/>
            <p:cNvSpPr/>
            <p:nvPr/>
          </p:nvSpPr>
          <p:spPr>
            <a:xfrm>
              <a:off x="5703642" y="2459816"/>
              <a:ext cx="357131" cy="266669"/>
            </a:xfrm>
            <a:custGeom>
              <a:rect b="b" l="l" r="r" t="t"/>
              <a:pathLst>
                <a:path extrusionOk="0" fill="none" h="13277" w="17781">
                  <a:moveTo>
                    <a:pt x="1" y="1"/>
                  </a:moveTo>
                  <a:lnTo>
                    <a:pt x="17780" y="1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5450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12" name="Google Shape;3412;p70"/>
            <p:cNvSpPr/>
            <p:nvPr/>
          </p:nvSpPr>
          <p:spPr>
            <a:xfrm>
              <a:off x="6092909" y="2459816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1"/>
                  </a:moveTo>
                  <a:lnTo>
                    <a:pt x="17780" y="1"/>
                  </a:lnTo>
                  <a:lnTo>
                    <a:pt x="17780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545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13" name="Google Shape;3413;p70"/>
            <p:cNvSpPr/>
            <p:nvPr/>
          </p:nvSpPr>
          <p:spPr>
            <a:xfrm>
              <a:off x="6482157" y="2459816"/>
              <a:ext cx="356448" cy="266669"/>
            </a:xfrm>
            <a:custGeom>
              <a:rect b="b" l="l" r="r" t="t"/>
              <a:pathLst>
                <a:path extrusionOk="0" h="13277" w="17747">
                  <a:moveTo>
                    <a:pt x="1" y="1"/>
                  </a:moveTo>
                  <a:lnTo>
                    <a:pt x="1" y="13277"/>
                  </a:lnTo>
                  <a:lnTo>
                    <a:pt x="17747" y="13277"/>
                  </a:lnTo>
                  <a:lnTo>
                    <a:pt x="17747" y="1"/>
                  </a:lnTo>
                  <a:close/>
                </a:path>
              </a:pathLst>
            </a:custGeom>
            <a:solidFill>
              <a:schemeClr val="dk2"/>
            </a:solidFill>
            <a:ln cap="flat" cmpd="sng" w="622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14" name="Google Shape;3414;p70"/>
            <p:cNvSpPr/>
            <p:nvPr/>
          </p:nvSpPr>
          <p:spPr>
            <a:xfrm>
              <a:off x="6870761" y="2459816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1"/>
                  </a:moveTo>
                  <a:lnTo>
                    <a:pt x="17779" y="1"/>
                  </a:lnTo>
                  <a:lnTo>
                    <a:pt x="17779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545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15" name="Google Shape;3415;p70"/>
            <p:cNvSpPr/>
            <p:nvPr/>
          </p:nvSpPr>
          <p:spPr>
            <a:xfrm>
              <a:off x="7260009" y="2459816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1" y="1"/>
                  </a:moveTo>
                  <a:lnTo>
                    <a:pt x="17780" y="1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5450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16" name="Google Shape;3416;p70"/>
            <p:cNvSpPr/>
            <p:nvPr/>
          </p:nvSpPr>
          <p:spPr>
            <a:xfrm>
              <a:off x="7648593" y="2459816"/>
              <a:ext cx="357131" cy="266669"/>
            </a:xfrm>
            <a:custGeom>
              <a:rect b="b" l="l" r="r" t="t"/>
              <a:pathLst>
                <a:path extrusionOk="0" h="13277" w="17781">
                  <a:moveTo>
                    <a:pt x="1" y="1"/>
                  </a:moveTo>
                  <a:lnTo>
                    <a:pt x="1" y="13277"/>
                  </a:lnTo>
                  <a:lnTo>
                    <a:pt x="17780" y="13277"/>
                  </a:lnTo>
                  <a:lnTo>
                    <a:pt x="17780" y="1"/>
                  </a:lnTo>
                  <a:close/>
                </a:path>
              </a:pathLst>
            </a:custGeom>
            <a:solidFill>
              <a:srgbClr val="5CC9BF"/>
            </a:solidFill>
            <a:ln cap="flat" cmpd="sng" w="6225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17" name="Google Shape;3417;p70"/>
            <p:cNvSpPr/>
            <p:nvPr/>
          </p:nvSpPr>
          <p:spPr>
            <a:xfrm>
              <a:off x="8037860" y="2459816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1"/>
                  </a:moveTo>
                  <a:lnTo>
                    <a:pt x="17780" y="1"/>
                  </a:lnTo>
                  <a:lnTo>
                    <a:pt x="17780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545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18" name="Google Shape;3418;p70"/>
            <p:cNvSpPr/>
            <p:nvPr/>
          </p:nvSpPr>
          <p:spPr>
            <a:xfrm>
              <a:off x="5703642" y="2763320"/>
              <a:ext cx="357131" cy="266669"/>
            </a:xfrm>
            <a:custGeom>
              <a:rect b="b" l="l" r="r" t="t"/>
              <a:pathLst>
                <a:path extrusionOk="0" fill="none" h="13277" w="17781">
                  <a:moveTo>
                    <a:pt x="1" y="0"/>
                  </a:moveTo>
                  <a:lnTo>
                    <a:pt x="17780" y="0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545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19" name="Google Shape;3419;p70"/>
            <p:cNvSpPr/>
            <p:nvPr/>
          </p:nvSpPr>
          <p:spPr>
            <a:xfrm>
              <a:off x="6092909" y="2763320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0"/>
                  </a:moveTo>
                  <a:lnTo>
                    <a:pt x="17780" y="0"/>
                  </a:lnTo>
                  <a:lnTo>
                    <a:pt x="17780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545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20" name="Google Shape;3420;p70"/>
            <p:cNvSpPr/>
            <p:nvPr/>
          </p:nvSpPr>
          <p:spPr>
            <a:xfrm>
              <a:off x="6482157" y="2763320"/>
              <a:ext cx="356448" cy="266669"/>
            </a:xfrm>
            <a:custGeom>
              <a:rect b="b" l="l" r="r" t="t"/>
              <a:pathLst>
                <a:path extrusionOk="0" fill="none" h="13277" w="17747">
                  <a:moveTo>
                    <a:pt x="1" y="0"/>
                  </a:moveTo>
                  <a:lnTo>
                    <a:pt x="17747" y="0"/>
                  </a:lnTo>
                  <a:lnTo>
                    <a:pt x="17747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5450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21" name="Google Shape;3421;p70"/>
            <p:cNvSpPr/>
            <p:nvPr/>
          </p:nvSpPr>
          <p:spPr>
            <a:xfrm>
              <a:off x="6870761" y="2763320"/>
              <a:ext cx="357111" cy="266669"/>
            </a:xfrm>
            <a:custGeom>
              <a:rect b="b" l="l" r="r" t="t"/>
              <a:pathLst>
                <a:path extrusionOk="0" h="13277" w="17780">
                  <a:moveTo>
                    <a:pt x="0" y="0"/>
                  </a:moveTo>
                  <a:lnTo>
                    <a:pt x="0" y="13277"/>
                  </a:lnTo>
                  <a:lnTo>
                    <a:pt x="17779" y="13277"/>
                  </a:lnTo>
                  <a:lnTo>
                    <a:pt x="17779" y="0"/>
                  </a:ln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22" name="Google Shape;3422;p70"/>
            <p:cNvSpPr/>
            <p:nvPr/>
          </p:nvSpPr>
          <p:spPr>
            <a:xfrm>
              <a:off x="7260009" y="2763320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1" y="0"/>
                  </a:moveTo>
                  <a:lnTo>
                    <a:pt x="17780" y="0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5450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23" name="Google Shape;3423;p70"/>
            <p:cNvSpPr/>
            <p:nvPr/>
          </p:nvSpPr>
          <p:spPr>
            <a:xfrm>
              <a:off x="7648593" y="2763320"/>
              <a:ext cx="357131" cy="266669"/>
            </a:xfrm>
            <a:custGeom>
              <a:rect b="b" l="l" r="r" t="t"/>
              <a:pathLst>
                <a:path extrusionOk="0" fill="none" h="13277" w="17781">
                  <a:moveTo>
                    <a:pt x="1" y="0"/>
                  </a:moveTo>
                  <a:lnTo>
                    <a:pt x="17780" y="0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5450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24" name="Google Shape;3424;p70"/>
            <p:cNvSpPr/>
            <p:nvPr/>
          </p:nvSpPr>
          <p:spPr>
            <a:xfrm>
              <a:off x="8037860" y="2763320"/>
              <a:ext cx="357111" cy="266669"/>
            </a:xfrm>
            <a:custGeom>
              <a:rect b="b" l="l" r="r" t="t"/>
              <a:pathLst>
                <a:path extrusionOk="0" fill="none" h="13277" w="17780">
                  <a:moveTo>
                    <a:pt x="0" y="0"/>
                  </a:moveTo>
                  <a:lnTo>
                    <a:pt x="17780" y="0"/>
                  </a:lnTo>
                  <a:lnTo>
                    <a:pt x="17780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5450">
              <a:solidFill>
                <a:srgbClr val="77457D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25" name="Google Shape;3425;p70"/>
            <p:cNvSpPr/>
            <p:nvPr/>
          </p:nvSpPr>
          <p:spPr>
            <a:xfrm>
              <a:off x="5703642" y="3066141"/>
              <a:ext cx="357131" cy="266689"/>
            </a:xfrm>
            <a:custGeom>
              <a:rect b="b" l="l" r="r" t="t"/>
              <a:pathLst>
                <a:path extrusionOk="0" fill="none" h="13278" w="17781">
                  <a:moveTo>
                    <a:pt x="1" y="1"/>
                  </a:moveTo>
                  <a:lnTo>
                    <a:pt x="17780" y="1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545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26" name="Google Shape;3426;p70"/>
            <p:cNvSpPr/>
            <p:nvPr/>
          </p:nvSpPr>
          <p:spPr>
            <a:xfrm>
              <a:off x="6092909" y="3066141"/>
              <a:ext cx="357111" cy="266689"/>
            </a:xfrm>
            <a:custGeom>
              <a:rect b="b" l="l" r="r" t="t"/>
              <a:pathLst>
                <a:path extrusionOk="0" fill="none" h="13278" w="17780">
                  <a:moveTo>
                    <a:pt x="0" y="1"/>
                  </a:moveTo>
                  <a:lnTo>
                    <a:pt x="17780" y="1"/>
                  </a:lnTo>
                  <a:lnTo>
                    <a:pt x="17780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545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27" name="Google Shape;3427;p70"/>
            <p:cNvSpPr/>
            <p:nvPr/>
          </p:nvSpPr>
          <p:spPr>
            <a:xfrm>
              <a:off x="6482157" y="3066141"/>
              <a:ext cx="356448" cy="266689"/>
            </a:xfrm>
            <a:custGeom>
              <a:rect b="b" l="l" r="r" t="t"/>
              <a:pathLst>
                <a:path extrusionOk="0" fill="none" h="13278" w="17747">
                  <a:moveTo>
                    <a:pt x="1" y="1"/>
                  </a:moveTo>
                  <a:lnTo>
                    <a:pt x="17747" y="1"/>
                  </a:lnTo>
                  <a:lnTo>
                    <a:pt x="17747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545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28" name="Google Shape;3428;p70"/>
            <p:cNvSpPr/>
            <p:nvPr/>
          </p:nvSpPr>
          <p:spPr>
            <a:xfrm>
              <a:off x="6870761" y="3066141"/>
              <a:ext cx="357111" cy="266689"/>
            </a:xfrm>
            <a:custGeom>
              <a:rect b="b" l="l" r="r" t="t"/>
              <a:pathLst>
                <a:path extrusionOk="0" fill="none" h="13278" w="17780">
                  <a:moveTo>
                    <a:pt x="0" y="1"/>
                  </a:moveTo>
                  <a:lnTo>
                    <a:pt x="17779" y="1"/>
                  </a:lnTo>
                  <a:lnTo>
                    <a:pt x="17779" y="13277"/>
                  </a:lnTo>
                  <a:lnTo>
                    <a:pt x="0" y="13277"/>
                  </a:lnTo>
                  <a:close/>
                </a:path>
              </a:pathLst>
            </a:custGeom>
            <a:noFill/>
            <a:ln cap="flat" cmpd="sng" w="545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29" name="Google Shape;3429;p70"/>
            <p:cNvSpPr/>
            <p:nvPr/>
          </p:nvSpPr>
          <p:spPr>
            <a:xfrm>
              <a:off x="7260009" y="3066141"/>
              <a:ext cx="357111" cy="266689"/>
            </a:xfrm>
            <a:custGeom>
              <a:rect b="b" l="l" r="r" t="t"/>
              <a:pathLst>
                <a:path extrusionOk="0" fill="none" h="13278" w="17780">
                  <a:moveTo>
                    <a:pt x="1" y="1"/>
                  </a:moveTo>
                  <a:lnTo>
                    <a:pt x="17780" y="1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545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30" name="Google Shape;3430;p70"/>
            <p:cNvSpPr/>
            <p:nvPr/>
          </p:nvSpPr>
          <p:spPr>
            <a:xfrm>
              <a:off x="7648593" y="3066141"/>
              <a:ext cx="357131" cy="266689"/>
            </a:xfrm>
            <a:custGeom>
              <a:rect b="b" l="l" r="r" t="t"/>
              <a:pathLst>
                <a:path extrusionOk="0" fill="none" h="13278" w="17781">
                  <a:moveTo>
                    <a:pt x="1" y="1"/>
                  </a:moveTo>
                  <a:lnTo>
                    <a:pt x="17780" y="1"/>
                  </a:lnTo>
                  <a:lnTo>
                    <a:pt x="17780" y="13277"/>
                  </a:lnTo>
                  <a:lnTo>
                    <a:pt x="1" y="13277"/>
                  </a:lnTo>
                  <a:close/>
                </a:path>
              </a:pathLst>
            </a:custGeom>
            <a:noFill/>
            <a:ln cap="flat" cmpd="sng" w="5450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31" name="Google Shape;3431;p70"/>
            <p:cNvSpPr/>
            <p:nvPr/>
          </p:nvSpPr>
          <p:spPr>
            <a:xfrm>
              <a:off x="8076705" y="2194513"/>
              <a:ext cx="77066" cy="71784"/>
            </a:xfrm>
            <a:custGeom>
              <a:rect b="b" l="l" r="r" t="t"/>
              <a:pathLst>
                <a:path extrusionOk="0" h="3574" w="3837">
                  <a:moveTo>
                    <a:pt x="1702" y="467"/>
                  </a:moveTo>
                  <a:lnTo>
                    <a:pt x="1702" y="501"/>
                  </a:lnTo>
                  <a:cubicBezTo>
                    <a:pt x="1728" y="632"/>
                    <a:pt x="1858" y="722"/>
                    <a:pt x="1993" y="722"/>
                  </a:cubicBezTo>
                  <a:cubicBezTo>
                    <a:pt x="2030" y="722"/>
                    <a:pt x="2067" y="715"/>
                    <a:pt x="2102" y="701"/>
                  </a:cubicBezTo>
                  <a:cubicBezTo>
                    <a:pt x="2181" y="676"/>
                    <a:pt x="2259" y="664"/>
                    <a:pt x="2334" y="664"/>
                  </a:cubicBezTo>
                  <a:cubicBezTo>
                    <a:pt x="2766" y="664"/>
                    <a:pt x="3118" y="1047"/>
                    <a:pt x="3203" y="1501"/>
                  </a:cubicBezTo>
                  <a:cubicBezTo>
                    <a:pt x="3270" y="2035"/>
                    <a:pt x="2936" y="2569"/>
                    <a:pt x="2503" y="2836"/>
                  </a:cubicBezTo>
                  <a:cubicBezTo>
                    <a:pt x="2298" y="2962"/>
                    <a:pt x="2063" y="3028"/>
                    <a:pt x="1834" y="3028"/>
                  </a:cubicBezTo>
                  <a:cubicBezTo>
                    <a:pt x="1578" y="3028"/>
                    <a:pt x="1329" y="2945"/>
                    <a:pt x="1135" y="2769"/>
                  </a:cubicBezTo>
                  <a:cubicBezTo>
                    <a:pt x="768" y="2435"/>
                    <a:pt x="535" y="1902"/>
                    <a:pt x="701" y="1435"/>
                  </a:cubicBezTo>
                  <a:cubicBezTo>
                    <a:pt x="835" y="1134"/>
                    <a:pt x="1035" y="934"/>
                    <a:pt x="1302" y="734"/>
                  </a:cubicBezTo>
                  <a:cubicBezTo>
                    <a:pt x="1435" y="634"/>
                    <a:pt x="1569" y="567"/>
                    <a:pt x="1702" y="467"/>
                  </a:cubicBezTo>
                  <a:close/>
                  <a:moveTo>
                    <a:pt x="2069" y="0"/>
                  </a:moveTo>
                  <a:cubicBezTo>
                    <a:pt x="1369" y="200"/>
                    <a:pt x="635" y="501"/>
                    <a:pt x="301" y="1201"/>
                  </a:cubicBezTo>
                  <a:cubicBezTo>
                    <a:pt x="1" y="1835"/>
                    <a:pt x="201" y="2602"/>
                    <a:pt x="701" y="3102"/>
                  </a:cubicBezTo>
                  <a:cubicBezTo>
                    <a:pt x="1020" y="3421"/>
                    <a:pt x="1434" y="3573"/>
                    <a:pt x="1857" y="3573"/>
                  </a:cubicBezTo>
                  <a:cubicBezTo>
                    <a:pt x="2143" y="3573"/>
                    <a:pt x="2434" y="3504"/>
                    <a:pt x="2703" y="3369"/>
                  </a:cubicBezTo>
                  <a:cubicBezTo>
                    <a:pt x="3403" y="3036"/>
                    <a:pt x="3837" y="2302"/>
                    <a:pt x="3804" y="1501"/>
                  </a:cubicBezTo>
                  <a:cubicBezTo>
                    <a:pt x="3804" y="1001"/>
                    <a:pt x="3570" y="567"/>
                    <a:pt x="3170" y="267"/>
                  </a:cubicBezTo>
                  <a:cubicBezTo>
                    <a:pt x="2959" y="109"/>
                    <a:pt x="2685" y="13"/>
                    <a:pt x="2398" y="13"/>
                  </a:cubicBezTo>
                  <a:cubicBezTo>
                    <a:pt x="2322" y="13"/>
                    <a:pt x="2246" y="20"/>
                    <a:pt x="2169" y="34"/>
                  </a:cubicBezTo>
                  <a:cubicBezTo>
                    <a:pt x="2136" y="0"/>
                    <a:pt x="2102" y="0"/>
                    <a:pt x="2069" y="0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32" name="Google Shape;3432;p70"/>
            <p:cNvSpPr/>
            <p:nvPr/>
          </p:nvSpPr>
          <p:spPr>
            <a:xfrm>
              <a:off x="7667352" y="2192464"/>
              <a:ext cx="87792" cy="77408"/>
            </a:xfrm>
            <a:custGeom>
              <a:rect b="b" l="l" r="r" t="t"/>
              <a:pathLst>
                <a:path extrusionOk="0" h="3854" w="4371">
                  <a:moveTo>
                    <a:pt x="1902" y="469"/>
                  </a:moveTo>
                  <a:cubicBezTo>
                    <a:pt x="1721" y="620"/>
                    <a:pt x="1840" y="879"/>
                    <a:pt x="2036" y="879"/>
                  </a:cubicBezTo>
                  <a:cubicBezTo>
                    <a:pt x="2057" y="879"/>
                    <a:pt x="2079" y="876"/>
                    <a:pt x="2102" y="869"/>
                  </a:cubicBezTo>
                  <a:cubicBezTo>
                    <a:pt x="2194" y="851"/>
                    <a:pt x="2289" y="842"/>
                    <a:pt x="2385" y="842"/>
                  </a:cubicBezTo>
                  <a:cubicBezTo>
                    <a:pt x="2813" y="842"/>
                    <a:pt x="3258" y="1028"/>
                    <a:pt x="3503" y="1436"/>
                  </a:cubicBezTo>
                  <a:cubicBezTo>
                    <a:pt x="3770" y="1903"/>
                    <a:pt x="3670" y="2571"/>
                    <a:pt x="3270" y="2938"/>
                  </a:cubicBezTo>
                  <a:lnTo>
                    <a:pt x="3303" y="2938"/>
                  </a:lnTo>
                  <a:cubicBezTo>
                    <a:pt x="3040" y="3180"/>
                    <a:pt x="2692" y="3312"/>
                    <a:pt x="2347" y="3312"/>
                  </a:cubicBezTo>
                  <a:cubicBezTo>
                    <a:pt x="2123" y="3312"/>
                    <a:pt x="1899" y="3256"/>
                    <a:pt x="1702" y="3138"/>
                  </a:cubicBezTo>
                  <a:cubicBezTo>
                    <a:pt x="1402" y="2971"/>
                    <a:pt x="1168" y="2737"/>
                    <a:pt x="935" y="2471"/>
                  </a:cubicBezTo>
                  <a:cubicBezTo>
                    <a:pt x="801" y="2370"/>
                    <a:pt x="701" y="2237"/>
                    <a:pt x="668" y="2070"/>
                  </a:cubicBezTo>
                  <a:cubicBezTo>
                    <a:pt x="634" y="1937"/>
                    <a:pt x="701" y="1770"/>
                    <a:pt x="801" y="1637"/>
                  </a:cubicBezTo>
                  <a:cubicBezTo>
                    <a:pt x="968" y="1303"/>
                    <a:pt x="1268" y="1003"/>
                    <a:pt x="1535" y="769"/>
                  </a:cubicBezTo>
                  <a:cubicBezTo>
                    <a:pt x="1635" y="636"/>
                    <a:pt x="1769" y="569"/>
                    <a:pt x="1902" y="469"/>
                  </a:cubicBezTo>
                  <a:close/>
                  <a:moveTo>
                    <a:pt x="2268" y="1"/>
                  </a:moveTo>
                  <a:cubicBezTo>
                    <a:pt x="1539" y="1"/>
                    <a:pt x="946" y="611"/>
                    <a:pt x="534" y="1170"/>
                  </a:cubicBezTo>
                  <a:cubicBezTo>
                    <a:pt x="234" y="1503"/>
                    <a:pt x="1" y="2004"/>
                    <a:pt x="234" y="2437"/>
                  </a:cubicBezTo>
                  <a:cubicBezTo>
                    <a:pt x="334" y="2637"/>
                    <a:pt x="501" y="2804"/>
                    <a:pt x="668" y="2971"/>
                  </a:cubicBezTo>
                  <a:cubicBezTo>
                    <a:pt x="801" y="3138"/>
                    <a:pt x="968" y="3304"/>
                    <a:pt x="1135" y="3438"/>
                  </a:cubicBezTo>
                  <a:cubicBezTo>
                    <a:pt x="1497" y="3710"/>
                    <a:pt x="1938" y="3853"/>
                    <a:pt x="2377" y="3853"/>
                  </a:cubicBezTo>
                  <a:cubicBezTo>
                    <a:pt x="2747" y="3853"/>
                    <a:pt x="3116" y="3751"/>
                    <a:pt x="3436" y="3538"/>
                  </a:cubicBezTo>
                  <a:cubicBezTo>
                    <a:pt x="4104" y="3071"/>
                    <a:pt x="4370" y="2170"/>
                    <a:pt x="4104" y="1403"/>
                  </a:cubicBezTo>
                  <a:cubicBezTo>
                    <a:pt x="3870" y="803"/>
                    <a:pt x="3270" y="369"/>
                    <a:pt x="2669" y="336"/>
                  </a:cubicBezTo>
                  <a:cubicBezTo>
                    <a:pt x="2736" y="236"/>
                    <a:pt x="2736" y="69"/>
                    <a:pt x="2569" y="35"/>
                  </a:cubicBezTo>
                  <a:cubicBezTo>
                    <a:pt x="2466" y="12"/>
                    <a:pt x="2366" y="1"/>
                    <a:pt x="2268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33" name="Google Shape;3433;p70"/>
            <p:cNvSpPr/>
            <p:nvPr/>
          </p:nvSpPr>
          <p:spPr>
            <a:xfrm>
              <a:off x="7283468" y="2184149"/>
              <a:ext cx="96488" cy="76202"/>
            </a:xfrm>
            <a:custGeom>
              <a:rect b="b" l="l" r="r" t="t"/>
              <a:pathLst>
                <a:path extrusionOk="0" h="3794" w="4804">
                  <a:moveTo>
                    <a:pt x="1868" y="449"/>
                  </a:moveTo>
                  <a:lnTo>
                    <a:pt x="1868" y="449"/>
                  </a:lnTo>
                  <a:cubicBezTo>
                    <a:pt x="1787" y="639"/>
                    <a:pt x="1926" y="895"/>
                    <a:pt x="2123" y="895"/>
                  </a:cubicBezTo>
                  <a:cubicBezTo>
                    <a:pt x="2169" y="895"/>
                    <a:pt x="2218" y="881"/>
                    <a:pt x="2268" y="850"/>
                  </a:cubicBezTo>
                  <a:cubicBezTo>
                    <a:pt x="2368" y="787"/>
                    <a:pt x="2472" y="762"/>
                    <a:pt x="2576" y="762"/>
                  </a:cubicBezTo>
                  <a:cubicBezTo>
                    <a:pt x="2750" y="762"/>
                    <a:pt x="2923" y="833"/>
                    <a:pt x="3069" y="916"/>
                  </a:cubicBezTo>
                  <a:cubicBezTo>
                    <a:pt x="3336" y="1117"/>
                    <a:pt x="3603" y="1350"/>
                    <a:pt x="3803" y="1617"/>
                  </a:cubicBezTo>
                  <a:cubicBezTo>
                    <a:pt x="4203" y="2117"/>
                    <a:pt x="3703" y="2718"/>
                    <a:pt x="3269" y="2985"/>
                  </a:cubicBezTo>
                  <a:lnTo>
                    <a:pt x="3236" y="2985"/>
                  </a:lnTo>
                  <a:cubicBezTo>
                    <a:pt x="2951" y="3138"/>
                    <a:pt x="2608" y="3219"/>
                    <a:pt x="2275" y="3219"/>
                  </a:cubicBezTo>
                  <a:cubicBezTo>
                    <a:pt x="2100" y="3219"/>
                    <a:pt x="1928" y="3197"/>
                    <a:pt x="1768" y="3151"/>
                  </a:cubicBezTo>
                  <a:cubicBezTo>
                    <a:pt x="1234" y="3018"/>
                    <a:pt x="634" y="2584"/>
                    <a:pt x="600" y="1984"/>
                  </a:cubicBezTo>
                  <a:cubicBezTo>
                    <a:pt x="600" y="1217"/>
                    <a:pt x="1234" y="716"/>
                    <a:pt x="1868" y="449"/>
                  </a:cubicBezTo>
                  <a:close/>
                  <a:moveTo>
                    <a:pt x="1919" y="1"/>
                  </a:moveTo>
                  <a:cubicBezTo>
                    <a:pt x="1894" y="1"/>
                    <a:pt x="1866" y="5"/>
                    <a:pt x="1835" y="16"/>
                  </a:cubicBezTo>
                  <a:cubicBezTo>
                    <a:pt x="1067" y="316"/>
                    <a:pt x="267" y="850"/>
                    <a:pt x="133" y="1750"/>
                  </a:cubicBezTo>
                  <a:cubicBezTo>
                    <a:pt x="0" y="2618"/>
                    <a:pt x="634" y="3318"/>
                    <a:pt x="1368" y="3618"/>
                  </a:cubicBezTo>
                  <a:cubicBezTo>
                    <a:pt x="1657" y="3734"/>
                    <a:pt x="1978" y="3793"/>
                    <a:pt x="2301" y="3793"/>
                  </a:cubicBezTo>
                  <a:cubicBezTo>
                    <a:pt x="2721" y="3793"/>
                    <a:pt x="3144" y="3693"/>
                    <a:pt x="3503" y="3485"/>
                  </a:cubicBezTo>
                  <a:cubicBezTo>
                    <a:pt x="4203" y="3118"/>
                    <a:pt x="4803" y="2251"/>
                    <a:pt x="4403" y="1450"/>
                  </a:cubicBezTo>
                  <a:cubicBezTo>
                    <a:pt x="4270" y="1217"/>
                    <a:pt x="4103" y="1050"/>
                    <a:pt x="3903" y="883"/>
                  </a:cubicBezTo>
                  <a:cubicBezTo>
                    <a:pt x="3736" y="683"/>
                    <a:pt x="3569" y="550"/>
                    <a:pt x="3369" y="416"/>
                  </a:cubicBezTo>
                  <a:cubicBezTo>
                    <a:pt x="3135" y="246"/>
                    <a:pt x="2847" y="144"/>
                    <a:pt x="2557" y="144"/>
                  </a:cubicBezTo>
                  <a:cubicBezTo>
                    <a:pt x="2391" y="144"/>
                    <a:pt x="2225" y="177"/>
                    <a:pt x="2068" y="249"/>
                  </a:cubicBezTo>
                  <a:cubicBezTo>
                    <a:pt x="2096" y="137"/>
                    <a:pt x="2053" y="1"/>
                    <a:pt x="1919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34" name="Google Shape;3434;p70"/>
            <p:cNvSpPr/>
            <p:nvPr/>
          </p:nvSpPr>
          <p:spPr>
            <a:xfrm>
              <a:off x="6884158" y="2186358"/>
              <a:ext cx="99180" cy="76745"/>
            </a:xfrm>
            <a:custGeom>
              <a:rect b="b" l="l" r="r" t="t"/>
              <a:pathLst>
                <a:path extrusionOk="0" h="3821" w="4938">
                  <a:moveTo>
                    <a:pt x="1535" y="740"/>
                  </a:moveTo>
                  <a:cubicBezTo>
                    <a:pt x="1568" y="840"/>
                    <a:pt x="1635" y="873"/>
                    <a:pt x="1768" y="907"/>
                  </a:cubicBezTo>
                  <a:cubicBezTo>
                    <a:pt x="2025" y="907"/>
                    <a:pt x="2306" y="882"/>
                    <a:pt x="2583" y="882"/>
                  </a:cubicBezTo>
                  <a:cubicBezTo>
                    <a:pt x="3027" y="882"/>
                    <a:pt x="3462" y="945"/>
                    <a:pt x="3770" y="1273"/>
                  </a:cubicBezTo>
                  <a:cubicBezTo>
                    <a:pt x="4237" y="1774"/>
                    <a:pt x="3870" y="2408"/>
                    <a:pt x="3403" y="2741"/>
                  </a:cubicBezTo>
                  <a:lnTo>
                    <a:pt x="3403" y="2775"/>
                  </a:lnTo>
                  <a:cubicBezTo>
                    <a:pt x="3052" y="3032"/>
                    <a:pt x="2571" y="3223"/>
                    <a:pt x="2096" y="3223"/>
                  </a:cubicBezTo>
                  <a:cubicBezTo>
                    <a:pt x="1893" y="3223"/>
                    <a:pt x="1691" y="3188"/>
                    <a:pt x="1501" y="3108"/>
                  </a:cubicBezTo>
                  <a:cubicBezTo>
                    <a:pt x="968" y="2908"/>
                    <a:pt x="601" y="2274"/>
                    <a:pt x="801" y="1674"/>
                  </a:cubicBezTo>
                  <a:cubicBezTo>
                    <a:pt x="934" y="1307"/>
                    <a:pt x="1201" y="1007"/>
                    <a:pt x="1535" y="740"/>
                  </a:cubicBezTo>
                  <a:close/>
                  <a:moveTo>
                    <a:pt x="2533" y="1"/>
                  </a:moveTo>
                  <a:cubicBezTo>
                    <a:pt x="2523" y="1"/>
                    <a:pt x="2513" y="2"/>
                    <a:pt x="2502" y="6"/>
                  </a:cubicBezTo>
                  <a:cubicBezTo>
                    <a:pt x="1635" y="106"/>
                    <a:pt x="801" y="540"/>
                    <a:pt x="400" y="1340"/>
                  </a:cubicBezTo>
                  <a:cubicBezTo>
                    <a:pt x="0" y="2107"/>
                    <a:pt x="334" y="3008"/>
                    <a:pt x="1001" y="3475"/>
                  </a:cubicBezTo>
                  <a:cubicBezTo>
                    <a:pt x="1332" y="3716"/>
                    <a:pt x="1730" y="3821"/>
                    <a:pt x="2136" y="3821"/>
                  </a:cubicBezTo>
                  <a:cubicBezTo>
                    <a:pt x="2629" y="3821"/>
                    <a:pt x="3133" y="3665"/>
                    <a:pt x="3536" y="3408"/>
                  </a:cubicBezTo>
                  <a:cubicBezTo>
                    <a:pt x="4303" y="2975"/>
                    <a:pt x="4937" y="2074"/>
                    <a:pt x="4503" y="1173"/>
                  </a:cubicBezTo>
                  <a:cubicBezTo>
                    <a:pt x="4170" y="440"/>
                    <a:pt x="3403" y="206"/>
                    <a:pt x="2635" y="206"/>
                  </a:cubicBezTo>
                  <a:cubicBezTo>
                    <a:pt x="2665" y="117"/>
                    <a:pt x="2615" y="1"/>
                    <a:pt x="2533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35" name="Google Shape;3435;p70"/>
            <p:cNvSpPr/>
            <p:nvPr/>
          </p:nvSpPr>
          <p:spPr>
            <a:xfrm>
              <a:off x="6502925" y="2191259"/>
              <a:ext cx="90483" cy="73029"/>
            </a:xfrm>
            <a:custGeom>
              <a:rect b="b" l="l" r="r" t="t"/>
              <a:pathLst>
                <a:path extrusionOk="0" h="3636" w="4505">
                  <a:moveTo>
                    <a:pt x="2449" y="688"/>
                  </a:moveTo>
                  <a:cubicBezTo>
                    <a:pt x="2761" y="688"/>
                    <a:pt x="3070" y="779"/>
                    <a:pt x="3303" y="996"/>
                  </a:cubicBezTo>
                  <a:cubicBezTo>
                    <a:pt x="3704" y="1363"/>
                    <a:pt x="3837" y="1997"/>
                    <a:pt x="3503" y="2430"/>
                  </a:cubicBezTo>
                  <a:cubicBezTo>
                    <a:pt x="3191" y="2821"/>
                    <a:pt x="2675" y="3008"/>
                    <a:pt x="2195" y="3008"/>
                  </a:cubicBezTo>
                  <a:cubicBezTo>
                    <a:pt x="2059" y="3008"/>
                    <a:pt x="1927" y="2993"/>
                    <a:pt x="1802" y="2964"/>
                  </a:cubicBezTo>
                  <a:cubicBezTo>
                    <a:pt x="1202" y="2831"/>
                    <a:pt x="668" y="2330"/>
                    <a:pt x="735" y="1663"/>
                  </a:cubicBezTo>
                  <a:cubicBezTo>
                    <a:pt x="768" y="1330"/>
                    <a:pt x="968" y="1096"/>
                    <a:pt x="1202" y="863"/>
                  </a:cubicBezTo>
                  <a:cubicBezTo>
                    <a:pt x="1266" y="927"/>
                    <a:pt x="1345" y="964"/>
                    <a:pt x="1428" y="964"/>
                  </a:cubicBezTo>
                  <a:cubicBezTo>
                    <a:pt x="1474" y="964"/>
                    <a:pt x="1521" y="953"/>
                    <a:pt x="1569" y="929"/>
                  </a:cubicBezTo>
                  <a:cubicBezTo>
                    <a:pt x="1819" y="779"/>
                    <a:pt x="2136" y="688"/>
                    <a:pt x="2449" y="688"/>
                  </a:cubicBezTo>
                  <a:close/>
                  <a:moveTo>
                    <a:pt x="2449" y="1"/>
                  </a:moveTo>
                  <a:cubicBezTo>
                    <a:pt x="2030" y="1"/>
                    <a:pt x="1603" y="117"/>
                    <a:pt x="1235" y="329"/>
                  </a:cubicBezTo>
                  <a:cubicBezTo>
                    <a:pt x="1202" y="362"/>
                    <a:pt x="1168" y="396"/>
                    <a:pt x="1168" y="429"/>
                  </a:cubicBezTo>
                  <a:cubicBezTo>
                    <a:pt x="735" y="629"/>
                    <a:pt x="401" y="929"/>
                    <a:pt x="268" y="1396"/>
                  </a:cubicBezTo>
                  <a:cubicBezTo>
                    <a:pt x="1" y="2297"/>
                    <a:pt x="568" y="3164"/>
                    <a:pt x="1369" y="3498"/>
                  </a:cubicBezTo>
                  <a:cubicBezTo>
                    <a:pt x="1616" y="3591"/>
                    <a:pt x="1887" y="3636"/>
                    <a:pt x="2160" y="3636"/>
                  </a:cubicBezTo>
                  <a:cubicBezTo>
                    <a:pt x="2771" y="3636"/>
                    <a:pt x="3399" y="3412"/>
                    <a:pt x="3837" y="2998"/>
                  </a:cubicBezTo>
                  <a:cubicBezTo>
                    <a:pt x="4504" y="2397"/>
                    <a:pt x="4471" y="1396"/>
                    <a:pt x="3937" y="696"/>
                  </a:cubicBezTo>
                  <a:cubicBezTo>
                    <a:pt x="3572" y="215"/>
                    <a:pt x="3019" y="1"/>
                    <a:pt x="2449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36" name="Google Shape;3436;p70"/>
            <p:cNvSpPr/>
            <p:nvPr/>
          </p:nvSpPr>
          <p:spPr>
            <a:xfrm>
              <a:off x="6113677" y="2201703"/>
              <a:ext cx="102534" cy="81364"/>
            </a:xfrm>
            <a:custGeom>
              <a:rect b="b" l="l" r="r" t="t"/>
              <a:pathLst>
                <a:path extrusionOk="0" h="4051" w="5105">
                  <a:moveTo>
                    <a:pt x="2135" y="743"/>
                  </a:moveTo>
                  <a:cubicBezTo>
                    <a:pt x="2669" y="810"/>
                    <a:pt x="3236" y="843"/>
                    <a:pt x="3670" y="1110"/>
                  </a:cubicBezTo>
                  <a:cubicBezTo>
                    <a:pt x="4170" y="1443"/>
                    <a:pt x="4270" y="2044"/>
                    <a:pt x="4037" y="2578"/>
                  </a:cubicBezTo>
                  <a:lnTo>
                    <a:pt x="4003" y="2578"/>
                  </a:lnTo>
                  <a:cubicBezTo>
                    <a:pt x="3748" y="3089"/>
                    <a:pt x="3251" y="3334"/>
                    <a:pt x="2718" y="3334"/>
                  </a:cubicBezTo>
                  <a:cubicBezTo>
                    <a:pt x="2624" y="3334"/>
                    <a:pt x="2530" y="3326"/>
                    <a:pt x="2436" y="3311"/>
                  </a:cubicBezTo>
                  <a:cubicBezTo>
                    <a:pt x="1868" y="3245"/>
                    <a:pt x="868" y="2778"/>
                    <a:pt x="1001" y="2077"/>
                  </a:cubicBezTo>
                  <a:cubicBezTo>
                    <a:pt x="1035" y="1677"/>
                    <a:pt x="1335" y="1310"/>
                    <a:pt x="1635" y="1077"/>
                  </a:cubicBezTo>
                  <a:cubicBezTo>
                    <a:pt x="1802" y="910"/>
                    <a:pt x="1969" y="810"/>
                    <a:pt x="2135" y="743"/>
                  </a:cubicBezTo>
                  <a:close/>
                  <a:moveTo>
                    <a:pt x="2586" y="1"/>
                  </a:moveTo>
                  <a:cubicBezTo>
                    <a:pt x="2327" y="1"/>
                    <a:pt x="2069" y="42"/>
                    <a:pt x="1835" y="143"/>
                  </a:cubicBezTo>
                  <a:cubicBezTo>
                    <a:pt x="1768" y="176"/>
                    <a:pt x="1702" y="243"/>
                    <a:pt x="1668" y="309"/>
                  </a:cubicBezTo>
                  <a:cubicBezTo>
                    <a:pt x="1101" y="610"/>
                    <a:pt x="668" y="1043"/>
                    <a:pt x="434" y="1644"/>
                  </a:cubicBezTo>
                  <a:cubicBezTo>
                    <a:pt x="0" y="2678"/>
                    <a:pt x="868" y="3545"/>
                    <a:pt x="1768" y="3879"/>
                  </a:cubicBezTo>
                  <a:cubicBezTo>
                    <a:pt x="2072" y="3991"/>
                    <a:pt x="2398" y="4050"/>
                    <a:pt x="2721" y="4050"/>
                  </a:cubicBezTo>
                  <a:cubicBezTo>
                    <a:pt x="3358" y="4050"/>
                    <a:pt x="3983" y="3820"/>
                    <a:pt x="4404" y="3311"/>
                  </a:cubicBezTo>
                  <a:cubicBezTo>
                    <a:pt x="4971" y="2611"/>
                    <a:pt x="5104" y="1577"/>
                    <a:pt x="4504" y="843"/>
                  </a:cubicBezTo>
                  <a:cubicBezTo>
                    <a:pt x="4237" y="476"/>
                    <a:pt x="3803" y="209"/>
                    <a:pt x="3336" y="109"/>
                  </a:cubicBezTo>
                  <a:cubicBezTo>
                    <a:pt x="3103" y="42"/>
                    <a:pt x="2844" y="1"/>
                    <a:pt x="2586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37" name="Google Shape;3437;p70"/>
            <p:cNvSpPr/>
            <p:nvPr/>
          </p:nvSpPr>
          <p:spPr>
            <a:xfrm>
              <a:off x="5741844" y="2203149"/>
              <a:ext cx="82429" cy="70940"/>
            </a:xfrm>
            <a:custGeom>
              <a:rect b="b" l="l" r="r" t="t"/>
              <a:pathLst>
                <a:path extrusionOk="0" h="3532" w="4104">
                  <a:moveTo>
                    <a:pt x="2624" y="607"/>
                  </a:moveTo>
                  <a:cubicBezTo>
                    <a:pt x="2810" y="607"/>
                    <a:pt x="2979" y="669"/>
                    <a:pt x="3102" y="838"/>
                  </a:cubicBezTo>
                  <a:cubicBezTo>
                    <a:pt x="3436" y="1238"/>
                    <a:pt x="3269" y="1872"/>
                    <a:pt x="2969" y="2239"/>
                  </a:cubicBezTo>
                  <a:cubicBezTo>
                    <a:pt x="2652" y="2650"/>
                    <a:pt x="2095" y="2942"/>
                    <a:pt x="1583" y="2942"/>
                  </a:cubicBezTo>
                  <a:cubicBezTo>
                    <a:pt x="1556" y="2942"/>
                    <a:pt x="1528" y="2941"/>
                    <a:pt x="1501" y="2939"/>
                  </a:cubicBezTo>
                  <a:cubicBezTo>
                    <a:pt x="1234" y="2939"/>
                    <a:pt x="968" y="2873"/>
                    <a:pt x="801" y="2672"/>
                  </a:cubicBezTo>
                  <a:cubicBezTo>
                    <a:pt x="601" y="2472"/>
                    <a:pt x="567" y="2139"/>
                    <a:pt x="634" y="1872"/>
                  </a:cubicBezTo>
                  <a:cubicBezTo>
                    <a:pt x="701" y="1505"/>
                    <a:pt x="934" y="1171"/>
                    <a:pt x="1234" y="938"/>
                  </a:cubicBezTo>
                  <a:cubicBezTo>
                    <a:pt x="1278" y="1002"/>
                    <a:pt x="1348" y="1039"/>
                    <a:pt x="1420" y="1039"/>
                  </a:cubicBezTo>
                  <a:cubicBezTo>
                    <a:pt x="1460" y="1039"/>
                    <a:pt x="1499" y="1028"/>
                    <a:pt x="1535" y="1005"/>
                  </a:cubicBezTo>
                  <a:cubicBezTo>
                    <a:pt x="1822" y="850"/>
                    <a:pt x="2257" y="607"/>
                    <a:pt x="2624" y="607"/>
                  </a:cubicBezTo>
                  <a:close/>
                  <a:moveTo>
                    <a:pt x="2651" y="1"/>
                  </a:moveTo>
                  <a:cubicBezTo>
                    <a:pt x="2624" y="1"/>
                    <a:pt x="2596" y="2"/>
                    <a:pt x="2569" y="4"/>
                  </a:cubicBezTo>
                  <a:cubicBezTo>
                    <a:pt x="2235" y="4"/>
                    <a:pt x="1935" y="137"/>
                    <a:pt x="1701" y="304"/>
                  </a:cubicBezTo>
                  <a:cubicBezTo>
                    <a:pt x="1034" y="404"/>
                    <a:pt x="467" y="871"/>
                    <a:pt x="200" y="1505"/>
                  </a:cubicBezTo>
                  <a:cubicBezTo>
                    <a:pt x="34" y="1939"/>
                    <a:pt x="0" y="2406"/>
                    <a:pt x="200" y="2806"/>
                  </a:cubicBezTo>
                  <a:cubicBezTo>
                    <a:pt x="401" y="3173"/>
                    <a:pt x="734" y="3373"/>
                    <a:pt x="1101" y="3473"/>
                  </a:cubicBezTo>
                  <a:cubicBezTo>
                    <a:pt x="1254" y="3513"/>
                    <a:pt x="1412" y="3532"/>
                    <a:pt x="1570" y="3532"/>
                  </a:cubicBezTo>
                  <a:cubicBezTo>
                    <a:pt x="2202" y="3532"/>
                    <a:pt x="2842" y="3233"/>
                    <a:pt x="3269" y="2806"/>
                  </a:cubicBezTo>
                  <a:cubicBezTo>
                    <a:pt x="3836" y="2239"/>
                    <a:pt x="4103" y="1338"/>
                    <a:pt x="3703" y="604"/>
                  </a:cubicBezTo>
                  <a:cubicBezTo>
                    <a:pt x="3484" y="229"/>
                    <a:pt x="3061" y="1"/>
                    <a:pt x="2651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38" name="Google Shape;3438;p70"/>
            <p:cNvSpPr/>
            <p:nvPr/>
          </p:nvSpPr>
          <p:spPr>
            <a:xfrm>
              <a:off x="8076705" y="2797203"/>
              <a:ext cx="77066" cy="71543"/>
            </a:xfrm>
            <a:custGeom>
              <a:rect b="b" l="l" r="r" t="t"/>
              <a:pathLst>
                <a:path extrusionOk="0" h="3562" w="3837">
                  <a:moveTo>
                    <a:pt x="1702" y="482"/>
                  </a:moveTo>
                  <a:cubicBezTo>
                    <a:pt x="1729" y="618"/>
                    <a:pt x="1869" y="733"/>
                    <a:pt x="2010" y="733"/>
                  </a:cubicBezTo>
                  <a:cubicBezTo>
                    <a:pt x="2041" y="733"/>
                    <a:pt x="2072" y="727"/>
                    <a:pt x="2102" y="715"/>
                  </a:cubicBezTo>
                  <a:cubicBezTo>
                    <a:pt x="2181" y="691"/>
                    <a:pt x="2259" y="679"/>
                    <a:pt x="2334" y="679"/>
                  </a:cubicBezTo>
                  <a:cubicBezTo>
                    <a:pt x="2766" y="679"/>
                    <a:pt x="3118" y="1061"/>
                    <a:pt x="3203" y="1516"/>
                  </a:cubicBezTo>
                  <a:cubicBezTo>
                    <a:pt x="3270" y="2049"/>
                    <a:pt x="2936" y="2583"/>
                    <a:pt x="2503" y="2850"/>
                  </a:cubicBezTo>
                  <a:cubicBezTo>
                    <a:pt x="2299" y="2959"/>
                    <a:pt x="2067" y="3018"/>
                    <a:pt x="1839" y="3018"/>
                  </a:cubicBezTo>
                  <a:cubicBezTo>
                    <a:pt x="1582" y="3018"/>
                    <a:pt x="1330" y="2943"/>
                    <a:pt x="1135" y="2783"/>
                  </a:cubicBezTo>
                  <a:cubicBezTo>
                    <a:pt x="768" y="2450"/>
                    <a:pt x="535" y="1916"/>
                    <a:pt x="701" y="1449"/>
                  </a:cubicBezTo>
                  <a:cubicBezTo>
                    <a:pt x="835" y="1149"/>
                    <a:pt x="1035" y="915"/>
                    <a:pt x="1302" y="749"/>
                  </a:cubicBezTo>
                  <a:cubicBezTo>
                    <a:pt x="1435" y="648"/>
                    <a:pt x="1569" y="548"/>
                    <a:pt x="1702" y="482"/>
                  </a:cubicBezTo>
                  <a:close/>
                  <a:moveTo>
                    <a:pt x="2098" y="1"/>
                  </a:moveTo>
                  <a:cubicBezTo>
                    <a:pt x="2089" y="1"/>
                    <a:pt x="2079" y="5"/>
                    <a:pt x="2069" y="15"/>
                  </a:cubicBezTo>
                  <a:cubicBezTo>
                    <a:pt x="1369" y="215"/>
                    <a:pt x="635" y="482"/>
                    <a:pt x="301" y="1182"/>
                  </a:cubicBezTo>
                  <a:cubicBezTo>
                    <a:pt x="1" y="1849"/>
                    <a:pt x="201" y="2617"/>
                    <a:pt x="701" y="3084"/>
                  </a:cubicBezTo>
                  <a:cubicBezTo>
                    <a:pt x="1028" y="3410"/>
                    <a:pt x="1454" y="3562"/>
                    <a:pt x="1888" y="3562"/>
                  </a:cubicBezTo>
                  <a:cubicBezTo>
                    <a:pt x="2164" y="3562"/>
                    <a:pt x="2444" y="3500"/>
                    <a:pt x="2703" y="3384"/>
                  </a:cubicBezTo>
                  <a:cubicBezTo>
                    <a:pt x="3403" y="3050"/>
                    <a:pt x="3837" y="2283"/>
                    <a:pt x="3804" y="1516"/>
                  </a:cubicBezTo>
                  <a:cubicBezTo>
                    <a:pt x="3804" y="1015"/>
                    <a:pt x="3570" y="582"/>
                    <a:pt x="3170" y="282"/>
                  </a:cubicBezTo>
                  <a:cubicBezTo>
                    <a:pt x="2959" y="123"/>
                    <a:pt x="2685" y="27"/>
                    <a:pt x="2398" y="27"/>
                  </a:cubicBezTo>
                  <a:cubicBezTo>
                    <a:pt x="2322" y="27"/>
                    <a:pt x="2246" y="34"/>
                    <a:pt x="2169" y="48"/>
                  </a:cubicBezTo>
                  <a:cubicBezTo>
                    <a:pt x="2146" y="24"/>
                    <a:pt x="2122" y="1"/>
                    <a:pt x="2098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39" name="Google Shape;3439;p70"/>
            <p:cNvSpPr/>
            <p:nvPr/>
          </p:nvSpPr>
          <p:spPr>
            <a:xfrm>
              <a:off x="7660724" y="2794231"/>
              <a:ext cx="94420" cy="77548"/>
            </a:xfrm>
            <a:custGeom>
              <a:rect b="b" l="l" r="r" t="t"/>
              <a:pathLst>
                <a:path extrusionOk="0" h="3861" w="4701">
                  <a:moveTo>
                    <a:pt x="2556" y="742"/>
                  </a:moveTo>
                  <a:cubicBezTo>
                    <a:pt x="3062" y="742"/>
                    <a:pt x="3572" y="969"/>
                    <a:pt x="3833" y="1430"/>
                  </a:cubicBezTo>
                  <a:cubicBezTo>
                    <a:pt x="4100" y="1897"/>
                    <a:pt x="4000" y="2564"/>
                    <a:pt x="3633" y="2931"/>
                  </a:cubicBezTo>
                  <a:cubicBezTo>
                    <a:pt x="3377" y="3188"/>
                    <a:pt x="3039" y="3316"/>
                    <a:pt x="2702" y="3316"/>
                  </a:cubicBezTo>
                  <a:cubicBezTo>
                    <a:pt x="2469" y="3316"/>
                    <a:pt x="2237" y="3254"/>
                    <a:pt x="2032" y="3131"/>
                  </a:cubicBezTo>
                  <a:cubicBezTo>
                    <a:pt x="1498" y="2865"/>
                    <a:pt x="998" y="2298"/>
                    <a:pt x="1198" y="1664"/>
                  </a:cubicBezTo>
                  <a:cubicBezTo>
                    <a:pt x="1378" y="1052"/>
                    <a:pt x="1965" y="742"/>
                    <a:pt x="2556" y="742"/>
                  </a:cubicBezTo>
                  <a:close/>
                  <a:moveTo>
                    <a:pt x="2617" y="0"/>
                  </a:moveTo>
                  <a:cubicBezTo>
                    <a:pt x="1275" y="0"/>
                    <a:pt x="0" y="1905"/>
                    <a:pt x="998" y="2965"/>
                  </a:cubicBezTo>
                  <a:cubicBezTo>
                    <a:pt x="1131" y="3131"/>
                    <a:pt x="1298" y="3298"/>
                    <a:pt x="1498" y="3432"/>
                  </a:cubicBezTo>
                  <a:cubicBezTo>
                    <a:pt x="1846" y="3707"/>
                    <a:pt x="2285" y="3861"/>
                    <a:pt x="2726" y="3861"/>
                  </a:cubicBezTo>
                  <a:cubicBezTo>
                    <a:pt x="3088" y="3861"/>
                    <a:pt x="3451" y="3757"/>
                    <a:pt x="3766" y="3532"/>
                  </a:cubicBezTo>
                  <a:cubicBezTo>
                    <a:pt x="4434" y="3065"/>
                    <a:pt x="4700" y="2164"/>
                    <a:pt x="4434" y="1397"/>
                  </a:cubicBezTo>
                  <a:cubicBezTo>
                    <a:pt x="4200" y="796"/>
                    <a:pt x="3600" y="363"/>
                    <a:pt x="2999" y="329"/>
                  </a:cubicBezTo>
                  <a:cubicBezTo>
                    <a:pt x="3066" y="229"/>
                    <a:pt x="3066" y="63"/>
                    <a:pt x="2899" y="29"/>
                  </a:cubicBezTo>
                  <a:cubicBezTo>
                    <a:pt x="2805" y="10"/>
                    <a:pt x="2711" y="0"/>
                    <a:pt x="2617" y="0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40" name="Google Shape;3440;p70"/>
            <p:cNvSpPr/>
            <p:nvPr/>
          </p:nvSpPr>
          <p:spPr>
            <a:xfrm>
              <a:off x="7283468" y="2795175"/>
              <a:ext cx="96488" cy="76082"/>
            </a:xfrm>
            <a:custGeom>
              <a:rect b="b" l="l" r="r" t="t"/>
              <a:pathLst>
                <a:path extrusionOk="0" h="3788" w="4804">
                  <a:moveTo>
                    <a:pt x="1868" y="416"/>
                  </a:moveTo>
                  <a:cubicBezTo>
                    <a:pt x="1789" y="626"/>
                    <a:pt x="1917" y="877"/>
                    <a:pt x="2105" y="877"/>
                  </a:cubicBezTo>
                  <a:cubicBezTo>
                    <a:pt x="2156" y="877"/>
                    <a:pt x="2211" y="859"/>
                    <a:pt x="2268" y="816"/>
                  </a:cubicBezTo>
                  <a:cubicBezTo>
                    <a:pt x="2365" y="756"/>
                    <a:pt x="2466" y="730"/>
                    <a:pt x="2566" y="730"/>
                  </a:cubicBezTo>
                  <a:cubicBezTo>
                    <a:pt x="2744" y="730"/>
                    <a:pt x="2920" y="810"/>
                    <a:pt x="3069" y="916"/>
                  </a:cubicBezTo>
                  <a:cubicBezTo>
                    <a:pt x="3336" y="1083"/>
                    <a:pt x="3603" y="1350"/>
                    <a:pt x="3803" y="1583"/>
                  </a:cubicBezTo>
                  <a:cubicBezTo>
                    <a:pt x="4203" y="2117"/>
                    <a:pt x="3703" y="2684"/>
                    <a:pt x="3269" y="2951"/>
                  </a:cubicBezTo>
                  <a:lnTo>
                    <a:pt x="3236" y="2951"/>
                  </a:lnTo>
                  <a:cubicBezTo>
                    <a:pt x="2947" y="3129"/>
                    <a:pt x="2598" y="3218"/>
                    <a:pt x="2260" y="3218"/>
                  </a:cubicBezTo>
                  <a:cubicBezTo>
                    <a:pt x="2090" y="3218"/>
                    <a:pt x="1924" y="3196"/>
                    <a:pt x="1768" y="3151"/>
                  </a:cubicBezTo>
                  <a:cubicBezTo>
                    <a:pt x="1234" y="3018"/>
                    <a:pt x="634" y="2584"/>
                    <a:pt x="600" y="1984"/>
                  </a:cubicBezTo>
                  <a:cubicBezTo>
                    <a:pt x="600" y="1216"/>
                    <a:pt x="1234" y="716"/>
                    <a:pt x="1868" y="416"/>
                  </a:cubicBezTo>
                  <a:close/>
                  <a:moveTo>
                    <a:pt x="1919" y="0"/>
                  </a:moveTo>
                  <a:cubicBezTo>
                    <a:pt x="1894" y="0"/>
                    <a:pt x="1866" y="5"/>
                    <a:pt x="1835" y="16"/>
                  </a:cubicBezTo>
                  <a:cubicBezTo>
                    <a:pt x="1067" y="316"/>
                    <a:pt x="267" y="850"/>
                    <a:pt x="133" y="1750"/>
                  </a:cubicBezTo>
                  <a:cubicBezTo>
                    <a:pt x="0" y="2584"/>
                    <a:pt x="634" y="3285"/>
                    <a:pt x="1368" y="3585"/>
                  </a:cubicBezTo>
                  <a:cubicBezTo>
                    <a:pt x="1668" y="3720"/>
                    <a:pt x="2002" y="3787"/>
                    <a:pt x="2336" y="3787"/>
                  </a:cubicBezTo>
                  <a:cubicBezTo>
                    <a:pt x="2745" y="3787"/>
                    <a:pt x="3154" y="3687"/>
                    <a:pt x="3503" y="3485"/>
                  </a:cubicBezTo>
                  <a:cubicBezTo>
                    <a:pt x="4203" y="3118"/>
                    <a:pt x="4803" y="2251"/>
                    <a:pt x="4403" y="1450"/>
                  </a:cubicBezTo>
                  <a:cubicBezTo>
                    <a:pt x="4270" y="1216"/>
                    <a:pt x="4103" y="1016"/>
                    <a:pt x="3903" y="850"/>
                  </a:cubicBezTo>
                  <a:cubicBezTo>
                    <a:pt x="3736" y="683"/>
                    <a:pt x="3569" y="516"/>
                    <a:pt x="3369" y="383"/>
                  </a:cubicBezTo>
                  <a:cubicBezTo>
                    <a:pt x="3139" y="236"/>
                    <a:pt x="2855" y="142"/>
                    <a:pt x="2569" y="142"/>
                  </a:cubicBezTo>
                  <a:cubicBezTo>
                    <a:pt x="2400" y="142"/>
                    <a:pt x="2229" y="175"/>
                    <a:pt x="2068" y="249"/>
                  </a:cubicBezTo>
                  <a:cubicBezTo>
                    <a:pt x="2096" y="137"/>
                    <a:pt x="2053" y="0"/>
                    <a:pt x="1919" y="0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41" name="Google Shape;3441;p70"/>
            <p:cNvSpPr/>
            <p:nvPr/>
          </p:nvSpPr>
          <p:spPr>
            <a:xfrm>
              <a:off x="6884158" y="2794713"/>
              <a:ext cx="99180" cy="76745"/>
            </a:xfrm>
            <a:custGeom>
              <a:rect b="b" l="l" r="r" t="t"/>
              <a:pathLst>
                <a:path extrusionOk="0" h="3821" w="4938">
                  <a:moveTo>
                    <a:pt x="1535" y="739"/>
                  </a:moveTo>
                  <a:cubicBezTo>
                    <a:pt x="1568" y="839"/>
                    <a:pt x="1635" y="873"/>
                    <a:pt x="1768" y="906"/>
                  </a:cubicBezTo>
                  <a:cubicBezTo>
                    <a:pt x="2025" y="906"/>
                    <a:pt x="2306" y="881"/>
                    <a:pt x="2583" y="881"/>
                  </a:cubicBezTo>
                  <a:cubicBezTo>
                    <a:pt x="3027" y="881"/>
                    <a:pt x="3462" y="944"/>
                    <a:pt x="3770" y="1273"/>
                  </a:cubicBezTo>
                  <a:cubicBezTo>
                    <a:pt x="4237" y="1773"/>
                    <a:pt x="3870" y="2407"/>
                    <a:pt x="3403" y="2741"/>
                  </a:cubicBezTo>
                  <a:lnTo>
                    <a:pt x="3403" y="2774"/>
                  </a:lnTo>
                  <a:cubicBezTo>
                    <a:pt x="3052" y="3031"/>
                    <a:pt x="2571" y="3222"/>
                    <a:pt x="2096" y="3222"/>
                  </a:cubicBezTo>
                  <a:cubicBezTo>
                    <a:pt x="1893" y="3222"/>
                    <a:pt x="1691" y="3187"/>
                    <a:pt x="1501" y="3107"/>
                  </a:cubicBezTo>
                  <a:cubicBezTo>
                    <a:pt x="968" y="2907"/>
                    <a:pt x="601" y="2274"/>
                    <a:pt x="801" y="1673"/>
                  </a:cubicBezTo>
                  <a:cubicBezTo>
                    <a:pt x="934" y="1306"/>
                    <a:pt x="1201" y="1006"/>
                    <a:pt x="1535" y="739"/>
                  </a:cubicBezTo>
                  <a:close/>
                  <a:moveTo>
                    <a:pt x="2533" y="0"/>
                  </a:moveTo>
                  <a:cubicBezTo>
                    <a:pt x="2523" y="0"/>
                    <a:pt x="2513" y="2"/>
                    <a:pt x="2502" y="5"/>
                  </a:cubicBezTo>
                  <a:cubicBezTo>
                    <a:pt x="1635" y="105"/>
                    <a:pt x="801" y="539"/>
                    <a:pt x="400" y="1340"/>
                  </a:cubicBezTo>
                  <a:cubicBezTo>
                    <a:pt x="0" y="2107"/>
                    <a:pt x="334" y="3007"/>
                    <a:pt x="1001" y="3474"/>
                  </a:cubicBezTo>
                  <a:cubicBezTo>
                    <a:pt x="1332" y="3715"/>
                    <a:pt x="1730" y="3820"/>
                    <a:pt x="2136" y="3820"/>
                  </a:cubicBezTo>
                  <a:cubicBezTo>
                    <a:pt x="2629" y="3820"/>
                    <a:pt x="3133" y="3664"/>
                    <a:pt x="3536" y="3408"/>
                  </a:cubicBezTo>
                  <a:cubicBezTo>
                    <a:pt x="4303" y="2974"/>
                    <a:pt x="4937" y="2073"/>
                    <a:pt x="4503" y="1173"/>
                  </a:cubicBezTo>
                  <a:cubicBezTo>
                    <a:pt x="4170" y="439"/>
                    <a:pt x="3403" y="205"/>
                    <a:pt x="2635" y="205"/>
                  </a:cubicBezTo>
                  <a:cubicBezTo>
                    <a:pt x="2665" y="116"/>
                    <a:pt x="2615" y="0"/>
                    <a:pt x="2533" y="0"/>
                  </a:cubicBezTo>
                  <a:close/>
                </a:path>
              </a:pathLst>
            </a:custGeom>
            <a:solidFill>
              <a:srgbClr val="77457D"/>
            </a:solidFill>
            <a:ln cap="flat" cmpd="sng" w="54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42" name="Google Shape;3442;p70"/>
            <p:cNvSpPr/>
            <p:nvPr/>
          </p:nvSpPr>
          <p:spPr>
            <a:xfrm>
              <a:off x="6502925" y="2796641"/>
              <a:ext cx="90483" cy="72808"/>
            </a:xfrm>
            <a:custGeom>
              <a:rect b="b" l="l" r="r" t="t"/>
              <a:pathLst>
                <a:path extrusionOk="0" h="3625" w="4505">
                  <a:moveTo>
                    <a:pt x="2449" y="668"/>
                  </a:moveTo>
                  <a:cubicBezTo>
                    <a:pt x="2761" y="668"/>
                    <a:pt x="3070" y="760"/>
                    <a:pt x="3303" y="977"/>
                  </a:cubicBezTo>
                  <a:cubicBezTo>
                    <a:pt x="3704" y="1344"/>
                    <a:pt x="3837" y="1977"/>
                    <a:pt x="3503" y="2444"/>
                  </a:cubicBezTo>
                  <a:cubicBezTo>
                    <a:pt x="3192" y="2808"/>
                    <a:pt x="2679" y="2989"/>
                    <a:pt x="2200" y="2989"/>
                  </a:cubicBezTo>
                  <a:cubicBezTo>
                    <a:pt x="2063" y="2989"/>
                    <a:pt x="1928" y="2974"/>
                    <a:pt x="1802" y="2945"/>
                  </a:cubicBezTo>
                  <a:cubicBezTo>
                    <a:pt x="1202" y="2811"/>
                    <a:pt x="668" y="2311"/>
                    <a:pt x="735" y="1644"/>
                  </a:cubicBezTo>
                  <a:cubicBezTo>
                    <a:pt x="768" y="1310"/>
                    <a:pt x="968" y="1077"/>
                    <a:pt x="1202" y="877"/>
                  </a:cubicBezTo>
                  <a:cubicBezTo>
                    <a:pt x="1264" y="918"/>
                    <a:pt x="1338" y="946"/>
                    <a:pt x="1418" y="946"/>
                  </a:cubicBezTo>
                  <a:cubicBezTo>
                    <a:pt x="1467" y="946"/>
                    <a:pt x="1518" y="935"/>
                    <a:pt x="1569" y="910"/>
                  </a:cubicBezTo>
                  <a:cubicBezTo>
                    <a:pt x="1819" y="760"/>
                    <a:pt x="2136" y="668"/>
                    <a:pt x="2449" y="668"/>
                  </a:cubicBezTo>
                  <a:close/>
                  <a:moveTo>
                    <a:pt x="2438" y="1"/>
                  </a:moveTo>
                  <a:cubicBezTo>
                    <a:pt x="2022" y="1"/>
                    <a:pt x="1599" y="119"/>
                    <a:pt x="1235" y="343"/>
                  </a:cubicBezTo>
                  <a:cubicBezTo>
                    <a:pt x="1202" y="343"/>
                    <a:pt x="1168" y="376"/>
                    <a:pt x="1168" y="410"/>
                  </a:cubicBezTo>
                  <a:cubicBezTo>
                    <a:pt x="735" y="610"/>
                    <a:pt x="401" y="910"/>
                    <a:pt x="268" y="1410"/>
                  </a:cubicBezTo>
                  <a:cubicBezTo>
                    <a:pt x="1" y="2278"/>
                    <a:pt x="568" y="3145"/>
                    <a:pt x="1369" y="3478"/>
                  </a:cubicBezTo>
                  <a:cubicBezTo>
                    <a:pt x="1629" y="3576"/>
                    <a:pt x="1914" y="3624"/>
                    <a:pt x="2202" y="3624"/>
                  </a:cubicBezTo>
                  <a:cubicBezTo>
                    <a:pt x="2799" y="3624"/>
                    <a:pt x="3409" y="3417"/>
                    <a:pt x="3837" y="3011"/>
                  </a:cubicBezTo>
                  <a:cubicBezTo>
                    <a:pt x="4504" y="2378"/>
                    <a:pt x="4471" y="1377"/>
                    <a:pt x="3937" y="710"/>
                  </a:cubicBezTo>
                  <a:cubicBezTo>
                    <a:pt x="3569" y="226"/>
                    <a:pt x="3011" y="1"/>
                    <a:pt x="2438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43" name="Google Shape;3443;p70"/>
            <p:cNvSpPr/>
            <p:nvPr/>
          </p:nvSpPr>
          <p:spPr>
            <a:xfrm>
              <a:off x="6113677" y="2792202"/>
              <a:ext cx="102534" cy="81405"/>
            </a:xfrm>
            <a:custGeom>
              <a:rect b="b" l="l" r="r" t="t"/>
              <a:pathLst>
                <a:path extrusionOk="0" h="4053" w="5105">
                  <a:moveTo>
                    <a:pt x="2135" y="731"/>
                  </a:moveTo>
                  <a:cubicBezTo>
                    <a:pt x="2669" y="831"/>
                    <a:pt x="3236" y="831"/>
                    <a:pt x="3670" y="1131"/>
                  </a:cubicBezTo>
                  <a:cubicBezTo>
                    <a:pt x="4170" y="1431"/>
                    <a:pt x="4270" y="2032"/>
                    <a:pt x="4037" y="2565"/>
                  </a:cubicBezTo>
                  <a:lnTo>
                    <a:pt x="4003" y="2565"/>
                  </a:lnTo>
                  <a:cubicBezTo>
                    <a:pt x="3736" y="3100"/>
                    <a:pt x="3204" y="3344"/>
                    <a:pt x="2644" y="3344"/>
                  </a:cubicBezTo>
                  <a:cubicBezTo>
                    <a:pt x="2575" y="3344"/>
                    <a:pt x="2505" y="3340"/>
                    <a:pt x="2436" y="3333"/>
                  </a:cubicBezTo>
                  <a:cubicBezTo>
                    <a:pt x="1868" y="3232"/>
                    <a:pt x="868" y="2799"/>
                    <a:pt x="1001" y="2065"/>
                  </a:cubicBezTo>
                  <a:cubicBezTo>
                    <a:pt x="1035" y="1665"/>
                    <a:pt x="1335" y="1298"/>
                    <a:pt x="1635" y="1064"/>
                  </a:cubicBezTo>
                  <a:cubicBezTo>
                    <a:pt x="1802" y="931"/>
                    <a:pt x="1969" y="831"/>
                    <a:pt x="2135" y="731"/>
                  </a:cubicBezTo>
                  <a:close/>
                  <a:moveTo>
                    <a:pt x="2543" y="1"/>
                  </a:moveTo>
                  <a:cubicBezTo>
                    <a:pt x="2299" y="1"/>
                    <a:pt x="2056" y="36"/>
                    <a:pt x="1835" y="130"/>
                  </a:cubicBezTo>
                  <a:cubicBezTo>
                    <a:pt x="1768" y="164"/>
                    <a:pt x="1702" y="230"/>
                    <a:pt x="1668" y="330"/>
                  </a:cubicBezTo>
                  <a:cubicBezTo>
                    <a:pt x="1101" y="597"/>
                    <a:pt x="668" y="1064"/>
                    <a:pt x="434" y="1631"/>
                  </a:cubicBezTo>
                  <a:cubicBezTo>
                    <a:pt x="0" y="2665"/>
                    <a:pt x="868" y="3533"/>
                    <a:pt x="1768" y="3866"/>
                  </a:cubicBezTo>
                  <a:cubicBezTo>
                    <a:pt x="2072" y="3990"/>
                    <a:pt x="2397" y="4053"/>
                    <a:pt x="2721" y="4053"/>
                  </a:cubicBezTo>
                  <a:cubicBezTo>
                    <a:pt x="3357" y="4053"/>
                    <a:pt x="3983" y="3808"/>
                    <a:pt x="4404" y="3299"/>
                  </a:cubicBezTo>
                  <a:cubicBezTo>
                    <a:pt x="4971" y="2599"/>
                    <a:pt x="5104" y="1598"/>
                    <a:pt x="4504" y="831"/>
                  </a:cubicBezTo>
                  <a:cubicBezTo>
                    <a:pt x="4237" y="464"/>
                    <a:pt x="3803" y="230"/>
                    <a:pt x="3336" y="97"/>
                  </a:cubicBezTo>
                  <a:cubicBezTo>
                    <a:pt x="3090" y="44"/>
                    <a:pt x="2816" y="1"/>
                    <a:pt x="2543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44" name="Google Shape;3444;p70"/>
            <p:cNvSpPr/>
            <p:nvPr/>
          </p:nvSpPr>
          <p:spPr>
            <a:xfrm>
              <a:off x="5741844" y="2797424"/>
              <a:ext cx="82429" cy="71000"/>
            </a:xfrm>
            <a:custGeom>
              <a:rect b="b" l="l" r="r" t="t"/>
              <a:pathLst>
                <a:path extrusionOk="0" h="3535" w="4104">
                  <a:moveTo>
                    <a:pt x="2624" y="607"/>
                  </a:moveTo>
                  <a:cubicBezTo>
                    <a:pt x="2810" y="607"/>
                    <a:pt x="2979" y="669"/>
                    <a:pt x="3102" y="838"/>
                  </a:cubicBezTo>
                  <a:cubicBezTo>
                    <a:pt x="3436" y="1238"/>
                    <a:pt x="3269" y="1872"/>
                    <a:pt x="2969" y="2239"/>
                  </a:cubicBezTo>
                  <a:cubicBezTo>
                    <a:pt x="2635" y="2706"/>
                    <a:pt x="2035" y="2972"/>
                    <a:pt x="1501" y="2972"/>
                  </a:cubicBezTo>
                  <a:cubicBezTo>
                    <a:pt x="1234" y="2939"/>
                    <a:pt x="968" y="2872"/>
                    <a:pt x="801" y="2706"/>
                  </a:cubicBezTo>
                  <a:cubicBezTo>
                    <a:pt x="601" y="2505"/>
                    <a:pt x="567" y="2139"/>
                    <a:pt x="634" y="1872"/>
                  </a:cubicBezTo>
                  <a:cubicBezTo>
                    <a:pt x="701" y="1505"/>
                    <a:pt x="934" y="1171"/>
                    <a:pt x="1234" y="938"/>
                  </a:cubicBezTo>
                  <a:cubicBezTo>
                    <a:pt x="1278" y="1003"/>
                    <a:pt x="1350" y="1054"/>
                    <a:pt x="1422" y="1054"/>
                  </a:cubicBezTo>
                  <a:cubicBezTo>
                    <a:pt x="1461" y="1054"/>
                    <a:pt x="1500" y="1039"/>
                    <a:pt x="1535" y="1004"/>
                  </a:cubicBezTo>
                  <a:cubicBezTo>
                    <a:pt x="1822" y="850"/>
                    <a:pt x="2257" y="607"/>
                    <a:pt x="2624" y="607"/>
                  </a:cubicBezTo>
                  <a:close/>
                  <a:moveTo>
                    <a:pt x="2651" y="1"/>
                  </a:moveTo>
                  <a:cubicBezTo>
                    <a:pt x="2624" y="1"/>
                    <a:pt x="2596" y="2"/>
                    <a:pt x="2569" y="4"/>
                  </a:cubicBezTo>
                  <a:cubicBezTo>
                    <a:pt x="2235" y="37"/>
                    <a:pt x="1935" y="170"/>
                    <a:pt x="1701" y="337"/>
                  </a:cubicBezTo>
                  <a:cubicBezTo>
                    <a:pt x="1034" y="437"/>
                    <a:pt x="467" y="871"/>
                    <a:pt x="200" y="1538"/>
                  </a:cubicBezTo>
                  <a:cubicBezTo>
                    <a:pt x="34" y="1938"/>
                    <a:pt x="0" y="2439"/>
                    <a:pt x="200" y="2839"/>
                  </a:cubicBezTo>
                  <a:cubicBezTo>
                    <a:pt x="401" y="3173"/>
                    <a:pt x="734" y="3406"/>
                    <a:pt x="1101" y="3473"/>
                  </a:cubicBezTo>
                  <a:cubicBezTo>
                    <a:pt x="1262" y="3515"/>
                    <a:pt x="1428" y="3535"/>
                    <a:pt x="1594" y="3535"/>
                  </a:cubicBezTo>
                  <a:cubicBezTo>
                    <a:pt x="2218" y="3535"/>
                    <a:pt x="2848" y="3253"/>
                    <a:pt x="3269" y="2806"/>
                  </a:cubicBezTo>
                  <a:cubicBezTo>
                    <a:pt x="3836" y="2239"/>
                    <a:pt x="4103" y="1338"/>
                    <a:pt x="3703" y="604"/>
                  </a:cubicBezTo>
                  <a:cubicBezTo>
                    <a:pt x="3484" y="229"/>
                    <a:pt x="3061" y="1"/>
                    <a:pt x="2651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45" name="Google Shape;3445;p70"/>
            <p:cNvSpPr/>
            <p:nvPr/>
          </p:nvSpPr>
          <p:spPr>
            <a:xfrm>
              <a:off x="7674061" y="3100326"/>
              <a:ext cx="81083" cy="73612"/>
            </a:xfrm>
            <a:custGeom>
              <a:rect b="b" l="l" r="r" t="t"/>
              <a:pathLst>
                <a:path extrusionOk="0" h="3665" w="4037">
                  <a:moveTo>
                    <a:pt x="1987" y="647"/>
                  </a:moveTo>
                  <a:cubicBezTo>
                    <a:pt x="2458" y="647"/>
                    <a:pt x="2922" y="816"/>
                    <a:pt x="3169" y="1234"/>
                  </a:cubicBezTo>
                  <a:cubicBezTo>
                    <a:pt x="3436" y="1701"/>
                    <a:pt x="3336" y="2369"/>
                    <a:pt x="2969" y="2735"/>
                  </a:cubicBezTo>
                  <a:cubicBezTo>
                    <a:pt x="2713" y="2992"/>
                    <a:pt x="2375" y="3120"/>
                    <a:pt x="2038" y="3120"/>
                  </a:cubicBezTo>
                  <a:cubicBezTo>
                    <a:pt x="1805" y="3120"/>
                    <a:pt x="1573" y="3058"/>
                    <a:pt x="1368" y="2936"/>
                  </a:cubicBezTo>
                  <a:cubicBezTo>
                    <a:pt x="567" y="2502"/>
                    <a:pt x="67" y="1501"/>
                    <a:pt x="1001" y="901"/>
                  </a:cubicBezTo>
                  <a:cubicBezTo>
                    <a:pt x="1273" y="743"/>
                    <a:pt x="1632" y="647"/>
                    <a:pt x="1987" y="647"/>
                  </a:cubicBezTo>
                  <a:close/>
                  <a:moveTo>
                    <a:pt x="1822" y="0"/>
                  </a:moveTo>
                  <a:cubicBezTo>
                    <a:pt x="1618" y="0"/>
                    <a:pt x="1419" y="32"/>
                    <a:pt x="1234" y="100"/>
                  </a:cubicBezTo>
                  <a:cubicBezTo>
                    <a:pt x="834" y="234"/>
                    <a:pt x="467" y="567"/>
                    <a:pt x="267" y="968"/>
                  </a:cubicBezTo>
                  <a:cubicBezTo>
                    <a:pt x="134" y="1234"/>
                    <a:pt x="100" y="1535"/>
                    <a:pt x="67" y="1835"/>
                  </a:cubicBezTo>
                  <a:cubicBezTo>
                    <a:pt x="0" y="2502"/>
                    <a:pt x="300" y="2836"/>
                    <a:pt x="834" y="3236"/>
                  </a:cubicBezTo>
                  <a:cubicBezTo>
                    <a:pt x="1182" y="3511"/>
                    <a:pt x="1621" y="3665"/>
                    <a:pt x="2062" y="3665"/>
                  </a:cubicBezTo>
                  <a:cubicBezTo>
                    <a:pt x="2424" y="3665"/>
                    <a:pt x="2787" y="3561"/>
                    <a:pt x="3102" y="3336"/>
                  </a:cubicBezTo>
                  <a:cubicBezTo>
                    <a:pt x="3770" y="2869"/>
                    <a:pt x="4036" y="1968"/>
                    <a:pt x="3770" y="1201"/>
                  </a:cubicBezTo>
                  <a:cubicBezTo>
                    <a:pt x="3478" y="484"/>
                    <a:pt x="2616" y="0"/>
                    <a:pt x="1822" y="0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46" name="Google Shape;3446;p70"/>
            <p:cNvSpPr/>
            <p:nvPr/>
          </p:nvSpPr>
          <p:spPr>
            <a:xfrm>
              <a:off x="7283468" y="3088155"/>
              <a:ext cx="96488" cy="76343"/>
            </a:xfrm>
            <a:custGeom>
              <a:rect b="b" l="l" r="r" t="t"/>
              <a:pathLst>
                <a:path extrusionOk="0" h="3801" w="4804">
                  <a:moveTo>
                    <a:pt x="1868" y="439"/>
                  </a:moveTo>
                  <a:cubicBezTo>
                    <a:pt x="1787" y="629"/>
                    <a:pt x="1926" y="885"/>
                    <a:pt x="2123" y="885"/>
                  </a:cubicBezTo>
                  <a:cubicBezTo>
                    <a:pt x="2169" y="885"/>
                    <a:pt x="2218" y="871"/>
                    <a:pt x="2268" y="840"/>
                  </a:cubicBezTo>
                  <a:cubicBezTo>
                    <a:pt x="2365" y="779"/>
                    <a:pt x="2466" y="754"/>
                    <a:pt x="2566" y="754"/>
                  </a:cubicBezTo>
                  <a:cubicBezTo>
                    <a:pt x="2744" y="754"/>
                    <a:pt x="2920" y="833"/>
                    <a:pt x="3069" y="940"/>
                  </a:cubicBezTo>
                  <a:cubicBezTo>
                    <a:pt x="3336" y="1107"/>
                    <a:pt x="3603" y="1373"/>
                    <a:pt x="3803" y="1607"/>
                  </a:cubicBezTo>
                  <a:cubicBezTo>
                    <a:pt x="4203" y="2141"/>
                    <a:pt x="3703" y="2708"/>
                    <a:pt x="3269" y="2975"/>
                  </a:cubicBezTo>
                  <a:lnTo>
                    <a:pt x="3236" y="2975"/>
                  </a:lnTo>
                  <a:cubicBezTo>
                    <a:pt x="2947" y="3152"/>
                    <a:pt x="2598" y="3241"/>
                    <a:pt x="2260" y="3241"/>
                  </a:cubicBezTo>
                  <a:cubicBezTo>
                    <a:pt x="2090" y="3241"/>
                    <a:pt x="1924" y="3219"/>
                    <a:pt x="1768" y="3175"/>
                  </a:cubicBezTo>
                  <a:cubicBezTo>
                    <a:pt x="1234" y="3008"/>
                    <a:pt x="634" y="2608"/>
                    <a:pt x="600" y="2007"/>
                  </a:cubicBezTo>
                  <a:cubicBezTo>
                    <a:pt x="600" y="1240"/>
                    <a:pt x="1234" y="740"/>
                    <a:pt x="1868" y="439"/>
                  </a:cubicBezTo>
                  <a:close/>
                  <a:moveTo>
                    <a:pt x="1894" y="1"/>
                  </a:moveTo>
                  <a:cubicBezTo>
                    <a:pt x="1875" y="1"/>
                    <a:pt x="1856" y="2"/>
                    <a:pt x="1835" y="6"/>
                  </a:cubicBezTo>
                  <a:cubicBezTo>
                    <a:pt x="1067" y="306"/>
                    <a:pt x="267" y="840"/>
                    <a:pt x="133" y="1740"/>
                  </a:cubicBezTo>
                  <a:cubicBezTo>
                    <a:pt x="0" y="2608"/>
                    <a:pt x="634" y="3308"/>
                    <a:pt x="1368" y="3608"/>
                  </a:cubicBezTo>
                  <a:cubicBezTo>
                    <a:pt x="1658" y="3739"/>
                    <a:pt x="1979" y="3800"/>
                    <a:pt x="2303" y="3800"/>
                  </a:cubicBezTo>
                  <a:cubicBezTo>
                    <a:pt x="2722" y="3800"/>
                    <a:pt x="3144" y="3697"/>
                    <a:pt x="3503" y="3508"/>
                  </a:cubicBezTo>
                  <a:cubicBezTo>
                    <a:pt x="4203" y="3108"/>
                    <a:pt x="4803" y="2241"/>
                    <a:pt x="4403" y="1440"/>
                  </a:cubicBezTo>
                  <a:cubicBezTo>
                    <a:pt x="4270" y="1240"/>
                    <a:pt x="4103" y="1040"/>
                    <a:pt x="3903" y="873"/>
                  </a:cubicBezTo>
                  <a:cubicBezTo>
                    <a:pt x="3736" y="706"/>
                    <a:pt x="3569" y="539"/>
                    <a:pt x="3369" y="406"/>
                  </a:cubicBezTo>
                  <a:cubicBezTo>
                    <a:pt x="3135" y="236"/>
                    <a:pt x="2847" y="134"/>
                    <a:pt x="2557" y="134"/>
                  </a:cubicBezTo>
                  <a:cubicBezTo>
                    <a:pt x="2391" y="134"/>
                    <a:pt x="2225" y="167"/>
                    <a:pt x="2068" y="239"/>
                  </a:cubicBezTo>
                  <a:cubicBezTo>
                    <a:pt x="2098" y="120"/>
                    <a:pt x="2048" y="1"/>
                    <a:pt x="1894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47" name="Google Shape;3447;p70"/>
            <p:cNvSpPr/>
            <p:nvPr/>
          </p:nvSpPr>
          <p:spPr>
            <a:xfrm>
              <a:off x="6884158" y="3090264"/>
              <a:ext cx="99180" cy="76986"/>
            </a:xfrm>
            <a:custGeom>
              <a:rect b="b" l="l" r="r" t="t"/>
              <a:pathLst>
                <a:path extrusionOk="0" h="3833" w="4938">
                  <a:moveTo>
                    <a:pt x="1535" y="768"/>
                  </a:moveTo>
                  <a:cubicBezTo>
                    <a:pt x="1568" y="835"/>
                    <a:pt x="1635" y="901"/>
                    <a:pt x="1768" y="901"/>
                  </a:cubicBezTo>
                  <a:cubicBezTo>
                    <a:pt x="2015" y="901"/>
                    <a:pt x="2285" y="879"/>
                    <a:pt x="2553" y="879"/>
                  </a:cubicBezTo>
                  <a:cubicBezTo>
                    <a:pt x="3007" y="879"/>
                    <a:pt x="3455" y="945"/>
                    <a:pt x="3770" y="1302"/>
                  </a:cubicBezTo>
                  <a:cubicBezTo>
                    <a:pt x="4237" y="1769"/>
                    <a:pt x="3870" y="2436"/>
                    <a:pt x="3403" y="2769"/>
                  </a:cubicBezTo>
                  <a:cubicBezTo>
                    <a:pt x="3048" y="3053"/>
                    <a:pt x="2561" y="3236"/>
                    <a:pt x="2081" y="3236"/>
                  </a:cubicBezTo>
                  <a:cubicBezTo>
                    <a:pt x="1883" y="3236"/>
                    <a:pt x="1686" y="3205"/>
                    <a:pt x="1501" y="3136"/>
                  </a:cubicBezTo>
                  <a:cubicBezTo>
                    <a:pt x="968" y="2903"/>
                    <a:pt x="601" y="2269"/>
                    <a:pt x="801" y="1702"/>
                  </a:cubicBezTo>
                  <a:cubicBezTo>
                    <a:pt x="934" y="1335"/>
                    <a:pt x="1201" y="1002"/>
                    <a:pt x="1535" y="768"/>
                  </a:cubicBezTo>
                  <a:close/>
                  <a:moveTo>
                    <a:pt x="2502" y="1"/>
                  </a:moveTo>
                  <a:cubicBezTo>
                    <a:pt x="1635" y="101"/>
                    <a:pt x="801" y="568"/>
                    <a:pt x="400" y="1335"/>
                  </a:cubicBezTo>
                  <a:cubicBezTo>
                    <a:pt x="0" y="2102"/>
                    <a:pt x="334" y="3003"/>
                    <a:pt x="1001" y="3470"/>
                  </a:cubicBezTo>
                  <a:cubicBezTo>
                    <a:pt x="1332" y="3726"/>
                    <a:pt x="1731" y="3832"/>
                    <a:pt x="2136" y="3832"/>
                  </a:cubicBezTo>
                  <a:cubicBezTo>
                    <a:pt x="2630" y="3832"/>
                    <a:pt x="3133" y="3675"/>
                    <a:pt x="3536" y="3437"/>
                  </a:cubicBezTo>
                  <a:cubicBezTo>
                    <a:pt x="4303" y="3003"/>
                    <a:pt x="4937" y="2069"/>
                    <a:pt x="4503" y="1202"/>
                  </a:cubicBezTo>
                  <a:cubicBezTo>
                    <a:pt x="4188" y="508"/>
                    <a:pt x="3485" y="232"/>
                    <a:pt x="2761" y="232"/>
                  </a:cubicBezTo>
                  <a:cubicBezTo>
                    <a:pt x="2719" y="232"/>
                    <a:pt x="2677" y="232"/>
                    <a:pt x="2635" y="234"/>
                  </a:cubicBezTo>
                  <a:cubicBezTo>
                    <a:pt x="2669" y="134"/>
                    <a:pt x="2602" y="1"/>
                    <a:pt x="2502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48" name="Google Shape;3448;p70"/>
            <p:cNvSpPr/>
            <p:nvPr/>
          </p:nvSpPr>
          <p:spPr>
            <a:xfrm>
              <a:off x="6502925" y="3095446"/>
              <a:ext cx="90483" cy="72808"/>
            </a:xfrm>
            <a:custGeom>
              <a:rect b="b" l="l" r="r" t="t"/>
              <a:pathLst>
                <a:path extrusionOk="0" h="3625" w="4505">
                  <a:moveTo>
                    <a:pt x="2449" y="668"/>
                  </a:moveTo>
                  <a:cubicBezTo>
                    <a:pt x="2761" y="668"/>
                    <a:pt x="3070" y="760"/>
                    <a:pt x="3303" y="977"/>
                  </a:cubicBezTo>
                  <a:cubicBezTo>
                    <a:pt x="3704" y="1344"/>
                    <a:pt x="3837" y="1978"/>
                    <a:pt x="3503" y="2445"/>
                  </a:cubicBezTo>
                  <a:cubicBezTo>
                    <a:pt x="3192" y="2808"/>
                    <a:pt x="2679" y="2990"/>
                    <a:pt x="2200" y="2990"/>
                  </a:cubicBezTo>
                  <a:cubicBezTo>
                    <a:pt x="2063" y="2990"/>
                    <a:pt x="1928" y="2975"/>
                    <a:pt x="1802" y="2945"/>
                  </a:cubicBezTo>
                  <a:cubicBezTo>
                    <a:pt x="1202" y="2812"/>
                    <a:pt x="668" y="2311"/>
                    <a:pt x="735" y="1644"/>
                  </a:cubicBezTo>
                  <a:cubicBezTo>
                    <a:pt x="768" y="1311"/>
                    <a:pt x="968" y="1077"/>
                    <a:pt x="1202" y="877"/>
                  </a:cubicBezTo>
                  <a:cubicBezTo>
                    <a:pt x="1264" y="918"/>
                    <a:pt x="1338" y="947"/>
                    <a:pt x="1418" y="947"/>
                  </a:cubicBezTo>
                  <a:cubicBezTo>
                    <a:pt x="1467" y="947"/>
                    <a:pt x="1518" y="936"/>
                    <a:pt x="1569" y="910"/>
                  </a:cubicBezTo>
                  <a:cubicBezTo>
                    <a:pt x="1819" y="760"/>
                    <a:pt x="2136" y="668"/>
                    <a:pt x="2449" y="668"/>
                  </a:cubicBezTo>
                  <a:close/>
                  <a:moveTo>
                    <a:pt x="2438" y="1"/>
                  </a:moveTo>
                  <a:cubicBezTo>
                    <a:pt x="2022" y="1"/>
                    <a:pt x="1599" y="119"/>
                    <a:pt x="1235" y="343"/>
                  </a:cubicBezTo>
                  <a:cubicBezTo>
                    <a:pt x="1202" y="343"/>
                    <a:pt x="1168" y="377"/>
                    <a:pt x="1168" y="410"/>
                  </a:cubicBezTo>
                  <a:cubicBezTo>
                    <a:pt x="735" y="610"/>
                    <a:pt x="401" y="910"/>
                    <a:pt x="268" y="1411"/>
                  </a:cubicBezTo>
                  <a:cubicBezTo>
                    <a:pt x="1" y="2278"/>
                    <a:pt x="568" y="3179"/>
                    <a:pt x="1369" y="3479"/>
                  </a:cubicBezTo>
                  <a:cubicBezTo>
                    <a:pt x="1629" y="3576"/>
                    <a:pt x="1914" y="3625"/>
                    <a:pt x="2202" y="3625"/>
                  </a:cubicBezTo>
                  <a:cubicBezTo>
                    <a:pt x="2799" y="3625"/>
                    <a:pt x="3409" y="3417"/>
                    <a:pt x="3837" y="3012"/>
                  </a:cubicBezTo>
                  <a:cubicBezTo>
                    <a:pt x="4504" y="2378"/>
                    <a:pt x="4471" y="1377"/>
                    <a:pt x="3937" y="710"/>
                  </a:cubicBezTo>
                  <a:cubicBezTo>
                    <a:pt x="3569" y="226"/>
                    <a:pt x="3011" y="1"/>
                    <a:pt x="2438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49" name="Google Shape;3449;p70"/>
            <p:cNvSpPr/>
            <p:nvPr/>
          </p:nvSpPr>
          <p:spPr>
            <a:xfrm>
              <a:off x="6113677" y="3105749"/>
              <a:ext cx="102534" cy="81425"/>
            </a:xfrm>
            <a:custGeom>
              <a:rect b="b" l="l" r="r" t="t"/>
              <a:pathLst>
                <a:path extrusionOk="0" h="4054" w="5105">
                  <a:moveTo>
                    <a:pt x="2135" y="731"/>
                  </a:moveTo>
                  <a:cubicBezTo>
                    <a:pt x="2669" y="831"/>
                    <a:pt x="3236" y="831"/>
                    <a:pt x="3670" y="1131"/>
                  </a:cubicBezTo>
                  <a:cubicBezTo>
                    <a:pt x="4170" y="1431"/>
                    <a:pt x="4270" y="2032"/>
                    <a:pt x="4037" y="2566"/>
                  </a:cubicBezTo>
                  <a:lnTo>
                    <a:pt x="4003" y="2566"/>
                  </a:lnTo>
                  <a:cubicBezTo>
                    <a:pt x="3736" y="3100"/>
                    <a:pt x="3204" y="3344"/>
                    <a:pt x="2644" y="3344"/>
                  </a:cubicBezTo>
                  <a:cubicBezTo>
                    <a:pt x="2575" y="3344"/>
                    <a:pt x="2505" y="3340"/>
                    <a:pt x="2436" y="3333"/>
                  </a:cubicBezTo>
                  <a:cubicBezTo>
                    <a:pt x="1868" y="3233"/>
                    <a:pt x="868" y="2766"/>
                    <a:pt x="1001" y="2065"/>
                  </a:cubicBezTo>
                  <a:cubicBezTo>
                    <a:pt x="1035" y="1665"/>
                    <a:pt x="1335" y="1298"/>
                    <a:pt x="1635" y="1064"/>
                  </a:cubicBezTo>
                  <a:cubicBezTo>
                    <a:pt x="1802" y="931"/>
                    <a:pt x="1969" y="798"/>
                    <a:pt x="2135" y="731"/>
                  </a:cubicBezTo>
                  <a:close/>
                  <a:moveTo>
                    <a:pt x="2543" y="1"/>
                  </a:moveTo>
                  <a:cubicBezTo>
                    <a:pt x="2299" y="1"/>
                    <a:pt x="2056" y="36"/>
                    <a:pt x="1835" y="130"/>
                  </a:cubicBezTo>
                  <a:cubicBezTo>
                    <a:pt x="1768" y="164"/>
                    <a:pt x="1702" y="231"/>
                    <a:pt x="1668" y="331"/>
                  </a:cubicBezTo>
                  <a:cubicBezTo>
                    <a:pt x="1101" y="597"/>
                    <a:pt x="668" y="1031"/>
                    <a:pt x="434" y="1632"/>
                  </a:cubicBezTo>
                  <a:cubicBezTo>
                    <a:pt x="0" y="2666"/>
                    <a:pt x="868" y="3533"/>
                    <a:pt x="1768" y="3866"/>
                  </a:cubicBezTo>
                  <a:cubicBezTo>
                    <a:pt x="2072" y="3990"/>
                    <a:pt x="2397" y="4053"/>
                    <a:pt x="2721" y="4053"/>
                  </a:cubicBezTo>
                  <a:cubicBezTo>
                    <a:pt x="3357" y="4053"/>
                    <a:pt x="3983" y="3808"/>
                    <a:pt x="4404" y="3299"/>
                  </a:cubicBezTo>
                  <a:cubicBezTo>
                    <a:pt x="4971" y="2599"/>
                    <a:pt x="5104" y="1565"/>
                    <a:pt x="4504" y="831"/>
                  </a:cubicBezTo>
                  <a:cubicBezTo>
                    <a:pt x="4237" y="464"/>
                    <a:pt x="3803" y="231"/>
                    <a:pt x="3336" y="97"/>
                  </a:cubicBezTo>
                  <a:cubicBezTo>
                    <a:pt x="3090" y="44"/>
                    <a:pt x="2816" y="1"/>
                    <a:pt x="2543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50" name="Google Shape;3450;p70"/>
            <p:cNvSpPr/>
            <p:nvPr/>
          </p:nvSpPr>
          <p:spPr>
            <a:xfrm>
              <a:off x="5741844" y="3106954"/>
              <a:ext cx="82429" cy="71000"/>
            </a:xfrm>
            <a:custGeom>
              <a:rect b="b" l="l" r="r" t="t"/>
              <a:pathLst>
                <a:path extrusionOk="0" h="3535" w="4104">
                  <a:moveTo>
                    <a:pt x="2624" y="607"/>
                  </a:moveTo>
                  <a:cubicBezTo>
                    <a:pt x="2810" y="607"/>
                    <a:pt x="2979" y="669"/>
                    <a:pt x="3102" y="838"/>
                  </a:cubicBezTo>
                  <a:cubicBezTo>
                    <a:pt x="3436" y="1238"/>
                    <a:pt x="3269" y="1872"/>
                    <a:pt x="2969" y="2239"/>
                  </a:cubicBezTo>
                  <a:cubicBezTo>
                    <a:pt x="2635" y="2706"/>
                    <a:pt x="2035" y="2973"/>
                    <a:pt x="1501" y="2973"/>
                  </a:cubicBezTo>
                  <a:cubicBezTo>
                    <a:pt x="1234" y="2939"/>
                    <a:pt x="968" y="2872"/>
                    <a:pt x="801" y="2706"/>
                  </a:cubicBezTo>
                  <a:cubicBezTo>
                    <a:pt x="601" y="2472"/>
                    <a:pt x="567" y="2139"/>
                    <a:pt x="634" y="1872"/>
                  </a:cubicBezTo>
                  <a:cubicBezTo>
                    <a:pt x="701" y="1505"/>
                    <a:pt x="934" y="1171"/>
                    <a:pt x="1234" y="938"/>
                  </a:cubicBezTo>
                  <a:cubicBezTo>
                    <a:pt x="1278" y="1003"/>
                    <a:pt x="1350" y="1054"/>
                    <a:pt x="1422" y="1054"/>
                  </a:cubicBezTo>
                  <a:cubicBezTo>
                    <a:pt x="1461" y="1054"/>
                    <a:pt x="1500" y="1039"/>
                    <a:pt x="1535" y="1004"/>
                  </a:cubicBezTo>
                  <a:cubicBezTo>
                    <a:pt x="1822" y="850"/>
                    <a:pt x="2257" y="607"/>
                    <a:pt x="2624" y="607"/>
                  </a:cubicBezTo>
                  <a:close/>
                  <a:moveTo>
                    <a:pt x="2651" y="1"/>
                  </a:moveTo>
                  <a:cubicBezTo>
                    <a:pt x="2624" y="1"/>
                    <a:pt x="2596" y="2"/>
                    <a:pt x="2569" y="4"/>
                  </a:cubicBezTo>
                  <a:cubicBezTo>
                    <a:pt x="2235" y="37"/>
                    <a:pt x="1935" y="171"/>
                    <a:pt x="1701" y="337"/>
                  </a:cubicBezTo>
                  <a:cubicBezTo>
                    <a:pt x="1034" y="437"/>
                    <a:pt x="467" y="871"/>
                    <a:pt x="200" y="1538"/>
                  </a:cubicBezTo>
                  <a:cubicBezTo>
                    <a:pt x="34" y="1938"/>
                    <a:pt x="0" y="2439"/>
                    <a:pt x="200" y="2839"/>
                  </a:cubicBezTo>
                  <a:cubicBezTo>
                    <a:pt x="401" y="3173"/>
                    <a:pt x="734" y="3406"/>
                    <a:pt x="1101" y="3473"/>
                  </a:cubicBezTo>
                  <a:cubicBezTo>
                    <a:pt x="1262" y="3515"/>
                    <a:pt x="1428" y="3535"/>
                    <a:pt x="1594" y="3535"/>
                  </a:cubicBezTo>
                  <a:cubicBezTo>
                    <a:pt x="2218" y="3535"/>
                    <a:pt x="2848" y="3254"/>
                    <a:pt x="3269" y="2806"/>
                  </a:cubicBezTo>
                  <a:cubicBezTo>
                    <a:pt x="3836" y="2239"/>
                    <a:pt x="4103" y="1338"/>
                    <a:pt x="3703" y="604"/>
                  </a:cubicBezTo>
                  <a:cubicBezTo>
                    <a:pt x="3484" y="229"/>
                    <a:pt x="3061" y="1"/>
                    <a:pt x="2651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51" name="Google Shape;3451;p70"/>
            <p:cNvSpPr/>
            <p:nvPr/>
          </p:nvSpPr>
          <p:spPr>
            <a:xfrm>
              <a:off x="8076705" y="2493980"/>
              <a:ext cx="77066" cy="71784"/>
            </a:xfrm>
            <a:custGeom>
              <a:rect b="b" l="l" r="r" t="t"/>
              <a:pathLst>
                <a:path extrusionOk="0" h="3574" w="3837">
                  <a:moveTo>
                    <a:pt x="1702" y="468"/>
                  </a:moveTo>
                  <a:lnTo>
                    <a:pt x="1702" y="501"/>
                  </a:lnTo>
                  <a:cubicBezTo>
                    <a:pt x="1731" y="646"/>
                    <a:pt x="1887" y="741"/>
                    <a:pt x="2037" y="741"/>
                  </a:cubicBezTo>
                  <a:cubicBezTo>
                    <a:pt x="2059" y="741"/>
                    <a:pt x="2081" y="739"/>
                    <a:pt x="2102" y="735"/>
                  </a:cubicBezTo>
                  <a:cubicBezTo>
                    <a:pt x="2193" y="701"/>
                    <a:pt x="2282" y="685"/>
                    <a:pt x="2367" y="685"/>
                  </a:cubicBezTo>
                  <a:cubicBezTo>
                    <a:pt x="2784" y="685"/>
                    <a:pt x="3120" y="1059"/>
                    <a:pt x="3203" y="1502"/>
                  </a:cubicBezTo>
                  <a:cubicBezTo>
                    <a:pt x="3270" y="2069"/>
                    <a:pt x="2936" y="2569"/>
                    <a:pt x="2503" y="2836"/>
                  </a:cubicBezTo>
                  <a:cubicBezTo>
                    <a:pt x="2298" y="2962"/>
                    <a:pt x="2063" y="3029"/>
                    <a:pt x="1834" y="3029"/>
                  </a:cubicBezTo>
                  <a:cubicBezTo>
                    <a:pt x="1578" y="3029"/>
                    <a:pt x="1329" y="2946"/>
                    <a:pt x="1135" y="2770"/>
                  </a:cubicBezTo>
                  <a:cubicBezTo>
                    <a:pt x="768" y="2469"/>
                    <a:pt x="535" y="1936"/>
                    <a:pt x="701" y="1435"/>
                  </a:cubicBezTo>
                  <a:cubicBezTo>
                    <a:pt x="835" y="1168"/>
                    <a:pt x="1035" y="935"/>
                    <a:pt x="1302" y="735"/>
                  </a:cubicBezTo>
                  <a:cubicBezTo>
                    <a:pt x="1435" y="635"/>
                    <a:pt x="1569" y="568"/>
                    <a:pt x="1702" y="468"/>
                  </a:cubicBezTo>
                  <a:close/>
                  <a:moveTo>
                    <a:pt x="2069" y="1"/>
                  </a:moveTo>
                  <a:cubicBezTo>
                    <a:pt x="1369" y="201"/>
                    <a:pt x="635" y="501"/>
                    <a:pt x="301" y="1202"/>
                  </a:cubicBezTo>
                  <a:cubicBezTo>
                    <a:pt x="1" y="1836"/>
                    <a:pt x="201" y="2603"/>
                    <a:pt x="701" y="3103"/>
                  </a:cubicBezTo>
                  <a:cubicBezTo>
                    <a:pt x="1020" y="3422"/>
                    <a:pt x="1434" y="3574"/>
                    <a:pt x="1857" y="3574"/>
                  </a:cubicBezTo>
                  <a:cubicBezTo>
                    <a:pt x="2143" y="3574"/>
                    <a:pt x="2434" y="3504"/>
                    <a:pt x="2703" y="3370"/>
                  </a:cubicBezTo>
                  <a:cubicBezTo>
                    <a:pt x="3403" y="3036"/>
                    <a:pt x="3837" y="2303"/>
                    <a:pt x="3804" y="1502"/>
                  </a:cubicBezTo>
                  <a:cubicBezTo>
                    <a:pt x="3804" y="1002"/>
                    <a:pt x="3570" y="568"/>
                    <a:pt x="3170" y="268"/>
                  </a:cubicBezTo>
                  <a:cubicBezTo>
                    <a:pt x="2959" y="109"/>
                    <a:pt x="2685" y="14"/>
                    <a:pt x="2398" y="14"/>
                  </a:cubicBezTo>
                  <a:cubicBezTo>
                    <a:pt x="2322" y="14"/>
                    <a:pt x="2246" y="20"/>
                    <a:pt x="2169" y="34"/>
                  </a:cubicBezTo>
                  <a:cubicBezTo>
                    <a:pt x="2136" y="1"/>
                    <a:pt x="2102" y="1"/>
                    <a:pt x="2069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52" name="Google Shape;3452;p70"/>
            <p:cNvSpPr/>
            <p:nvPr/>
          </p:nvSpPr>
          <p:spPr>
            <a:xfrm>
              <a:off x="7283468" y="2491670"/>
              <a:ext cx="96488" cy="76202"/>
            </a:xfrm>
            <a:custGeom>
              <a:rect b="b" l="l" r="r" t="t"/>
              <a:pathLst>
                <a:path extrusionOk="0" h="3794" w="4804">
                  <a:moveTo>
                    <a:pt x="1868" y="449"/>
                  </a:moveTo>
                  <a:lnTo>
                    <a:pt x="1868" y="449"/>
                  </a:lnTo>
                  <a:cubicBezTo>
                    <a:pt x="1787" y="639"/>
                    <a:pt x="1926" y="895"/>
                    <a:pt x="2123" y="895"/>
                  </a:cubicBezTo>
                  <a:cubicBezTo>
                    <a:pt x="2169" y="895"/>
                    <a:pt x="2218" y="881"/>
                    <a:pt x="2268" y="850"/>
                  </a:cubicBezTo>
                  <a:cubicBezTo>
                    <a:pt x="2368" y="787"/>
                    <a:pt x="2472" y="762"/>
                    <a:pt x="2576" y="762"/>
                  </a:cubicBezTo>
                  <a:cubicBezTo>
                    <a:pt x="2750" y="762"/>
                    <a:pt x="2923" y="833"/>
                    <a:pt x="3069" y="916"/>
                  </a:cubicBezTo>
                  <a:cubicBezTo>
                    <a:pt x="3336" y="1083"/>
                    <a:pt x="3603" y="1350"/>
                    <a:pt x="3803" y="1617"/>
                  </a:cubicBezTo>
                  <a:cubicBezTo>
                    <a:pt x="4203" y="2117"/>
                    <a:pt x="3703" y="2718"/>
                    <a:pt x="3269" y="2985"/>
                  </a:cubicBezTo>
                  <a:lnTo>
                    <a:pt x="3236" y="2985"/>
                  </a:lnTo>
                  <a:cubicBezTo>
                    <a:pt x="2951" y="3138"/>
                    <a:pt x="2608" y="3219"/>
                    <a:pt x="2275" y="3219"/>
                  </a:cubicBezTo>
                  <a:cubicBezTo>
                    <a:pt x="2100" y="3219"/>
                    <a:pt x="1928" y="3197"/>
                    <a:pt x="1768" y="3151"/>
                  </a:cubicBezTo>
                  <a:cubicBezTo>
                    <a:pt x="1234" y="3018"/>
                    <a:pt x="634" y="2584"/>
                    <a:pt x="600" y="1984"/>
                  </a:cubicBezTo>
                  <a:cubicBezTo>
                    <a:pt x="600" y="1217"/>
                    <a:pt x="1234" y="716"/>
                    <a:pt x="1868" y="449"/>
                  </a:cubicBezTo>
                  <a:close/>
                  <a:moveTo>
                    <a:pt x="1919" y="1"/>
                  </a:moveTo>
                  <a:cubicBezTo>
                    <a:pt x="1894" y="1"/>
                    <a:pt x="1866" y="5"/>
                    <a:pt x="1835" y="16"/>
                  </a:cubicBezTo>
                  <a:cubicBezTo>
                    <a:pt x="1067" y="316"/>
                    <a:pt x="267" y="850"/>
                    <a:pt x="133" y="1750"/>
                  </a:cubicBezTo>
                  <a:cubicBezTo>
                    <a:pt x="0" y="2618"/>
                    <a:pt x="634" y="3285"/>
                    <a:pt x="1368" y="3618"/>
                  </a:cubicBezTo>
                  <a:cubicBezTo>
                    <a:pt x="1657" y="3734"/>
                    <a:pt x="1978" y="3793"/>
                    <a:pt x="2301" y="3793"/>
                  </a:cubicBezTo>
                  <a:cubicBezTo>
                    <a:pt x="2721" y="3793"/>
                    <a:pt x="3144" y="3693"/>
                    <a:pt x="3503" y="3485"/>
                  </a:cubicBezTo>
                  <a:cubicBezTo>
                    <a:pt x="4203" y="3118"/>
                    <a:pt x="4803" y="2251"/>
                    <a:pt x="4403" y="1450"/>
                  </a:cubicBezTo>
                  <a:cubicBezTo>
                    <a:pt x="4270" y="1217"/>
                    <a:pt x="4103" y="1050"/>
                    <a:pt x="3903" y="850"/>
                  </a:cubicBezTo>
                  <a:cubicBezTo>
                    <a:pt x="3736" y="683"/>
                    <a:pt x="3569" y="550"/>
                    <a:pt x="3369" y="416"/>
                  </a:cubicBezTo>
                  <a:cubicBezTo>
                    <a:pt x="3135" y="246"/>
                    <a:pt x="2847" y="144"/>
                    <a:pt x="2557" y="144"/>
                  </a:cubicBezTo>
                  <a:cubicBezTo>
                    <a:pt x="2391" y="144"/>
                    <a:pt x="2225" y="177"/>
                    <a:pt x="2068" y="249"/>
                  </a:cubicBezTo>
                  <a:cubicBezTo>
                    <a:pt x="2096" y="137"/>
                    <a:pt x="2053" y="1"/>
                    <a:pt x="1919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53" name="Google Shape;3453;p70"/>
            <p:cNvSpPr/>
            <p:nvPr/>
          </p:nvSpPr>
          <p:spPr>
            <a:xfrm>
              <a:off x="6884158" y="2491309"/>
              <a:ext cx="99180" cy="76966"/>
            </a:xfrm>
            <a:custGeom>
              <a:rect b="b" l="l" r="r" t="t"/>
              <a:pathLst>
                <a:path extrusionOk="0" h="3832" w="4938">
                  <a:moveTo>
                    <a:pt x="1535" y="768"/>
                  </a:moveTo>
                  <a:cubicBezTo>
                    <a:pt x="1568" y="834"/>
                    <a:pt x="1635" y="901"/>
                    <a:pt x="1768" y="901"/>
                  </a:cubicBezTo>
                  <a:cubicBezTo>
                    <a:pt x="2015" y="901"/>
                    <a:pt x="2285" y="878"/>
                    <a:pt x="2553" y="878"/>
                  </a:cubicBezTo>
                  <a:cubicBezTo>
                    <a:pt x="3007" y="878"/>
                    <a:pt x="3455" y="944"/>
                    <a:pt x="3770" y="1301"/>
                  </a:cubicBezTo>
                  <a:cubicBezTo>
                    <a:pt x="4237" y="1768"/>
                    <a:pt x="3870" y="2436"/>
                    <a:pt x="3403" y="2769"/>
                  </a:cubicBezTo>
                  <a:cubicBezTo>
                    <a:pt x="3048" y="3052"/>
                    <a:pt x="2561" y="3235"/>
                    <a:pt x="2081" y="3235"/>
                  </a:cubicBezTo>
                  <a:cubicBezTo>
                    <a:pt x="1883" y="3235"/>
                    <a:pt x="1686" y="3204"/>
                    <a:pt x="1501" y="3136"/>
                  </a:cubicBezTo>
                  <a:cubicBezTo>
                    <a:pt x="968" y="2903"/>
                    <a:pt x="601" y="2269"/>
                    <a:pt x="801" y="1702"/>
                  </a:cubicBezTo>
                  <a:cubicBezTo>
                    <a:pt x="934" y="1335"/>
                    <a:pt x="1201" y="1001"/>
                    <a:pt x="1535" y="768"/>
                  </a:cubicBezTo>
                  <a:close/>
                  <a:moveTo>
                    <a:pt x="2502" y="0"/>
                  </a:moveTo>
                  <a:cubicBezTo>
                    <a:pt x="1635" y="101"/>
                    <a:pt x="801" y="568"/>
                    <a:pt x="400" y="1335"/>
                  </a:cubicBezTo>
                  <a:cubicBezTo>
                    <a:pt x="0" y="2102"/>
                    <a:pt x="334" y="3003"/>
                    <a:pt x="1001" y="3470"/>
                  </a:cubicBezTo>
                  <a:cubicBezTo>
                    <a:pt x="1332" y="3725"/>
                    <a:pt x="1731" y="3832"/>
                    <a:pt x="2136" y="3832"/>
                  </a:cubicBezTo>
                  <a:cubicBezTo>
                    <a:pt x="2630" y="3832"/>
                    <a:pt x="3133" y="3674"/>
                    <a:pt x="3536" y="3436"/>
                  </a:cubicBezTo>
                  <a:cubicBezTo>
                    <a:pt x="4303" y="3003"/>
                    <a:pt x="4937" y="2069"/>
                    <a:pt x="4503" y="1201"/>
                  </a:cubicBezTo>
                  <a:cubicBezTo>
                    <a:pt x="4188" y="508"/>
                    <a:pt x="3485" y="231"/>
                    <a:pt x="2761" y="231"/>
                  </a:cubicBezTo>
                  <a:cubicBezTo>
                    <a:pt x="2719" y="231"/>
                    <a:pt x="2677" y="232"/>
                    <a:pt x="2635" y="234"/>
                  </a:cubicBezTo>
                  <a:cubicBezTo>
                    <a:pt x="2669" y="134"/>
                    <a:pt x="2602" y="0"/>
                    <a:pt x="2502" y="0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54" name="Google Shape;3454;p70"/>
            <p:cNvSpPr/>
            <p:nvPr/>
          </p:nvSpPr>
          <p:spPr>
            <a:xfrm>
              <a:off x="6502925" y="2493418"/>
              <a:ext cx="90483" cy="72828"/>
            </a:xfrm>
            <a:custGeom>
              <a:rect b="b" l="l" r="r" t="t"/>
              <a:pathLst>
                <a:path extrusionOk="0" h="3626" w="4505">
                  <a:moveTo>
                    <a:pt x="2426" y="683"/>
                  </a:moveTo>
                  <a:cubicBezTo>
                    <a:pt x="2746" y="683"/>
                    <a:pt x="3064" y="774"/>
                    <a:pt x="3303" y="996"/>
                  </a:cubicBezTo>
                  <a:cubicBezTo>
                    <a:pt x="3704" y="1363"/>
                    <a:pt x="3837" y="1997"/>
                    <a:pt x="3503" y="2431"/>
                  </a:cubicBezTo>
                  <a:cubicBezTo>
                    <a:pt x="3185" y="2802"/>
                    <a:pt x="2655" y="3005"/>
                    <a:pt x="2166" y="3005"/>
                  </a:cubicBezTo>
                  <a:cubicBezTo>
                    <a:pt x="2041" y="3005"/>
                    <a:pt x="1918" y="2992"/>
                    <a:pt x="1802" y="2964"/>
                  </a:cubicBezTo>
                  <a:cubicBezTo>
                    <a:pt x="1202" y="2798"/>
                    <a:pt x="668" y="2297"/>
                    <a:pt x="735" y="1663"/>
                  </a:cubicBezTo>
                  <a:cubicBezTo>
                    <a:pt x="768" y="1330"/>
                    <a:pt x="968" y="1063"/>
                    <a:pt x="1202" y="863"/>
                  </a:cubicBezTo>
                  <a:cubicBezTo>
                    <a:pt x="1260" y="921"/>
                    <a:pt x="1329" y="957"/>
                    <a:pt x="1404" y="957"/>
                  </a:cubicBezTo>
                  <a:cubicBezTo>
                    <a:pt x="1457" y="957"/>
                    <a:pt x="1513" y="938"/>
                    <a:pt x="1569" y="896"/>
                  </a:cubicBezTo>
                  <a:cubicBezTo>
                    <a:pt x="1813" y="766"/>
                    <a:pt x="2121" y="683"/>
                    <a:pt x="2426" y="683"/>
                  </a:cubicBezTo>
                  <a:close/>
                  <a:moveTo>
                    <a:pt x="2449" y="1"/>
                  </a:moveTo>
                  <a:cubicBezTo>
                    <a:pt x="2030" y="1"/>
                    <a:pt x="1603" y="117"/>
                    <a:pt x="1235" y="329"/>
                  </a:cubicBezTo>
                  <a:cubicBezTo>
                    <a:pt x="1202" y="362"/>
                    <a:pt x="1168" y="362"/>
                    <a:pt x="1168" y="396"/>
                  </a:cubicBezTo>
                  <a:cubicBezTo>
                    <a:pt x="735" y="596"/>
                    <a:pt x="401" y="896"/>
                    <a:pt x="268" y="1397"/>
                  </a:cubicBezTo>
                  <a:cubicBezTo>
                    <a:pt x="1" y="2264"/>
                    <a:pt x="568" y="3164"/>
                    <a:pt x="1369" y="3465"/>
                  </a:cubicBezTo>
                  <a:cubicBezTo>
                    <a:pt x="1629" y="3573"/>
                    <a:pt x="1915" y="3625"/>
                    <a:pt x="2203" y="3625"/>
                  </a:cubicBezTo>
                  <a:cubicBezTo>
                    <a:pt x="2800" y="3625"/>
                    <a:pt x="3410" y="3402"/>
                    <a:pt x="3837" y="2998"/>
                  </a:cubicBezTo>
                  <a:cubicBezTo>
                    <a:pt x="4504" y="2397"/>
                    <a:pt x="4471" y="1397"/>
                    <a:pt x="3937" y="696"/>
                  </a:cubicBezTo>
                  <a:cubicBezTo>
                    <a:pt x="3572" y="216"/>
                    <a:pt x="3019" y="1"/>
                    <a:pt x="2449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55" name="Google Shape;3455;p70"/>
            <p:cNvSpPr/>
            <p:nvPr/>
          </p:nvSpPr>
          <p:spPr>
            <a:xfrm>
              <a:off x="6113677" y="2489039"/>
              <a:ext cx="102534" cy="81425"/>
            </a:xfrm>
            <a:custGeom>
              <a:rect b="b" l="l" r="r" t="t"/>
              <a:pathLst>
                <a:path extrusionOk="0" h="4054" w="5105">
                  <a:moveTo>
                    <a:pt x="2135" y="714"/>
                  </a:moveTo>
                  <a:cubicBezTo>
                    <a:pt x="2669" y="814"/>
                    <a:pt x="3236" y="814"/>
                    <a:pt x="3670" y="1114"/>
                  </a:cubicBezTo>
                  <a:cubicBezTo>
                    <a:pt x="4170" y="1414"/>
                    <a:pt x="4270" y="2048"/>
                    <a:pt x="4037" y="2549"/>
                  </a:cubicBezTo>
                  <a:lnTo>
                    <a:pt x="4003" y="2549"/>
                  </a:lnTo>
                  <a:cubicBezTo>
                    <a:pt x="3744" y="3067"/>
                    <a:pt x="3237" y="3336"/>
                    <a:pt x="2696" y="3336"/>
                  </a:cubicBezTo>
                  <a:cubicBezTo>
                    <a:pt x="2609" y="3336"/>
                    <a:pt x="2522" y="3329"/>
                    <a:pt x="2436" y="3316"/>
                  </a:cubicBezTo>
                  <a:cubicBezTo>
                    <a:pt x="1868" y="3216"/>
                    <a:pt x="868" y="2782"/>
                    <a:pt x="1001" y="2048"/>
                  </a:cubicBezTo>
                  <a:cubicBezTo>
                    <a:pt x="1035" y="1681"/>
                    <a:pt x="1335" y="1314"/>
                    <a:pt x="1635" y="1047"/>
                  </a:cubicBezTo>
                  <a:cubicBezTo>
                    <a:pt x="1802" y="914"/>
                    <a:pt x="1969" y="814"/>
                    <a:pt x="2135" y="714"/>
                  </a:cubicBezTo>
                  <a:close/>
                  <a:moveTo>
                    <a:pt x="2543" y="1"/>
                  </a:moveTo>
                  <a:cubicBezTo>
                    <a:pt x="2299" y="1"/>
                    <a:pt x="2056" y="35"/>
                    <a:pt x="1835" y="113"/>
                  </a:cubicBezTo>
                  <a:cubicBezTo>
                    <a:pt x="1768" y="180"/>
                    <a:pt x="1702" y="247"/>
                    <a:pt x="1668" y="314"/>
                  </a:cubicBezTo>
                  <a:cubicBezTo>
                    <a:pt x="1101" y="580"/>
                    <a:pt x="668" y="1047"/>
                    <a:pt x="434" y="1615"/>
                  </a:cubicBezTo>
                  <a:cubicBezTo>
                    <a:pt x="0" y="2682"/>
                    <a:pt x="868" y="3516"/>
                    <a:pt x="1768" y="3883"/>
                  </a:cubicBezTo>
                  <a:cubicBezTo>
                    <a:pt x="2069" y="3994"/>
                    <a:pt x="2391" y="4053"/>
                    <a:pt x="2711" y="4053"/>
                  </a:cubicBezTo>
                  <a:cubicBezTo>
                    <a:pt x="3351" y="4053"/>
                    <a:pt x="3981" y="3816"/>
                    <a:pt x="4404" y="3282"/>
                  </a:cubicBezTo>
                  <a:cubicBezTo>
                    <a:pt x="4971" y="2582"/>
                    <a:pt x="5104" y="1581"/>
                    <a:pt x="4504" y="847"/>
                  </a:cubicBezTo>
                  <a:cubicBezTo>
                    <a:pt x="4237" y="480"/>
                    <a:pt x="3803" y="214"/>
                    <a:pt x="3336" y="113"/>
                  </a:cubicBezTo>
                  <a:cubicBezTo>
                    <a:pt x="3090" y="43"/>
                    <a:pt x="2816" y="1"/>
                    <a:pt x="2543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56" name="Google Shape;3456;p70"/>
            <p:cNvSpPr/>
            <p:nvPr/>
          </p:nvSpPr>
          <p:spPr>
            <a:xfrm>
              <a:off x="5741844" y="2494603"/>
              <a:ext cx="82429" cy="70679"/>
            </a:xfrm>
            <a:custGeom>
              <a:rect b="b" l="l" r="r" t="t"/>
              <a:pathLst>
                <a:path extrusionOk="0" h="3519" w="4104">
                  <a:moveTo>
                    <a:pt x="2629" y="589"/>
                  </a:moveTo>
                  <a:cubicBezTo>
                    <a:pt x="2813" y="589"/>
                    <a:pt x="2980" y="648"/>
                    <a:pt x="3102" y="804"/>
                  </a:cubicBezTo>
                  <a:cubicBezTo>
                    <a:pt x="3436" y="1237"/>
                    <a:pt x="3269" y="1871"/>
                    <a:pt x="2969" y="2238"/>
                  </a:cubicBezTo>
                  <a:cubicBezTo>
                    <a:pt x="2635" y="2672"/>
                    <a:pt x="2035" y="2939"/>
                    <a:pt x="1501" y="2939"/>
                  </a:cubicBezTo>
                  <a:cubicBezTo>
                    <a:pt x="1234" y="2939"/>
                    <a:pt x="968" y="2872"/>
                    <a:pt x="801" y="2672"/>
                  </a:cubicBezTo>
                  <a:cubicBezTo>
                    <a:pt x="601" y="2472"/>
                    <a:pt x="567" y="2138"/>
                    <a:pt x="634" y="1871"/>
                  </a:cubicBezTo>
                  <a:cubicBezTo>
                    <a:pt x="701" y="1504"/>
                    <a:pt x="934" y="1171"/>
                    <a:pt x="1234" y="904"/>
                  </a:cubicBezTo>
                  <a:cubicBezTo>
                    <a:pt x="1283" y="976"/>
                    <a:pt x="1365" y="1031"/>
                    <a:pt x="1445" y="1031"/>
                  </a:cubicBezTo>
                  <a:cubicBezTo>
                    <a:pt x="1476" y="1031"/>
                    <a:pt x="1507" y="1023"/>
                    <a:pt x="1535" y="1004"/>
                  </a:cubicBezTo>
                  <a:cubicBezTo>
                    <a:pt x="1824" y="826"/>
                    <a:pt x="2261" y="589"/>
                    <a:pt x="2629" y="589"/>
                  </a:cubicBezTo>
                  <a:close/>
                  <a:moveTo>
                    <a:pt x="2651" y="0"/>
                  </a:moveTo>
                  <a:cubicBezTo>
                    <a:pt x="2624" y="0"/>
                    <a:pt x="2596" y="1"/>
                    <a:pt x="2569" y="3"/>
                  </a:cubicBezTo>
                  <a:cubicBezTo>
                    <a:pt x="2235" y="3"/>
                    <a:pt x="1935" y="137"/>
                    <a:pt x="1701" y="303"/>
                  </a:cubicBezTo>
                  <a:cubicBezTo>
                    <a:pt x="1034" y="404"/>
                    <a:pt x="467" y="837"/>
                    <a:pt x="200" y="1504"/>
                  </a:cubicBezTo>
                  <a:cubicBezTo>
                    <a:pt x="34" y="1905"/>
                    <a:pt x="0" y="2405"/>
                    <a:pt x="200" y="2805"/>
                  </a:cubicBezTo>
                  <a:cubicBezTo>
                    <a:pt x="401" y="3139"/>
                    <a:pt x="734" y="3372"/>
                    <a:pt x="1101" y="3472"/>
                  </a:cubicBezTo>
                  <a:cubicBezTo>
                    <a:pt x="1244" y="3503"/>
                    <a:pt x="1390" y="3518"/>
                    <a:pt x="1537" y="3518"/>
                  </a:cubicBezTo>
                  <a:cubicBezTo>
                    <a:pt x="2179" y="3518"/>
                    <a:pt x="2835" y="3233"/>
                    <a:pt x="3269" y="2772"/>
                  </a:cubicBezTo>
                  <a:cubicBezTo>
                    <a:pt x="3836" y="2238"/>
                    <a:pt x="4103" y="1304"/>
                    <a:pt x="3703" y="604"/>
                  </a:cubicBezTo>
                  <a:cubicBezTo>
                    <a:pt x="3484" y="229"/>
                    <a:pt x="3061" y="0"/>
                    <a:pt x="2651" y="0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57" name="Google Shape;3457;p70"/>
            <p:cNvSpPr/>
            <p:nvPr/>
          </p:nvSpPr>
          <p:spPr>
            <a:xfrm>
              <a:off x="7676732" y="2497334"/>
              <a:ext cx="66361" cy="64955"/>
            </a:xfrm>
            <a:custGeom>
              <a:rect b="b" l="l" r="r" t="t"/>
              <a:pathLst>
                <a:path extrusionOk="0" h="3234" w="3304">
                  <a:moveTo>
                    <a:pt x="1302" y="434"/>
                  </a:moveTo>
                  <a:cubicBezTo>
                    <a:pt x="1335" y="468"/>
                    <a:pt x="1368" y="501"/>
                    <a:pt x="1435" y="501"/>
                  </a:cubicBezTo>
                  <a:cubicBezTo>
                    <a:pt x="1568" y="534"/>
                    <a:pt x="1735" y="568"/>
                    <a:pt x="1902" y="601"/>
                  </a:cubicBezTo>
                  <a:cubicBezTo>
                    <a:pt x="2035" y="601"/>
                    <a:pt x="2169" y="601"/>
                    <a:pt x="2302" y="668"/>
                  </a:cubicBezTo>
                  <a:cubicBezTo>
                    <a:pt x="2536" y="735"/>
                    <a:pt x="2769" y="868"/>
                    <a:pt x="2836" y="1101"/>
                  </a:cubicBezTo>
                  <a:cubicBezTo>
                    <a:pt x="3003" y="1602"/>
                    <a:pt x="2703" y="2202"/>
                    <a:pt x="2336" y="2536"/>
                  </a:cubicBezTo>
                  <a:cubicBezTo>
                    <a:pt x="2092" y="2739"/>
                    <a:pt x="1737" y="2855"/>
                    <a:pt x="1399" y="2855"/>
                  </a:cubicBezTo>
                  <a:cubicBezTo>
                    <a:pt x="1182" y="2855"/>
                    <a:pt x="971" y="2807"/>
                    <a:pt x="801" y="2703"/>
                  </a:cubicBezTo>
                  <a:cubicBezTo>
                    <a:pt x="568" y="2536"/>
                    <a:pt x="501" y="2236"/>
                    <a:pt x="468" y="1969"/>
                  </a:cubicBezTo>
                  <a:cubicBezTo>
                    <a:pt x="434" y="1669"/>
                    <a:pt x="434" y="1368"/>
                    <a:pt x="568" y="1135"/>
                  </a:cubicBezTo>
                  <a:cubicBezTo>
                    <a:pt x="701" y="801"/>
                    <a:pt x="1001" y="568"/>
                    <a:pt x="1302" y="434"/>
                  </a:cubicBezTo>
                  <a:close/>
                  <a:moveTo>
                    <a:pt x="1802" y="1"/>
                  </a:moveTo>
                  <a:cubicBezTo>
                    <a:pt x="1735" y="1"/>
                    <a:pt x="1702" y="1"/>
                    <a:pt x="1635" y="34"/>
                  </a:cubicBezTo>
                  <a:lnTo>
                    <a:pt x="1502" y="34"/>
                  </a:lnTo>
                  <a:cubicBezTo>
                    <a:pt x="1468" y="67"/>
                    <a:pt x="1435" y="67"/>
                    <a:pt x="1402" y="67"/>
                  </a:cubicBezTo>
                  <a:cubicBezTo>
                    <a:pt x="935" y="167"/>
                    <a:pt x="534" y="434"/>
                    <a:pt x="268" y="835"/>
                  </a:cubicBezTo>
                  <a:cubicBezTo>
                    <a:pt x="67" y="1135"/>
                    <a:pt x="1" y="1502"/>
                    <a:pt x="34" y="1869"/>
                  </a:cubicBezTo>
                  <a:cubicBezTo>
                    <a:pt x="67" y="2236"/>
                    <a:pt x="134" y="2669"/>
                    <a:pt x="401" y="2903"/>
                  </a:cubicBezTo>
                  <a:cubicBezTo>
                    <a:pt x="652" y="3138"/>
                    <a:pt x="970" y="3233"/>
                    <a:pt x="1295" y="3233"/>
                  </a:cubicBezTo>
                  <a:cubicBezTo>
                    <a:pt x="1660" y="3233"/>
                    <a:pt x="2035" y="3113"/>
                    <a:pt x="2336" y="2936"/>
                  </a:cubicBezTo>
                  <a:cubicBezTo>
                    <a:pt x="2936" y="2603"/>
                    <a:pt x="3303" y="1935"/>
                    <a:pt x="3270" y="1235"/>
                  </a:cubicBezTo>
                  <a:cubicBezTo>
                    <a:pt x="3270" y="835"/>
                    <a:pt x="3070" y="468"/>
                    <a:pt x="2736" y="268"/>
                  </a:cubicBezTo>
                  <a:lnTo>
                    <a:pt x="2736" y="234"/>
                  </a:lnTo>
                  <a:cubicBezTo>
                    <a:pt x="2536" y="134"/>
                    <a:pt x="2336" y="67"/>
                    <a:pt x="2136" y="34"/>
                  </a:cubicBezTo>
                  <a:cubicBezTo>
                    <a:pt x="2002" y="1"/>
                    <a:pt x="1902" y="1"/>
                    <a:pt x="1802" y="1"/>
                  </a:cubicBezTo>
                  <a:close/>
                </a:path>
              </a:pathLst>
            </a:custGeom>
            <a:solidFill>
              <a:srgbClr val="77457D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58" name="Google Shape;3458;p70"/>
            <p:cNvSpPr/>
            <p:nvPr/>
          </p:nvSpPr>
          <p:spPr>
            <a:xfrm>
              <a:off x="7842895" y="3104865"/>
              <a:ext cx="330981" cy="306316"/>
            </a:xfrm>
            <a:custGeom>
              <a:rect b="b" l="l" r="r" t="t"/>
              <a:pathLst>
                <a:path extrusionOk="0" h="15251" w="16479">
                  <a:moveTo>
                    <a:pt x="2003" y="0"/>
                  </a:moveTo>
                  <a:cubicBezTo>
                    <a:pt x="1457" y="0"/>
                    <a:pt x="981" y="376"/>
                    <a:pt x="734" y="808"/>
                  </a:cubicBezTo>
                  <a:cubicBezTo>
                    <a:pt x="0" y="2109"/>
                    <a:pt x="1001" y="3610"/>
                    <a:pt x="1802" y="4611"/>
                  </a:cubicBezTo>
                  <a:cubicBezTo>
                    <a:pt x="2702" y="5745"/>
                    <a:pt x="3803" y="6712"/>
                    <a:pt x="4770" y="7813"/>
                  </a:cubicBezTo>
                  <a:cubicBezTo>
                    <a:pt x="5804" y="8947"/>
                    <a:pt x="6605" y="10282"/>
                    <a:pt x="7639" y="11416"/>
                  </a:cubicBezTo>
                  <a:cubicBezTo>
                    <a:pt x="8540" y="12417"/>
                    <a:pt x="9607" y="13250"/>
                    <a:pt x="10808" y="13918"/>
                  </a:cubicBezTo>
                  <a:cubicBezTo>
                    <a:pt x="11563" y="14310"/>
                    <a:pt x="13222" y="15251"/>
                    <a:pt x="14247" y="15251"/>
                  </a:cubicBezTo>
                  <a:cubicBezTo>
                    <a:pt x="14353" y="15251"/>
                    <a:pt x="14453" y="15241"/>
                    <a:pt x="14544" y="15219"/>
                  </a:cubicBezTo>
                  <a:cubicBezTo>
                    <a:pt x="16479" y="14718"/>
                    <a:pt x="15044" y="11516"/>
                    <a:pt x="14444" y="10448"/>
                  </a:cubicBezTo>
                  <a:cubicBezTo>
                    <a:pt x="13710" y="9181"/>
                    <a:pt x="12709" y="8080"/>
                    <a:pt x="11642" y="7079"/>
                  </a:cubicBezTo>
                  <a:cubicBezTo>
                    <a:pt x="10508" y="6079"/>
                    <a:pt x="9307" y="5145"/>
                    <a:pt x="8106" y="4244"/>
                  </a:cubicBezTo>
                  <a:cubicBezTo>
                    <a:pt x="6738" y="3210"/>
                    <a:pt x="5404" y="2176"/>
                    <a:pt x="4036" y="1142"/>
                  </a:cubicBezTo>
                  <a:cubicBezTo>
                    <a:pt x="3703" y="908"/>
                    <a:pt x="3403" y="641"/>
                    <a:pt x="3069" y="408"/>
                  </a:cubicBezTo>
                  <a:cubicBezTo>
                    <a:pt x="2769" y="208"/>
                    <a:pt x="2469" y="41"/>
                    <a:pt x="2135" y="8"/>
                  </a:cubicBezTo>
                  <a:cubicBezTo>
                    <a:pt x="2091" y="3"/>
                    <a:pt x="2047" y="0"/>
                    <a:pt x="20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59" name="Google Shape;3459;p70"/>
            <p:cNvSpPr/>
            <p:nvPr/>
          </p:nvSpPr>
          <p:spPr>
            <a:xfrm>
              <a:off x="8065317" y="2891743"/>
              <a:ext cx="215090" cy="532132"/>
            </a:xfrm>
            <a:custGeom>
              <a:rect b="b" l="l" r="r" t="t"/>
              <a:pathLst>
                <a:path extrusionOk="0" h="26494" w="10709">
                  <a:moveTo>
                    <a:pt x="3734" y="1"/>
                  </a:moveTo>
                  <a:cubicBezTo>
                    <a:pt x="2836" y="1"/>
                    <a:pt x="1965" y="601"/>
                    <a:pt x="1469" y="1345"/>
                  </a:cubicBezTo>
                  <a:cubicBezTo>
                    <a:pt x="901" y="2179"/>
                    <a:pt x="701" y="3147"/>
                    <a:pt x="535" y="4147"/>
                  </a:cubicBezTo>
                  <a:cubicBezTo>
                    <a:pt x="1" y="7983"/>
                    <a:pt x="768" y="12020"/>
                    <a:pt x="2669" y="15389"/>
                  </a:cubicBezTo>
                  <a:cubicBezTo>
                    <a:pt x="3270" y="16456"/>
                    <a:pt x="3970" y="17457"/>
                    <a:pt x="4471" y="18558"/>
                  </a:cubicBezTo>
                  <a:cubicBezTo>
                    <a:pt x="5171" y="19992"/>
                    <a:pt x="5505" y="21593"/>
                    <a:pt x="5605" y="23194"/>
                  </a:cubicBezTo>
                  <a:cubicBezTo>
                    <a:pt x="5638" y="23895"/>
                    <a:pt x="5605" y="24629"/>
                    <a:pt x="5905" y="25262"/>
                  </a:cubicBezTo>
                  <a:cubicBezTo>
                    <a:pt x="6155" y="25762"/>
                    <a:pt x="6937" y="26493"/>
                    <a:pt x="7615" y="26493"/>
                  </a:cubicBezTo>
                  <a:cubicBezTo>
                    <a:pt x="7751" y="26493"/>
                    <a:pt x="7884" y="26464"/>
                    <a:pt x="8007" y="26397"/>
                  </a:cubicBezTo>
                  <a:cubicBezTo>
                    <a:pt x="8674" y="26063"/>
                    <a:pt x="9107" y="23995"/>
                    <a:pt x="9341" y="23328"/>
                  </a:cubicBezTo>
                  <a:cubicBezTo>
                    <a:pt x="10175" y="20959"/>
                    <a:pt x="10708" y="18391"/>
                    <a:pt x="10241" y="15889"/>
                  </a:cubicBezTo>
                  <a:cubicBezTo>
                    <a:pt x="9975" y="14421"/>
                    <a:pt x="9374" y="13020"/>
                    <a:pt x="9041" y="11586"/>
                  </a:cubicBezTo>
                  <a:cubicBezTo>
                    <a:pt x="8574" y="9651"/>
                    <a:pt x="8574" y="7650"/>
                    <a:pt x="8207" y="5682"/>
                  </a:cubicBezTo>
                  <a:cubicBezTo>
                    <a:pt x="7873" y="3747"/>
                    <a:pt x="7073" y="1746"/>
                    <a:pt x="5438" y="611"/>
                  </a:cubicBezTo>
                  <a:cubicBezTo>
                    <a:pt x="5004" y="278"/>
                    <a:pt x="4504" y="44"/>
                    <a:pt x="3937" y="11"/>
                  </a:cubicBezTo>
                  <a:cubicBezTo>
                    <a:pt x="3869" y="4"/>
                    <a:pt x="3801" y="1"/>
                    <a:pt x="37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60" name="Google Shape;3460;p70"/>
            <p:cNvSpPr/>
            <p:nvPr/>
          </p:nvSpPr>
          <p:spPr>
            <a:xfrm>
              <a:off x="8252910" y="3113542"/>
              <a:ext cx="173554" cy="394068"/>
            </a:xfrm>
            <a:custGeom>
              <a:rect b="b" l="l" r="r" t="t"/>
              <a:pathLst>
                <a:path extrusionOk="0" h="19620" w="8641">
                  <a:moveTo>
                    <a:pt x="7034" y="1"/>
                  </a:moveTo>
                  <a:cubicBezTo>
                    <a:pt x="6553" y="1"/>
                    <a:pt x="6104" y="308"/>
                    <a:pt x="5738" y="643"/>
                  </a:cubicBezTo>
                  <a:cubicBezTo>
                    <a:pt x="3770" y="2344"/>
                    <a:pt x="3070" y="5013"/>
                    <a:pt x="2469" y="7515"/>
                  </a:cubicBezTo>
                  <a:cubicBezTo>
                    <a:pt x="1969" y="9683"/>
                    <a:pt x="1435" y="11818"/>
                    <a:pt x="935" y="13953"/>
                  </a:cubicBezTo>
                  <a:cubicBezTo>
                    <a:pt x="568" y="15554"/>
                    <a:pt x="1" y="17655"/>
                    <a:pt x="868" y="19156"/>
                  </a:cubicBezTo>
                  <a:cubicBezTo>
                    <a:pt x="935" y="19323"/>
                    <a:pt x="1068" y="19457"/>
                    <a:pt x="1202" y="19557"/>
                  </a:cubicBezTo>
                  <a:cubicBezTo>
                    <a:pt x="1288" y="19600"/>
                    <a:pt x="1375" y="19619"/>
                    <a:pt x="1461" y="19619"/>
                  </a:cubicBezTo>
                  <a:cubicBezTo>
                    <a:pt x="1836" y="19619"/>
                    <a:pt x="2191" y="19249"/>
                    <a:pt x="2436" y="18923"/>
                  </a:cubicBezTo>
                  <a:cubicBezTo>
                    <a:pt x="5138" y="15053"/>
                    <a:pt x="7673" y="9883"/>
                    <a:pt x="8407" y="4980"/>
                  </a:cubicBezTo>
                  <a:cubicBezTo>
                    <a:pt x="8507" y="4179"/>
                    <a:pt x="8574" y="3378"/>
                    <a:pt x="8607" y="2611"/>
                  </a:cubicBezTo>
                  <a:cubicBezTo>
                    <a:pt x="8640" y="1510"/>
                    <a:pt x="8273" y="109"/>
                    <a:pt x="7173" y="9"/>
                  </a:cubicBezTo>
                  <a:cubicBezTo>
                    <a:pt x="7126" y="4"/>
                    <a:pt x="7080" y="1"/>
                    <a:pt x="70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61" name="Google Shape;3461;p70"/>
            <p:cNvSpPr/>
            <p:nvPr/>
          </p:nvSpPr>
          <p:spPr>
            <a:xfrm>
              <a:off x="8244214" y="3261789"/>
              <a:ext cx="117939" cy="373702"/>
            </a:xfrm>
            <a:custGeom>
              <a:rect b="b" l="l" r="r" t="t"/>
              <a:pathLst>
                <a:path extrusionOk="0" h="18606" w="5872">
                  <a:moveTo>
                    <a:pt x="5738" y="0"/>
                  </a:moveTo>
                  <a:cubicBezTo>
                    <a:pt x="5471" y="234"/>
                    <a:pt x="5437" y="601"/>
                    <a:pt x="5371" y="934"/>
                  </a:cubicBezTo>
                  <a:cubicBezTo>
                    <a:pt x="5271" y="1301"/>
                    <a:pt x="5171" y="1701"/>
                    <a:pt x="5070" y="2068"/>
                  </a:cubicBezTo>
                  <a:cubicBezTo>
                    <a:pt x="4837" y="2869"/>
                    <a:pt x="4603" y="3703"/>
                    <a:pt x="4337" y="4503"/>
                  </a:cubicBezTo>
                  <a:cubicBezTo>
                    <a:pt x="3770" y="6138"/>
                    <a:pt x="3102" y="7739"/>
                    <a:pt x="2435" y="9340"/>
                  </a:cubicBezTo>
                  <a:cubicBezTo>
                    <a:pt x="1201" y="12209"/>
                    <a:pt x="0" y="15211"/>
                    <a:pt x="200" y="18380"/>
                  </a:cubicBezTo>
                  <a:cubicBezTo>
                    <a:pt x="200" y="18530"/>
                    <a:pt x="309" y="18605"/>
                    <a:pt x="417" y="18605"/>
                  </a:cubicBezTo>
                  <a:cubicBezTo>
                    <a:pt x="526" y="18605"/>
                    <a:pt x="634" y="18530"/>
                    <a:pt x="634" y="18380"/>
                  </a:cubicBezTo>
                  <a:cubicBezTo>
                    <a:pt x="400" y="15044"/>
                    <a:pt x="1768" y="11942"/>
                    <a:pt x="3036" y="8940"/>
                  </a:cubicBezTo>
                  <a:cubicBezTo>
                    <a:pt x="3669" y="7472"/>
                    <a:pt x="4270" y="5971"/>
                    <a:pt x="4770" y="4437"/>
                  </a:cubicBezTo>
                  <a:cubicBezTo>
                    <a:pt x="5037" y="3603"/>
                    <a:pt x="5271" y="2802"/>
                    <a:pt x="5504" y="1968"/>
                  </a:cubicBezTo>
                  <a:cubicBezTo>
                    <a:pt x="5571" y="1601"/>
                    <a:pt x="5671" y="1201"/>
                    <a:pt x="5738" y="834"/>
                  </a:cubicBezTo>
                  <a:cubicBezTo>
                    <a:pt x="5804" y="534"/>
                    <a:pt x="5871" y="267"/>
                    <a:pt x="5771" y="0"/>
                  </a:cubicBezTo>
                  <a:close/>
                </a:path>
              </a:pathLst>
            </a:custGeom>
            <a:solidFill>
              <a:srgbClr val="222221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62" name="Google Shape;3462;p70"/>
            <p:cNvSpPr/>
            <p:nvPr/>
          </p:nvSpPr>
          <p:spPr>
            <a:xfrm>
              <a:off x="8022596" y="3119969"/>
              <a:ext cx="206213" cy="499775"/>
            </a:xfrm>
            <a:custGeom>
              <a:rect b="b" l="l" r="r" t="t"/>
              <a:pathLst>
                <a:path extrusionOk="0" h="24883" w="10267">
                  <a:moveTo>
                    <a:pt x="7942" y="0"/>
                  </a:moveTo>
                  <a:cubicBezTo>
                    <a:pt x="7817" y="0"/>
                    <a:pt x="7696" y="129"/>
                    <a:pt x="7765" y="290"/>
                  </a:cubicBezTo>
                  <a:cubicBezTo>
                    <a:pt x="9667" y="3926"/>
                    <a:pt x="9767" y="8029"/>
                    <a:pt x="9533" y="11998"/>
                  </a:cubicBezTo>
                  <a:cubicBezTo>
                    <a:pt x="9400" y="14100"/>
                    <a:pt x="9233" y="16168"/>
                    <a:pt x="9166" y="18269"/>
                  </a:cubicBezTo>
                  <a:cubicBezTo>
                    <a:pt x="9166" y="18870"/>
                    <a:pt x="9166" y="19470"/>
                    <a:pt x="9166" y="20104"/>
                  </a:cubicBezTo>
                  <a:cubicBezTo>
                    <a:pt x="9066" y="19870"/>
                    <a:pt x="8999" y="19637"/>
                    <a:pt x="8899" y="19403"/>
                  </a:cubicBezTo>
                  <a:cubicBezTo>
                    <a:pt x="8266" y="17902"/>
                    <a:pt x="7532" y="16468"/>
                    <a:pt x="6664" y="15100"/>
                  </a:cubicBezTo>
                  <a:cubicBezTo>
                    <a:pt x="4896" y="12198"/>
                    <a:pt x="2695" y="9630"/>
                    <a:pt x="360" y="7195"/>
                  </a:cubicBezTo>
                  <a:cubicBezTo>
                    <a:pt x="328" y="7154"/>
                    <a:pt x="287" y="7137"/>
                    <a:pt x="247" y="7137"/>
                  </a:cubicBezTo>
                  <a:cubicBezTo>
                    <a:pt x="123" y="7137"/>
                    <a:pt x="0" y="7302"/>
                    <a:pt x="126" y="7428"/>
                  </a:cubicBezTo>
                  <a:cubicBezTo>
                    <a:pt x="2328" y="9897"/>
                    <a:pt x="4429" y="12465"/>
                    <a:pt x="6164" y="15300"/>
                  </a:cubicBezTo>
                  <a:cubicBezTo>
                    <a:pt x="6998" y="16668"/>
                    <a:pt x="7765" y="18136"/>
                    <a:pt x="8399" y="19637"/>
                  </a:cubicBezTo>
                  <a:cubicBezTo>
                    <a:pt x="8733" y="20471"/>
                    <a:pt x="8999" y="21305"/>
                    <a:pt x="9233" y="22139"/>
                  </a:cubicBezTo>
                  <a:cubicBezTo>
                    <a:pt x="9266" y="23006"/>
                    <a:pt x="9300" y="23840"/>
                    <a:pt x="9366" y="24707"/>
                  </a:cubicBezTo>
                  <a:cubicBezTo>
                    <a:pt x="9383" y="24824"/>
                    <a:pt x="9491" y="24882"/>
                    <a:pt x="9592" y="24882"/>
                  </a:cubicBezTo>
                  <a:cubicBezTo>
                    <a:pt x="9692" y="24882"/>
                    <a:pt x="9783" y="24824"/>
                    <a:pt x="9767" y="24707"/>
                  </a:cubicBezTo>
                  <a:cubicBezTo>
                    <a:pt x="9767" y="24474"/>
                    <a:pt x="9733" y="24240"/>
                    <a:pt x="9733" y="24040"/>
                  </a:cubicBezTo>
                  <a:lnTo>
                    <a:pt x="9733" y="24040"/>
                  </a:lnTo>
                  <a:cubicBezTo>
                    <a:pt x="9767" y="24107"/>
                    <a:pt x="9767" y="24207"/>
                    <a:pt x="9800" y="24307"/>
                  </a:cubicBezTo>
                  <a:cubicBezTo>
                    <a:pt x="9830" y="24412"/>
                    <a:pt x="9928" y="24463"/>
                    <a:pt x="10026" y="24463"/>
                  </a:cubicBezTo>
                  <a:cubicBezTo>
                    <a:pt x="10146" y="24463"/>
                    <a:pt x="10267" y="24387"/>
                    <a:pt x="10267" y="24240"/>
                  </a:cubicBezTo>
                  <a:cubicBezTo>
                    <a:pt x="10167" y="23239"/>
                    <a:pt x="9900" y="22239"/>
                    <a:pt x="9600" y="21271"/>
                  </a:cubicBezTo>
                  <a:lnTo>
                    <a:pt x="9600" y="21305"/>
                  </a:lnTo>
                  <a:cubicBezTo>
                    <a:pt x="9533" y="19036"/>
                    <a:pt x="9600" y="16802"/>
                    <a:pt x="9767" y="14533"/>
                  </a:cubicBezTo>
                  <a:cubicBezTo>
                    <a:pt x="10000" y="11331"/>
                    <a:pt x="10267" y="8095"/>
                    <a:pt x="9733" y="4893"/>
                  </a:cubicBezTo>
                  <a:cubicBezTo>
                    <a:pt x="9433" y="3225"/>
                    <a:pt x="8933" y="1591"/>
                    <a:pt x="8099" y="90"/>
                  </a:cubicBezTo>
                  <a:cubicBezTo>
                    <a:pt x="8057" y="27"/>
                    <a:pt x="7999" y="0"/>
                    <a:pt x="7942" y="0"/>
                  </a:cubicBezTo>
                  <a:close/>
                </a:path>
              </a:pathLst>
            </a:custGeom>
            <a:solidFill>
              <a:srgbClr val="222221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63" name="Google Shape;3463;p70"/>
            <p:cNvSpPr/>
            <p:nvPr/>
          </p:nvSpPr>
          <p:spPr>
            <a:xfrm>
              <a:off x="8104181" y="3533801"/>
              <a:ext cx="217099" cy="203963"/>
            </a:xfrm>
            <a:custGeom>
              <a:rect b="b" l="l" r="r" t="t"/>
              <a:pathLst>
                <a:path extrusionOk="0" h="10155" w="10809">
                  <a:moveTo>
                    <a:pt x="34" y="0"/>
                  </a:moveTo>
                  <a:lnTo>
                    <a:pt x="1" y="634"/>
                  </a:lnTo>
                  <a:cubicBezTo>
                    <a:pt x="201" y="1101"/>
                    <a:pt x="501" y="2669"/>
                    <a:pt x="668" y="3136"/>
                  </a:cubicBezTo>
                  <a:cubicBezTo>
                    <a:pt x="1268" y="5137"/>
                    <a:pt x="1402" y="7205"/>
                    <a:pt x="1301" y="9274"/>
                  </a:cubicBezTo>
                  <a:cubicBezTo>
                    <a:pt x="1301" y="9574"/>
                    <a:pt x="1268" y="9841"/>
                    <a:pt x="1235" y="10141"/>
                  </a:cubicBezTo>
                  <a:cubicBezTo>
                    <a:pt x="1792" y="10151"/>
                    <a:pt x="2686" y="10155"/>
                    <a:pt x="3702" y="10155"/>
                  </a:cubicBezTo>
                  <a:cubicBezTo>
                    <a:pt x="6155" y="10155"/>
                    <a:pt x="9316" y="10131"/>
                    <a:pt x="10141" y="10108"/>
                  </a:cubicBezTo>
                  <a:cubicBezTo>
                    <a:pt x="9607" y="6805"/>
                    <a:pt x="10108" y="3336"/>
                    <a:pt x="10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64" name="Google Shape;3464;p70"/>
            <p:cNvSpPr/>
            <p:nvPr/>
          </p:nvSpPr>
          <p:spPr>
            <a:xfrm>
              <a:off x="6793896" y="3731437"/>
              <a:ext cx="1627206" cy="777189"/>
            </a:xfrm>
            <a:custGeom>
              <a:rect b="b" l="l" r="r" t="t"/>
              <a:pathLst>
                <a:path extrusionOk="0" h="38695" w="81016">
                  <a:moveTo>
                    <a:pt x="18604" y="1"/>
                  </a:moveTo>
                  <a:cubicBezTo>
                    <a:pt x="15736" y="1"/>
                    <a:pt x="12833" y="34"/>
                    <a:pt x="9931" y="34"/>
                  </a:cubicBezTo>
                  <a:cubicBezTo>
                    <a:pt x="9198" y="34"/>
                    <a:pt x="8472" y="26"/>
                    <a:pt x="7747" y="26"/>
                  </a:cubicBezTo>
                  <a:cubicBezTo>
                    <a:pt x="7021" y="26"/>
                    <a:pt x="6295" y="34"/>
                    <a:pt x="5562" y="67"/>
                  </a:cubicBezTo>
                  <a:cubicBezTo>
                    <a:pt x="4628" y="134"/>
                    <a:pt x="3694" y="201"/>
                    <a:pt x="2726" y="301"/>
                  </a:cubicBezTo>
                  <a:cubicBezTo>
                    <a:pt x="2126" y="301"/>
                    <a:pt x="1525" y="301"/>
                    <a:pt x="892" y="268"/>
                  </a:cubicBezTo>
                  <a:cubicBezTo>
                    <a:pt x="882" y="267"/>
                    <a:pt x="872" y="267"/>
                    <a:pt x="862" y="267"/>
                  </a:cubicBezTo>
                  <a:cubicBezTo>
                    <a:pt x="1" y="267"/>
                    <a:pt x="1" y="1702"/>
                    <a:pt x="862" y="1702"/>
                  </a:cubicBezTo>
                  <a:cubicBezTo>
                    <a:pt x="872" y="1702"/>
                    <a:pt x="882" y="1702"/>
                    <a:pt x="892" y="1702"/>
                  </a:cubicBezTo>
                  <a:cubicBezTo>
                    <a:pt x="1525" y="1702"/>
                    <a:pt x="2126" y="1702"/>
                    <a:pt x="2760" y="1669"/>
                  </a:cubicBezTo>
                  <a:cubicBezTo>
                    <a:pt x="3560" y="1769"/>
                    <a:pt x="4361" y="1835"/>
                    <a:pt x="5161" y="1902"/>
                  </a:cubicBezTo>
                  <a:cubicBezTo>
                    <a:pt x="5795" y="1935"/>
                    <a:pt x="6429" y="1944"/>
                    <a:pt x="7067" y="1944"/>
                  </a:cubicBezTo>
                  <a:cubicBezTo>
                    <a:pt x="7705" y="1944"/>
                    <a:pt x="8347" y="1935"/>
                    <a:pt x="8997" y="1935"/>
                  </a:cubicBezTo>
                  <a:lnTo>
                    <a:pt x="12934" y="1935"/>
                  </a:lnTo>
                  <a:cubicBezTo>
                    <a:pt x="12900" y="2102"/>
                    <a:pt x="12867" y="2302"/>
                    <a:pt x="12800" y="2436"/>
                  </a:cubicBezTo>
                  <a:cubicBezTo>
                    <a:pt x="12633" y="3170"/>
                    <a:pt x="12467" y="3937"/>
                    <a:pt x="12300" y="4671"/>
                  </a:cubicBezTo>
                  <a:cubicBezTo>
                    <a:pt x="11699" y="7506"/>
                    <a:pt x="11099" y="10341"/>
                    <a:pt x="10498" y="13177"/>
                  </a:cubicBezTo>
                  <a:cubicBezTo>
                    <a:pt x="9298" y="18914"/>
                    <a:pt x="8163" y="24685"/>
                    <a:pt x="6996" y="30422"/>
                  </a:cubicBezTo>
                  <a:cubicBezTo>
                    <a:pt x="6662" y="32057"/>
                    <a:pt x="6329" y="33658"/>
                    <a:pt x="6029" y="35293"/>
                  </a:cubicBezTo>
                  <a:cubicBezTo>
                    <a:pt x="5862" y="36093"/>
                    <a:pt x="5695" y="36927"/>
                    <a:pt x="5528" y="37728"/>
                  </a:cubicBezTo>
                  <a:cubicBezTo>
                    <a:pt x="5462" y="38061"/>
                    <a:pt x="5395" y="38361"/>
                    <a:pt x="5295" y="38695"/>
                  </a:cubicBezTo>
                  <a:lnTo>
                    <a:pt x="7530" y="38695"/>
                  </a:lnTo>
                  <a:cubicBezTo>
                    <a:pt x="7663" y="38095"/>
                    <a:pt x="7763" y="37461"/>
                    <a:pt x="7863" y="36894"/>
                  </a:cubicBezTo>
                  <a:cubicBezTo>
                    <a:pt x="8130" y="35593"/>
                    <a:pt x="8397" y="34292"/>
                    <a:pt x="8630" y="33024"/>
                  </a:cubicBezTo>
                  <a:cubicBezTo>
                    <a:pt x="9164" y="30456"/>
                    <a:pt x="9698" y="27887"/>
                    <a:pt x="10198" y="25319"/>
                  </a:cubicBezTo>
                  <a:cubicBezTo>
                    <a:pt x="11232" y="20215"/>
                    <a:pt x="12266" y="15145"/>
                    <a:pt x="13234" y="10075"/>
                  </a:cubicBezTo>
                  <a:cubicBezTo>
                    <a:pt x="13501" y="8640"/>
                    <a:pt x="13767" y="7206"/>
                    <a:pt x="14068" y="5805"/>
                  </a:cubicBezTo>
                  <a:cubicBezTo>
                    <a:pt x="14201" y="5038"/>
                    <a:pt x="14335" y="4304"/>
                    <a:pt x="14468" y="3537"/>
                  </a:cubicBezTo>
                  <a:cubicBezTo>
                    <a:pt x="14535" y="3203"/>
                    <a:pt x="14568" y="2869"/>
                    <a:pt x="14635" y="2536"/>
                  </a:cubicBezTo>
                  <a:cubicBezTo>
                    <a:pt x="14668" y="2369"/>
                    <a:pt x="14701" y="2236"/>
                    <a:pt x="14701" y="2102"/>
                  </a:cubicBezTo>
                  <a:cubicBezTo>
                    <a:pt x="14768" y="2069"/>
                    <a:pt x="14802" y="2002"/>
                    <a:pt x="14868" y="1969"/>
                  </a:cubicBezTo>
                  <a:lnTo>
                    <a:pt x="32081" y="1969"/>
                  </a:lnTo>
                  <a:cubicBezTo>
                    <a:pt x="42288" y="1935"/>
                    <a:pt x="52495" y="1935"/>
                    <a:pt x="62702" y="1902"/>
                  </a:cubicBezTo>
                  <a:lnTo>
                    <a:pt x="68907" y="1902"/>
                  </a:lnTo>
                  <a:cubicBezTo>
                    <a:pt x="69107" y="3270"/>
                    <a:pt x="69541" y="4637"/>
                    <a:pt x="69874" y="5972"/>
                  </a:cubicBezTo>
                  <a:cubicBezTo>
                    <a:pt x="70241" y="7439"/>
                    <a:pt x="70641" y="8907"/>
                    <a:pt x="71042" y="10341"/>
                  </a:cubicBezTo>
                  <a:cubicBezTo>
                    <a:pt x="71842" y="13277"/>
                    <a:pt x="72643" y="16212"/>
                    <a:pt x="73477" y="19114"/>
                  </a:cubicBezTo>
                  <a:cubicBezTo>
                    <a:pt x="75111" y="25052"/>
                    <a:pt x="76779" y="30956"/>
                    <a:pt x="78414" y="36860"/>
                  </a:cubicBezTo>
                  <a:cubicBezTo>
                    <a:pt x="78580" y="37461"/>
                    <a:pt x="78781" y="38095"/>
                    <a:pt x="78947" y="38695"/>
                  </a:cubicBezTo>
                  <a:lnTo>
                    <a:pt x="81015" y="38695"/>
                  </a:lnTo>
                  <a:cubicBezTo>
                    <a:pt x="80949" y="38462"/>
                    <a:pt x="80882" y="38261"/>
                    <a:pt x="80815" y="38028"/>
                  </a:cubicBezTo>
                  <a:lnTo>
                    <a:pt x="80282" y="36127"/>
                  </a:lnTo>
                  <a:lnTo>
                    <a:pt x="79181" y="32257"/>
                  </a:lnTo>
                  <a:cubicBezTo>
                    <a:pt x="78480" y="29722"/>
                    <a:pt x="77746" y="27220"/>
                    <a:pt x="77046" y="24685"/>
                  </a:cubicBezTo>
                  <a:cubicBezTo>
                    <a:pt x="75612" y="19615"/>
                    <a:pt x="74177" y="14544"/>
                    <a:pt x="72710" y="9474"/>
                  </a:cubicBezTo>
                  <a:cubicBezTo>
                    <a:pt x="72309" y="8073"/>
                    <a:pt x="71909" y="6705"/>
                    <a:pt x="71475" y="5304"/>
                  </a:cubicBezTo>
                  <a:cubicBezTo>
                    <a:pt x="71108" y="4170"/>
                    <a:pt x="70808" y="3003"/>
                    <a:pt x="70375" y="1902"/>
                  </a:cubicBezTo>
                  <a:cubicBezTo>
                    <a:pt x="73610" y="1902"/>
                    <a:pt x="76879" y="1902"/>
                    <a:pt x="80115" y="1869"/>
                  </a:cubicBezTo>
                  <a:cubicBezTo>
                    <a:pt x="80649" y="1869"/>
                    <a:pt x="80949" y="1435"/>
                    <a:pt x="80915" y="1001"/>
                  </a:cubicBezTo>
                  <a:cubicBezTo>
                    <a:pt x="80949" y="568"/>
                    <a:pt x="80649" y="134"/>
                    <a:pt x="80115" y="134"/>
                  </a:cubicBezTo>
                  <a:cubicBezTo>
                    <a:pt x="73266" y="45"/>
                    <a:pt x="66401" y="45"/>
                    <a:pt x="59542" y="45"/>
                  </a:cubicBezTo>
                  <a:cubicBezTo>
                    <a:pt x="56113" y="45"/>
                    <a:pt x="52684" y="45"/>
                    <a:pt x="49259" y="34"/>
                  </a:cubicBezTo>
                  <a:cubicBezTo>
                    <a:pt x="39052" y="34"/>
                    <a:pt x="28845" y="34"/>
                    <a:pt x="186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65" name="Google Shape;3465;p70"/>
            <p:cNvSpPr/>
            <p:nvPr/>
          </p:nvSpPr>
          <p:spPr>
            <a:xfrm>
              <a:off x="5729773" y="1596221"/>
              <a:ext cx="426123" cy="434157"/>
            </a:xfrm>
            <a:custGeom>
              <a:rect b="b" l="l" r="r" t="t"/>
              <a:pathLst>
                <a:path extrusionOk="0" h="21616" w="21216">
                  <a:moveTo>
                    <a:pt x="10620" y="3500"/>
                  </a:moveTo>
                  <a:cubicBezTo>
                    <a:pt x="14228" y="3500"/>
                    <a:pt x="17338" y="6316"/>
                    <a:pt x="17713" y="10074"/>
                  </a:cubicBezTo>
                  <a:cubicBezTo>
                    <a:pt x="18114" y="14077"/>
                    <a:pt x="15245" y="17646"/>
                    <a:pt x="11342" y="18046"/>
                  </a:cubicBezTo>
                  <a:cubicBezTo>
                    <a:pt x="11099" y="18071"/>
                    <a:pt x="10857" y="18083"/>
                    <a:pt x="10617" y="18083"/>
                  </a:cubicBezTo>
                  <a:cubicBezTo>
                    <a:pt x="6984" y="18083"/>
                    <a:pt x="3879" y="15297"/>
                    <a:pt x="3503" y="11542"/>
                  </a:cubicBezTo>
                  <a:cubicBezTo>
                    <a:pt x="3103" y="7539"/>
                    <a:pt x="5972" y="3936"/>
                    <a:pt x="9908" y="3536"/>
                  </a:cubicBezTo>
                  <a:cubicBezTo>
                    <a:pt x="10147" y="3512"/>
                    <a:pt x="10385" y="3500"/>
                    <a:pt x="10620" y="3500"/>
                  </a:cubicBezTo>
                  <a:close/>
                  <a:moveTo>
                    <a:pt x="11342" y="0"/>
                  </a:moveTo>
                  <a:cubicBezTo>
                    <a:pt x="11376" y="67"/>
                    <a:pt x="11409" y="134"/>
                    <a:pt x="11409" y="200"/>
                  </a:cubicBezTo>
                  <a:cubicBezTo>
                    <a:pt x="11509" y="1201"/>
                    <a:pt x="10809" y="2068"/>
                    <a:pt x="9841" y="2168"/>
                  </a:cubicBezTo>
                  <a:cubicBezTo>
                    <a:pt x="9779" y="2175"/>
                    <a:pt x="9718" y="2178"/>
                    <a:pt x="9657" y="2178"/>
                  </a:cubicBezTo>
                  <a:cubicBezTo>
                    <a:pt x="8766" y="2178"/>
                    <a:pt x="8000" y="1504"/>
                    <a:pt x="7906" y="567"/>
                  </a:cubicBezTo>
                  <a:cubicBezTo>
                    <a:pt x="7906" y="501"/>
                    <a:pt x="7906" y="400"/>
                    <a:pt x="7906" y="334"/>
                  </a:cubicBezTo>
                  <a:cubicBezTo>
                    <a:pt x="7239" y="501"/>
                    <a:pt x="6572" y="767"/>
                    <a:pt x="5938" y="1068"/>
                  </a:cubicBezTo>
                  <a:cubicBezTo>
                    <a:pt x="6005" y="1134"/>
                    <a:pt x="6072" y="1168"/>
                    <a:pt x="6105" y="1268"/>
                  </a:cubicBezTo>
                  <a:cubicBezTo>
                    <a:pt x="6672" y="2068"/>
                    <a:pt x="6505" y="3169"/>
                    <a:pt x="5705" y="3736"/>
                  </a:cubicBezTo>
                  <a:cubicBezTo>
                    <a:pt x="5402" y="3973"/>
                    <a:pt x="5048" y="4085"/>
                    <a:pt x="4695" y="4085"/>
                  </a:cubicBezTo>
                  <a:cubicBezTo>
                    <a:pt x="4152" y="4085"/>
                    <a:pt x="3613" y="3821"/>
                    <a:pt x="3270" y="3336"/>
                  </a:cubicBezTo>
                  <a:cubicBezTo>
                    <a:pt x="3203" y="3269"/>
                    <a:pt x="3170" y="3202"/>
                    <a:pt x="3136" y="3102"/>
                  </a:cubicBezTo>
                  <a:cubicBezTo>
                    <a:pt x="2636" y="3603"/>
                    <a:pt x="2202" y="4170"/>
                    <a:pt x="1802" y="4770"/>
                  </a:cubicBezTo>
                  <a:cubicBezTo>
                    <a:pt x="1869" y="4804"/>
                    <a:pt x="1969" y="4804"/>
                    <a:pt x="2036" y="4870"/>
                  </a:cubicBezTo>
                  <a:cubicBezTo>
                    <a:pt x="2936" y="5271"/>
                    <a:pt x="3337" y="6305"/>
                    <a:pt x="2936" y="7205"/>
                  </a:cubicBezTo>
                  <a:cubicBezTo>
                    <a:pt x="2641" y="7869"/>
                    <a:pt x="2002" y="8261"/>
                    <a:pt x="1325" y="8261"/>
                  </a:cubicBezTo>
                  <a:cubicBezTo>
                    <a:pt x="1084" y="8261"/>
                    <a:pt x="838" y="8211"/>
                    <a:pt x="601" y="8106"/>
                  </a:cubicBezTo>
                  <a:cubicBezTo>
                    <a:pt x="535" y="8073"/>
                    <a:pt x="434" y="8039"/>
                    <a:pt x="368" y="7973"/>
                  </a:cubicBezTo>
                  <a:cubicBezTo>
                    <a:pt x="168" y="8673"/>
                    <a:pt x="68" y="9374"/>
                    <a:pt x="1" y="10107"/>
                  </a:cubicBezTo>
                  <a:cubicBezTo>
                    <a:pt x="101" y="10074"/>
                    <a:pt x="201" y="10041"/>
                    <a:pt x="301" y="10041"/>
                  </a:cubicBezTo>
                  <a:cubicBezTo>
                    <a:pt x="358" y="10035"/>
                    <a:pt x="415" y="10032"/>
                    <a:pt x="472" y="10032"/>
                  </a:cubicBezTo>
                  <a:cubicBezTo>
                    <a:pt x="1339" y="10032"/>
                    <a:pt x="2108" y="10734"/>
                    <a:pt x="2202" y="11642"/>
                  </a:cubicBezTo>
                  <a:cubicBezTo>
                    <a:pt x="2302" y="12643"/>
                    <a:pt x="1602" y="13510"/>
                    <a:pt x="635" y="13610"/>
                  </a:cubicBezTo>
                  <a:lnTo>
                    <a:pt x="334" y="13610"/>
                  </a:lnTo>
                  <a:cubicBezTo>
                    <a:pt x="535" y="14310"/>
                    <a:pt x="801" y="14978"/>
                    <a:pt x="1102" y="15611"/>
                  </a:cubicBezTo>
                  <a:cubicBezTo>
                    <a:pt x="1168" y="15545"/>
                    <a:pt x="1235" y="15511"/>
                    <a:pt x="1302" y="15445"/>
                  </a:cubicBezTo>
                  <a:cubicBezTo>
                    <a:pt x="1618" y="15208"/>
                    <a:pt x="1975" y="15095"/>
                    <a:pt x="2327" y="15095"/>
                  </a:cubicBezTo>
                  <a:cubicBezTo>
                    <a:pt x="2867" y="15095"/>
                    <a:pt x="3393" y="15360"/>
                    <a:pt x="3737" y="15845"/>
                  </a:cubicBezTo>
                  <a:cubicBezTo>
                    <a:pt x="4304" y="16645"/>
                    <a:pt x="4137" y="17746"/>
                    <a:pt x="3370" y="18347"/>
                  </a:cubicBezTo>
                  <a:cubicBezTo>
                    <a:pt x="3270" y="18413"/>
                    <a:pt x="3203" y="18447"/>
                    <a:pt x="3103" y="18480"/>
                  </a:cubicBezTo>
                  <a:cubicBezTo>
                    <a:pt x="3603" y="18980"/>
                    <a:pt x="4170" y="19447"/>
                    <a:pt x="4738" y="19848"/>
                  </a:cubicBezTo>
                  <a:cubicBezTo>
                    <a:pt x="4771" y="19748"/>
                    <a:pt x="4804" y="19681"/>
                    <a:pt x="4838" y="19581"/>
                  </a:cubicBezTo>
                  <a:cubicBezTo>
                    <a:pt x="5133" y="18917"/>
                    <a:pt x="5772" y="18525"/>
                    <a:pt x="6435" y="18525"/>
                  </a:cubicBezTo>
                  <a:cubicBezTo>
                    <a:pt x="6672" y="18525"/>
                    <a:pt x="6911" y="18575"/>
                    <a:pt x="7139" y="18680"/>
                  </a:cubicBezTo>
                  <a:cubicBezTo>
                    <a:pt x="8040" y="19114"/>
                    <a:pt x="8440" y="20148"/>
                    <a:pt x="8040" y="21049"/>
                  </a:cubicBezTo>
                  <a:cubicBezTo>
                    <a:pt x="8007" y="21149"/>
                    <a:pt x="7940" y="21215"/>
                    <a:pt x="7906" y="21282"/>
                  </a:cubicBezTo>
                  <a:cubicBezTo>
                    <a:pt x="8574" y="21482"/>
                    <a:pt x="9274" y="21582"/>
                    <a:pt x="9975" y="21616"/>
                  </a:cubicBezTo>
                  <a:cubicBezTo>
                    <a:pt x="9941" y="21549"/>
                    <a:pt x="9941" y="21482"/>
                    <a:pt x="9908" y="21382"/>
                  </a:cubicBezTo>
                  <a:cubicBezTo>
                    <a:pt x="9841" y="20415"/>
                    <a:pt x="10542" y="19514"/>
                    <a:pt x="11476" y="19414"/>
                  </a:cubicBezTo>
                  <a:cubicBezTo>
                    <a:pt x="11535" y="19408"/>
                    <a:pt x="11594" y="19405"/>
                    <a:pt x="11652" y="19405"/>
                  </a:cubicBezTo>
                  <a:cubicBezTo>
                    <a:pt x="12547" y="19405"/>
                    <a:pt x="13316" y="20107"/>
                    <a:pt x="13410" y="21015"/>
                  </a:cubicBezTo>
                  <a:cubicBezTo>
                    <a:pt x="13410" y="21115"/>
                    <a:pt x="13410" y="21182"/>
                    <a:pt x="13410" y="21282"/>
                  </a:cubicBezTo>
                  <a:cubicBezTo>
                    <a:pt x="14078" y="21082"/>
                    <a:pt x="14745" y="20815"/>
                    <a:pt x="15345" y="20515"/>
                  </a:cubicBezTo>
                  <a:cubicBezTo>
                    <a:pt x="15312" y="20448"/>
                    <a:pt x="15245" y="20415"/>
                    <a:pt x="15212" y="20348"/>
                  </a:cubicBezTo>
                  <a:cubicBezTo>
                    <a:pt x="14645" y="19548"/>
                    <a:pt x="14811" y="18447"/>
                    <a:pt x="15612" y="17846"/>
                  </a:cubicBezTo>
                  <a:cubicBezTo>
                    <a:pt x="15917" y="17621"/>
                    <a:pt x="16274" y="17512"/>
                    <a:pt x="16629" y="17512"/>
                  </a:cubicBezTo>
                  <a:cubicBezTo>
                    <a:pt x="17169" y="17512"/>
                    <a:pt x="17705" y="17764"/>
                    <a:pt x="18047" y="18247"/>
                  </a:cubicBezTo>
                  <a:cubicBezTo>
                    <a:pt x="18080" y="18313"/>
                    <a:pt x="18114" y="18380"/>
                    <a:pt x="18147" y="18447"/>
                  </a:cubicBezTo>
                  <a:cubicBezTo>
                    <a:pt x="18647" y="17946"/>
                    <a:pt x="19081" y="17413"/>
                    <a:pt x="19448" y="16812"/>
                  </a:cubicBezTo>
                  <a:cubicBezTo>
                    <a:pt x="19415" y="16779"/>
                    <a:pt x="19348" y="16779"/>
                    <a:pt x="19281" y="16746"/>
                  </a:cubicBezTo>
                  <a:cubicBezTo>
                    <a:pt x="18381" y="16345"/>
                    <a:pt x="18014" y="15278"/>
                    <a:pt x="18414" y="14377"/>
                  </a:cubicBezTo>
                  <a:cubicBezTo>
                    <a:pt x="18684" y="13713"/>
                    <a:pt x="19335" y="13321"/>
                    <a:pt x="20006" y="13321"/>
                  </a:cubicBezTo>
                  <a:cubicBezTo>
                    <a:pt x="20246" y="13321"/>
                    <a:pt x="20488" y="13371"/>
                    <a:pt x="20716" y="13477"/>
                  </a:cubicBezTo>
                  <a:cubicBezTo>
                    <a:pt x="20782" y="13510"/>
                    <a:pt x="20816" y="13543"/>
                    <a:pt x="20882" y="13577"/>
                  </a:cubicBezTo>
                  <a:cubicBezTo>
                    <a:pt x="21049" y="12909"/>
                    <a:pt x="21183" y="12242"/>
                    <a:pt x="21216" y="11542"/>
                  </a:cubicBezTo>
                  <a:cubicBezTo>
                    <a:pt x="21149" y="11542"/>
                    <a:pt x="21116" y="11542"/>
                    <a:pt x="21049" y="11575"/>
                  </a:cubicBezTo>
                  <a:cubicBezTo>
                    <a:pt x="20990" y="11581"/>
                    <a:pt x="20931" y="11584"/>
                    <a:pt x="20872" y="11584"/>
                  </a:cubicBezTo>
                  <a:cubicBezTo>
                    <a:pt x="19978" y="11584"/>
                    <a:pt x="19208" y="10882"/>
                    <a:pt x="19114" y="9974"/>
                  </a:cubicBezTo>
                  <a:cubicBezTo>
                    <a:pt x="19014" y="8973"/>
                    <a:pt x="19715" y="8106"/>
                    <a:pt x="20682" y="8006"/>
                  </a:cubicBezTo>
                  <a:lnTo>
                    <a:pt x="20882" y="8006"/>
                  </a:lnTo>
                  <a:cubicBezTo>
                    <a:pt x="20682" y="7305"/>
                    <a:pt x="20449" y="6672"/>
                    <a:pt x="20149" y="6038"/>
                  </a:cubicBezTo>
                  <a:cubicBezTo>
                    <a:pt x="20115" y="6071"/>
                    <a:pt x="20082" y="6138"/>
                    <a:pt x="20015" y="6171"/>
                  </a:cubicBezTo>
                  <a:cubicBezTo>
                    <a:pt x="19710" y="6396"/>
                    <a:pt x="19353" y="6506"/>
                    <a:pt x="18998" y="6506"/>
                  </a:cubicBezTo>
                  <a:cubicBezTo>
                    <a:pt x="18458" y="6506"/>
                    <a:pt x="17922" y="6254"/>
                    <a:pt x="17580" y="5771"/>
                  </a:cubicBezTo>
                  <a:cubicBezTo>
                    <a:pt x="17013" y="4970"/>
                    <a:pt x="17180" y="3836"/>
                    <a:pt x="17980" y="3269"/>
                  </a:cubicBezTo>
                  <a:cubicBezTo>
                    <a:pt x="18014" y="3236"/>
                    <a:pt x="18080" y="3202"/>
                    <a:pt x="18147" y="3169"/>
                  </a:cubicBezTo>
                  <a:cubicBezTo>
                    <a:pt x="17647" y="2669"/>
                    <a:pt x="17113" y="2202"/>
                    <a:pt x="16546" y="1835"/>
                  </a:cubicBezTo>
                  <a:cubicBezTo>
                    <a:pt x="16546" y="1868"/>
                    <a:pt x="16513" y="1935"/>
                    <a:pt x="16479" y="2002"/>
                  </a:cubicBezTo>
                  <a:cubicBezTo>
                    <a:pt x="16184" y="2665"/>
                    <a:pt x="15545" y="3057"/>
                    <a:pt x="14882" y="3057"/>
                  </a:cubicBezTo>
                  <a:cubicBezTo>
                    <a:pt x="14645" y="3057"/>
                    <a:pt x="14406" y="3008"/>
                    <a:pt x="14178" y="2902"/>
                  </a:cubicBezTo>
                  <a:cubicBezTo>
                    <a:pt x="13277" y="2502"/>
                    <a:pt x="12910" y="1435"/>
                    <a:pt x="13277" y="534"/>
                  </a:cubicBezTo>
                  <a:cubicBezTo>
                    <a:pt x="13310" y="467"/>
                    <a:pt x="13377" y="400"/>
                    <a:pt x="13410" y="334"/>
                  </a:cubicBezTo>
                  <a:cubicBezTo>
                    <a:pt x="12743" y="167"/>
                    <a:pt x="12043" y="34"/>
                    <a:pt x="11342" y="0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66" name="Google Shape;3466;p70"/>
            <p:cNvSpPr/>
            <p:nvPr/>
          </p:nvSpPr>
          <p:spPr>
            <a:xfrm>
              <a:off x="5769300" y="1647016"/>
              <a:ext cx="347069" cy="332567"/>
            </a:xfrm>
            <a:custGeom>
              <a:rect b="b" l="l" r="r" t="t"/>
              <a:pathLst>
                <a:path extrusionOk="0" h="16558" w="17280">
                  <a:moveTo>
                    <a:pt x="8616" y="2720"/>
                  </a:moveTo>
                  <a:cubicBezTo>
                    <a:pt x="8866" y="2720"/>
                    <a:pt x="9120" y="2738"/>
                    <a:pt x="9374" y="2775"/>
                  </a:cubicBezTo>
                  <a:cubicBezTo>
                    <a:pt x="12343" y="3175"/>
                    <a:pt x="14445" y="5977"/>
                    <a:pt x="14044" y="9013"/>
                  </a:cubicBezTo>
                  <a:cubicBezTo>
                    <a:pt x="13678" y="11788"/>
                    <a:pt x="11361" y="13838"/>
                    <a:pt x="8672" y="13838"/>
                  </a:cubicBezTo>
                  <a:cubicBezTo>
                    <a:pt x="8420" y="13838"/>
                    <a:pt x="8164" y="13820"/>
                    <a:pt x="7907" y="13783"/>
                  </a:cubicBezTo>
                  <a:cubicBezTo>
                    <a:pt x="4938" y="13383"/>
                    <a:pt x="2836" y="10581"/>
                    <a:pt x="3237" y="7545"/>
                  </a:cubicBezTo>
                  <a:cubicBezTo>
                    <a:pt x="3602" y="4770"/>
                    <a:pt x="5948" y="2720"/>
                    <a:pt x="8616" y="2720"/>
                  </a:cubicBezTo>
                  <a:close/>
                  <a:moveTo>
                    <a:pt x="8661" y="0"/>
                  </a:moveTo>
                  <a:cubicBezTo>
                    <a:pt x="4657" y="0"/>
                    <a:pt x="1153" y="3013"/>
                    <a:pt x="601" y="7178"/>
                  </a:cubicBezTo>
                  <a:cubicBezTo>
                    <a:pt x="1" y="11715"/>
                    <a:pt x="3136" y="15884"/>
                    <a:pt x="7573" y="16485"/>
                  </a:cubicBezTo>
                  <a:cubicBezTo>
                    <a:pt x="7936" y="16534"/>
                    <a:pt x="8296" y="16558"/>
                    <a:pt x="8653" y="16558"/>
                  </a:cubicBezTo>
                  <a:cubicBezTo>
                    <a:pt x="12657" y="16558"/>
                    <a:pt x="16159" y="13545"/>
                    <a:pt x="16679" y="9380"/>
                  </a:cubicBezTo>
                  <a:cubicBezTo>
                    <a:pt x="17280" y="4843"/>
                    <a:pt x="14178" y="673"/>
                    <a:pt x="9741" y="73"/>
                  </a:cubicBezTo>
                  <a:cubicBezTo>
                    <a:pt x="9378" y="24"/>
                    <a:pt x="9018" y="0"/>
                    <a:pt x="86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67" name="Google Shape;3467;p70"/>
            <p:cNvSpPr/>
            <p:nvPr/>
          </p:nvSpPr>
          <p:spPr>
            <a:xfrm>
              <a:off x="6151196" y="1621006"/>
              <a:ext cx="391296" cy="398647"/>
            </a:xfrm>
            <a:custGeom>
              <a:rect b="b" l="l" r="r" t="t"/>
              <a:pathLst>
                <a:path extrusionOk="0" h="19848" w="19482">
                  <a:moveTo>
                    <a:pt x="19139" y="7339"/>
                  </a:moveTo>
                  <a:lnTo>
                    <a:pt x="19139" y="7339"/>
                  </a:lnTo>
                  <a:cubicBezTo>
                    <a:pt x="19142" y="7350"/>
                    <a:pt x="19145" y="7361"/>
                    <a:pt x="19147" y="7372"/>
                  </a:cubicBezTo>
                  <a:lnTo>
                    <a:pt x="19147" y="7339"/>
                  </a:lnTo>
                  <a:close/>
                  <a:moveTo>
                    <a:pt x="9735" y="3236"/>
                  </a:moveTo>
                  <a:cubicBezTo>
                    <a:pt x="13061" y="3236"/>
                    <a:pt x="15901" y="5798"/>
                    <a:pt x="16245" y="9240"/>
                  </a:cubicBezTo>
                  <a:cubicBezTo>
                    <a:pt x="16612" y="12943"/>
                    <a:pt x="14010" y="16212"/>
                    <a:pt x="10408" y="16579"/>
                  </a:cubicBezTo>
                  <a:cubicBezTo>
                    <a:pt x="10186" y="16602"/>
                    <a:pt x="9965" y="16613"/>
                    <a:pt x="9746" y="16613"/>
                  </a:cubicBezTo>
                  <a:cubicBezTo>
                    <a:pt x="6417" y="16613"/>
                    <a:pt x="3547" y="14051"/>
                    <a:pt x="3203" y="10608"/>
                  </a:cubicBezTo>
                  <a:cubicBezTo>
                    <a:pt x="2836" y="6939"/>
                    <a:pt x="5471" y="3636"/>
                    <a:pt x="9074" y="3269"/>
                  </a:cubicBezTo>
                  <a:cubicBezTo>
                    <a:pt x="9296" y="3247"/>
                    <a:pt x="9517" y="3236"/>
                    <a:pt x="9735" y="3236"/>
                  </a:cubicBezTo>
                  <a:close/>
                  <a:moveTo>
                    <a:pt x="10408" y="0"/>
                  </a:moveTo>
                  <a:cubicBezTo>
                    <a:pt x="10441" y="67"/>
                    <a:pt x="10441" y="134"/>
                    <a:pt x="10475" y="201"/>
                  </a:cubicBezTo>
                  <a:cubicBezTo>
                    <a:pt x="10541" y="1101"/>
                    <a:pt x="9908" y="1902"/>
                    <a:pt x="9040" y="2002"/>
                  </a:cubicBezTo>
                  <a:cubicBezTo>
                    <a:pt x="8980" y="2009"/>
                    <a:pt x="8920" y="2012"/>
                    <a:pt x="8861" y="2012"/>
                  </a:cubicBezTo>
                  <a:cubicBezTo>
                    <a:pt x="8036" y="2012"/>
                    <a:pt x="7335" y="1375"/>
                    <a:pt x="7272" y="534"/>
                  </a:cubicBezTo>
                  <a:cubicBezTo>
                    <a:pt x="7239" y="467"/>
                    <a:pt x="7272" y="367"/>
                    <a:pt x="7272" y="301"/>
                  </a:cubicBezTo>
                  <a:lnTo>
                    <a:pt x="7272" y="301"/>
                  </a:lnTo>
                  <a:cubicBezTo>
                    <a:pt x="6639" y="467"/>
                    <a:pt x="6038" y="701"/>
                    <a:pt x="5471" y="968"/>
                  </a:cubicBezTo>
                  <a:cubicBezTo>
                    <a:pt x="5504" y="1034"/>
                    <a:pt x="5571" y="1101"/>
                    <a:pt x="5604" y="1168"/>
                  </a:cubicBezTo>
                  <a:cubicBezTo>
                    <a:pt x="6138" y="1902"/>
                    <a:pt x="5971" y="2902"/>
                    <a:pt x="5238" y="3436"/>
                  </a:cubicBezTo>
                  <a:cubicBezTo>
                    <a:pt x="4960" y="3648"/>
                    <a:pt x="4636" y="3749"/>
                    <a:pt x="4312" y="3749"/>
                  </a:cubicBezTo>
                  <a:cubicBezTo>
                    <a:pt x="3818" y="3749"/>
                    <a:pt x="3325" y="3513"/>
                    <a:pt x="3003" y="3069"/>
                  </a:cubicBezTo>
                  <a:cubicBezTo>
                    <a:pt x="2936" y="3003"/>
                    <a:pt x="2903" y="2936"/>
                    <a:pt x="2869" y="2869"/>
                  </a:cubicBezTo>
                  <a:cubicBezTo>
                    <a:pt x="2402" y="3336"/>
                    <a:pt x="2002" y="3837"/>
                    <a:pt x="1635" y="4370"/>
                  </a:cubicBezTo>
                  <a:cubicBezTo>
                    <a:pt x="1735" y="4404"/>
                    <a:pt x="1802" y="4437"/>
                    <a:pt x="1868" y="4470"/>
                  </a:cubicBezTo>
                  <a:cubicBezTo>
                    <a:pt x="2669" y="4837"/>
                    <a:pt x="3036" y="5805"/>
                    <a:pt x="2669" y="6639"/>
                  </a:cubicBezTo>
                  <a:cubicBezTo>
                    <a:pt x="2423" y="7254"/>
                    <a:pt x="1832" y="7615"/>
                    <a:pt x="1218" y="7615"/>
                  </a:cubicBezTo>
                  <a:cubicBezTo>
                    <a:pt x="999" y="7615"/>
                    <a:pt x="778" y="7569"/>
                    <a:pt x="568" y="7472"/>
                  </a:cubicBezTo>
                  <a:cubicBezTo>
                    <a:pt x="467" y="7406"/>
                    <a:pt x="401" y="7372"/>
                    <a:pt x="334" y="7339"/>
                  </a:cubicBezTo>
                  <a:cubicBezTo>
                    <a:pt x="167" y="7973"/>
                    <a:pt x="67" y="8607"/>
                    <a:pt x="0" y="9274"/>
                  </a:cubicBezTo>
                  <a:cubicBezTo>
                    <a:pt x="101" y="9274"/>
                    <a:pt x="167" y="9240"/>
                    <a:pt x="267" y="9240"/>
                  </a:cubicBezTo>
                  <a:cubicBezTo>
                    <a:pt x="325" y="9234"/>
                    <a:pt x="383" y="9230"/>
                    <a:pt x="440" y="9230"/>
                  </a:cubicBezTo>
                  <a:cubicBezTo>
                    <a:pt x="1238" y="9230"/>
                    <a:pt x="1942" y="9868"/>
                    <a:pt x="2035" y="10708"/>
                  </a:cubicBezTo>
                  <a:cubicBezTo>
                    <a:pt x="2102" y="11609"/>
                    <a:pt x="1468" y="12409"/>
                    <a:pt x="601" y="12509"/>
                  </a:cubicBezTo>
                  <a:lnTo>
                    <a:pt x="334" y="12509"/>
                  </a:lnTo>
                  <a:cubicBezTo>
                    <a:pt x="501" y="13143"/>
                    <a:pt x="734" y="13777"/>
                    <a:pt x="1001" y="14344"/>
                  </a:cubicBezTo>
                  <a:cubicBezTo>
                    <a:pt x="1068" y="14277"/>
                    <a:pt x="1135" y="14244"/>
                    <a:pt x="1201" y="14177"/>
                  </a:cubicBezTo>
                  <a:cubicBezTo>
                    <a:pt x="1479" y="13966"/>
                    <a:pt x="1808" y="13864"/>
                    <a:pt x="2136" y="13864"/>
                  </a:cubicBezTo>
                  <a:cubicBezTo>
                    <a:pt x="2637" y="13864"/>
                    <a:pt x="3134" y="14101"/>
                    <a:pt x="3436" y="14544"/>
                  </a:cubicBezTo>
                  <a:cubicBezTo>
                    <a:pt x="3970" y="15278"/>
                    <a:pt x="3803" y="16312"/>
                    <a:pt x="3069" y="16846"/>
                  </a:cubicBezTo>
                  <a:cubicBezTo>
                    <a:pt x="3003" y="16879"/>
                    <a:pt x="2936" y="16946"/>
                    <a:pt x="2869" y="16979"/>
                  </a:cubicBezTo>
                  <a:cubicBezTo>
                    <a:pt x="3303" y="17446"/>
                    <a:pt x="3803" y="17847"/>
                    <a:pt x="4370" y="18213"/>
                  </a:cubicBezTo>
                  <a:cubicBezTo>
                    <a:pt x="4370" y="18147"/>
                    <a:pt x="4404" y="18080"/>
                    <a:pt x="4437" y="17980"/>
                  </a:cubicBezTo>
                  <a:cubicBezTo>
                    <a:pt x="4707" y="17391"/>
                    <a:pt x="5284" y="17037"/>
                    <a:pt x="5902" y="17037"/>
                  </a:cubicBezTo>
                  <a:cubicBezTo>
                    <a:pt x="6124" y="17037"/>
                    <a:pt x="6351" y="17082"/>
                    <a:pt x="6572" y="17179"/>
                  </a:cubicBezTo>
                  <a:cubicBezTo>
                    <a:pt x="7372" y="17546"/>
                    <a:pt x="7739" y="18514"/>
                    <a:pt x="7372" y="19348"/>
                  </a:cubicBezTo>
                  <a:cubicBezTo>
                    <a:pt x="7339" y="19414"/>
                    <a:pt x="7306" y="19481"/>
                    <a:pt x="7239" y="19548"/>
                  </a:cubicBezTo>
                  <a:cubicBezTo>
                    <a:pt x="7873" y="19715"/>
                    <a:pt x="8507" y="19815"/>
                    <a:pt x="9140" y="19848"/>
                  </a:cubicBezTo>
                  <a:cubicBezTo>
                    <a:pt x="9140" y="19781"/>
                    <a:pt x="9107" y="19715"/>
                    <a:pt x="9107" y="19648"/>
                  </a:cubicBezTo>
                  <a:cubicBezTo>
                    <a:pt x="9007" y="18747"/>
                    <a:pt x="9674" y="17947"/>
                    <a:pt x="10541" y="17847"/>
                  </a:cubicBezTo>
                  <a:cubicBezTo>
                    <a:pt x="10601" y="17840"/>
                    <a:pt x="10661" y="17837"/>
                    <a:pt x="10720" y="17837"/>
                  </a:cubicBezTo>
                  <a:cubicBezTo>
                    <a:pt x="11541" y="17837"/>
                    <a:pt x="12216" y="18474"/>
                    <a:pt x="12309" y="19314"/>
                  </a:cubicBezTo>
                  <a:cubicBezTo>
                    <a:pt x="12309" y="19381"/>
                    <a:pt x="12309" y="19448"/>
                    <a:pt x="12309" y="19548"/>
                  </a:cubicBezTo>
                  <a:cubicBezTo>
                    <a:pt x="12943" y="19348"/>
                    <a:pt x="13543" y="19114"/>
                    <a:pt x="14077" y="18847"/>
                  </a:cubicBezTo>
                  <a:cubicBezTo>
                    <a:pt x="14044" y="18781"/>
                    <a:pt x="14010" y="18747"/>
                    <a:pt x="13977" y="18680"/>
                  </a:cubicBezTo>
                  <a:cubicBezTo>
                    <a:pt x="13443" y="17947"/>
                    <a:pt x="13610" y="16913"/>
                    <a:pt x="14311" y="16412"/>
                  </a:cubicBezTo>
                  <a:cubicBezTo>
                    <a:pt x="14601" y="16201"/>
                    <a:pt x="14934" y="16099"/>
                    <a:pt x="15262" y="16099"/>
                  </a:cubicBezTo>
                  <a:cubicBezTo>
                    <a:pt x="15764" y="16099"/>
                    <a:pt x="16257" y="16336"/>
                    <a:pt x="16579" y="16779"/>
                  </a:cubicBezTo>
                  <a:cubicBezTo>
                    <a:pt x="16612" y="16812"/>
                    <a:pt x="16646" y="16879"/>
                    <a:pt x="16679" y="16946"/>
                  </a:cubicBezTo>
                  <a:cubicBezTo>
                    <a:pt x="17113" y="16479"/>
                    <a:pt x="17513" y="15979"/>
                    <a:pt x="17880" y="15445"/>
                  </a:cubicBezTo>
                  <a:cubicBezTo>
                    <a:pt x="17813" y="15445"/>
                    <a:pt x="17746" y="15411"/>
                    <a:pt x="17713" y="15378"/>
                  </a:cubicBezTo>
                  <a:cubicBezTo>
                    <a:pt x="16879" y="15011"/>
                    <a:pt x="16512" y="14044"/>
                    <a:pt x="16879" y="13210"/>
                  </a:cubicBezTo>
                  <a:cubicBezTo>
                    <a:pt x="17150" y="12595"/>
                    <a:pt x="17747" y="12234"/>
                    <a:pt x="18363" y="12234"/>
                  </a:cubicBezTo>
                  <a:cubicBezTo>
                    <a:pt x="18582" y="12234"/>
                    <a:pt x="18804" y="12280"/>
                    <a:pt x="19014" y="12376"/>
                  </a:cubicBezTo>
                  <a:cubicBezTo>
                    <a:pt x="19081" y="12409"/>
                    <a:pt x="19114" y="12443"/>
                    <a:pt x="19181" y="12476"/>
                  </a:cubicBezTo>
                  <a:cubicBezTo>
                    <a:pt x="19314" y="11876"/>
                    <a:pt x="19448" y="11242"/>
                    <a:pt x="19481" y="10575"/>
                  </a:cubicBezTo>
                  <a:lnTo>
                    <a:pt x="19481" y="10575"/>
                  </a:lnTo>
                  <a:cubicBezTo>
                    <a:pt x="19414" y="10608"/>
                    <a:pt x="19381" y="10608"/>
                    <a:pt x="19314" y="10608"/>
                  </a:cubicBezTo>
                  <a:cubicBezTo>
                    <a:pt x="19254" y="10615"/>
                    <a:pt x="19195" y="10618"/>
                    <a:pt x="19136" y="10618"/>
                  </a:cubicBezTo>
                  <a:cubicBezTo>
                    <a:pt x="18314" y="10618"/>
                    <a:pt x="17640" y="9981"/>
                    <a:pt x="17546" y="9140"/>
                  </a:cubicBezTo>
                  <a:cubicBezTo>
                    <a:pt x="17446" y="8240"/>
                    <a:pt x="18113" y="7439"/>
                    <a:pt x="18981" y="7339"/>
                  </a:cubicBezTo>
                  <a:lnTo>
                    <a:pt x="19139" y="7339"/>
                  </a:lnTo>
                  <a:cubicBezTo>
                    <a:pt x="18974" y="6718"/>
                    <a:pt x="18776" y="6128"/>
                    <a:pt x="18514" y="5571"/>
                  </a:cubicBezTo>
                  <a:cubicBezTo>
                    <a:pt x="18447" y="5604"/>
                    <a:pt x="18414" y="5638"/>
                    <a:pt x="18380" y="5671"/>
                  </a:cubicBezTo>
                  <a:cubicBezTo>
                    <a:pt x="18090" y="5882"/>
                    <a:pt x="17757" y="5984"/>
                    <a:pt x="17429" y="5984"/>
                  </a:cubicBezTo>
                  <a:cubicBezTo>
                    <a:pt x="16927" y="5984"/>
                    <a:pt x="16434" y="5748"/>
                    <a:pt x="16112" y="5304"/>
                  </a:cubicBezTo>
                  <a:cubicBezTo>
                    <a:pt x="15612" y="4570"/>
                    <a:pt x="15778" y="3536"/>
                    <a:pt x="16479" y="3003"/>
                  </a:cubicBezTo>
                  <a:cubicBezTo>
                    <a:pt x="16546" y="2969"/>
                    <a:pt x="16579" y="2936"/>
                    <a:pt x="16646" y="2902"/>
                  </a:cubicBezTo>
                  <a:cubicBezTo>
                    <a:pt x="16212" y="2469"/>
                    <a:pt x="15712" y="2035"/>
                    <a:pt x="15178" y="1668"/>
                  </a:cubicBezTo>
                  <a:cubicBezTo>
                    <a:pt x="15178" y="1735"/>
                    <a:pt x="15145" y="1802"/>
                    <a:pt x="15145" y="1868"/>
                  </a:cubicBezTo>
                  <a:cubicBezTo>
                    <a:pt x="14876" y="2454"/>
                    <a:pt x="14286" y="2826"/>
                    <a:pt x="13674" y="2826"/>
                  </a:cubicBezTo>
                  <a:cubicBezTo>
                    <a:pt x="13451" y="2826"/>
                    <a:pt x="13224" y="2776"/>
                    <a:pt x="13010" y="2669"/>
                  </a:cubicBezTo>
                  <a:cubicBezTo>
                    <a:pt x="12209" y="2302"/>
                    <a:pt x="11842" y="1335"/>
                    <a:pt x="12209" y="501"/>
                  </a:cubicBezTo>
                  <a:cubicBezTo>
                    <a:pt x="12243" y="434"/>
                    <a:pt x="12276" y="401"/>
                    <a:pt x="12309" y="334"/>
                  </a:cubicBezTo>
                  <a:cubicBezTo>
                    <a:pt x="11709" y="167"/>
                    <a:pt x="11075" y="67"/>
                    <a:pt x="10408" y="0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68" name="Google Shape;3468;p70"/>
            <p:cNvSpPr/>
            <p:nvPr/>
          </p:nvSpPr>
          <p:spPr>
            <a:xfrm>
              <a:off x="6187369" y="1667844"/>
              <a:ext cx="318930" cy="305513"/>
            </a:xfrm>
            <a:custGeom>
              <a:rect b="b" l="l" r="r" t="t"/>
              <a:pathLst>
                <a:path extrusionOk="0" h="15211" w="15879">
                  <a:moveTo>
                    <a:pt x="7950" y="2495"/>
                  </a:moveTo>
                  <a:cubicBezTo>
                    <a:pt x="8167" y="2495"/>
                    <a:pt x="8386" y="2509"/>
                    <a:pt x="8607" y="2539"/>
                  </a:cubicBezTo>
                  <a:cubicBezTo>
                    <a:pt x="11342" y="2906"/>
                    <a:pt x="13277" y="5507"/>
                    <a:pt x="12910" y="8276"/>
                  </a:cubicBezTo>
                  <a:cubicBezTo>
                    <a:pt x="12573" y="10852"/>
                    <a:pt x="10403" y="12723"/>
                    <a:pt x="7930" y="12723"/>
                  </a:cubicBezTo>
                  <a:cubicBezTo>
                    <a:pt x="7713" y="12723"/>
                    <a:pt x="7493" y="12709"/>
                    <a:pt x="7273" y="12679"/>
                  </a:cubicBezTo>
                  <a:cubicBezTo>
                    <a:pt x="4537" y="12279"/>
                    <a:pt x="2603" y="9710"/>
                    <a:pt x="2970" y="6942"/>
                  </a:cubicBezTo>
                  <a:cubicBezTo>
                    <a:pt x="3307" y="4366"/>
                    <a:pt x="5477" y="2495"/>
                    <a:pt x="7950" y="2495"/>
                  </a:cubicBezTo>
                  <a:close/>
                  <a:moveTo>
                    <a:pt x="7932" y="0"/>
                  </a:moveTo>
                  <a:cubicBezTo>
                    <a:pt x="4266" y="0"/>
                    <a:pt x="1057" y="2783"/>
                    <a:pt x="568" y="6575"/>
                  </a:cubicBezTo>
                  <a:cubicBezTo>
                    <a:pt x="1" y="10744"/>
                    <a:pt x="2869" y="14581"/>
                    <a:pt x="6939" y="15148"/>
                  </a:cubicBezTo>
                  <a:cubicBezTo>
                    <a:pt x="7263" y="15190"/>
                    <a:pt x="7586" y="15211"/>
                    <a:pt x="7905" y="15211"/>
                  </a:cubicBezTo>
                  <a:cubicBezTo>
                    <a:pt x="11589" y="15211"/>
                    <a:pt x="14820" y="12447"/>
                    <a:pt x="15312" y="8610"/>
                  </a:cubicBezTo>
                  <a:cubicBezTo>
                    <a:pt x="15879" y="4473"/>
                    <a:pt x="13010" y="637"/>
                    <a:pt x="8940" y="70"/>
                  </a:cubicBezTo>
                  <a:cubicBezTo>
                    <a:pt x="8602" y="23"/>
                    <a:pt x="8265" y="0"/>
                    <a:pt x="79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69" name="Google Shape;3469;p70"/>
            <p:cNvSpPr/>
            <p:nvPr/>
          </p:nvSpPr>
          <p:spPr>
            <a:xfrm>
              <a:off x="6667079" y="1796549"/>
              <a:ext cx="749050" cy="736979"/>
            </a:xfrm>
            <a:custGeom>
              <a:rect b="b" l="l" r="r" t="t"/>
              <a:pathLst>
                <a:path extrusionOk="0" h="36693" w="37294">
                  <a:moveTo>
                    <a:pt x="27887" y="0"/>
                  </a:moveTo>
                  <a:cubicBezTo>
                    <a:pt x="26686" y="0"/>
                    <a:pt x="25485" y="17"/>
                    <a:pt x="24284" y="33"/>
                  </a:cubicBezTo>
                  <a:lnTo>
                    <a:pt x="16913" y="133"/>
                  </a:lnTo>
                  <a:lnTo>
                    <a:pt x="9607" y="234"/>
                  </a:lnTo>
                  <a:cubicBezTo>
                    <a:pt x="8406" y="267"/>
                    <a:pt x="7172" y="267"/>
                    <a:pt x="5971" y="300"/>
                  </a:cubicBezTo>
                  <a:cubicBezTo>
                    <a:pt x="5004" y="300"/>
                    <a:pt x="4003" y="300"/>
                    <a:pt x="3069" y="467"/>
                  </a:cubicBezTo>
                  <a:cubicBezTo>
                    <a:pt x="2235" y="634"/>
                    <a:pt x="1435" y="967"/>
                    <a:pt x="834" y="1568"/>
                  </a:cubicBezTo>
                  <a:cubicBezTo>
                    <a:pt x="768" y="1568"/>
                    <a:pt x="734" y="1601"/>
                    <a:pt x="734" y="1668"/>
                  </a:cubicBezTo>
                  <a:cubicBezTo>
                    <a:pt x="1068" y="6505"/>
                    <a:pt x="1001" y="11341"/>
                    <a:pt x="801" y="16178"/>
                  </a:cubicBezTo>
                  <a:cubicBezTo>
                    <a:pt x="568" y="21015"/>
                    <a:pt x="234" y="25852"/>
                    <a:pt x="134" y="30722"/>
                  </a:cubicBezTo>
                  <a:cubicBezTo>
                    <a:pt x="101" y="31856"/>
                    <a:pt x="0" y="33024"/>
                    <a:pt x="67" y="34158"/>
                  </a:cubicBezTo>
                  <a:cubicBezTo>
                    <a:pt x="134" y="34892"/>
                    <a:pt x="334" y="35726"/>
                    <a:pt x="1068" y="36026"/>
                  </a:cubicBezTo>
                  <a:cubicBezTo>
                    <a:pt x="1443" y="36176"/>
                    <a:pt x="1875" y="36195"/>
                    <a:pt x="2292" y="36195"/>
                  </a:cubicBezTo>
                  <a:cubicBezTo>
                    <a:pt x="2431" y="36195"/>
                    <a:pt x="2569" y="36193"/>
                    <a:pt x="2702" y="36193"/>
                  </a:cubicBezTo>
                  <a:cubicBezTo>
                    <a:pt x="3303" y="36226"/>
                    <a:pt x="3903" y="36259"/>
                    <a:pt x="4504" y="36259"/>
                  </a:cubicBezTo>
                  <a:cubicBezTo>
                    <a:pt x="5705" y="36326"/>
                    <a:pt x="6939" y="36359"/>
                    <a:pt x="8173" y="36393"/>
                  </a:cubicBezTo>
                  <a:cubicBezTo>
                    <a:pt x="13076" y="36560"/>
                    <a:pt x="17947" y="36660"/>
                    <a:pt x="22850" y="36693"/>
                  </a:cubicBezTo>
                  <a:lnTo>
                    <a:pt x="30155" y="36693"/>
                  </a:lnTo>
                  <a:cubicBezTo>
                    <a:pt x="31390" y="36693"/>
                    <a:pt x="32624" y="36660"/>
                    <a:pt x="33858" y="36660"/>
                  </a:cubicBezTo>
                  <a:cubicBezTo>
                    <a:pt x="34692" y="36626"/>
                    <a:pt x="35626" y="36660"/>
                    <a:pt x="36360" y="36159"/>
                  </a:cubicBezTo>
                  <a:cubicBezTo>
                    <a:pt x="37127" y="35626"/>
                    <a:pt x="37160" y="34658"/>
                    <a:pt x="37127" y="33791"/>
                  </a:cubicBezTo>
                  <a:cubicBezTo>
                    <a:pt x="37094" y="32590"/>
                    <a:pt x="37060" y="31356"/>
                    <a:pt x="37027" y="30155"/>
                  </a:cubicBezTo>
                  <a:cubicBezTo>
                    <a:pt x="36960" y="27720"/>
                    <a:pt x="36927" y="25251"/>
                    <a:pt x="36893" y="22816"/>
                  </a:cubicBezTo>
                  <a:cubicBezTo>
                    <a:pt x="36860" y="17946"/>
                    <a:pt x="36927" y="13076"/>
                    <a:pt x="37060" y="8206"/>
                  </a:cubicBezTo>
                  <a:cubicBezTo>
                    <a:pt x="37094" y="7005"/>
                    <a:pt x="37127" y="5771"/>
                    <a:pt x="37194" y="4537"/>
                  </a:cubicBezTo>
                  <a:cubicBezTo>
                    <a:pt x="37227" y="3936"/>
                    <a:pt x="37260" y="3336"/>
                    <a:pt x="37260" y="2735"/>
                  </a:cubicBezTo>
                  <a:cubicBezTo>
                    <a:pt x="37294" y="2268"/>
                    <a:pt x="37260" y="1768"/>
                    <a:pt x="36994" y="1368"/>
                  </a:cubicBezTo>
                  <a:lnTo>
                    <a:pt x="36960" y="1368"/>
                  </a:lnTo>
                  <a:cubicBezTo>
                    <a:pt x="36527" y="701"/>
                    <a:pt x="35659" y="467"/>
                    <a:pt x="34892" y="367"/>
                  </a:cubicBezTo>
                  <a:cubicBezTo>
                    <a:pt x="33758" y="200"/>
                    <a:pt x="32624" y="133"/>
                    <a:pt x="31490" y="67"/>
                  </a:cubicBezTo>
                  <a:cubicBezTo>
                    <a:pt x="30289" y="17"/>
                    <a:pt x="29088" y="0"/>
                    <a:pt x="278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70" name="Google Shape;3470;p70"/>
            <p:cNvSpPr/>
            <p:nvPr/>
          </p:nvSpPr>
          <p:spPr>
            <a:xfrm>
              <a:off x="6667079" y="1796549"/>
              <a:ext cx="749050" cy="736979"/>
            </a:xfrm>
            <a:custGeom>
              <a:rect b="b" l="l" r="r" t="t"/>
              <a:pathLst>
                <a:path extrusionOk="0" h="36693" w="37294">
                  <a:moveTo>
                    <a:pt x="27787" y="300"/>
                  </a:moveTo>
                  <a:cubicBezTo>
                    <a:pt x="30089" y="300"/>
                    <a:pt x="32424" y="334"/>
                    <a:pt x="34725" y="634"/>
                  </a:cubicBezTo>
                  <a:cubicBezTo>
                    <a:pt x="35492" y="734"/>
                    <a:pt x="36527" y="934"/>
                    <a:pt x="36860" y="1768"/>
                  </a:cubicBezTo>
                  <a:cubicBezTo>
                    <a:pt x="37060" y="2268"/>
                    <a:pt x="36960" y="2902"/>
                    <a:pt x="36927" y="3436"/>
                  </a:cubicBezTo>
                  <a:cubicBezTo>
                    <a:pt x="36927" y="4036"/>
                    <a:pt x="36893" y="4637"/>
                    <a:pt x="36860" y="5237"/>
                  </a:cubicBezTo>
                  <a:cubicBezTo>
                    <a:pt x="36693" y="9940"/>
                    <a:pt x="36593" y="14677"/>
                    <a:pt x="36593" y="19447"/>
                  </a:cubicBezTo>
                  <a:cubicBezTo>
                    <a:pt x="36593" y="24184"/>
                    <a:pt x="36660" y="28921"/>
                    <a:pt x="36827" y="33657"/>
                  </a:cubicBezTo>
                  <a:cubicBezTo>
                    <a:pt x="36860" y="34158"/>
                    <a:pt x="36893" y="34658"/>
                    <a:pt x="36760" y="35159"/>
                  </a:cubicBezTo>
                  <a:cubicBezTo>
                    <a:pt x="36593" y="35626"/>
                    <a:pt x="36260" y="35959"/>
                    <a:pt x="35826" y="36126"/>
                  </a:cubicBezTo>
                  <a:cubicBezTo>
                    <a:pt x="35265" y="36363"/>
                    <a:pt x="34620" y="36405"/>
                    <a:pt x="33981" y="36405"/>
                  </a:cubicBezTo>
                  <a:cubicBezTo>
                    <a:pt x="33633" y="36405"/>
                    <a:pt x="33287" y="36393"/>
                    <a:pt x="32957" y="36393"/>
                  </a:cubicBezTo>
                  <a:cubicBezTo>
                    <a:pt x="30589" y="36426"/>
                    <a:pt x="28221" y="36426"/>
                    <a:pt x="25852" y="36426"/>
                  </a:cubicBezTo>
                  <a:cubicBezTo>
                    <a:pt x="21082" y="36426"/>
                    <a:pt x="16345" y="36359"/>
                    <a:pt x="11609" y="36226"/>
                  </a:cubicBezTo>
                  <a:cubicBezTo>
                    <a:pt x="9240" y="36193"/>
                    <a:pt x="6839" y="36093"/>
                    <a:pt x="4470" y="36026"/>
                  </a:cubicBezTo>
                  <a:cubicBezTo>
                    <a:pt x="3870" y="35992"/>
                    <a:pt x="3303" y="35959"/>
                    <a:pt x="2702" y="35926"/>
                  </a:cubicBezTo>
                  <a:cubicBezTo>
                    <a:pt x="2538" y="35926"/>
                    <a:pt x="2358" y="35932"/>
                    <a:pt x="2174" y="35932"/>
                  </a:cubicBezTo>
                  <a:cubicBezTo>
                    <a:pt x="1760" y="35932"/>
                    <a:pt x="1324" y="35900"/>
                    <a:pt x="1001" y="35692"/>
                  </a:cubicBezTo>
                  <a:cubicBezTo>
                    <a:pt x="234" y="35259"/>
                    <a:pt x="301" y="34058"/>
                    <a:pt x="301" y="33291"/>
                  </a:cubicBezTo>
                  <a:cubicBezTo>
                    <a:pt x="367" y="28587"/>
                    <a:pt x="634" y="23884"/>
                    <a:pt x="901" y="19180"/>
                  </a:cubicBezTo>
                  <a:cubicBezTo>
                    <a:pt x="1135" y="14510"/>
                    <a:pt x="1301" y="9807"/>
                    <a:pt x="1135" y="5104"/>
                  </a:cubicBezTo>
                  <a:cubicBezTo>
                    <a:pt x="1068" y="4036"/>
                    <a:pt x="1001" y="2935"/>
                    <a:pt x="934" y="1868"/>
                  </a:cubicBezTo>
                  <a:cubicBezTo>
                    <a:pt x="968" y="1868"/>
                    <a:pt x="1001" y="1868"/>
                    <a:pt x="1035" y="1835"/>
                  </a:cubicBezTo>
                  <a:cubicBezTo>
                    <a:pt x="2128" y="659"/>
                    <a:pt x="3873" y="604"/>
                    <a:pt x="5440" y="604"/>
                  </a:cubicBezTo>
                  <a:cubicBezTo>
                    <a:pt x="5601" y="604"/>
                    <a:pt x="5761" y="604"/>
                    <a:pt x="5917" y="604"/>
                  </a:cubicBezTo>
                  <a:cubicBezTo>
                    <a:pt x="6095" y="604"/>
                    <a:pt x="6269" y="604"/>
                    <a:pt x="6438" y="600"/>
                  </a:cubicBezTo>
                  <a:cubicBezTo>
                    <a:pt x="8807" y="567"/>
                    <a:pt x="11208" y="534"/>
                    <a:pt x="13577" y="500"/>
                  </a:cubicBezTo>
                  <a:cubicBezTo>
                    <a:pt x="18314" y="434"/>
                    <a:pt x="23050" y="334"/>
                    <a:pt x="27787" y="300"/>
                  </a:cubicBezTo>
                  <a:close/>
                  <a:moveTo>
                    <a:pt x="27887" y="0"/>
                  </a:moveTo>
                  <a:cubicBezTo>
                    <a:pt x="26686" y="0"/>
                    <a:pt x="25485" y="17"/>
                    <a:pt x="24284" y="33"/>
                  </a:cubicBezTo>
                  <a:lnTo>
                    <a:pt x="16913" y="133"/>
                  </a:lnTo>
                  <a:lnTo>
                    <a:pt x="9607" y="234"/>
                  </a:lnTo>
                  <a:cubicBezTo>
                    <a:pt x="8406" y="267"/>
                    <a:pt x="7172" y="267"/>
                    <a:pt x="5971" y="300"/>
                  </a:cubicBezTo>
                  <a:cubicBezTo>
                    <a:pt x="5004" y="300"/>
                    <a:pt x="4003" y="300"/>
                    <a:pt x="3069" y="467"/>
                  </a:cubicBezTo>
                  <a:cubicBezTo>
                    <a:pt x="2235" y="634"/>
                    <a:pt x="1435" y="967"/>
                    <a:pt x="834" y="1568"/>
                  </a:cubicBezTo>
                  <a:cubicBezTo>
                    <a:pt x="768" y="1568"/>
                    <a:pt x="734" y="1601"/>
                    <a:pt x="734" y="1668"/>
                  </a:cubicBezTo>
                  <a:cubicBezTo>
                    <a:pt x="1068" y="6505"/>
                    <a:pt x="1001" y="11341"/>
                    <a:pt x="801" y="16178"/>
                  </a:cubicBezTo>
                  <a:cubicBezTo>
                    <a:pt x="568" y="21015"/>
                    <a:pt x="234" y="25852"/>
                    <a:pt x="134" y="30722"/>
                  </a:cubicBezTo>
                  <a:cubicBezTo>
                    <a:pt x="101" y="31856"/>
                    <a:pt x="0" y="33024"/>
                    <a:pt x="67" y="34158"/>
                  </a:cubicBezTo>
                  <a:cubicBezTo>
                    <a:pt x="134" y="34892"/>
                    <a:pt x="334" y="35726"/>
                    <a:pt x="1068" y="36026"/>
                  </a:cubicBezTo>
                  <a:cubicBezTo>
                    <a:pt x="1443" y="36176"/>
                    <a:pt x="1875" y="36195"/>
                    <a:pt x="2292" y="36195"/>
                  </a:cubicBezTo>
                  <a:cubicBezTo>
                    <a:pt x="2431" y="36195"/>
                    <a:pt x="2569" y="36193"/>
                    <a:pt x="2702" y="36193"/>
                  </a:cubicBezTo>
                  <a:cubicBezTo>
                    <a:pt x="3303" y="36226"/>
                    <a:pt x="3903" y="36259"/>
                    <a:pt x="4504" y="36259"/>
                  </a:cubicBezTo>
                  <a:cubicBezTo>
                    <a:pt x="5705" y="36326"/>
                    <a:pt x="6939" y="36359"/>
                    <a:pt x="8173" y="36393"/>
                  </a:cubicBezTo>
                  <a:cubicBezTo>
                    <a:pt x="13076" y="36560"/>
                    <a:pt x="17947" y="36660"/>
                    <a:pt x="22850" y="36693"/>
                  </a:cubicBezTo>
                  <a:lnTo>
                    <a:pt x="30155" y="36693"/>
                  </a:lnTo>
                  <a:cubicBezTo>
                    <a:pt x="31390" y="36693"/>
                    <a:pt x="32624" y="36660"/>
                    <a:pt x="33858" y="36660"/>
                  </a:cubicBezTo>
                  <a:cubicBezTo>
                    <a:pt x="34692" y="36626"/>
                    <a:pt x="35626" y="36660"/>
                    <a:pt x="36360" y="36159"/>
                  </a:cubicBezTo>
                  <a:cubicBezTo>
                    <a:pt x="37127" y="35626"/>
                    <a:pt x="37160" y="34658"/>
                    <a:pt x="37127" y="33791"/>
                  </a:cubicBezTo>
                  <a:cubicBezTo>
                    <a:pt x="37094" y="32590"/>
                    <a:pt x="37060" y="31356"/>
                    <a:pt x="37027" y="30155"/>
                  </a:cubicBezTo>
                  <a:cubicBezTo>
                    <a:pt x="36960" y="27720"/>
                    <a:pt x="36927" y="25251"/>
                    <a:pt x="36893" y="22816"/>
                  </a:cubicBezTo>
                  <a:cubicBezTo>
                    <a:pt x="36860" y="17946"/>
                    <a:pt x="36927" y="13076"/>
                    <a:pt x="37060" y="8206"/>
                  </a:cubicBezTo>
                  <a:cubicBezTo>
                    <a:pt x="37094" y="7005"/>
                    <a:pt x="37127" y="5771"/>
                    <a:pt x="37194" y="4537"/>
                  </a:cubicBezTo>
                  <a:cubicBezTo>
                    <a:pt x="37227" y="3936"/>
                    <a:pt x="37260" y="3336"/>
                    <a:pt x="37260" y="2735"/>
                  </a:cubicBezTo>
                  <a:cubicBezTo>
                    <a:pt x="37294" y="2268"/>
                    <a:pt x="37260" y="1768"/>
                    <a:pt x="36994" y="1368"/>
                  </a:cubicBezTo>
                  <a:lnTo>
                    <a:pt x="36960" y="1368"/>
                  </a:lnTo>
                  <a:cubicBezTo>
                    <a:pt x="36527" y="701"/>
                    <a:pt x="35659" y="467"/>
                    <a:pt x="34892" y="367"/>
                  </a:cubicBezTo>
                  <a:cubicBezTo>
                    <a:pt x="33758" y="200"/>
                    <a:pt x="32624" y="133"/>
                    <a:pt x="31490" y="67"/>
                  </a:cubicBezTo>
                  <a:cubicBezTo>
                    <a:pt x="30289" y="17"/>
                    <a:pt x="29088" y="0"/>
                    <a:pt x="2788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71" name="Google Shape;3471;p70"/>
            <p:cNvSpPr/>
            <p:nvPr/>
          </p:nvSpPr>
          <p:spPr>
            <a:xfrm>
              <a:off x="6671759" y="1800967"/>
              <a:ext cx="739690" cy="728543"/>
            </a:xfrm>
            <a:custGeom>
              <a:rect b="b" l="l" r="r" t="t"/>
              <a:pathLst>
                <a:path extrusionOk="0" h="36273" w="36828">
                  <a:moveTo>
                    <a:pt x="28758" y="303"/>
                  </a:moveTo>
                  <a:cubicBezTo>
                    <a:pt x="30613" y="303"/>
                    <a:pt x="32463" y="372"/>
                    <a:pt x="34292" y="614"/>
                  </a:cubicBezTo>
                  <a:cubicBezTo>
                    <a:pt x="35059" y="714"/>
                    <a:pt x="36093" y="914"/>
                    <a:pt x="36394" y="1748"/>
                  </a:cubicBezTo>
                  <a:cubicBezTo>
                    <a:pt x="36594" y="2248"/>
                    <a:pt x="36494" y="2849"/>
                    <a:pt x="36494" y="3383"/>
                  </a:cubicBezTo>
                  <a:cubicBezTo>
                    <a:pt x="36460" y="3983"/>
                    <a:pt x="36460" y="4550"/>
                    <a:pt x="36427" y="5151"/>
                  </a:cubicBezTo>
                  <a:cubicBezTo>
                    <a:pt x="36227" y="9821"/>
                    <a:pt x="36160" y="14524"/>
                    <a:pt x="36160" y="19194"/>
                  </a:cubicBezTo>
                  <a:cubicBezTo>
                    <a:pt x="36160" y="23897"/>
                    <a:pt x="36227" y="28567"/>
                    <a:pt x="36394" y="33237"/>
                  </a:cubicBezTo>
                  <a:cubicBezTo>
                    <a:pt x="36427" y="33738"/>
                    <a:pt x="36460" y="34271"/>
                    <a:pt x="36294" y="34738"/>
                  </a:cubicBezTo>
                  <a:cubicBezTo>
                    <a:pt x="36160" y="35205"/>
                    <a:pt x="35827" y="35539"/>
                    <a:pt x="35393" y="35706"/>
                  </a:cubicBezTo>
                  <a:cubicBezTo>
                    <a:pt x="34839" y="35940"/>
                    <a:pt x="34204" y="35970"/>
                    <a:pt x="33583" y="35970"/>
                  </a:cubicBezTo>
                  <a:cubicBezTo>
                    <a:pt x="33366" y="35970"/>
                    <a:pt x="33150" y="35967"/>
                    <a:pt x="32940" y="35967"/>
                  </a:cubicBezTo>
                  <a:cubicBezTo>
                    <a:pt x="32810" y="35967"/>
                    <a:pt x="32682" y="35968"/>
                    <a:pt x="32558" y="35973"/>
                  </a:cubicBezTo>
                  <a:cubicBezTo>
                    <a:pt x="30223" y="36006"/>
                    <a:pt x="27854" y="36006"/>
                    <a:pt x="25519" y="36006"/>
                  </a:cubicBezTo>
                  <a:cubicBezTo>
                    <a:pt x="20816" y="36006"/>
                    <a:pt x="16146" y="35939"/>
                    <a:pt x="11442" y="35806"/>
                  </a:cubicBezTo>
                  <a:cubicBezTo>
                    <a:pt x="9107" y="35739"/>
                    <a:pt x="6739" y="35672"/>
                    <a:pt x="4404" y="35606"/>
                  </a:cubicBezTo>
                  <a:cubicBezTo>
                    <a:pt x="3804" y="35572"/>
                    <a:pt x="3237" y="35539"/>
                    <a:pt x="2636" y="35506"/>
                  </a:cubicBezTo>
                  <a:cubicBezTo>
                    <a:pt x="2458" y="35506"/>
                    <a:pt x="2266" y="35513"/>
                    <a:pt x="2070" y="35513"/>
                  </a:cubicBezTo>
                  <a:cubicBezTo>
                    <a:pt x="1680" y="35513"/>
                    <a:pt x="1280" y="35483"/>
                    <a:pt x="968" y="35305"/>
                  </a:cubicBezTo>
                  <a:cubicBezTo>
                    <a:pt x="201" y="34838"/>
                    <a:pt x="268" y="33671"/>
                    <a:pt x="301" y="32904"/>
                  </a:cubicBezTo>
                  <a:cubicBezTo>
                    <a:pt x="335" y="28267"/>
                    <a:pt x="635" y="23630"/>
                    <a:pt x="868" y="18960"/>
                  </a:cubicBezTo>
                  <a:cubicBezTo>
                    <a:pt x="1102" y="14324"/>
                    <a:pt x="1269" y="9687"/>
                    <a:pt x="1102" y="5050"/>
                  </a:cubicBezTo>
                  <a:cubicBezTo>
                    <a:pt x="1035" y="3983"/>
                    <a:pt x="968" y="2916"/>
                    <a:pt x="902" y="1848"/>
                  </a:cubicBezTo>
                  <a:cubicBezTo>
                    <a:pt x="935" y="1848"/>
                    <a:pt x="968" y="1848"/>
                    <a:pt x="1002" y="1815"/>
                  </a:cubicBezTo>
                  <a:cubicBezTo>
                    <a:pt x="2336" y="414"/>
                    <a:pt x="4604" y="614"/>
                    <a:pt x="6339" y="581"/>
                  </a:cubicBezTo>
                  <a:lnTo>
                    <a:pt x="13411" y="481"/>
                  </a:lnTo>
                  <a:cubicBezTo>
                    <a:pt x="18081" y="414"/>
                    <a:pt x="22751" y="347"/>
                    <a:pt x="27421" y="314"/>
                  </a:cubicBezTo>
                  <a:cubicBezTo>
                    <a:pt x="27866" y="307"/>
                    <a:pt x="28312" y="303"/>
                    <a:pt x="28758" y="303"/>
                  </a:cubicBezTo>
                  <a:close/>
                  <a:moveTo>
                    <a:pt x="27871" y="0"/>
                  </a:moveTo>
                  <a:cubicBezTo>
                    <a:pt x="26575" y="0"/>
                    <a:pt x="25280" y="29"/>
                    <a:pt x="23985" y="47"/>
                  </a:cubicBezTo>
                  <a:lnTo>
                    <a:pt x="16713" y="147"/>
                  </a:lnTo>
                  <a:lnTo>
                    <a:pt x="9474" y="247"/>
                  </a:lnTo>
                  <a:cubicBezTo>
                    <a:pt x="8274" y="247"/>
                    <a:pt x="7073" y="280"/>
                    <a:pt x="5872" y="280"/>
                  </a:cubicBezTo>
                  <a:cubicBezTo>
                    <a:pt x="4904" y="314"/>
                    <a:pt x="3937" y="280"/>
                    <a:pt x="3003" y="481"/>
                  </a:cubicBezTo>
                  <a:cubicBezTo>
                    <a:pt x="2169" y="647"/>
                    <a:pt x="1402" y="948"/>
                    <a:pt x="802" y="1548"/>
                  </a:cubicBezTo>
                  <a:cubicBezTo>
                    <a:pt x="768" y="1548"/>
                    <a:pt x="701" y="1581"/>
                    <a:pt x="701" y="1648"/>
                  </a:cubicBezTo>
                  <a:cubicBezTo>
                    <a:pt x="1035" y="6418"/>
                    <a:pt x="968" y="11222"/>
                    <a:pt x="768" y="15992"/>
                  </a:cubicBezTo>
                  <a:cubicBezTo>
                    <a:pt x="535" y="20762"/>
                    <a:pt x="234" y="25565"/>
                    <a:pt x="101" y="30369"/>
                  </a:cubicBezTo>
                  <a:cubicBezTo>
                    <a:pt x="68" y="31469"/>
                    <a:pt x="1" y="32637"/>
                    <a:pt x="68" y="33738"/>
                  </a:cubicBezTo>
                  <a:cubicBezTo>
                    <a:pt x="101" y="34472"/>
                    <a:pt x="301" y="35305"/>
                    <a:pt x="1035" y="35606"/>
                  </a:cubicBezTo>
                  <a:cubicBezTo>
                    <a:pt x="1535" y="35806"/>
                    <a:pt x="2136" y="35739"/>
                    <a:pt x="2636" y="35772"/>
                  </a:cubicBezTo>
                  <a:cubicBezTo>
                    <a:pt x="3237" y="35806"/>
                    <a:pt x="3837" y="35839"/>
                    <a:pt x="4404" y="35839"/>
                  </a:cubicBezTo>
                  <a:cubicBezTo>
                    <a:pt x="5638" y="35906"/>
                    <a:pt x="6839" y="35939"/>
                    <a:pt x="8040" y="35973"/>
                  </a:cubicBezTo>
                  <a:cubicBezTo>
                    <a:pt x="12877" y="36139"/>
                    <a:pt x="17714" y="36239"/>
                    <a:pt x="22550" y="36273"/>
                  </a:cubicBezTo>
                  <a:lnTo>
                    <a:pt x="29789" y="36273"/>
                  </a:lnTo>
                  <a:cubicBezTo>
                    <a:pt x="30990" y="36239"/>
                    <a:pt x="32224" y="36239"/>
                    <a:pt x="33425" y="36239"/>
                  </a:cubicBezTo>
                  <a:cubicBezTo>
                    <a:pt x="34259" y="36206"/>
                    <a:pt x="35193" y="36239"/>
                    <a:pt x="35893" y="35739"/>
                  </a:cubicBezTo>
                  <a:cubicBezTo>
                    <a:pt x="36694" y="35205"/>
                    <a:pt x="36694" y="34238"/>
                    <a:pt x="36694" y="33371"/>
                  </a:cubicBezTo>
                  <a:cubicBezTo>
                    <a:pt x="36627" y="32203"/>
                    <a:pt x="36594" y="31002"/>
                    <a:pt x="36560" y="29802"/>
                  </a:cubicBezTo>
                  <a:cubicBezTo>
                    <a:pt x="36527" y="27366"/>
                    <a:pt x="36460" y="24965"/>
                    <a:pt x="36460" y="22530"/>
                  </a:cubicBezTo>
                  <a:cubicBezTo>
                    <a:pt x="36427" y="17726"/>
                    <a:pt x="36460" y="12923"/>
                    <a:pt x="36594" y="8119"/>
                  </a:cubicBezTo>
                  <a:cubicBezTo>
                    <a:pt x="36627" y="6918"/>
                    <a:pt x="36694" y="5684"/>
                    <a:pt x="36727" y="4483"/>
                  </a:cubicBezTo>
                  <a:cubicBezTo>
                    <a:pt x="36761" y="3883"/>
                    <a:pt x="36794" y="3283"/>
                    <a:pt x="36794" y="2682"/>
                  </a:cubicBezTo>
                  <a:cubicBezTo>
                    <a:pt x="36827" y="2215"/>
                    <a:pt x="36794" y="1748"/>
                    <a:pt x="36527" y="1348"/>
                  </a:cubicBezTo>
                  <a:cubicBezTo>
                    <a:pt x="36060" y="681"/>
                    <a:pt x="35226" y="447"/>
                    <a:pt x="34459" y="347"/>
                  </a:cubicBezTo>
                  <a:cubicBezTo>
                    <a:pt x="33358" y="180"/>
                    <a:pt x="32224" y="114"/>
                    <a:pt x="31090" y="80"/>
                  </a:cubicBezTo>
                  <a:cubicBezTo>
                    <a:pt x="30017" y="20"/>
                    <a:pt x="28944" y="0"/>
                    <a:pt x="27871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54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72" name="Google Shape;3472;p70"/>
            <p:cNvSpPr/>
            <p:nvPr/>
          </p:nvSpPr>
          <p:spPr>
            <a:xfrm>
              <a:off x="6884158" y="1957911"/>
              <a:ext cx="455608" cy="18297"/>
            </a:xfrm>
            <a:custGeom>
              <a:rect b="b" l="l" r="r" t="t"/>
              <a:pathLst>
                <a:path extrusionOk="0" h="911" w="22684">
                  <a:moveTo>
                    <a:pt x="19494" y="1"/>
                  </a:moveTo>
                  <a:cubicBezTo>
                    <a:pt x="18423" y="1"/>
                    <a:pt x="17346" y="38"/>
                    <a:pt x="16278" y="38"/>
                  </a:cubicBezTo>
                  <a:cubicBezTo>
                    <a:pt x="14310" y="38"/>
                    <a:pt x="12342" y="72"/>
                    <a:pt x="10374" y="72"/>
                  </a:cubicBezTo>
                  <a:cubicBezTo>
                    <a:pt x="6905" y="72"/>
                    <a:pt x="3436" y="72"/>
                    <a:pt x="0" y="205"/>
                  </a:cubicBezTo>
                  <a:lnTo>
                    <a:pt x="0" y="706"/>
                  </a:lnTo>
                  <a:cubicBezTo>
                    <a:pt x="3436" y="839"/>
                    <a:pt x="6905" y="839"/>
                    <a:pt x="10374" y="839"/>
                  </a:cubicBezTo>
                  <a:lnTo>
                    <a:pt x="16278" y="872"/>
                  </a:lnTo>
                  <a:cubicBezTo>
                    <a:pt x="17346" y="872"/>
                    <a:pt x="18423" y="910"/>
                    <a:pt x="19494" y="910"/>
                  </a:cubicBezTo>
                  <a:cubicBezTo>
                    <a:pt x="20431" y="910"/>
                    <a:pt x="21364" y="881"/>
                    <a:pt x="22283" y="772"/>
                  </a:cubicBezTo>
                  <a:cubicBezTo>
                    <a:pt x="22683" y="706"/>
                    <a:pt x="22683" y="205"/>
                    <a:pt x="22283" y="139"/>
                  </a:cubicBezTo>
                  <a:cubicBezTo>
                    <a:pt x="21364" y="30"/>
                    <a:pt x="20431" y="1"/>
                    <a:pt x="194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73" name="Google Shape;3473;p70"/>
            <p:cNvSpPr/>
            <p:nvPr/>
          </p:nvSpPr>
          <p:spPr>
            <a:xfrm>
              <a:off x="6883475" y="2093284"/>
              <a:ext cx="438194" cy="19563"/>
            </a:xfrm>
            <a:custGeom>
              <a:rect b="b" l="l" r="r" t="t"/>
              <a:pathLst>
                <a:path extrusionOk="0" h="974" w="21817">
                  <a:moveTo>
                    <a:pt x="17204" y="1"/>
                  </a:moveTo>
                  <a:cubicBezTo>
                    <a:pt x="16651" y="1"/>
                    <a:pt x="16098" y="3"/>
                    <a:pt x="15545" y="3"/>
                  </a:cubicBezTo>
                  <a:lnTo>
                    <a:pt x="9641" y="3"/>
                  </a:lnTo>
                  <a:cubicBezTo>
                    <a:pt x="7706" y="3"/>
                    <a:pt x="5772" y="3"/>
                    <a:pt x="3837" y="37"/>
                  </a:cubicBezTo>
                  <a:cubicBezTo>
                    <a:pt x="2569" y="37"/>
                    <a:pt x="1302" y="37"/>
                    <a:pt x="1" y="137"/>
                  </a:cubicBezTo>
                  <a:lnTo>
                    <a:pt x="1" y="837"/>
                  </a:lnTo>
                  <a:cubicBezTo>
                    <a:pt x="1268" y="904"/>
                    <a:pt x="2503" y="937"/>
                    <a:pt x="3737" y="937"/>
                  </a:cubicBezTo>
                  <a:cubicBezTo>
                    <a:pt x="5705" y="971"/>
                    <a:pt x="7673" y="971"/>
                    <a:pt x="9641" y="971"/>
                  </a:cubicBezTo>
                  <a:lnTo>
                    <a:pt x="15445" y="971"/>
                  </a:lnTo>
                  <a:cubicBezTo>
                    <a:pt x="16007" y="971"/>
                    <a:pt x="16570" y="973"/>
                    <a:pt x="17132" y="973"/>
                  </a:cubicBezTo>
                  <a:cubicBezTo>
                    <a:pt x="18538" y="973"/>
                    <a:pt x="19944" y="956"/>
                    <a:pt x="21349" y="837"/>
                  </a:cubicBezTo>
                  <a:cubicBezTo>
                    <a:pt x="21816" y="804"/>
                    <a:pt x="21816" y="170"/>
                    <a:pt x="21349" y="137"/>
                  </a:cubicBezTo>
                  <a:cubicBezTo>
                    <a:pt x="19967" y="18"/>
                    <a:pt x="18586" y="1"/>
                    <a:pt x="172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74" name="Google Shape;3474;p70"/>
            <p:cNvSpPr/>
            <p:nvPr/>
          </p:nvSpPr>
          <p:spPr>
            <a:xfrm>
              <a:off x="6876104" y="2191500"/>
              <a:ext cx="434840" cy="17434"/>
            </a:xfrm>
            <a:custGeom>
              <a:rect b="b" l="l" r="r" t="t"/>
              <a:pathLst>
                <a:path extrusionOk="0" h="868" w="21650">
                  <a:moveTo>
                    <a:pt x="1640" y="0"/>
                  </a:moveTo>
                  <a:cubicBezTo>
                    <a:pt x="1210" y="0"/>
                    <a:pt x="785" y="17"/>
                    <a:pt x="368" y="83"/>
                  </a:cubicBezTo>
                  <a:cubicBezTo>
                    <a:pt x="1" y="117"/>
                    <a:pt x="1" y="751"/>
                    <a:pt x="368" y="784"/>
                  </a:cubicBezTo>
                  <a:cubicBezTo>
                    <a:pt x="785" y="851"/>
                    <a:pt x="1210" y="867"/>
                    <a:pt x="1640" y="867"/>
                  </a:cubicBezTo>
                  <a:cubicBezTo>
                    <a:pt x="2069" y="867"/>
                    <a:pt x="2503" y="851"/>
                    <a:pt x="2936" y="851"/>
                  </a:cubicBezTo>
                  <a:cubicBezTo>
                    <a:pt x="3804" y="851"/>
                    <a:pt x="4704" y="851"/>
                    <a:pt x="5605" y="817"/>
                  </a:cubicBezTo>
                  <a:cubicBezTo>
                    <a:pt x="7339" y="817"/>
                    <a:pt x="9074" y="751"/>
                    <a:pt x="10842" y="651"/>
                  </a:cubicBezTo>
                  <a:cubicBezTo>
                    <a:pt x="11420" y="628"/>
                    <a:pt x="11998" y="621"/>
                    <a:pt x="12578" y="621"/>
                  </a:cubicBezTo>
                  <a:cubicBezTo>
                    <a:pt x="13737" y="621"/>
                    <a:pt x="14900" y="651"/>
                    <a:pt x="16079" y="651"/>
                  </a:cubicBezTo>
                  <a:cubicBezTo>
                    <a:pt x="17847" y="617"/>
                    <a:pt x="19615" y="617"/>
                    <a:pt x="21416" y="617"/>
                  </a:cubicBezTo>
                  <a:cubicBezTo>
                    <a:pt x="21650" y="617"/>
                    <a:pt x="21650" y="250"/>
                    <a:pt x="21416" y="250"/>
                  </a:cubicBezTo>
                  <a:cubicBezTo>
                    <a:pt x="19615" y="217"/>
                    <a:pt x="17847" y="217"/>
                    <a:pt x="16079" y="217"/>
                  </a:cubicBezTo>
                  <a:cubicBezTo>
                    <a:pt x="15069" y="217"/>
                    <a:pt x="14069" y="239"/>
                    <a:pt x="13075" y="239"/>
                  </a:cubicBezTo>
                  <a:cubicBezTo>
                    <a:pt x="12329" y="239"/>
                    <a:pt x="11585" y="226"/>
                    <a:pt x="10842" y="184"/>
                  </a:cubicBezTo>
                  <a:cubicBezTo>
                    <a:pt x="9074" y="117"/>
                    <a:pt x="7339" y="50"/>
                    <a:pt x="5605" y="17"/>
                  </a:cubicBezTo>
                  <a:lnTo>
                    <a:pt x="2936" y="17"/>
                  </a:lnTo>
                  <a:cubicBezTo>
                    <a:pt x="2503" y="17"/>
                    <a:pt x="2069" y="0"/>
                    <a:pt x="16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75" name="Google Shape;3475;p70"/>
            <p:cNvSpPr/>
            <p:nvPr/>
          </p:nvSpPr>
          <p:spPr>
            <a:xfrm>
              <a:off x="6867407" y="2378572"/>
              <a:ext cx="431486" cy="19000"/>
            </a:xfrm>
            <a:custGeom>
              <a:rect b="b" l="l" r="r" t="t"/>
              <a:pathLst>
                <a:path extrusionOk="0" h="946" w="21483">
                  <a:moveTo>
                    <a:pt x="3579" y="1"/>
                  </a:moveTo>
                  <a:cubicBezTo>
                    <a:pt x="2475" y="1"/>
                    <a:pt x="1371" y="28"/>
                    <a:pt x="267" y="176"/>
                  </a:cubicBezTo>
                  <a:cubicBezTo>
                    <a:pt x="0" y="210"/>
                    <a:pt x="0" y="710"/>
                    <a:pt x="267" y="743"/>
                  </a:cubicBezTo>
                  <a:cubicBezTo>
                    <a:pt x="1616" y="925"/>
                    <a:pt x="2965" y="945"/>
                    <a:pt x="4314" y="945"/>
                  </a:cubicBezTo>
                  <a:cubicBezTo>
                    <a:pt x="4700" y="945"/>
                    <a:pt x="5085" y="943"/>
                    <a:pt x="5471" y="943"/>
                  </a:cubicBezTo>
                  <a:lnTo>
                    <a:pt x="10808" y="910"/>
                  </a:lnTo>
                  <a:lnTo>
                    <a:pt x="16145" y="910"/>
                  </a:lnTo>
                  <a:cubicBezTo>
                    <a:pt x="17046" y="910"/>
                    <a:pt x="17946" y="910"/>
                    <a:pt x="18814" y="877"/>
                  </a:cubicBezTo>
                  <a:cubicBezTo>
                    <a:pt x="19214" y="877"/>
                    <a:pt x="19648" y="877"/>
                    <a:pt x="20048" y="843"/>
                  </a:cubicBezTo>
                  <a:cubicBezTo>
                    <a:pt x="20515" y="810"/>
                    <a:pt x="20882" y="710"/>
                    <a:pt x="21315" y="610"/>
                  </a:cubicBezTo>
                  <a:cubicBezTo>
                    <a:pt x="21482" y="577"/>
                    <a:pt x="21482" y="343"/>
                    <a:pt x="21315" y="310"/>
                  </a:cubicBezTo>
                  <a:cubicBezTo>
                    <a:pt x="20882" y="210"/>
                    <a:pt x="20515" y="110"/>
                    <a:pt x="20048" y="76"/>
                  </a:cubicBezTo>
                  <a:cubicBezTo>
                    <a:pt x="19648" y="76"/>
                    <a:pt x="19214" y="43"/>
                    <a:pt x="18814" y="43"/>
                  </a:cubicBezTo>
                  <a:cubicBezTo>
                    <a:pt x="17946" y="9"/>
                    <a:pt x="17046" y="9"/>
                    <a:pt x="16145" y="9"/>
                  </a:cubicBezTo>
                  <a:lnTo>
                    <a:pt x="5471" y="9"/>
                  </a:lnTo>
                  <a:cubicBezTo>
                    <a:pt x="4840" y="9"/>
                    <a:pt x="4209" y="1"/>
                    <a:pt x="35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76" name="Google Shape;3476;p70"/>
            <p:cNvSpPr/>
            <p:nvPr/>
          </p:nvSpPr>
          <p:spPr>
            <a:xfrm>
              <a:off x="6726712" y="1924008"/>
              <a:ext cx="97171" cy="89037"/>
            </a:xfrm>
            <a:custGeom>
              <a:rect b="b" l="l" r="r" t="t"/>
              <a:pathLst>
                <a:path extrusionOk="0" h="4433" w="4838">
                  <a:moveTo>
                    <a:pt x="2593" y="510"/>
                  </a:moveTo>
                  <a:cubicBezTo>
                    <a:pt x="2663" y="510"/>
                    <a:pt x="2733" y="515"/>
                    <a:pt x="2802" y="526"/>
                  </a:cubicBezTo>
                  <a:cubicBezTo>
                    <a:pt x="2836" y="626"/>
                    <a:pt x="2902" y="759"/>
                    <a:pt x="3002" y="792"/>
                  </a:cubicBezTo>
                  <a:cubicBezTo>
                    <a:pt x="3569" y="1059"/>
                    <a:pt x="3903" y="1626"/>
                    <a:pt x="3870" y="2260"/>
                  </a:cubicBezTo>
                  <a:cubicBezTo>
                    <a:pt x="3870" y="2827"/>
                    <a:pt x="3436" y="3361"/>
                    <a:pt x="2902" y="3561"/>
                  </a:cubicBezTo>
                  <a:lnTo>
                    <a:pt x="2902" y="3528"/>
                  </a:lnTo>
                  <a:cubicBezTo>
                    <a:pt x="2712" y="3591"/>
                    <a:pt x="2522" y="3624"/>
                    <a:pt x="2337" y="3624"/>
                  </a:cubicBezTo>
                  <a:cubicBezTo>
                    <a:pt x="1938" y="3624"/>
                    <a:pt x="1564" y="3469"/>
                    <a:pt x="1268" y="3127"/>
                  </a:cubicBezTo>
                  <a:cubicBezTo>
                    <a:pt x="868" y="2627"/>
                    <a:pt x="767" y="1960"/>
                    <a:pt x="1068" y="1426"/>
                  </a:cubicBezTo>
                  <a:cubicBezTo>
                    <a:pt x="1337" y="888"/>
                    <a:pt x="1982" y="510"/>
                    <a:pt x="2593" y="510"/>
                  </a:cubicBezTo>
                  <a:close/>
                  <a:moveTo>
                    <a:pt x="3229" y="0"/>
                  </a:moveTo>
                  <a:cubicBezTo>
                    <a:pt x="3122" y="0"/>
                    <a:pt x="3016" y="45"/>
                    <a:pt x="2936" y="125"/>
                  </a:cubicBezTo>
                  <a:cubicBezTo>
                    <a:pt x="2706" y="42"/>
                    <a:pt x="2468" y="3"/>
                    <a:pt x="2233" y="3"/>
                  </a:cubicBezTo>
                  <a:cubicBezTo>
                    <a:pt x="1617" y="3"/>
                    <a:pt x="1021" y="276"/>
                    <a:pt x="634" y="759"/>
                  </a:cubicBezTo>
                  <a:cubicBezTo>
                    <a:pt x="0" y="1493"/>
                    <a:pt x="0" y="2527"/>
                    <a:pt x="467" y="3328"/>
                  </a:cubicBezTo>
                  <a:cubicBezTo>
                    <a:pt x="893" y="4037"/>
                    <a:pt x="1608" y="4432"/>
                    <a:pt x="2386" y="4432"/>
                  </a:cubicBezTo>
                  <a:cubicBezTo>
                    <a:pt x="2523" y="4432"/>
                    <a:pt x="2662" y="4420"/>
                    <a:pt x="2802" y="4395"/>
                  </a:cubicBezTo>
                  <a:cubicBezTo>
                    <a:pt x="3670" y="4228"/>
                    <a:pt x="4470" y="3528"/>
                    <a:pt x="4637" y="2660"/>
                  </a:cubicBezTo>
                  <a:cubicBezTo>
                    <a:pt x="4837" y="1660"/>
                    <a:pt x="4370" y="526"/>
                    <a:pt x="3436" y="59"/>
                  </a:cubicBezTo>
                  <a:cubicBezTo>
                    <a:pt x="3370" y="19"/>
                    <a:pt x="3299" y="0"/>
                    <a:pt x="32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77" name="Google Shape;3477;p70"/>
            <p:cNvSpPr/>
            <p:nvPr/>
          </p:nvSpPr>
          <p:spPr>
            <a:xfrm>
              <a:off x="6744125" y="2053918"/>
              <a:ext cx="93817" cy="88997"/>
            </a:xfrm>
            <a:custGeom>
              <a:rect b="b" l="l" r="r" t="t"/>
              <a:pathLst>
                <a:path extrusionOk="0" h="4431" w="4671">
                  <a:moveTo>
                    <a:pt x="2744" y="475"/>
                  </a:moveTo>
                  <a:cubicBezTo>
                    <a:pt x="2831" y="475"/>
                    <a:pt x="2918" y="481"/>
                    <a:pt x="3003" y="496"/>
                  </a:cubicBezTo>
                  <a:cubicBezTo>
                    <a:pt x="2836" y="629"/>
                    <a:pt x="2769" y="929"/>
                    <a:pt x="3036" y="1096"/>
                  </a:cubicBezTo>
                  <a:cubicBezTo>
                    <a:pt x="3536" y="1430"/>
                    <a:pt x="3837" y="2130"/>
                    <a:pt x="3636" y="2730"/>
                  </a:cubicBezTo>
                  <a:cubicBezTo>
                    <a:pt x="3476" y="3309"/>
                    <a:pt x="2881" y="3733"/>
                    <a:pt x="2301" y="3733"/>
                  </a:cubicBezTo>
                  <a:cubicBezTo>
                    <a:pt x="2279" y="3733"/>
                    <a:pt x="2257" y="3732"/>
                    <a:pt x="2235" y="3731"/>
                  </a:cubicBezTo>
                  <a:cubicBezTo>
                    <a:pt x="1635" y="3698"/>
                    <a:pt x="1135" y="3197"/>
                    <a:pt x="935" y="2697"/>
                  </a:cubicBezTo>
                  <a:cubicBezTo>
                    <a:pt x="701" y="2130"/>
                    <a:pt x="834" y="1530"/>
                    <a:pt x="1268" y="1096"/>
                  </a:cubicBezTo>
                  <a:cubicBezTo>
                    <a:pt x="1669" y="724"/>
                    <a:pt x="2217" y="475"/>
                    <a:pt x="2744" y="475"/>
                  </a:cubicBezTo>
                  <a:close/>
                  <a:moveTo>
                    <a:pt x="2410" y="1"/>
                  </a:moveTo>
                  <a:cubicBezTo>
                    <a:pt x="1922" y="1"/>
                    <a:pt x="1441" y="157"/>
                    <a:pt x="1035" y="462"/>
                  </a:cubicBezTo>
                  <a:cubicBezTo>
                    <a:pt x="334" y="996"/>
                    <a:pt x="1" y="1863"/>
                    <a:pt x="234" y="2730"/>
                  </a:cubicBezTo>
                  <a:cubicBezTo>
                    <a:pt x="434" y="3531"/>
                    <a:pt x="1101" y="4232"/>
                    <a:pt x="1935" y="4398"/>
                  </a:cubicBezTo>
                  <a:cubicBezTo>
                    <a:pt x="2055" y="4420"/>
                    <a:pt x="2176" y="4430"/>
                    <a:pt x="2296" y="4430"/>
                  </a:cubicBezTo>
                  <a:cubicBezTo>
                    <a:pt x="3109" y="4430"/>
                    <a:pt x="3888" y="3953"/>
                    <a:pt x="4237" y="3197"/>
                  </a:cubicBezTo>
                  <a:cubicBezTo>
                    <a:pt x="4671" y="2230"/>
                    <a:pt x="4304" y="1029"/>
                    <a:pt x="3403" y="462"/>
                  </a:cubicBezTo>
                  <a:lnTo>
                    <a:pt x="3370" y="462"/>
                  </a:lnTo>
                  <a:cubicBezTo>
                    <a:pt x="3436" y="395"/>
                    <a:pt x="3470" y="262"/>
                    <a:pt x="3336" y="195"/>
                  </a:cubicBezTo>
                  <a:cubicBezTo>
                    <a:pt x="3037" y="65"/>
                    <a:pt x="2722" y="1"/>
                    <a:pt x="24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78" name="Google Shape;3478;p70"/>
            <p:cNvSpPr/>
            <p:nvPr/>
          </p:nvSpPr>
          <p:spPr>
            <a:xfrm>
              <a:off x="6734083" y="2308857"/>
              <a:ext cx="108559" cy="99822"/>
            </a:xfrm>
            <a:custGeom>
              <a:rect b="b" l="l" r="r" t="t"/>
              <a:pathLst>
                <a:path extrusionOk="0" h="4970" w="5405">
                  <a:moveTo>
                    <a:pt x="3273" y="1"/>
                  </a:moveTo>
                  <a:cubicBezTo>
                    <a:pt x="2881" y="1"/>
                    <a:pt x="2767" y="559"/>
                    <a:pt x="3169" y="745"/>
                  </a:cubicBezTo>
                  <a:cubicBezTo>
                    <a:pt x="3803" y="979"/>
                    <a:pt x="4337" y="1512"/>
                    <a:pt x="4503" y="2179"/>
                  </a:cubicBezTo>
                  <a:cubicBezTo>
                    <a:pt x="4670" y="2813"/>
                    <a:pt x="4370" y="3480"/>
                    <a:pt x="3836" y="3881"/>
                  </a:cubicBezTo>
                  <a:cubicBezTo>
                    <a:pt x="3565" y="4080"/>
                    <a:pt x="3270" y="4158"/>
                    <a:pt x="2965" y="4158"/>
                  </a:cubicBezTo>
                  <a:cubicBezTo>
                    <a:pt x="2558" y="4158"/>
                    <a:pt x="2136" y="4019"/>
                    <a:pt x="1735" y="3847"/>
                  </a:cubicBezTo>
                  <a:cubicBezTo>
                    <a:pt x="1435" y="3681"/>
                    <a:pt x="1101" y="3514"/>
                    <a:pt x="934" y="3214"/>
                  </a:cubicBezTo>
                  <a:cubicBezTo>
                    <a:pt x="734" y="2880"/>
                    <a:pt x="767" y="2513"/>
                    <a:pt x="901" y="2179"/>
                  </a:cubicBezTo>
                  <a:cubicBezTo>
                    <a:pt x="1034" y="1779"/>
                    <a:pt x="1334" y="1412"/>
                    <a:pt x="1668" y="1145"/>
                  </a:cubicBezTo>
                  <a:cubicBezTo>
                    <a:pt x="1884" y="972"/>
                    <a:pt x="2185" y="799"/>
                    <a:pt x="2461" y="799"/>
                  </a:cubicBezTo>
                  <a:cubicBezTo>
                    <a:pt x="2610" y="799"/>
                    <a:pt x="2752" y="850"/>
                    <a:pt x="2869" y="979"/>
                  </a:cubicBezTo>
                  <a:cubicBezTo>
                    <a:pt x="2900" y="1010"/>
                    <a:pt x="2935" y="1023"/>
                    <a:pt x="2968" y="1023"/>
                  </a:cubicBezTo>
                  <a:cubicBezTo>
                    <a:pt x="3079" y="1023"/>
                    <a:pt x="3179" y="881"/>
                    <a:pt x="3102" y="778"/>
                  </a:cubicBezTo>
                  <a:cubicBezTo>
                    <a:pt x="2866" y="516"/>
                    <a:pt x="2465" y="336"/>
                    <a:pt x="2094" y="336"/>
                  </a:cubicBezTo>
                  <a:cubicBezTo>
                    <a:pt x="1993" y="336"/>
                    <a:pt x="1894" y="350"/>
                    <a:pt x="1801" y="378"/>
                  </a:cubicBezTo>
                  <a:cubicBezTo>
                    <a:pt x="1268" y="478"/>
                    <a:pt x="867" y="912"/>
                    <a:pt x="567" y="1346"/>
                  </a:cubicBezTo>
                  <a:cubicBezTo>
                    <a:pt x="234" y="1746"/>
                    <a:pt x="0" y="2280"/>
                    <a:pt x="34" y="2813"/>
                  </a:cubicBezTo>
                  <a:cubicBezTo>
                    <a:pt x="67" y="3347"/>
                    <a:pt x="334" y="3814"/>
                    <a:pt x="734" y="4148"/>
                  </a:cubicBezTo>
                  <a:cubicBezTo>
                    <a:pt x="1168" y="4481"/>
                    <a:pt x="1701" y="4715"/>
                    <a:pt x="2202" y="4848"/>
                  </a:cubicBezTo>
                  <a:cubicBezTo>
                    <a:pt x="2456" y="4928"/>
                    <a:pt x="2719" y="4969"/>
                    <a:pt x="2981" y="4969"/>
                  </a:cubicBezTo>
                  <a:cubicBezTo>
                    <a:pt x="3269" y="4969"/>
                    <a:pt x="3557" y="4919"/>
                    <a:pt x="3836" y="4815"/>
                  </a:cubicBezTo>
                  <a:cubicBezTo>
                    <a:pt x="4737" y="4414"/>
                    <a:pt x="5404" y="3447"/>
                    <a:pt x="5371" y="2480"/>
                  </a:cubicBezTo>
                  <a:cubicBezTo>
                    <a:pt x="5304" y="1346"/>
                    <a:pt x="4470" y="278"/>
                    <a:pt x="3369" y="11"/>
                  </a:cubicBezTo>
                  <a:cubicBezTo>
                    <a:pt x="3335" y="4"/>
                    <a:pt x="3303" y="1"/>
                    <a:pt x="3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79" name="Google Shape;3479;p70"/>
            <p:cNvSpPr/>
            <p:nvPr/>
          </p:nvSpPr>
          <p:spPr>
            <a:xfrm>
              <a:off x="7488475" y="1476836"/>
              <a:ext cx="868978" cy="549526"/>
            </a:xfrm>
            <a:custGeom>
              <a:rect b="b" l="l" r="r" t="t"/>
              <a:pathLst>
                <a:path extrusionOk="0" h="27360" w="43265">
                  <a:moveTo>
                    <a:pt x="19858" y="0"/>
                  </a:moveTo>
                  <a:cubicBezTo>
                    <a:pt x="19177" y="0"/>
                    <a:pt x="18495" y="2"/>
                    <a:pt x="17813" y="7"/>
                  </a:cubicBezTo>
                  <a:cubicBezTo>
                    <a:pt x="12443" y="40"/>
                    <a:pt x="7072" y="207"/>
                    <a:pt x="1702" y="474"/>
                  </a:cubicBezTo>
                  <a:cubicBezTo>
                    <a:pt x="1568" y="474"/>
                    <a:pt x="1468" y="540"/>
                    <a:pt x="1435" y="674"/>
                  </a:cubicBezTo>
                  <a:cubicBezTo>
                    <a:pt x="1301" y="1174"/>
                    <a:pt x="1168" y="1674"/>
                    <a:pt x="1034" y="2175"/>
                  </a:cubicBezTo>
                  <a:cubicBezTo>
                    <a:pt x="67" y="6311"/>
                    <a:pt x="0" y="10614"/>
                    <a:pt x="100" y="14884"/>
                  </a:cubicBezTo>
                  <a:lnTo>
                    <a:pt x="100" y="14851"/>
                  </a:lnTo>
                  <a:cubicBezTo>
                    <a:pt x="167" y="17052"/>
                    <a:pt x="234" y="19254"/>
                    <a:pt x="334" y="21455"/>
                  </a:cubicBezTo>
                  <a:cubicBezTo>
                    <a:pt x="367" y="22523"/>
                    <a:pt x="367" y="23590"/>
                    <a:pt x="467" y="24658"/>
                  </a:cubicBezTo>
                  <a:cubicBezTo>
                    <a:pt x="534" y="25391"/>
                    <a:pt x="768" y="26192"/>
                    <a:pt x="1501" y="26459"/>
                  </a:cubicBezTo>
                  <a:cubicBezTo>
                    <a:pt x="1968" y="26626"/>
                    <a:pt x="2502" y="26626"/>
                    <a:pt x="2969" y="26626"/>
                  </a:cubicBezTo>
                  <a:cubicBezTo>
                    <a:pt x="3536" y="26659"/>
                    <a:pt x="4103" y="26692"/>
                    <a:pt x="4637" y="26726"/>
                  </a:cubicBezTo>
                  <a:cubicBezTo>
                    <a:pt x="5771" y="26792"/>
                    <a:pt x="6905" y="26859"/>
                    <a:pt x="8039" y="26893"/>
                  </a:cubicBezTo>
                  <a:cubicBezTo>
                    <a:pt x="10274" y="26993"/>
                    <a:pt x="12509" y="27093"/>
                    <a:pt x="14778" y="27159"/>
                  </a:cubicBezTo>
                  <a:cubicBezTo>
                    <a:pt x="19281" y="27293"/>
                    <a:pt x="23784" y="27360"/>
                    <a:pt x="28287" y="27360"/>
                  </a:cubicBezTo>
                  <a:cubicBezTo>
                    <a:pt x="32524" y="27360"/>
                    <a:pt x="36827" y="27360"/>
                    <a:pt x="41063" y="27093"/>
                  </a:cubicBezTo>
                  <a:cubicBezTo>
                    <a:pt x="41110" y="27116"/>
                    <a:pt x="41157" y="27140"/>
                    <a:pt x="41205" y="27140"/>
                  </a:cubicBezTo>
                  <a:cubicBezTo>
                    <a:pt x="41224" y="27140"/>
                    <a:pt x="41244" y="27136"/>
                    <a:pt x="41263" y="27126"/>
                  </a:cubicBezTo>
                  <a:cubicBezTo>
                    <a:pt x="41330" y="27126"/>
                    <a:pt x="41363" y="27093"/>
                    <a:pt x="41430" y="27059"/>
                  </a:cubicBezTo>
                  <a:cubicBezTo>
                    <a:pt x="41530" y="27059"/>
                    <a:pt x="41663" y="27059"/>
                    <a:pt x="41763" y="27026"/>
                  </a:cubicBezTo>
                  <a:cubicBezTo>
                    <a:pt x="41897" y="27026"/>
                    <a:pt x="41897" y="26859"/>
                    <a:pt x="41763" y="26859"/>
                  </a:cubicBezTo>
                  <a:lnTo>
                    <a:pt x="41697" y="26859"/>
                  </a:lnTo>
                  <a:cubicBezTo>
                    <a:pt x="41997" y="26526"/>
                    <a:pt x="42097" y="26025"/>
                    <a:pt x="42130" y="25592"/>
                  </a:cubicBezTo>
                  <a:cubicBezTo>
                    <a:pt x="42197" y="24591"/>
                    <a:pt x="42264" y="23590"/>
                    <a:pt x="42331" y="22623"/>
                  </a:cubicBezTo>
                  <a:cubicBezTo>
                    <a:pt x="42531" y="19054"/>
                    <a:pt x="42597" y="15484"/>
                    <a:pt x="42564" y="11882"/>
                  </a:cubicBezTo>
                  <a:cubicBezTo>
                    <a:pt x="42564" y="10114"/>
                    <a:pt x="42497" y="8313"/>
                    <a:pt x="42431" y="6511"/>
                  </a:cubicBezTo>
                  <a:cubicBezTo>
                    <a:pt x="42331" y="4743"/>
                    <a:pt x="42264" y="2975"/>
                    <a:pt x="42064" y="1207"/>
                  </a:cubicBezTo>
                  <a:lnTo>
                    <a:pt x="42064" y="1207"/>
                  </a:lnTo>
                  <a:cubicBezTo>
                    <a:pt x="42364" y="1241"/>
                    <a:pt x="42631" y="1241"/>
                    <a:pt x="42931" y="1274"/>
                  </a:cubicBezTo>
                  <a:cubicBezTo>
                    <a:pt x="42941" y="1275"/>
                    <a:pt x="42950" y="1276"/>
                    <a:pt x="42959" y="1276"/>
                  </a:cubicBezTo>
                  <a:cubicBezTo>
                    <a:pt x="43264" y="1276"/>
                    <a:pt x="43255" y="740"/>
                    <a:pt x="42931" y="740"/>
                  </a:cubicBezTo>
                  <a:cubicBezTo>
                    <a:pt x="39895" y="540"/>
                    <a:pt x="36893" y="374"/>
                    <a:pt x="33891" y="273"/>
                  </a:cubicBezTo>
                  <a:cubicBezTo>
                    <a:pt x="29203" y="99"/>
                    <a:pt x="24540" y="0"/>
                    <a:pt x="198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80" name="Google Shape;3480;p70"/>
            <p:cNvSpPr/>
            <p:nvPr/>
          </p:nvSpPr>
          <p:spPr>
            <a:xfrm>
              <a:off x="7484458" y="1474144"/>
              <a:ext cx="877012" cy="554225"/>
            </a:xfrm>
            <a:custGeom>
              <a:rect b="b" l="l" r="r" t="t"/>
              <a:pathLst>
                <a:path extrusionOk="0" h="27594" w="43665">
                  <a:moveTo>
                    <a:pt x="20692" y="583"/>
                  </a:moveTo>
                  <a:cubicBezTo>
                    <a:pt x="22823" y="583"/>
                    <a:pt x="24955" y="602"/>
                    <a:pt x="27086" y="641"/>
                  </a:cubicBezTo>
                  <a:cubicBezTo>
                    <a:pt x="32123" y="741"/>
                    <a:pt x="37160" y="941"/>
                    <a:pt x="42197" y="1241"/>
                  </a:cubicBezTo>
                  <a:cubicBezTo>
                    <a:pt x="42264" y="3176"/>
                    <a:pt x="42397" y="5111"/>
                    <a:pt x="42464" y="7046"/>
                  </a:cubicBezTo>
                  <a:cubicBezTo>
                    <a:pt x="42564" y="10515"/>
                    <a:pt x="42597" y="13984"/>
                    <a:pt x="42497" y="17453"/>
                  </a:cubicBezTo>
                  <a:cubicBezTo>
                    <a:pt x="42464" y="19188"/>
                    <a:pt x="42364" y="20922"/>
                    <a:pt x="42264" y="22657"/>
                  </a:cubicBezTo>
                  <a:cubicBezTo>
                    <a:pt x="42230" y="23557"/>
                    <a:pt x="42164" y="24425"/>
                    <a:pt x="42097" y="25292"/>
                  </a:cubicBezTo>
                  <a:cubicBezTo>
                    <a:pt x="42064" y="25726"/>
                    <a:pt x="42097" y="26193"/>
                    <a:pt x="41863" y="26560"/>
                  </a:cubicBezTo>
                  <a:cubicBezTo>
                    <a:pt x="41595" y="27067"/>
                    <a:pt x="41166" y="27094"/>
                    <a:pt x="40672" y="27094"/>
                  </a:cubicBezTo>
                  <a:cubicBezTo>
                    <a:pt x="40614" y="27094"/>
                    <a:pt x="40555" y="27093"/>
                    <a:pt x="40496" y="27093"/>
                  </a:cubicBezTo>
                  <a:cubicBezTo>
                    <a:pt x="36059" y="27127"/>
                    <a:pt x="31623" y="27193"/>
                    <a:pt x="27186" y="27193"/>
                  </a:cubicBezTo>
                  <a:cubicBezTo>
                    <a:pt x="22750" y="27160"/>
                    <a:pt x="18280" y="27060"/>
                    <a:pt x="13843" y="26926"/>
                  </a:cubicBezTo>
                  <a:cubicBezTo>
                    <a:pt x="11608" y="26860"/>
                    <a:pt x="9407" y="26760"/>
                    <a:pt x="7172" y="26660"/>
                  </a:cubicBezTo>
                  <a:cubicBezTo>
                    <a:pt x="6071" y="26593"/>
                    <a:pt x="4970" y="26526"/>
                    <a:pt x="3870" y="26459"/>
                  </a:cubicBezTo>
                  <a:cubicBezTo>
                    <a:pt x="3336" y="26426"/>
                    <a:pt x="2769" y="26426"/>
                    <a:pt x="2202" y="26359"/>
                  </a:cubicBezTo>
                  <a:cubicBezTo>
                    <a:pt x="1768" y="26326"/>
                    <a:pt x="1401" y="26226"/>
                    <a:pt x="1201" y="25792"/>
                  </a:cubicBezTo>
                  <a:cubicBezTo>
                    <a:pt x="1001" y="25459"/>
                    <a:pt x="968" y="25058"/>
                    <a:pt x="968" y="24692"/>
                  </a:cubicBezTo>
                  <a:cubicBezTo>
                    <a:pt x="934" y="24158"/>
                    <a:pt x="934" y="23624"/>
                    <a:pt x="901" y="23124"/>
                  </a:cubicBezTo>
                  <a:cubicBezTo>
                    <a:pt x="867" y="21990"/>
                    <a:pt x="834" y="20889"/>
                    <a:pt x="801" y="19788"/>
                  </a:cubicBezTo>
                  <a:cubicBezTo>
                    <a:pt x="734" y="17653"/>
                    <a:pt x="667" y="15485"/>
                    <a:pt x="634" y="13317"/>
                  </a:cubicBezTo>
                  <a:cubicBezTo>
                    <a:pt x="601" y="9180"/>
                    <a:pt x="834" y="5011"/>
                    <a:pt x="1968" y="1008"/>
                  </a:cubicBezTo>
                  <a:lnTo>
                    <a:pt x="1968" y="1041"/>
                  </a:lnTo>
                  <a:cubicBezTo>
                    <a:pt x="4937" y="874"/>
                    <a:pt x="7906" y="774"/>
                    <a:pt x="10875" y="708"/>
                  </a:cubicBezTo>
                  <a:cubicBezTo>
                    <a:pt x="14147" y="627"/>
                    <a:pt x="17419" y="583"/>
                    <a:pt x="20692" y="583"/>
                  </a:cubicBezTo>
                  <a:close/>
                  <a:moveTo>
                    <a:pt x="20039" y="1"/>
                  </a:moveTo>
                  <a:cubicBezTo>
                    <a:pt x="19352" y="1"/>
                    <a:pt x="18666" y="3"/>
                    <a:pt x="17980" y="7"/>
                  </a:cubicBezTo>
                  <a:cubicBezTo>
                    <a:pt x="12576" y="41"/>
                    <a:pt x="7172" y="207"/>
                    <a:pt x="1735" y="474"/>
                  </a:cubicBezTo>
                  <a:cubicBezTo>
                    <a:pt x="1635" y="474"/>
                    <a:pt x="1501" y="574"/>
                    <a:pt x="1468" y="674"/>
                  </a:cubicBezTo>
                  <a:cubicBezTo>
                    <a:pt x="1334" y="1175"/>
                    <a:pt x="1201" y="1675"/>
                    <a:pt x="1068" y="2209"/>
                  </a:cubicBezTo>
                  <a:cubicBezTo>
                    <a:pt x="100" y="6378"/>
                    <a:pt x="0" y="10715"/>
                    <a:pt x="134" y="15018"/>
                  </a:cubicBezTo>
                  <a:cubicBezTo>
                    <a:pt x="167" y="17220"/>
                    <a:pt x="267" y="19454"/>
                    <a:pt x="334" y="21656"/>
                  </a:cubicBezTo>
                  <a:cubicBezTo>
                    <a:pt x="400" y="22723"/>
                    <a:pt x="367" y="23824"/>
                    <a:pt x="501" y="24892"/>
                  </a:cubicBezTo>
                  <a:cubicBezTo>
                    <a:pt x="567" y="25592"/>
                    <a:pt x="801" y="26426"/>
                    <a:pt x="1535" y="26693"/>
                  </a:cubicBezTo>
                  <a:cubicBezTo>
                    <a:pt x="1885" y="26843"/>
                    <a:pt x="2273" y="26862"/>
                    <a:pt x="2642" y="26862"/>
                  </a:cubicBezTo>
                  <a:cubicBezTo>
                    <a:pt x="2765" y="26862"/>
                    <a:pt x="2886" y="26860"/>
                    <a:pt x="3002" y="26860"/>
                  </a:cubicBezTo>
                  <a:cubicBezTo>
                    <a:pt x="3569" y="26893"/>
                    <a:pt x="4136" y="26926"/>
                    <a:pt x="4704" y="26960"/>
                  </a:cubicBezTo>
                  <a:cubicBezTo>
                    <a:pt x="5838" y="27027"/>
                    <a:pt x="6972" y="27093"/>
                    <a:pt x="8106" y="27127"/>
                  </a:cubicBezTo>
                  <a:cubicBezTo>
                    <a:pt x="10374" y="27227"/>
                    <a:pt x="12643" y="27327"/>
                    <a:pt x="14911" y="27393"/>
                  </a:cubicBezTo>
                  <a:cubicBezTo>
                    <a:pt x="19447" y="27527"/>
                    <a:pt x="23984" y="27594"/>
                    <a:pt x="28521" y="27594"/>
                  </a:cubicBezTo>
                  <a:cubicBezTo>
                    <a:pt x="30755" y="27594"/>
                    <a:pt x="32957" y="27594"/>
                    <a:pt x="35192" y="27560"/>
                  </a:cubicBezTo>
                  <a:cubicBezTo>
                    <a:pt x="36293" y="27527"/>
                    <a:pt x="37427" y="27494"/>
                    <a:pt x="38528" y="27460"/>
                  </a:cubicBezTo>
                  <a:cubicBezTo>
                    <a:pt x="38659" y="27456"/>
                    <a:pt x="38792" y="27454"/>
                    <a:pt x="38928" y="27454"/>
                  </a:cubicBezTo>
                  <a:cubicBezTo>
                    <a:pt x="39233" y="27454"/>
                    <a:pt x="39549" y="27462"/>
                    <a:pt x="39865" y="27462"/>
                  </a:cubicBezTo>
                  <a:cubicBezTo>
                    <a:pt x="40484" y="27462"/>
                    <a:pt x="41107" y="27433"/>
                    <a:pt x="41663" y="27260"/>
                  </a:cubicBezTo>
                  <a:cubicBezTo>
                    <a:pt x="41697" y="27227"/>
                    <a:pt x="41763" y="27227"/>
                    <a:pt x="41830" y="27193"/>
                  </a:cubicBezTo>
                  <a:cubicBezTo>
                    <a:pt x="42364" y="27027"/>
                    <a:pt x="42464" y="26326"/>
                    <a:pt x="42497" y="25792"/>
                  </a:cubicBezTo>
                  <a:cubicBezTo>
                    <a:pt x="42597" y="24825"/>
                    <a:pt x="42631" y="23824"/>
                    <a:pt x="42697" y="22824"/>
                  </a:cubicBezTo>
                  <a:cubicBezTo>
                    <a:pt x="42897" y="19221"/>
                    <a:pt x="42998" y="15618"/>
                    <a:pt x="42964" y="12016"/>
                  </a:cubicBezTo>
                  <a:cubicBezTo>
                    <a:pt x="42931" y="10181"/>
                    <a:pt x="42897" y="8380"/>
                    <a:pt x="42797" y="6579"/>
                  </a:cubicBezTo>
                  <a:cubicBezTo>
                    <a:pt x="42731" y="4811"/>
                    <a:pt x="42631" y="3009"/>
                    <a:pt x="42430" y="1241"/>
                  </a:cubicBezTo>
                  <a:cubicBezTo>
                    <a:pt x="42731" y="1241"/>
                    <a:pt x="43031" y="1275"/>
                    <a:pt x="43331" y="1275"/>
                  </a:cubicBezTo>
                  <a:cubicBezTo>
                    <a:pt x="43341" y="1276"/>
                    <a:pt x="43351" y="1276"/>
                    <a:pt x="43361" y="1276"/>
                  </a:cubicBezTo>
                  <a:cubicBezTo>
                    <a:pt x="43664" y="1276"/>
                    <a:pt x="43655" y="773"/>
                    <a:pt x="43331" y="741"/>
                  </a:cubicBezTo>
                  <a:cubicBezTo>
                    <a:pt x="40262" y="574"/>
                    <a:pt x="37227" y="407"/>
                    <a:pt x="34191" y="274"/>
                  </a:cubicBezTo>
                  <a:cubicBezTo>
                    <a:pt x="29474" y="99"/>
                    <a:pt x="24756" y="1"/>
                    <a:pt x="2003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81" name="Google Shape;3481;p70"/>
            <p:cNvSpPr/>
            <p:nvPr/>
          </p:nvSpPr>
          <p:spPr>
            <a:xfrm>
              <a:off x="7544071" y="1797372"/>
              <a:ext cx="425461" cy="16430"/>
            </a:xfrm>
            <a:custGeom>
              <a:rect b="b" l="l" r="r" t="t"/>
              <a:pathLst>
                <a:path extrusionOk="0" h="818" w="21183">
                  <a:moveTo>
                    <a:pt x="5522" y="1"/>
                  </a:moveTo>
                  <a:cubicBezTo>
                    <a:pt x="3804" y="1"/>
                    <a:pt x="2086" y="26"/>
                    <a:pt x="368" y="126"/>
                  </a:cubicBezTo>
                  <a:cubicBezTo>
                    <a:pt x="1" y="126"/>
                    <a:pt x="1" y="660"/>
                    <a:pt x="368" y="693"/>
                  </a:cubicBezTo>
                  <a:cubicBezTo>
                    <a:pt x="2086" y="793"/>
                    <a:pt x="3804" y="818"/>
                    <a:pt x="5522" y="818"/>
                  </a:cubicBezTo>
                  <a:cubicBezTo>
                    <a:pt x="7239" y="818"/>
                    <a:pt x="8957" y="793"/>
                    <a:pt x="10675" y="793"/>
                  </a:cubicBezTo>
                  <a:cubicBezTo>
                    <a:pt x="11150" y="788"/>
                    <a:pt x="11626" y="787"/>
                    <a:pt x="12101" y="787"/>
                  </a:cubicBezTo>
                  <a:cubicBezTo>
                    <a:pt x="12871" y="787"/>
                    <a:pt x="13642" y="791"/>
                    <a:pt x="14413" y="791"/>
                  </a:cubicBezTo>
                  <a:cubicBezTo>
                    <a:pt x="16613" y="791"/>
                    <a:pt x="18811" y="760"/>
                    <a:pt x="20983" y="526"/>
                  </a:cubicBezTo>
                  <a:cubicBezTo>
                    <a:pt x="21183" y="526"/>
                    <a:pt x="21183" y="293"/>
                    <a:pt x="20983" y="259"/>
                  </a:cubicBezTo>
                  <a:cubicBezTo>
                    <a:pt x="19013" y="47"/>
                    <a:pt x="17021" y="2"/>
                    <a:pt x="15025" y="2"/>
                  </a:cubicBezTo>
                  <a:cubicBezTo>
                    <a:pt x="13574" y="2"/>
                    <a:pt x="12122" y="26"/>
                    <a:pt x="10675" y="26"/>
                  </a:cubicBezTo>
                  <a:cubicBezTo>
                    <a:pt x="8957" y="26"/>
                    <a:pt x="7239" y="1"/>
                    <a:pt x="55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82" name="Google Shape;3482;p70"/>
            <p:cNvSpPr/>
            <p:nvPr/>
          </p:nvSpPr>
          <p:spPr>
            <a:xfrm>
              <a:off x="8161805" y="1892695"/>
              <a:ext cx="111894" cy="61982"/>
            </a:xfrm>
            <a:custGeom>
              <a:rect b="b" l="l" r="r" t="t"/>
              <a:pathLst>
                <a:path extrusionOk="0" h="3086" w="5571">
                  <a:moveTo>
                    <a:pt x="2802" y="884"/>
                  </a:moveTo>
                  <a:cubicBezTo>
                    <a:pt x="3203" y="884"/>
                    <a:pt x="3636" y="917"/>
                    <a:pt x="4036" y="917"/>
                  </a:cubicBezTo>
                  <a:cubicBezTo>
                    <a:pt x="4192" y="917"/>
                    <a:pt x="4363" y="932"/>
                    <a:pt x="4538" y="932"/>
                  </a:cubicBezTo>
                  <a:cubicBezTo>
                    <a:pt x="4626" y="932"/>
                    <a:pt x="4715" y="928"/>
                    <a:pt x="4804" y="917"/>
                  </a:cubicBezTo>
                  <a:lnTo>
                    <a:pt x="4804" y="917"/>
                  </a:lnTo>
                  <a:cubicBezTo>
                    <a:pt x="4770" y="1217"/>
                    <a:pt x="4770" y="1551"/>
                    <a:pt x="4770" y="1851"/>
                  </a:cubicBezTo>
                  <a:lnTo>
                    <a:pt x="4770" y="2151"/>
                  </a:lnTo>
                  <a:cubicBezTo>
                    <a:pt x="4770" y="2185"/>
                    <a:pt x="4770" y="2251"/>
                    <a:pt x="4737" y="2285"/>
                  </a:cubicBezTo>
                  <a:lnTo>
                    <a:pt x="4303" y="2285"/>
                  </a:lnTo>
                  <a:cubicBezTo>
                    <a:pt x="3469" y="2285"/>
                    <a:pt x="2602" y="2251"/>
                    <a:pt x="1768" y="2251"/>
                  </a:cubicBezTo>
                  <a:lnTo>
                    <a:pt x="968" y="2251"/>
                  </a:lnTo>
                  <a:lnTo>
                    <a:pt x="968" y="2218"/>
                  </a:lnTo>
                  <a:cubicBezTo>
                    <a:pt x="1001" y="2051"/>
                    <a:pt x="968" y="1818"/>
                    <a:pt x="968" y="1618"/>
                  </a:cubicBezTo>
                  <a:lnTo>
                    <a:pt x="968" y="1017"/>
                  </a:lnTo>
                  <a:cubicBezTo>
                    <a:pt x="968" y="1017"/>
                    <a:pt x="968" y="917"/>
                    <a:pt x="968" y="884"/>
                  </a:cubicBezTo>
                  <a:close/>
                  <a:moveTo>
                    <a:pt x="1198" y="0"/>
                  </a:moveTo>
                  <a:cubicBezTo>
                    <a:pt x="913" y="0"/>
                    <a:pt x="621" y="36"/>
                    <a:pt x="401" y="217"/>
                  </a:cubicBezTo>
                  <a:cubicBezTo>
                    <a:pt x="0" y="550"/>
                    <a:pt x="134" y="1184"/>
                    <a:pt x="134" y="1618"/>
                  </a:cubicBezTo>
                  <a:cubicBezTo>
                    <a:pt x="134" y="2085"/>
                    <a:pt x="67" y="2652"/>
                    <a:pt x="501" y="2952"/>
                  </a:cubicBezTo>
                  <a:cubicBezTo>
                    <a:pt x="701" y="3085"/>
                    <a:pt x="968" y="3085"/>
                    <a:pt x="1201" y="3085"/>
                  </a:cubicBezTo>
                  <a:lnTo>
                    <a:pt x="3469" y="3085"/>
                  </a:lnTo>
                  <a:cubicBezTo>
                    <a:pt x="3736" y="3085"/>
                    <a:pt x="4036" y="3085"/>
                    <a:pt x="4303" y="3052"/>
                  </a:cubicBezTo>
                  <a:cubicBezTo>
                    <a:pt x="4459" y="3052"/>
                    <a:pt x="4615" y="3067"/>
                    <a:pt x="4770" y="3067"/>
                  </a:cubicBezTo>
                  <a:cubicBezTo>
                    <a:pt x="4848" y="3067"/>
                    <a:pt x="4926" y="3063"/>
                    <a:pt x="5004" y="3052"/>
                  </a:cubicBezTo>
                  <a:cubicBezTo>
                    <a:pt x="5538" y="2919"/>
                    <a:pt x="5538" y="2418"/>
                    <a:pt x="5538" y="1985"/>
                  </a:cubicBezTo>
                  <a:cubicBezTo>
                    <a:pt x="5504" y="1551"/>
                    <a:pt x="5471" y="1151"/>
                    <a:pt x="5437" y="717"/>
                  </a:cubicBezTo>
                  <a:cubicBezTo>
                    <a:pt x="5571" y="550"/>
                    <a:pt x="5538" y="250"/>
                    <a:pt x="5337" y="150"/>
                  </a:cubicBezTo>
                  <a:cubicBezTo>
                    <a:pt x="5137" y="61"/>
                    <a:pt x="4937" y="46"/>
                    <a:pt x="4727" y="46"/>
                  </a:cubicBezTo>
                  <a:cubicBezTo>
                    <a:pt x="4622" y="46"/>
                    <a:pt x="4515" y="50"/>
                    <a:pt x="4403" y="50"/>
                  </a:cubicBezTo>
                  <a:lnTo>
                    <a:pt x="3469" y="50"/>
                  </a:lnTo>
                  <a:cubicBezTo>
                    <a:pt x="2902" y="50"/>
                    <a:pt x="2335" y="50"/>
                    <a:pt x="1735" y="16"/>
                  </a:cubicBezTo>
                  <a:cubicBezTo>
                    <a:pt x="1575" y="16"/>
                    <a:pt x="1388" y="0"/>
                    <a:pt x="11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83" name="Google Shape;3483;p70"/>
            <p:cNvSpPr/>
            <p:nvPr/>
          </p:nvSpPr>
          <p:spPr>
            <a:xfrm>
              <a:off x="7827490" y="1890225"/>
              <a:ext cx="157446" cy="64212"/>
            </a:xfrm>
            <a:custGeom>
              <a:rect b="b" l="l" r="r" t="t"/>
              <a:pathLst>
                <a:path extrusionOk="0" h="3197" w="7839">
                  <a:moveTo>
                    <a:pt x="2902" y="840"/>
                  </a:moveTo>
                  <a:cubicBezTo>
                    <a:pt x="3603" y="840"/>
                    <a:pt x="4303" y="840"/>
                    <a:pt x="4970" y="873"/>
                  </a:cubicBezTo>
                  <a:cubicBezTo>
                    <a:pt x="5304" y="873"/>
                    <a:pt x="5604" y="907"/>
                    <a:pt x="5938" y="907"/>
                  </a:cubicBezTo>
                  <a:cubicBezTo>
                    <a:pt x="6197" y="930"/>
                    <a:pt x="6457" y="954"/>
                    <a:pt x="6716" y="954"/>
                  </a:cubicBezTo>
                  <a:cubicBezTo>
                    <a:pt x="6823" y="954"/>
                    <a:pt x="6931" y="950"/>
                    <a:pt x="7038" y="940"/>
                  </a:cubicBezTo>
                  <a:cubicBezTo>
                    <a:pt x="7072" y="940"/>
                    <a:pt x="7105" y="907"/>
                    <a:pt x="7105" y="907"/>
                  </a:cubicBezTo>
                  <a:cubicBezTo>
                    <a:pt x="7105" y="1207"/>
                    <a:pt x="7105" y="1474"/>
                    <a:pt x="7138" y="1774"/>
                  </a:cubicBezTo>
                  <a:cubicBezTo>
                    <a:pt x="7138" y="1941"/>
                    <a:pt x="7138" y="2074"/>
                    <a:pt x="7138" y="2241"/>
                  </a:cubicBezTo>
                  <a:cubicBezTo>
                    <a:pt x="7138" y="2360"/>
                    <a:pt x="7173" y="2377"/>
                    <a:pt x="7119" y="2377"/>
                  </a:cubicBezTo>
                  <a:cubicBezTo>
                    <a:pt x="7098" y="2377"/>
                    <a:pt x="7062" y="2374"/>
                    <a:pt x="7005" y="2374"/>
                  </a:cubicBezTo>
                  <a:cubicBezTo>
                    <a:pt x="6338" y="2374"/>
                    <a:pt x="5671" y="2474"/>
                    <a:pt x="5004" y="2474"/>
                  </a:cubicBezTo>
                  <a:cubicBezTo>
                    <a:pt x="4403" y="2474"/>
                    <a:pt x="3769" y="2441"/>
                    <a:pt x="3169" y="2374"/>
                  </a:cubicBezTo>
                  <a:cubicBezTo>
                    <a:pt x="2802" y="2374"/>
                    <a:pt x="2468" y="2341"/>
                    <a:pt x="2102" y="2274"/>
                  </a:cubicBezTo>
                  <a:cubicBezTo>
                    <a:pt x="1968" y="2274"/>
                    <a:pt x="1835" y="2241"/>
                    <a:pt x="1668" y="2208"/>
                  </a:cubicBezTo>
                  <a:cubicBezTo>
                    <a:pt x="1604" y="2208"/>
                    <a:pt x="1261" y="2208"/>
                    <a:pt x="1206" y="2148"/>
                  </a:cubicBezTo>
                  <a:lnTo>
                    <a:pt x="1206" y="2148"/>
                  </a:lnTo>
                  <a:cubicBezTo>
                    <a:pt x="1206" y="2148"/>
                    <a:pt x="1207" y="2148"/>
                    <a:pt x="1207" y="2148"/>
                  </a:cubicBezTo>
                  <a:cubicBezTo>
                    <a:pt x="1224" y="2148"/>
                    <a:pt x="1168" y="1805"/>
                    <a:pt x="1168" y="1774"/>
                  </a:cubicBezTo>
                  <a:cubicBezTo>
                    <a:pt x="1134" y="1641"/>
                    <a:pt x="1101" y="1507"/>
                    <a:pt x="1101" y="1374"/>
                  </a:cubicBezTo>
                  <a:cubicBezTo>
                    <a:pt x="1067" y="1207"/>
                    <a:pt x="1001" y="1040"/>
                    <a:pt x="967" y="873"/>
                  </a:cubicBezTo>
                  <a:lnTo>
                    <a:pt x="1001" y="873"/>
                  </a:lnTo>
                  <a:cubicBezTo>
                    <a:pt x="1001" y="873"/>
                    <a:pt x="1001" y="840"/>
                    <a:pt x="967" y="840"/>
                  </a:cubicBezTo>
                  <a:lnTo>
                    <a:pt x="1001" y="840"/>
                  </a:lnTo>
                  <a:cubicBezTo>
                    <a:pt x="1101" y="862"/>
                    <a:pt x="1208" y="870"/>
                    <a:pt x="1318" y="870"/>
                  </a:cubicBezTo>
                  <a:cubicBezTo>
                    <a:pt x="1538" y="870"/>
                    <a:pt x="1768" y="840"/>
                    <a:pt x="1968" y="840"/>
                  </a:cubicBezTo>
                  <a:close/>
                  <a:moveTo>
                    <a:pt x="1122" y="1"/>
                  </a:moveTo>
                  <a:cubicBezTo>
                    <a:pt x="939" y="1"/>
                    <a:pt x="747" y="13"/>
                    <a:pt x="567" y="73"/>
                  </a:cubicBezTo>
                  <a:cubicBezTo>
                    <a:pt x="0" y="240"/>
                    <a:pt x="133" y="840"/>
                    <a:pt x="234" y="1307"/>
                  </a:cubicBezTo>
                  <a:cubicBezTo>
                    <a:pt x="334" y="1774"/>
                    <a:pt x="367" y="2608"/>
                    <a:pt x="867" y="2841"/>
                  </a:cubicBezTo>
                  <a:cubicBezTo>
                    <a:pt x="1134" y="2975"/>
                    <a:pt x="1434" y="2975"/>
                    <a:pt x="1701" y="3008"/>
                  </a:cubicBezTo>
                  <a:cubicBezTo>
                    <a:pt x="2035" y="3042"/>
                    <a:pt x="2368" y="3075"/>
                    <a:pt x="2702" y="3108"/>
                  </a:cubicBezTo>
                  <a:cubicBezTo>
                    <a:pt x="3398" y="3162"/>
                    <a:pt x="4094" y="3196"/>
                    <a:pt x="4791" y="3196"/>
                  </a:cubicBezTo>
                  <a:cubicBezTo>
                    <a:pt x="5395" y="3196"/>
                    <a:pt x="6000" y="3170"/>
                    <a:pt x="6605" y="3108"/>
                  </a:cubicBezTo>
                  <a:cubicBezTo>
                    <a:pt x="7105" y="3075"/>
                    <a:pt x="7772" y="3108"/>
                    <a:pt x="7806" y="2474"/>
                  </a:cubicBezTo>
                  <a:cubicBezTo>
                    <a:pt x="7839" y="2174"/>
                    <a:pt x="7772" y="1841"/>
                    <a:pt x="7739" y="1507"/>
                  </a:cubicBezTo>
                  <a:cubicBezTo>
                    <a:pt x="7706" y="1240"/>
                    <a:pt x="7672" y="940"/>
                    <a:pt x="7639" y="640"/>
                  </a:cubicBezTo>
                  <a:cubicBezTo>
                    <a:pt x="7605" y="506"/>
                    <a:pt x="7539" y="473"/>
                    <a:pt x="7405" y="473"/>
                  </a:cubicBezTo>
                  <a:cubicBezTo>
                    <a:pt x="7405" y="340"/>
                    <a:pt x="7305" y="206"/>
                    <a:pt x="7138" y="173"/>
                  </a:cubicBezTo>
                  <a:cubicBezTo>
                    <a:pt x="6738" y="73"/>
                    <a:pt x="6338" y="73"/>
                    <a:pt x="5938" y="73"/>
                  </a:cubicBezTo>
                  <a:cubicBezTo>
                    <a:pt x="5571" y="39"/>
                    <a:pt x="5204" y="39"/>
                    <a:pt x="4837" y="39"/>
                  </a:cubicBezTo>
                  <a:cubicBezTo>
                    <a:pt x="4070" y="6"/>
                    <a:pt x="3269" y="6"/>
                    <a:pt x="2502" y="6"/>
                  </a:cubicBezTo>
                  <a:lnTo>
                    <a:pt x="1468" y="6"/>
                  </a:lnTo>
                  <a:cubicBezTo>
                    <a:pt x="1361" y="6"/>
                    <a:pt x="1244" y="1"/>
                    <a:pt x="11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84" name="Google Shape;3484;p70"/>
            <p:cNvSpPr/>
            <p:nvPr/>
          </p:nvSpPr>
          <p:spPr>
            <a:xfrm>
              <a:off x="7555479" y="1893599"/>
              <a:ext cx="189622" cy="60697"/>
            </a:xfrm>
            <a:custGeom>
              <a:rect b="b" l="l" r="r" t="t"/>
              <a:pathLst>
                <a:path extrusionOk="0" h="3022" w="9441">
                  <a:moveTo>
                    <a:pt x="1060" y="830"/>
                  </a:moveTo>
                  <a:cubicBezTo>
                    <a:pt x="1291" y="830"/>
                    <a:pt x="1546" y="878"/>
                    <a:pt x="1735" y="905"/>
                  </a:cubicBezTo>
                  <a:cubicBezTo>
                    <a:pt x="2068" y="905"/>
                    <a:pt x="2402" y="905"/>
                    <a:pt x="2735" y="939"/>
                  </a:cubicBezTo>
                  <a:cubicBezTo>
                    <a:pt x="3402" y="972"/>
                    <a:pt x="4070" y="1006"/>
                    <a:pt x="4737" y="1039"/>
                  </a:cubicBezTo>
                  <a:cubicBezTo>
                    <a:pt x="6038" y="1072"/>
                    <a:pt x="7372" y="1139"/>
                    <a:pt x="8673" y="1206"/>
                  </a:cubicBezTo>
                  <a:cubicBezTo>
                    <a:pt x="8673" y="1339"/>
                    <a:pt x="8640" y="1473"/>
                    <a:pt x="8640" y="1606"/>
                  </a:cubicBezTo>
                  <a:cubicBezTo>
                    <a:pt x="8606" y="1739"/>
                    <a:pt x="8573" y="1906"/>
                    <a:pt x="8506" y="2040"/>
                  </a:cubicBezTo>
                  <a:cubicBezTo>
                    <a:pt x="8439" y="2340"/>
                    <a:pt x="8439" y="2340"/>
                    <a:pt x="8139" y="2373"/>
                  </a:cubicBezTo>
                  <a:cubicBezTo>
                    <a:pt x="7339" y="2373"/>
                    <a:pt x="6538" y="2306"/>
                    <a:pt x="5737" y="2306"/>
                  </a:cubicBezTo>
                  <a:lnTo>
                    <a:pt x="3302" y="2240"/>
                  </a:lnTo>
                  <a:cubicBezTo>
                    <a:pt x="2952" y="2240"/>
                    <a:pt x="2594" y="2248"/>
                    <a:pt x="2231" y="2248"/>
                  </a:cubicBezTo>
                  <a:cubicBezTo>
                    <a:pt x="1868" y="2248"/>
                    <a:pt x="1501" y="2240"/>
                    <a:pt x="1134" y="2206"/>
                  </a:cubicBezTo>
                  <a:cubicBezTo>
                    <a:pt x="1101" y="2006"/>
                    <a:pt x="1067" y="1839"/>
                    <a:pt x="1034" y="1639"/>
                  </a:cubicBezTo>
                  <a:cubicBezTo>
                    <a:pt x="1001" y="1506"/>
                    <a:pt x="901" y="1072"/>
                    <a:pt x="901" y="839"/>
                  </a:cubicBezTo>
                  <a:cubicBezTo>
                    <a:pt x="952" y="832"/>
                    <a:pt x="1005" y="830"/>
                    <a:pt x="1060" y="830"/>
                  </a:cubicBezTo>
                  <a:close/>
                  <a:moveTo>
                    <a:pt x="870" y="1"/>
                  </a:moveTo>
                  <a:cubicBezTo>
                    <a:pt x="598" y="1"/>
                    <a:pt x="317" y="38"/>
                    <a:pt x="167" y="338"/>
                  </a:cubicBezTo>
                  <a:cubicBezTo>
                    <a:pt x="0" y="672"/>
                    <a:pt x="100" y="1139"/>
                    <a:pt x="167" y="1473"/>
                  </a:cubicBezTo>
                  <a:cubicBezTo>
                    <a:pt x="234" y="1906"/>
                    <a:pt x="334" y="2340"/>
                    <a:pt x="500" y="2740"/>
                  </a:cubicBezTo>
                  <a:cubicBezTo>
                    <a:pt x="567" y="2840"/>
                    <a:pt x="701" y="2940"/>
                    <a:pt x="834" y="2940"/>
                  </a:cubicBezTo>
                  <a:cubicBezTo>
                    <a:pt x="1151" y="2909"/>
                    <a:pt x="1475" y="2897"/>
                    <a:pt x="1801" y="2897"/>
                  </a:cubicBezTo>
                  <a:cubicBezTo>
                    <a:pt x="2505" y="2897"/>
                    <a:pt x="3219" y="2951"/>
                    <a:pt x="3903" y="2974"/>
                  </a:cubicBezTo>
                  <a:cubicBezTo>
                    <a:pt x="4870" y="2974"/>
                    <a:pt x="5838" y="3007"/>
                    <a:pt x="6805" y="3007"/>
                  </a:cubicBezTo>
                  <a:cubicBezTo>
                    <a:pt x="7138" y="3007"/>
                    <a:pt x="7472" y="3022"/>
                    <a:pt x="7806" y="3022"/>
                  </a:cubicBezTo>
                  <a:cubicBezTo>
                    <a:pt x="7972" y="3022"/>
                    <a:pt x="8139" y="3018"/>
                    <a:pt x="8306" y="3007"/>
                  </a:cubicBezTo>
                  <a:cubicBezTo>
                    <a:pt x="8640" y="3007"/>
                    <a:pt x="8873" y="2907"/>
                    <a:pt x="9006" y="2573"/>
                  </a:cubicBezTo>
                  <a:cubicBezTo>
                    <a:pt x="9307" y="1940"/>
                    <a:pt x="9440" y="905"/>
                    <a:pt x="9073" y="238"/>
                  </a:cubicBezTo>
                  <a:cubicBezTo>
                    <a:pt x="9034" y="160"/>
                    <a:pt x="8974" y="127"/>
                    <a:pt x="8913" y="127"/>
                  </a:cubicBezTo>
                  <a:cubicBezTo>
                    <a:pt x="8820" y="127"/>
                    <a:pt x="8726" y="204"/>
                    <a:pt x="8706" y="305"/>
                  </a:cubicBezTo>
                  <a:cubicBezTo>
                    <a:pt x="6705" y="238"/>
                    <a:pt x="4737" y="138"/>
                    <a:pt x="2735" y="72"/>
                  </a:cubicBezTo>
                  <a:cubicBezTo>
                    <a:pt x="2202" y="38"/>
                    <a:pt x="1668" y="38"/>
                    <a:pt x="1134" y="5"/>
                  </a:cubicBezTo>
                  <a:cubicBezTo>
                    <a:pt x="1051" y="5"/>
                    <a:pt x="961" y="1"/>
                    <a:pt x="8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85" name="Google Shape;3485;p70"/>
            <p:cNvSpPr/>
            <p:nvPr/>
          </p:nvSpPr>
          <p:spPr>
            <a:xfrm>
              <a:off x="5303669" y="2385963"/>
              <a:ext cx="841521" cy="531469"/>
            </a:xfrm>
            <a:custGeom>
              <a:rect b="b" l="l" r="r" t="t"/>
              <a:pathLst>
                <a:path extrusionOk="0" h="26461" w="41898">
                  <a:moveTo>
                    <a:pt x="22101" y="0"/>
                  </a:moveTo>
                  <a:cubicBezTo>
                    <a:pt x="17769" y="0"/>
                    <a:pt x="13433" y="74"/>
                    <a:pt x="9074" y="242"/>
                  </a:cubicBezTo>
                  <a:cubicBezTo>
                    <a:pt x="6172" y="342"/>
                    <a:pt x="3270" y="509"/>
                    <a:pt x="334" y="676"/>
                  </a:cubicBezTo>
                  <a:cubicBezTo>
                    <a:pt x="11" y="708"/>
                    <a:pt x="1" y="1211"/>
                    <a:pt x="305" y="1211"/>
                  </a:cubicBezTo>
                  <a:cubicBezTo>
                    <a:pt x="314" y="1211"/>
                    <a:pt x="324" y="1210"/>
                    <a:pt x="334" y="1209"/>
                  </a:cubicBezTo>
                  <a:cubicBezTo>
                    <a:pt x="601" y="1209"/>
                    <a:pt x="901" y="1176"/>
                    <a:pt x="1168" y="1176"/>
                  </a:cubicBezTo>
                  <a:cubicBezTo>
                    <a:pt x="968" y="2877"/>
                    <a:pt x="901" y="4578"/>
                    <a:pt x="835" y="6313"/>
                  </a:cubicBezTo>
                  <a:cubicBezTo>
                    <a:pt x="735" y="8014"/>
                    <a:pt x="701" y="9749"/>
                    <a:pt x="668" y="11483"/>
                  </a:cubicBezTo>
                  <a:cubicBezTo>
                    <a:pt x="634" y="14952"/>
                    <a:pt x="735" y="18422"/>
                    <a:pt x="935" y="21857"/>
                  </a:cubicBezTo>
                  <a:cubicBezTo>
                    <a:pt x="968" y="22825"/>
                    <a:pt x="1035" y="23792"/>
                    <a:pt x="1101" y="24726"/>
                  </a:cubicBezTo>
                  <a:cubicBezTo>
                    <a:pt x="1135" y="25160"/>
                    <a:pt x="1235" y="25660"/>
                    <a:pt x="1535" y="25960"/>
                  </a:cubicBezTo>
                  <a:lnTo>
                    <a:pt x="1435" y="25960"/>
                  </a:lnTo>
                  <a:cubicBezTo>
                    <a:pt x="1335" y="25960"/>
                    <a:pt x="1335" y="26127"/>
                    <a:pt x="1435" y="26160"/>
                  </a:cubicBezTo>
                  <a:lnTo>
                    <a:pt x="1802" y="26160"/>
                  </a:lnTo>
                  <a:cubicBezTo>
                    <a:pt x="1835" y="26194"/>
                    <a:pt x="1869" y="26227"/>
                    <a:pt x="1935" y="26227"/>
                  </a:cubicBezTo>
                  <a:cubicBezTo>
                    <a:pt x="1965" y="26237"/>
                    <a:pt x="1988" y="26241"/>
                    <a:pt x="2009" y="26241"/>
                  </a:cubicBezTo>
                  <a:cubicBezTo>
                    <a:pt x="2058" y="26241"/>
                    <a:pt x="2088" y="26217"/>
                    <a:pt x="2136" y="26194"/>
                  </a:cubicBezTo>
                  <a:cubicBezTo>
                    <a:pt x="6238" y="26461"/>
                    <a:pt x="10375" y="26427"/>
                    <a:pt x="14511" y="26461"/>
                  </a:cubicBezTo>
                  <a:cubicBezTo>
                    <a:pt x="18881" y="26461"/>
                    <a:pt x="23217" y="26394"/>
                    <a:pt x="27587" y="26260"/>
                  </a:cubicBezTo>
                  <a:cubicBezTo>
                    <a:pt x="29755" y="26194"/>
                    <a:pt x="31923" y="26094"/>
                    <a:pt x="34092" y="25994"/>
                  </a:cubicBezTo>
                  <a:cubicBezTo>
                    <a:pt x="35192" y="25960"/>
                    <a:pt x="36293" y="25894"/>
                    <a:pt x="37361" y="25827"/>
                  </a:cubicBezTo>
                  <a:cubicBezTo>
                    <a:pt x="37894" y="25827"/>
                    <a:pt x="38461" y="25793"/>
                    <a:pt x="38995" y="25760"/>
                  </a:cubicBezTo>
                  <a:cubicBezTo>
                    <a:pt x="39462" y="25727"/>
                    <a:pt x="39963" y="25760"/>
                    <a:pt x="40396" y="25593"/>
                  </a:cubicBezTo>
                  <a:cubicBezTo>
                    <a:pt x="41130" y="25326"/>
                    <a:pt x="41330" y="24526"/>
                    <a:pt x="41397" y="23825"/>
                  </a:cubicBezTo>
                  <a:cubicBezTo>
                    <a:pt x="41530" y="22825"/>
                    <a:pt x="41530" y="21791"/>
                    <a:pt x="41564" y="20757"/>
                  </a:cubicBezTo>
                  <a:cubicBezTo>
                    <a:pt x="41630" y="18622"/>
                    <a:pt x="41730" y="16487"/>
                    <a:pt x="41764" y="14352"/>
                  </a:cubicBezTo>
                  <a:cubicBezTo>
                    <a:pt x="41897" y="10249"/>
                    <a:pt x="41797" y="6079"/>
                    <a:pt x="40863" y="2077"/>
                  </a:cubicBezTo>
                  <a:cubicBezTo>
                    <a:pt x="40730" y="1576"/>
                    <a:pt x="40630" y="1109"/>
                    <a:pt x="40463" y="642"/>
                  </a:cubicBezTo>
                  <a:cubicBezTo>
                    <a:pt x="40430" y="509"/>
                    <a:pt x="40329" y="442"/>
                    <a:pt x="40229" y="442"/>
                  </a:cubicBezTo>
                  <a:cubicBezTo>
                    <a:pt x="35026" y="175"/>
                    <a:pt x="29822" y="8"/>
                    <a:pt x="24618" y="8"/>
                  </a:cubicBezTo>
                  <a:cubicBezTo>
                    <a:pt x="23779" y="3"/>
                    <a:pt x="22940" y="0"/>
                    <a:pt x="221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86" name="Google Shape;3486;p70"/>
            <p:cNvSpPr/>
            <p:nvPr/>
          </p:nvSpPr>
          <p:spPr>
            <a:xfrm>
              <a:off x="5300335" y="2383312"/>
              <a:ext cx="848210" cy="536129"/>
            </a:xfrm>
            <a:custGeom>
              <a:rect b="b" l="l" r="r" t="t"/>
              <a:pathLst>
                <a:path extrusionOk="0" h="26693" w="42231">
                  <a:moveTo>
                    <a:pt x="22523" y="564"/>
                  </a:moveTo>
                  <a:cubicBezTo>
                    <a:pt x="25581" y="564"/>
                    <a:pt x="28641" y="596"/>
                    <a:pt x="31689" y="674"/>
                  </a:cubicBezTo>
                  <a:cubicBezTo>
                    <a:pt x="34591" y="741"/>
                    <a:pt x="37460" y="841"/>
                    <a:pt x="40329" y="974"/>
                  </a:cubicBezTo>
                  <a:cubicBezTo>
                    <a:pt x="41429" y="4844"/>
                    <a:pt x="41630" y="8880"/>
                    <a:pt x="41596" y="12883"/>
                  </a:cubicBezTo>
                  <a:cubicBezTo>
                    <a:pt x="41596" y="14984"/>
                    <a:pt x="41496" y="17052"/>
                    <a:pt x="41429" y="19154"/>
                  </a:cubicBezTo>
                  <a:cubicBezTo>
                    <a:pt x="41396" y="20221"/>
                    <a:pt x="41363" y="21289"/>
                    <a:pt x="41363" y="22356"/>
                  </a:cubicBezTo>
                  <a:cubicBezTo>
                    <a:pt x="41329" y="22857"/>
                    <a:pt x="41329" y="23390"/>
                    <a:pt x="41296" y="23891"/>
                  </a:cubicBezTo>
                  <a:cubicBezTo>
                    <a:pt x="41263" y="24258"/>
                    <a:pt x="41229" y="24625"/>
                    <a:pt x="41063" y="24958"/>
                  </a:cubicBezTo>
                  <a:cubicBezTo>
                    <a:pt x="40862" y="25358"/>
                    <a:pt x="40495" y="25492"/>
                    <a:pt x="40095" y="25525"/>
                  </a:cubicBezTo>
                  <a:cubicBezTo>
                    <a:pt x="39561" y="25559"/>
                    <a:pt x="38994" y="25592"/>
                    <a:pt x="38461" y="25625"/>
                  </a:cubicBezTo>
                  <a:cubicBezTo>
                    <a:pt x="37393" y="25692"/>
                    <a:pt x="36326" y="25725"/>
                    <a:pt x="35258" y="25792"/>
                  </a:cubicBezTo>
                  <a:cubicBezTo>
                    <a:pt x="33124" y="25892"/>
                    <a:pt x="30989" y="25959"/>
                    <a:pt x="28854" y="26059"/>
                  </a:cubicBezTo>
                  <a:cubicBezTo>
                    <a:pt x="24517" y="26192"/>
                    <a:pt x="20214" y="26292"/>
                    <a:pt x="15911" y="26292"/>
                  </a:cubicBezTo>
                  <a:cubicBezTo>
                    <a:pt x="15122" y="26299"/>
                    <a:pt x="14333" y="26301"/>
                    <a:pt x="13545" y="26301"/>
                  </a:cubicBezTo>
                  <a:cubicBezTo>
                    <a:pt x="10040" y="26301"/>
                    <a:pt x="6549" y="26247"/>
                    <a:pt x="3035" y="26192"/>
                  </a:cubicBezTo>
                  <a:cubicBezTo>
                    <a:pt x="2976" y="26192"/>
                    <a:pt x="2917" y="26193"/>
                    <a:pt x="2859" y="26193"/>
                  </a:cubicBezTo>
                  <a:cubicBezTo>
                    <a:pt x="2393" y="26193"/>
                    <a:pt x="1968" y="26166"/>
                    <a:pt x="1701" y="25692"/>
                  </a:cubicBezTo>
                  <a:cubicBezTo>
                    <a:pt x="1501" y="25325"/>
                    <a:pt x="1501" y="24858"/>
                    <a:pt x="1468" y="24458"/>
                  </a:cubicBezTo>
                  <a:cubicBezTo>
                    <a:pt x="1434" y="23624"/>
                    <a:pt x="1368" y="22757"/>
                    <a:pt x="1301" y="21923"/>
                  </a:cubicBezTo>
                  <a:cubicBezTo>
                    <a:pt x="1234" y="20255"/>
                    <a:pt x="1134" y="18587"/>
                    <a:pt x="1101" y="16886"/>
                  </a:cubicBezTo>
                  <a:cubicBezTo>
                    <a:pt x="1001" y="13550"/>
                    <a:pt x="1034" y="10181"/>
                    <a:pt x="1134" y="6812"/>
                  </a:cubicBezTo>
                  <a:cubicBezTo>
                    <a:pt x="1201" y="4944"/>
                    <a:pt x="1334" y="3076"/>
                    <a:pt x="1401" y="1174"/>
                  </a:cubicBezTo>
                  <a:cubicBezTo>
                    <a:pt x="6271" y="908"/>
                    <a:pt x="11141" y="707"/>
                    <a:pt x="16045" y="607"/>
                  </a:cubicBezTo>
                  <a:cubicBezTo>
                    <a:pt x="18200" y="580"/>
                    <a:pt x="20361" y="564"/>
                    <a:pt x="22523" y="564"/>
                  </a:cubicBezTo>
                  <a:close/>
                  <a:moveTo>
                    <a:pt x="22823" y="1"/>
                  </a:moveTo>
                  <a:cubicBezTo>
                    <a:pt x="18258" y="1"/>
                    <a:pt x="13712" y="99"/>
                    <a:pt x="9140" y="274"/>
                  </a:cubicBezTo>
                  <a:cubicBezTo>
                    <a:pt x="6204" y="374"/>
                    <a:pt x="3269" y="541"/>
                    <a:pt x="333" y="707"/>
                  </a:cubicBezTo>
                  <a:cubicBezTo>
                    <a:pt x="10" y="740"/>
                    <a:pt x="0" y="1243"/>
                    <a:pt x="304" y="1243"/>
                  </a:cubicBezTo>
                  <a:cubicBezTo>
                    <a:pt x="314" y="1243"/>
                    <a:pt x="323" y="1242"/>
                    <a:pt x="333" y="1241"/>
                  </a:cubicBezTo>
                  <a:cubicBezTo>
                    <a:pt x="600" y="1241"/>
                    <a:pt x="901" y="1208"/>
                    <a:pt x="1167" y="1208"/>
                  </a:cubicBezTo>
                  <a:cubicBezTo>
                    <a:pt x="967" y="2909"/>
                    <a:pt x="901" y="4644"/>
                    <a:pt x="834" y="6378"/>
                  </a:cubicBezTo>
                  <a:cubicBezTo>
                    <a:pt x="734" y="8113"/>
                    <a:pt x="700" y="9847"/>
                    <a:pt x="667" y="11615"/>
                  </a:cubicBezTo>
                  <a:cubicBezTo>
                    <a:pt x="634" y="15084"/>
                    <a:pt x="734" y="18587"/>
                    <a:pt x="934" y="22056"/>
                  </a:cubicBezTo>
                  <a:cubicBezTo>
                    <a:pt x="967" y="23023"/>
                    <a:pt x="1034" y="23991"/>
                    <a:pt x="1101" y="24958"/>
                  </a:cubicBezTo>
                  <a:cubicBezTo>
                    <a:pt x="1167" y="25425"/>
                    <a:pt x="1234" y="26126"/>
                    <a:pt x="1768" y="26292"/>
                  </a:cubicBezTo>
                  <a:cubicBezTo>
                    <a:pt x="1835" y="26326"/>
                    <a:pt x="1868" y="26326"/>
                    <a:pt x="1935" y="26359"/>
                  </a:cubicBezTo>
                  <a:cubicBezTo>
                    <a:pt x="2535" y="26537"/>
                    <a:pt x="3254" y="26552"/>
                    <a:pt x="3953" y="26552"/>
                  </a:cubicBezTo>
                  <a:cubicBezTo>
                    <a:pt x="4093" y="26552"/>
                    <a:pt x="4232" y="26551"/>
                    <a:pt x="4369" y="26551"/>
                  </a:cubicBezTo>
                  <a:cubicBezTo>
                    <a:pt x="4575" y="26551"/>
                    <a:pt x="4777" y="26553"/>
                    <a:pt x="4970" y="26559"/>
                  </a:cubicBezTo>
                  <a:cubicBezTo>
                    <a:pt x="6038" y="26593"/>
                    <a:pt x="7105" y="26626"/>
                    <a:pt x="8172" y="26626"/>
                  </a:cubicBezTo>
                  <a:cubicBezTo>
                    <a:pt x="10341" y="26659"/>
                    <a:pt x="12475" y="26659"/>
                    <a:pt x="14644" y="26693"/>
                  </a:cubicBezTo>
                  <a:cubicBezTo>
                    <a:pt x="19013" y="26693"/>
                    <a:pt x="23417" y="26626"/>
                    <a:pt x="27820" y="26493"/>
                  </a:cubicBezTo>
                  <a:cubicBezTo>
                    <a:pt x="29988" y="26426"/>
                    <a:pt x="32190" y="26326"/>
                    <a:pt x="34391" y="26226"/>
                  </a:cubicBezTo>
                  <a:cubicBezTo>
                    <a:pt x="35492" y="26192"/>
                    <a:pt x="36593" y="26126"/>
                    <a:pt x="37660" y="26059"/>
                  </a:cubicBezTo>
                  <a:cubicBezTo>
                    <a:pt x="38227" y="26059"/>
                    <a:pt x="38761" y="26026"/>
                    <a:pt x="39328" y="25992"/>
                  </a:cubicBezTo>
                  <a:cubicBezTo>
                    <a:pt x="39795" y="25959"/>
                    <a:pt x="40295" y="25992"/>
                    <a:pt x="40729" y="25825"/>
                  </a:cubicBezTo>
                  <a:cubicBezTo>
                    <a:pt x="41463" y="25559"/>
                    <a:pt x="41696" y="24758"/>
                    <a:pt x="41763" y="24057"/>
                  </a:cubicBezTo>
                  <a:cubicBezTo>
                    <a:pt x="41863" y="23023"/>
                    <a:pt x="41863" y="21989"/>
                    <a:pt x="41896" y="20955"/>
                  </a:cubicBezTo>
                  <a:cubicBezTo>
                    <a:pt x="41963" y="18787"/>
                    <a:pt x="42063" y="16652"/>
                    <a:pt x="42130" y="14517"/>
                  </a:cubicBezTo>
                  <a:cubicBezTo>
                    <a:pt x="42230" y="10381"/>
                    <a:pt x="42130" y="6178"/>
                    <a:pt x="41196" y="2108"/>
                  </a:cubicBezTo>
                  <a:cubicBezTo>
                    <a:pt x="41063" y="1608"/>
                    <a:pt x="40929" y="1141"/>
                    <a:pt x="40796" y="641"/>
                  </a:cubicBezTo>
                  <a:cubicBezTo>
                    <a:pt x="40762" y="541"/>
                    <a:pt x="40662" y="474"/>
                    <a:pt x="40529" y="441"/>
                  </a:cubicBezTo>
                  <a:cubicBezTo>
                    <a:pt x="35292" y="207"/>
                    <a:pt x="30055" y="40"/>
                    <a:pt x="24818" y="7"/>
                  </a:cubicBezTo>
                  <a:cubicBezTo>
                    <a:pt x="24152" y="3"/>
                    <a:pt x="23488" y="1"/>
                    <a:pt x="228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87" name="Google Shape;3487;p70"/>
            <p:cNvSpPr/>
            <p:nvPr/>
          </p:nvSpPr>
          <p:spPr>
            <a:xfrm>
              <a:off x="5922066" y="2481929"/>
              <a:ext cx="81746" cy="351749"/>
            </a:xfrm>
            <a:custGeom>
              <a:rect b="b" l="l" r="r" t="t"/>
              <a:pathLst>
                <a:path extrusionOk="0" h="17513" w="4070">
                  <a:moveTo>
                    <a:pt x="3870" y="0"/>
                  </a:moveTo>
                  <a:lnTo>
                    <a:pt x="0" y="34"/>
                  </a:lnTo>
                  <a:lnTo>
                    <a:pt x="200" y="17513"/>
                  </a:lnTo>
                  <a:lnTo>
                    <a:pt x="4070" y="17513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88" name="Google Shape;3488;p70"/>
            <p:cNvSpPr/>
            <p:nvPr/>
          </p:nvSpPr>
          <p:spPr>
            <a:xfrm>
              <a:off x="5765966" y="2552267"/>
              <a:ext cx="81083" cy="282757"/>
            </a:xfrm>
            <a:custGeom>
              <a:rect b="b" l="l" r="r" t="t"/>
              <a:pathLst>
                <a:path extrusionOk="0" h="14078" w="4037">
                  <a:moveTo>
                    <a:pt x="3870" y="1"/>
                  </a:moveTo>
                  <a:lnTo>
                    <a:pt x="0" y="34"/>
                  </a:lnTo>
                  <a:lnTo>
                    <a:pt x="167" y="14078"/>
                  </a:lnTo>
                  <a:lnTo>
                    <a:pt x="4036" y="14044"/>
                  </a:lnTo>
                  <a:lnTo>
                    <a:pt x="387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89" name="Google Shape;3489;p70"/>
            <p:cNvSpPr/>
            <p:nvPr/>
          </p:nvSpPr>
          <p:spPr>
            <a:xfrm>
              <a:off x="5609845" y="2613908"/>
              <a:ext cx="80420" cy="221799"/>
            </a:xfrm>
            <a:custGeom>
              <a:rect b="b" l="l" r="r" t="t"/>
              <a:pathLst>
                <a:path extrusionOk="0" h="11043" w="4004">
                  <a:moveTo>
                    <a:pt x="1" y="1"/>
                  </a:moveTo>
                  <a:lnTo>
                    <a:pt x="134" y="11042"/>
                  </a:lnTo>
                  <a:lnTo>
                    <a:pt x="4004" y="11009"/>
                  </a:lnTo>
                  <a:lnTo>
                    <a:pt x="387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90" name="Google Shape;3490;p70"/>
            <p:cNvSpPr/>
            <p:nvPr/>
          </p:nvSpPr>
          <p:spPr>
            <a:xfrm>
              <a:off x="5450390" y="2707042"/>
              <a:ext cx="79095" cy="129327"/>
            </a:xfrm>
            <a:custGeom>
              <a:rect b="b" l="l" r="r" t="t"/>
              <a:pathLst>
                <a:path extrusionOk="0" h="6439" w="3938">
                  <a:moveTo>
                    <a:pt x="1" y="0"/>
                  </a:moveTo>
                  <a:lnTo>
                    <a:pt x="68" y="6438"/>
                  </a:lnTo>
                  <a:lnTo>
                    <a:pt x="3937" y="6405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91" name="Google Shape;3491;p70"/>
            <p:cNvSpPr/>
            <p:nvPr/>
          </p:nvSpPr>
          <p:spPr>
            <a:xfrm>
              <a:off x="5369327" y="2829380"/>
              <a:ext cx="685421" cy="11609"/>
            </a:xfrm>
            <a:custGeom>
              <a:rect b="b" l="l" r="r" t="t"/>
              <a:pathLst>
                <a:path extrusionOk="0" h="578" w="34126">
                  <a:moveTo>
                    <a:pt x="30239" y="1"/>
                  </a:moveTo>
                  <a:cubicBezTo>
                    <a:pt x="29261" y="1"/>
                    <a:pt x="28284" y="14"/>
                    <a:pt x="27320" y="14"/>
                  </a:cubicBezTo>
                  <a:lnTo>
                    <a:pt x="334" y="14"/>
                  </a:lnTo>
                  <a:cubicBezTo>
                    <a:pt x="1" y="14"/>
                    <a:pt x="1" y="548"/>
                    <a:pt x="334" y="548"/>
                  </a:cubicBezTo>
                  <a:cubicBezTo>
                    <a:pt x="6161" y="548"/>
                    <a:pt x="11972" y="562"/>
                    <a:pt x="17789" y="562"/>
                  </a:cubicBezTo>
                  <a:cubicBezTo>
                    <a:pt x="20697" y="562"/>
                    <a:pt x="23606" y="559"/>
                    <a:pt x="26520" y="548"/>
                  </a:cubicBezTo>
                  <a:cubicBezTo>
                    <a:pt x="27848" y="548"/>
                    <a:pt x="29196" y="577"/>
                    <a:pt x="30542" y="577"/>
                  </a:cubicBezTo>
                  <a:cubicBezTo>
                    <a:pt x="31664" y="577"/>
                    <a:pt x="32785" y="557"/>
                    <a:pt x="33892" y="481"/>
                  </a:cubicBezTo>
                  <a:cubicBezTo>
                    <a:pt x="34125" y="447"/>
                    <a:pt x="34125" y="114"/>
                    <a:pt x="33892" y="114"/>
                  </a:cubicBezTo>
                  <a:cubicBezTo>
                    <a:pt x="32687" y="21"/>
                    <a:pt x="31462" y="1"/>
                    <a:pt x="3023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92" name="Google Shape;3492;p70"/>
            <p:cNvSpPr/>
            <p:nvPr/>
          </p:nvSpPr>
          <p:spPr>
            <a:xfrm>
              <a:off x="6239610" y="2142573"/>
              <a:ext cx="226378" cy="244475"/>
            </a:xfrm>
            <a:custGeom>
              <a:rect b="b" l="l" r="r" t="t"/>
              <a:pathLst>
                <a:path extrusionOk="0" h="12172" w="11271">
                  <a:moveTo>
                    <a:pt x="10583" y="1"/>
                  </a:moveTo>
                  <a:cubicBezTo>
                    <a:pt x="10467" y="1"/>
                    <a:pt x="10348" y="37"/>
                    <a:pt x="10242" y="118"/>
                  </a:cubicBezTo>
                  <a:lnTo>
                    <a:pt x="10276" y="118"/>
                  </a:lnTo>
                  <a:cubicBezTo>
                    <a:pt x="10042" y="318"/>
                    <a:pt x="9875" y="518"/>
                    <a:pt x="9709" y="752"/>
                  </a:cubicBezTo>
                  <a:cubicBezTo>
                    <a:pt x="9575" y="885"/>
                    <a:pt x="9575" y="1052"/>
                    <a:pt x="9642" y="1152"/>
                  </a:cubicBezTo>
                  <a:cubicBezTo>
                    <a:pt x="7774" y="4387"/>
                    <a:pt x="5939" y="7656"/>
                    <a:pt x="4105" y="10925"/>
                  </a:cubicBezTo>
                  <a:cubicBezTo>
                    <a:pt x="2837" y="9658"/>
                    <a:pt x="1669" y="8290"/>
                    <a:pt x="535" y="6889"/>
                  </a:cubicBezTo>
                  <a:cubicBezTo>
                    <a:pt x="487" y="6833"/>
                    <a:pt x="430" y="6810"/>
                    <a:pt x="372" y="6810"/>
                  </a:cubicBezTo>
                  <a:cubicBezTo>
                    <a:pt x="188" y="6810"/>
                    <a:pt x="0" y="7045"/>
                    <a:pt x="102" y="7223"/>
                  </a:cubicBezTo>
                  <a:cubicBezTo>
                    <a:pt x="1136" y="8991"/>
                    <a:pt x="2437" y="10592"/>
                    <a:pt x="3871" y="12026"/>
                  </a:cubicBezTo>
                  <a:cubicBezTo>
                    <a:pt x="3971" y="12127"/>
                    <a:pt x="4096" y="12172"/>
                    <a:pt x="4220" y="12172"/>
                  </a:cubicBezTo>
                  <a:cubicBezTo>
                    <a:pt x="4383" y="12172"/>
                    <a:pt x="4543" y="12093"/>
                    <a:pt x="4638" y="11960"/>
                  </a:cubicBezTo>
                  <a:cubicBezTo>
                    <a:pt x="6806" y="8224"/>
                    <a:pt x="8941" y="4488"/>
                    <a:pt x="11043" y="752"/>
                  </a:cubicBezTo>
                  <a:cubicBezTo>
                    <a:pt x="11270" y="348"/>
                    <a:pt x="10943" y="1"/>
                    <a:pt x="10583" y="1"/>
                  </a:cubicBezTo>
                  <a:close/>
                </a:path>
              </a:pathLst>
            </a:custGeom>
            <a:solidFill>
              <a:srgbClr val="2C6AA3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93" name="Google Shape;3493;p70"/>
            <p:cNvSpPr/>
            <p:nvPr/>
          </p:nvSpPr>
          <p:spPr>
            <a:xfrm>
              <a:off x="6582702" y="2447041"/>
              <a:ext cx="226217" cy="244515"/>
            </a:xfrm>
            <a:custGeom>
              <a:rect b="b" l="l" r="r" t="t"/>
              <a:pathLst>
                <a:path extrusionOk="0" h="12174" w="11263">
                  <a:moveTo>
                    <a:pt x="10601" y="0"/>
                  </a:moveTo>
                  <a:cubicBezTo>
                    <a:pt x="10479" y="0"/>
                    <a:pt x="10351" y="41"/>
                    <a:pt x="10239" y="136"/>
                  </a:cubicBezTo>
                  <a:lnTo>
                    <a:pt x="10272" y="136"/>
                  </a:lnTo>
                  <a:cubicBezTo>
                    <a:pt x="10039" y="303"/>
                    <a:pt x="9872" y="503"/>
                    <a:pt x="9705" y="737"/>
                  </a:cubicBezTo>
                  <a:cubicBezTo>
                    <a:pt x="9572" y="870"/>
                    <a:pt x="9572" y="1037"/>
                    <a:pt x="9639" y="1137"/>
                  </a:cubicBezTo>
                  <a:cubicBezTo>
                    <a:pt x="7771" y="4373"/>
                    <a:pt x="5936" y="7642"/>
                    <a:pt x="4101" y="10911"/>
                  </a:cubicBezTo>
                  <a:cubicBezTo>
                    <a:pt x="2834" y="9643"/>
                    <a:pt x="1666" y="8309"/>
                    <a:pt x="532" y="6908"/>
                  </a:cubicBezTo>
                  <a:cubicBezTo>
                    <a:pt x="480" y="6838"/>
                    <a:pt x="416" y="6809"/>
                    <a:pt x="352" y="6809"/>
                  </a:cubicBezTo>
                  <a:cubicBezTo>
                    <a:pt x="174" y="6809"/>
                    <a:pt x="0" y="7036"/>
                    <a:pt x="99" y="7208"/>
                  </a:cubicBezTo>
                  <a:cubicBezTo>
                    <a:pt x="1133" y="9009"/>
                    <a:pt x="2434" y="10577"/>
                    <a:pt x="3868" y="12045"/>
                  </a:cubicBezTo>
                  <a:cubicBezTo>
                    <a:pt x="3968" y="12131"/>
                    <a:pt x="4093" y="12173"/>
                    <a:pt x="4215" y="12173"/>
                  </a:cubicBezTo>
                  <a:cubicBezTo>
                    <a:pt x="4379" y="12173"/>
                    <a:pt x="4540" y="12097"/>
                    <a:pt x="4635" y="11945"/>
                  </a:cubicBezTo>
                  <a:cubicBezTo>
                    <a:pt x="6803" y="8209"/>
                    <a:pt x="8938" y="4506"/>
                    <a:pt x="11040" y="737"/>
                  </a:cubicBezTo>
                  <a:cubicBezTo>
                    <a:pt x="11262" y="341"/>
                    <a:pt x="10953" y="0"/>
                    <a:pt x="10601" y="0"/>
                  </a:cubicBezTo>
                  <a:close/>
                </a:path>
              </a:pathLst>
            </a:custGeom>
            <a:solidFill>
              <a:srgbClr val="2C6AA3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94" name="Google Shape;3494;p70"/>
            <p:cNvSpPr/>
            <p:nvPr/>
          </p:nvSpPr>
          <p:spPr>
            <a:xfrm>
              <a:off x="8421745" y="2219298"/>
              <a:ext cx="122639" cy="167509"/>
            </a:xfrm>
            <a:custGeom>
              <a:rect b="b" l="l" r="r" t="t"/>
              <a:pathLst>
                <a:path extrusionOk="0" fill="none" h="8340" w="6106">
                  <a:moveTo>
                    <a:pt x="6105" y="0"/>
                  </a:moveTo>
                  <a:lnTo>
                    <a:pt x="1" y="8340"/>
                  </a:lnTo>
                </a:path>
              </a:pathLst>
            </a:custGeom>
            <a:noFill/>
            <a:ln cap="flat" cmpd="sng" w="5450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95" name="Google Shape;3495;p70"/>
            <p:cNvSpPr/>
            <p:nvPr/>
          </p:nvSpPr>
          <p:spPr>
            <a:xfrm>
              <a:off x="8437170" y="2359330"/>
              <a:ext cx="46919" cy="64332"/>
            </a:xfrm>
            <a:custGeom>
              <a:rect b="b" l="l" r="r" t="t"/>
              <a:pathLst>
                <a:path extrusionOk="0" fill="none" h="3203" w="2336">
                  <a:moveTo>
                    <a:pt x="0" y="3202"/>
                  </a:moveTo>
                  <a:lnTo>
                    <a:pt x="2335" y="0"/>
                  </a:lnTo>
                </a:path>
              </a:pathLst>
            </a:custGeom>
            <a:noFill/>
            <a:ln cap="flat" cmpd="sng" w="5450">
              <a:solidFill>
                <a:srgbClr val="DEDEDE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96" name="Google Shape;3496;p70"/>
            <p:cNvSpPr/>
            <p:nvPr/>
          </p:nvSpPr>
          <p:spPr>
            <a:xfrm>
              <a:off x="5405500" y="2023670"/>
              <a:ext cx="121293" cy="203682"/>
            </a:xfrm>
            <a:custGeom>
              <a:rect b="b" l="l" r="r" t="t"/>
              <a:pathLst>
                <a:path extrusionOk="0" fill="none" h="10141" w="6039">
                  <a:moveTo>
                    <a:pt x="802" y="10141"/>
                  </a:moveTo>
                  <a:lnTo>
                    <a:pt x="1" y="7806"/>
                  </a:lnTo>
                  <a:lnTo>
                    <a:pt x="2336" y="7706"/>
                  </a:lnTo>
                  <a:lnTo>
                    <a:pt x="1736" y="5170"/>
                  </a:lnTo>
                  <a:lnTo>
                    <a:pt x="4204" y="5137"/>
                  </a:lnTo>
                  <a:lnTo>
                    <a:pt x="3537" y="2635"/>
                  </a:lnTo>
                  <a:lnTo>
                    <a:pt x="6039" y="2469"/>
                  </a:lnTo>
                  <a:lnTo>
                    <a:pt x="5438" y="0"/>
                  </a:lnTo>
                </a:path>
              </a:pathLst>
            </a:custGeom>
            <a:noFill/>
            <a:ln cap="flat" cmpd="sng" w="5450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97" name="Google Shape;3497;p70"/>
            <p:cNvSpPr/>
            <p:nvPr/>
          </p:nvSpPr>
          <p:spPr>
            <a:xfrm>
              <a:off x="6855336" y="3540489"/>
              <a:ext cx="44247" cy="87792"/>
            </a:xfrm>
            <a:custGeom>
              <a:rect b="b" l="l" r="r" t="t"/>
              <a:pathLst>
                <a:path extrusionOk="0" fill="none" h="4371" w="2203">
                  <a:moveTo>
                    <a:pt x="1" y="1"/>
                  </a:moveTo>
                  <a:cubicBezTo>
                    <a:pt x="1235" y="1"/>
                    <a:pt x="2202" y="968"/>
                    <a:pt x="2202" y="2202"/>
                  </a:cubicBezTo>
                  <a:cubicBezTo>
                    <a:pt x="2202" y="3403"/>
                    <a:pt x="1235" y="4371"/>
                    <a:pt x="1" y="4371"/>
                  </a:cubicBezTo>
                </a:path>
              </a:pathLst>
            </a:custGeom>
            <a:noFill/>
            <a:ln cap="flat" cmpd="sng" w="5450">
              <a:solidFill>
                <a:srgbClr val="DEDEDE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98" name="Google Shape;3498;p70"/>
            <p:cNvSpPr/>
            <p:nvPr/>
          </p:nvSpPr>
          <p:spPr>
            <a:xfrm>
              <a:off x="8519559" y="3414536"/>
              <a:ext cx="99863" cy="160821"/>
            </a:xfrm>
            <a:custGeom>
              <a:rect b="b" l="l" r="r" t="t"/>
              <a:pathLst>
                <a:path extrusionOk="0" fill="none" h="8007" w="4972">
                  <a:moveTo>
                    <a:pt x="868" y="8006"/>
                  </a:moveTo>
                  <a:lnTo>
                    <a:pt x="1" y="5371"/>
                  </a:lnTo>
                  <a:lnTo>
                    <a:pt x="2736" y="5538"/>
                  </a:lnTo>
                  <a:lnTo>
                    <a:pt x="2036" y="2669"/>
                  </a:lnTo>
                  <a:lnTo>
                    <a:pt x="4971" y="2536"/>
                  </a:lnTo>
                  <a:lnTo>
                    <a:pt x="4037" y="1"/>
                  </a:lnTo>
                </a:path>
              </a:pathLst>
            </a:custGeom>
            <a:noFill/>
            <a:ln cap="flat" cmpd="sng" w="5450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99" name="Google Shape;3499;p70"/>
            <p:cNvSpPr/>
            <p:nvPr/>
          </p:nvSpPr>
          <p:spPr>
            <a:xfrm>
              <a:off x="6263172" y="3708439"/>
              <a:ext cx="330318" cy="164838"/>
            </a:xfrm>
            <a:custGeom>
              <a:rect b="b" l="l" r="r" t="t"/>
              <a:pathLst>
                <a:path extrusionOk="0" fill="none" h="8207" w="16446">
                  <a:moveTo>
                    <a:pt x="4504" y="268"/>
                  </a:moveTo>
                  <a:cubicBezTo>
                    <a:pt x="4737" y="301"/>
                    <a:pt x="4971" y="334"/>
                    <a:pt x="5238" y="401"/>
                  </a:cubicBezTo>
                  <a:cubicBezTo>
                    <a:pt x="6439" y="668"/>
                    <a:pt x="7606" y="1168"/>
                    <a:pt x="8840" y="1335"/>
                  </a:cubicBezTo>
                  <a:cubicBezTo>
                    <a:pt x="9874" y="1435"/>
                    <a:pt x="10942" y="1302"/>
                    <a:pt x="11909" y="935"/>
                  </a:cubicBezTo>
                  <a:cubicBezTo>
                    <a:pt x="12843" y="601"/>
                    <a:pt x="13811" y="1"/>
                    <a:pt x="14778" y="301"/>
                  </a:cubicBezTo>
                  <a:cubicBezTo>
                    <a:pt x="15478" y="501"/>
                    <a:pt x="15979" y="1168"/>
                    <a:pt x="16112" y="1869"/>
                  </a:cubicBezTo>
                  <a:cubicBezTo>
                    <a:pt x="16446" y="3803"/>
                    <a:pt x="14211" y="5338"/>
                    <a:pt x="12543" y="5705"/>
                  </a:cubicBezTo>
                  <a:cubicBezTo>
                    <a:pt x="11676" y="5905"/>
                    <a:pt x="10742" y="5838"/>
                    <a:pt x="9841" y="5938"/>
                  </a:cubicBezTo>
                  <a:cubicBezTo>
                    <a:pt x="7039" y="6305"/>
                    <a:pt x="3503" y="8207"/>
                    <a:pt x="1168" y="5538"/>
                  </a:cubicBezTo>
                  <a:cubicBezTo>
                    <a:pt x="134" y="4404"/>
                    <a:pt x="1" y="2903"/>
                    <a:pt x="901" y="1635"/>
                  </a:cubicBezTo>
                  <a:cubicBezTo>
                    <a:pt x="1802" y="368"/>
                    <a:pt x="3070" y="67"/>
                    <a:pt x="4504" y="268"/>
                  </a:cubicBezTo>
                  <a:close/>
                </a:path>
              </a:pathLst>
            </a:custGeom>
            <a:noFill/>
            <a:ln cap="flat" cmpd="sng" w="5450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00" name="Google Shape;3500;p70"/>
            <p:cNvSpPr/>
            <p:nvPr/>
          </p:nvSpPr>
          <p:spPr>
            <a:xfrm>
              <a:off x="8457255" y="3808483"/>
              <a:ext cx="264660" cy="251263"/>
            </a:xfrm>
            <a:custGeom>
              <a:rect b="b" l="l" r="r" t="t"/>
              <a:pathLst>
                <a:path extrusionOk="0" fill="none" h="12510" w="13177">
                  <a:moveTo>
                    <a:pt x="1569" y="7473"/>
                  </a:moveTo>
                  <a:cubicBezTo>
                    <a:pt x="2769" y="6138"/>
                    <a:pt x="4737" y="5705"/>
                    <a:pt x="6072" y="4471"/>
                  </a:cubicBezTo>
                  <a:cubicBezTo>
                    <a:pt x="6806" y="3803"/>
                    <a:pt x="7306" y="2936"/>
                    <a:pt x="7873" y="2169"/>
                  </a:cubicBezTo>
                  <a:cubicBezTo>
                    <a:pt x="8473" y="1368"/>
                    <a:pt x="9174" y="635"/>
                    <a:pt x="10075" y="301"/>
                  </a:cubicBezTo>
                  <a:cubicBezTo>
                    <a:pt x="11009" y="1"/>
                    <a:pt x="12176" y="234"/>
                    <a:pt x="12643" y="1102"/>
                  </a:cubicBezTo>
                  <a:cubicBezTo>
                    <a:pt x="13177" y="2002"/>
                    <a:pt x="12710" y="3170"/>
                    <a:pt x="12109" y="4004"/>
                  </a:cubicBezTo>
                  <a:cubicBezTo>
                    <a:pt x="11409" y="4938"/>
                    <a:pt x="10575" y="5772"/>
                    <a:pt x="9574" y="6405"/>
                  </a:cubicBezTo>
                  <a:cubicBezTo>
                    <a:pt x="8340" y="7206"/>
                    <a:pt x="6906" y="7740"/>
                    <a:pt x="5872" y="8807"/>
                  </a:cubicBezTo>
                  <a:cubicBezTo>
                    <a:pt x="5171" y="9574"/>
                    <a:pt x="4704" y="10608"/>
                    <a:pt x="3937" y="11342"/>
                  </a:cubicBezTo>
                  <a:cubicBezTo>
                    <a:pt x="3036" y="12143"/>
                    <a:pt x="1202" y="12510"/>
                    <a:pt x="568" y="11242"/>
                  </a:cubicBezTo>
                  <a:cubicBezTo>
                    <a:pt x="1" y="10108"/>
                    <a:pt x="801" y="8340"/>
                    <a:pt x="1569" y="7506"/>
                  </a:cubicBezTo>
                  <a:close/>
                </a:path>
              </a:pathLst>
            </a:custGeom>
            <a:noFill/>
            <a:ln cap="flat" cmpd="sng" w="5450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01" name="Google Shape;3501;p70"/>
            <p:cNvSpPr/>
            <p:nvPr/>
          </p:nvSpPr>
          <p:spPr>
            <a:xfrm>
              <a:off x="5408192" y="3433295"/>
              <a:ext cx="102534" cy="144733"/>
            </a:xfrm>
            <a:custGeom>
              <a:rect b="b" l="l" r="r" t="t"/>
              <a:pathLst>
                <a:path extrusionOk="0" fill="none" h="7206" w="5105">
                  <a:moveTo>
                    <a:pt x="5104" y="1"/>
                  </a:moveTo>
                  <a:cubicBezTo>
                    <a:pt x="3403" y="2402"/>
                    <a:pt x="1702" y="4804"/>
                    <a:pt x="0" y="7206"/>
                  </a:cubicBezTo>
                </a:path>
              </a:pathLst>
            </a:custGeom>
            <a:noFill/>
            <a:ln cap="flat" cmpd="sng" w="5450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02" name="Google Shape;3502;p70"/>
            <p:cNvSpPr/>
            <p:nvPr/>
          </p:nvSpPr>
          <p:spPr>
            <a:xfrm>
              <a:off x="5456436" y="3473505"/>
              <a:ext cx="61641" cy="87109"/>
            </a:xfrm>
            <a:custGeom>
              <a:rect b="b" l="l" r="r" t="t"/>
              <a:pathLst>
                <a:path extrusionOk="0" fill="none" h="4337" w="3069">
                  <a:moveTo>
                    <a:pt x="0" y="4337"/>
                  </a:moveTo>
                  <a:cubicBezTo>
                    <a:pt x="1068" y="2936"/>
                    <a:pt x="2102" y="1468"/>
                    <a:pt x="3069" y="0"/>
                  </a:cubicBezTo>
                </a:path>
              </a:pathLst>
            </a:custGeom>
            <a:noFill/>
            <a:ln cap="flat" cmpd="sng" w="5450">
              <a:solidFill>
                <a:schemeClr val="accent4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03" name="Google Shape;3503;p70"/>
            <p:cNvSpPr/>
            <p:nvPr/>
          </p:nvSpPr>
          <p:spPr>
            <a:xfrm>
              <a:off x="6100943" y="2967946"/>
              <a:ext cx="548742" cy="690723"/>
            </a:xfrm>
            <a:custGeom>
              <a:rect b="b" l="l" r="r" t="t"/>
              <a:pathLst>
                <a:path extrusionOk="0" h="34390" w="27321">
                  <a:moveTo>
                    <a:pt x="21620" y="1"/>
                  </a:moveTo>
                  <a:cubicBezTo>
                    <a:pt x="21507" y="1"/>
                    <a:pt x="21394" y="7"/>
                    <a:pt x="21283" y="20"/>
                  </a:cubicBezTo>
                  <a:cubicBezTo>
                    <a:pt x="19448" y="220"/>
                    <a:pt x="18047" y="1888"/>
                    <a:pt x="17513" y="3689"/>
                  </a:cubicBezTo>
                  <a:cubicBezTo>
                    <a:pt x="17013" y="5457"/>
                    <a:pt x="17246" y="7358"/>
                    <a:pt x="17446" y="9226"/>
                  </a:cubicBezTo>
                  <a:cubicBezTo>
                    <a:pt x="17613" y="10561"/>
                    <a:pt x="17780" y="11895"/>
                    <a:pt x="17913" y="13263"/>
                  </a:cubicBezTo>
                  <a:cubicBezTo>
                    <a:pt x="18247" y="15898"/>
                    <a:pt x="17880" y="18633"/>
                    <a:pt x="17880" y="21268"/>
                  </a:cubicBezTo>
                  <a:cubicBezTo>
                    <a:pt x="17880" y="21602"/>
                    <a:pt x="17880" y="21935"/>
                    <a:pt x="17713" y="22236"/>
                  </a:cubicBezTo>
                  <a:cubicBezTo>
                    <a:pt x="17413" y="22736"/>
                    <a:pt x="16746" y="22903"/>
                    <a:pt x="16146" y="23003"/>
                  </a:cubicBezTo>
                  <a:cubicBezTo>
                    <a:pt x="13567" y="23423"/>
                    <a:pt x="10907" y="23923"/>
                    <a:pt x="8264" y="23923"/>
                  </a:cubicBezTo>
                  <a:cubicBezTo>
                    <a:pt x="7966" y="23923"/>
                    <a:pt x="7669" y="23917"/>
                    <a:pt x="7373" y="23904"/>
                  </a:cubicBezTo>
                  <a:cubicBezTo>
                    <a:pt x="6447" y="23879"/>
                    <a:pt x="5464" y="23753"/>
                    <a:pt x="4530" y="23753"/>
                  </a:cubicBezTo>
                  <a:cubicBezTo>
                    <a:pt x="2905" y="23753"/>
                    <a:pt x="1430" y="24135"/>
                    <a:pt x="668" y="26105"/>
                  </a:cubicBezTo>
                  <a:cubicBezTo>
                    <a:pt x="1" y="27840"/>
                    <a:pt x="568" y="29874"/>
                    <a:pt x="1769" y="31275"/>
                  </a:cubicBezTo>
                  <a:cubicBezTo>
                    <a:pt x="3003" y="32676"/>
                    <a:pt x="4771" y="33510"/>
                    <a:pt x="6605" y="33844"/>
                  </a:cubicBezTo>
                  <a:cubicBezTo>
                    <a:pt x="8200" y="34169"/>
                    <a:pt x="7494" y="34389"/>
                    <a:pt x="8584" y="34389"/>
                  </a:cubicBezTo>
                  <a:cubicBezTo>
                    <a:pt x="8725" y="34389"/>
                    <a:pt x="8897" y="34385"/>
                    <a:pt x="9107" y="34378"/>
                  </a:cubicBezTo>
                  <a:cubicBezTo>
                    <a:pt x="11809" y="34278"/>
                    <a:pt x="17580" y="33811"/>
                    <a:pt x="20148" y="33043"/>
                  </a:cubicBezTo>
                  <a:cubicBezTo>
                    <a:pt x="22016" y="32510"/>
                    <a:pt x="23818" y="31576"/>
                    <a:pt x="25252" y="30275"/>
                  </a:cubicBezTo>
                  <a:cubicBezTo>
                    <a:pt x="26553" y="29041"/>
                    <a:pt x="26887" y="27506"/>
                    <a:pt x="27020" y="25738"/>
                  </a:cubicBezTo>
                  <a:cubicBezTo>
                    <a:pt x="27320" y="22036"/>
                    <a:pt x="26153" y="18300"/>
                    <a:pt x="25152" y="14764"/>
                  </a:cubicBezTo>
                  <a:cubicBezTo>
                    <a:pt x="24218" y="11461"/>
                    <a:pt x="22383" y="8426"/>
                    <a:pt x="21516" y="5157"/>
                  </a:cubicBezTo>
                  <a:cubicBezTo>
                    <a:pt x="21516" y="5123"/>
                    <a:pt x="21516" y="5057"/>
                    <a:pt x="21483" y="5023"/>
                  </a:cubicBezTo>
                  <a:cubicBezTo>
                    <a:pt x="22350" y="4790"/>
                    <a:pt x="23050" y="3822"/>
                    <a:pt x="23384" y="3022"/>
                  </a:cubicBezTo>
                  <a:cubicBezTo>
                    <a:pt x="23751" y="2155"/>
                    <a:pt x="23684" y="1054"/>
                    <a:pt x="22984" y="453"/>
                  </a:cubicBezTo>
                  <a:cubicBezTo>
                    <a:pt x="22604" y="128"/>
                    <a:pt x="22113" y="1"/>
                    <a:pt x="21620" y="1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04" name="Google Shape;3504;p70"/>
            <p:cNvSpPr/>
            <p:nvPr/>
          </p:nvSpPr>
          <p:spPr>
            <a:xfrm>
              <a:off x="5745861" y="3120170"/>
              <a:ext cx="354440" cy="455548"/>
            </a:xfrm>
            <a:custGeom>
              <a:rect b="b" l="l" r="r" t="t"/>
              <a:pathLst>
                <a:path extrusionOk="0" h="22681" w="17647">
                  <a:moveTo>
                    <a:pt x="10405" y="0"/>
                  </a:moveTo>
                  <a:cubicBezTo>
                    <a:pt x="9639" y="0"/>
                    <a:pt x="8874" y="158"/>
                    <a:pt x="8173" y="480"/>
                  </a:cubicBezTo>
                  <a:cubicBezTo>
                    <a:pt x="6505" y="1214"/>
                    <a:pt x="5237" y="2815"/>
                    <a:pt x="4871" y="4583"/>
                  </a:cubicBezTo>
                  <a:cubicBezTo>
                    <a:pt x="4570" y="5917"/>
                    <a:pt x="5037" y="6351"/>
                    <a:pt x="5171" y="7685"/>
                  </a:cubicBezTo>
                  <a:cubicBezTo>
                    <a:pt x="5304" y="8819"/>
                    <a:pt x="5471" y="9953"/>
                    <a:pt x="5504" y="11121"/>
                  </a:cubicBezTo>
                  <a:cubicBezTo>
                    <a:pt x="5571" y="12422"/>
                    <a:pt x="5471" y="14123"/>
                    <a:pt x="5171" y="15057"/>
                  </a:cubicBezTo>
                  <a:cubicBezTo>
                    <a:pt x="5071" y="15391"/>
                    <a:pt x="4670" y="15524"/>
                    <a:pt x="4370" y="15657"/>
                  </a:cubicBezTo>
                  <a:cubicBezTo>
                    <a:pt x="4270" y="15702"/>
                    <a:pt x="4148" y="15709"/>
                    <a:pt x="4021" y="15709"/>
                  </a:cubicBezTo>
                  <a:cubicBezTo>
                    <a:pt x="3957" y="15709"/>
                    <a:pt x="3892" y="15707"/>
                    <a:pt x="3828" y="15707"/>
                  </a:cubicBezTo>
                  <a:cubicBezTo>
                    <a:pt x="3636" y="15707"/>
                    <a:pt x="3453" y="15724"/>
                    <a:pt x="3336" y="15858"/>
                  </a:cubicBezTo>
                  <a:cubicBezTo>
                    <a:pt x="2235" y="17058"/>
                    <a:pt x="1201" y="18359"/>
                    <a:pt x="0" y="19460"/>
                  </a:cubicBezTo>
                  <a:cubicBezTo>
                    <a:pt x="2802" y="20628"/>
                    <a:pt x="5771" y="21495"/>
                    <a:pt x="8773" y="21995"/>
                  </a:cubicBezTo>
                  <a:cubicBezTo>
                    <a:pt x="9940" y="22199"/>
                    <a:pt x="11774" y="22680"/>
                    <a:pt x="13426" y="22680"/>
                  </a:cubicBezTo>
                  <a:cubicBezTo>
                    <a:pt x="14751" y="22680"/>
                    <a:pt x="15959" y="22371"/>
                    <a:pt x="16612" y="21361"/>
                  </a:cubicBezTo>
                  <a:cubicBezTo>
                    <a:pt x="16946" y="20894"/>
                    <a:pt x="17079" y="20327"/>
                    <a:pt x="17213" y="19760"/>
                  </a:cubicBezTo>
                  <a:cubicBezTo>
                    <a:pt x="17213" y="19594"/>
                    <a:pt x="17246" y="19460"/>
                    <a:pt x="17279" y="19327"/>
                  </a:cubicBezTo>
                  <a:cubicBezTo>
                    <a:pt x="17413" y="18326"/>
                    <a:pt x="17646" y="16958"/>
                    <a:pt x="16946" y="16124"/>
                  </a:cubicBezTo>
                  <a:cubicBezTo>
                    <a:pt x="16679" y="15858"/>
                    <a:pt x="16412" y="15724"/>
                    <a:pt x="16112" y="15691"/>
                  </a:cubicBezTo>
                  <a:cubicBezTo>
                    <a:pt x="15211" y="15557"/>
                    <a:pt x="14311" y="15591"/>
                    <a:pt x="13443" y="15257"/>
                  </a:cubicBezTo>
                  <a:cubicBezTo>
                    <a:pt x="13310" y="15224"/>
                    <a:pt x="13176" y="15157"/>
                    <a:pt x="13076" y="15024"/>
                  </a:cubicBezTo>
                  <a:cubicBezTo>
                    <a:pt x="12976" y="14890"/>
                    <a:pt x="12976" y="14723"/>
                    <a:pt x="12976" y="14590"/>
                  </a:cubicBezTo>
                  <a:lnTo>
                    <a:pt x="12910" y="13289"/>
                  </a:lnTo>
                  <a:cubicBezTo>
                    <a:pt x="12910" y="13256"/>
                    <a:pt x="12910" y="13222"/>
                    <a:pt x="12910" y="13189"/>
                  </a:cubicBezTo>
                  <a:cubicBezTo>
                    <a:pt x="14844" y="12622"/>
                    <a:pt x="15612" y="10387"/>
                    <a:pt x="15812" y="8319"/>
                  </a:cubicBezTo>
                  <a:cubicBezTo>
                    <a:pt x="16045" y="5717"/>
                    <a:pt x="15778" y="2481"/>
                    <a:pt x="13410" y="880"/>
                  </a:cubicBezTo>
                  <a:cubicBezTo>
                    <a:pt x="12520" y="300"/>
                    <a:pt x="11462" y="0"/>
                    <a:pt x="10405" y="0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05" name="Google Shape;3505;p70"/>
            <p:cNvSpPr/>
            <p:nvPr/>
          </p:nvSpPr>
          <p:spPr>
            <a:xfrm>
              <a:off x="5538162" y="3418553"/>
              <a:ext cx="795948" cy="752203"/>
            </a:xfrm>
            <a:custGeom>
              <a:rect b="b" l="l" r="r" t="t"/>
              <a:pathLst>
                <a:path extrusionOk="0" h="37451" w="39629">
                  <a:moveTo>
                    <a:pt x="23351" y="1"/>
                  </a:moveTo>
                  <a:cubicBezTo>
                    <a:pt x="23017" y="601"/>
                    <a:pt x="22583" y="1102"/>
                    <a:pt x="22016" y="1469"/>
                  </a:cubicBezTo>
                  <a:cubicBezTo>
                    <a:pt x="21305" y="1920"/>
                    <a:pt x="20495" y="2127"/>
                    <a:pt x="19680" y="2127"/>
                  </a:cubicBezTo>
                  <a:cubicBezTo>
                    <a:pt x="18089" y="2127"/>
                    <a:pt x="16483" y="1336"/>
                    <a:pt x="15578" y="34"/>
                  </a:cubicBezTo>
                  <a:cubicBezTo>
                    <a:pt x="14211" y="134"/>
                    <a:pt x="12877" y="334"/>
                    <a:pt x="11542" y="601"/>
                  </a:cubicBezTo>
                  <a:cubicBezTo>
                    <a:pt x="9708" y="968"/>
                    <a:pt x="7906" y="1502"/>
                    <a:pt x="6238" y="2369"/>
                  </a:cubicBezTo>
                  <a:cubicBezTo>
                    <a:pt x="4637" y="3170"/>
                    <a:pt x="3070" y="4237"/>
                    <a:pt x="2136" y="5805"/>
                  </a:cubicBezTo>
                  <a:cubicBezTo>
                    <a:pt x="1602" y="6772"/>
                    <a:pt x="1235" y="7873"/>
                    <a:pt x="901" y="8941"/>
                  </a:cubicBezTo>
                  <a:cubicBezTo>
                    <a:pt x="568" y="10041"/>
                    <a:pt x="368" y="11209"/>
                    <a:pt x="268" y="12343"/>
                  </a:cubicBezTo>
                  <a:cubicBezTo>
                    <a:pt x="1" y="15679"/>
                    <a:pt x="668" y="18714"/>
                    <a:pt x="1135" y="21950"/>
                  </a:cubicBezTo>
                  <a:cubicBezTo>
                    <a:pt x="1735" y="26153"/>
                    <a:pt x="1902" y="33358"/>
                    <a:pt x="6038" y="35793"/>
                  </a:cubicBezTo>
                  <a:cubicBezTo>
                    <a:pt x="7506" y="36660"/>
                    <a:pt x="9274" y="36827"/>
                    <a:pt x="10975" y="36961"/>
                  </a:cubicBezTo>
                  <a:cubicBezTo>
                    <a:pt x="13687" y="37220"/>
                    <a:pt x="16482" y="37451"/>
                    <a:pt x="19249" y="37451"/>
                  </a:cubicBezTo>
                  <a:cubicBezTo>
                    <a:pt x="22541" y="37451"/>
                    <a:pt x="25795" y="37124"/>
                    <a:pt x="28821" y="36127"/>
                  </a:cubicBezTo>
                  <a:cubicBezTo>
                    <a:pt x="29355" y="33725"/>
                    <a:pt x="29722" y="31323"/>
                    <a:pt x="29955" y="28855"/>
                  </a:cubicBezTo>
                  <a:cubicBezTo>
                    <a:pt x="30156" y="26720"/>
                    <a:pt x="30322" y="24552"/>
                    <a:pt x="30389" y="22384"/>
                  </a:cubicBezTo>
                  <a:cubicBezTo>
                    <a:pt x="30489" y="20349"/>
                    <a:pt x="30623" y="18347"/>
                    <a:pt x="30689" y="16313"/>
                  </a:cubicBezTo>
                  <a:cubicBezTo>
                    <a:pt x="30723" y="15245"/>
                    <a:pt x="30723" y="14211"/>
                    <a:pt x="30723" y="13177"/>
                  </a:cubicBezTo>
                  <a:cubicBezTo>
                    <a:pt x="30723" y="12911"/>
                    <a:pt x="31440" y="12818"/>
                    <a:pt x="32452" y="12818"/>
                  </a:cubicBezTo>
                  <a:cubicBezTo>
                    <a:pt x="34104" y="12818"/>
                    <a:pt x="36542" y="13065"/>
                    <a:pt x="37928" y="13210"/>
                  </a:cubicBezTo>
                  <a:cubicBezTo>
                    <a:pt x="38428" y="10975"/>
                    <a:pt x="38662" y="8707"/>
                    <a:pt x="38828" y="6439"/>
                  </a:cubicBezTo>
                  <a:cubicBezTo>
                    <a:pt x="38928" y="5305"/>
                    <a:pt x="38995" y="4137"/>
                    <a:pt x="39095" y="3003"/>
                  </a:cubicBezTo>
                  <a:cubicBezTo>
                    <a:pt x="39162" y="2136"/>
                    <a:pt x="39629" y="1268"/>
                    <a:pt x="38461" y="1135"/>
                  </a:cubicBezTo>
                  <a:lnTo>
                    <a:pt x="38361" y="1135"/>
                  </a:lnTo>
                  <a:cubicBezTo>
                    <a:pt x="38117" y="1155"/>
                    <a:pt x="37873" y="1163"/>
                    <a:pt x="37628" y="1163"/>
                  </a:cubicBezTo>
                  <a:cubicBezTo>
                    <a:pt x="37036" y="1163"/>
                    <a:pt x="36440" y="1115"/>
                    <a:pt x="35826" y="1068"/>
                  </a:cubicBezTo>
                  <a:cubicBezTo>
                    <a:pt x="34392" y="968"/>
                    <a:pt x="32924" y="901"/>
                    <a:pt x="31490" y="801"/>
                  </a:cubicBezTo>
                  <a:cubicBezTo>
                    <a:pt x="28788" y="635"/>
                    <a:pt x="26053" y="368"/>
                    <a:pt x="233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06" name="Google Shape;3506;p70"/>
            <p:cNvSpPr/>
            <p:nvPr/>
          </p:nvSpPr>
          <p:spPr>
            <a:xfrm>
              <a:off x="5990395" y="4377732"/>
              <a:ext cx="420098" cy="209547"/>
            </a:xfrm>
            <a:custGeom>
              <a:rect b="b" l="l" r="r" t="t"/>
              <a:pathLst>
                <a:path extrusionOk="0" h="10433" w="20916">
                  <a:moveTo>
                    <a:pt x="6617" y="0"/>
                  </a:moveTo>
                  <a:cubicBezTo>
                    <a:pt x="6457" y="0"/>
                    <a:pt x="6298" y="4"/>
                    <a:pt x="6138" y="12"/>
                  </a:cubicBezTo>
                  <a:cubicBezTo>
                    <a:pt x="3803" y="146"/>
                    <a:pt x="568" y="1747"/>
                    <a:pt x="67" y="4182"/>
                  </a:cubicBezTo>
                  <a:cubicBezTo>
                    <a:pt x="34" y="4482"/>
                    <a:pt x="1" y="4782"/>
                    <a:pt x="101" y="5049"/>
                  </a:cubicBezTo>
                  <a:cubicBezTo>
                    <a:pt x="401" y="5683"/>
                    <a:pt x="1268" y="5750"/>
                    <a:pt x="1969" y="5750"/>
                  </a:cubicBezTo>
                  <a:cubicBezTo>
                    <a:pt x="4971" y="5783"/>
                    <a:pt x="7873" y="6684"/>
                    <a:pt x="10675" y="7685"/>
                  </a:cubicBezTo>
                  <a:cubicBezTo>
                    <a:pt x="12143" y="8218"/>
                    <a:pt x="13577" y="8752"/>
                    <a:pt x="15045" y="9219"/>
                  </a:cubicBezTo>
                  <a:cubicBezTo>
                    <a:pt x="15918" y="9510"/>
                    <a:pt x="17633" y="10432"/>
                    <a:pt x="18938" y="10432"/>
                  </a:cubicBezTo>
                  <a:cubicBezTo>
                    <a:pt x="19578" y="10432"/>
                    <a:pt x="20119" y="10211"/>
                    <a:pt x="20415" y="9586"/>
                  </a:cubicBezTo>
                  <a:cubicBezTo>
                    <a:pt x="20916" y="8518"/>
                    <a:pt x="20215" y="7351"/>
                    <a:pt x="19648" y="6484"/>
                  </a:cubicBezTo>
                  <a:cubicBezTo>
                    <a:pt x="19581" y="6384"/>
                    <a:pt x="19515" y="6284"/>
                    <a:pt x="19415" y="6183"/>
                  </a:cubicBezTo>
                  <a:cubicBezTo>
                    <a:pt x="17980" y="4349"/>
                    <a:pt x="15512" y="3148"/>
                    <a:pt x="13477" y="2047"/>
                  </a:cubicBezTo>
                  <a:cubicBezTo>
                    <a:pt x="11381" y="921"/>
                    <a:pt x="9021" y="0"/>
                    <a:pt x="661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07" name="Google Shape;3507;p70"/>
            <p:cNvSpPr/>
            <p:nvPr/>
          </p:nvSpPr>
          <p:spPr>
            <a:xfrm>
              <a:off x="5266833" y="4002484"/>
              <a:ext cx="1345333" cy="598714"/>
            </a:xfrm>
            <a:custGeom>
              <a:rect b="b" l="l" r="r" t="t"/>
              <a:pathLst>
                <a:path extrusionOk="0" h="29809" w="66982">
                  <a:moveTo>
                    <a:pt x="56905" y="1"/>
                  </a:moveTo>
                  <a:cubicBezTo>
                    <a:pt x="51736" y="1"/>
                    <a:pt x="46957" y="2587"/>
                    <a:pt x="41963" y="3885"/>
                  </a:cubicBezTo>
                  <a:cubicBezTo>
                    <a:pt x="40837" y="4179"/>
                    <a:pt x="39903" y="4273"/>
                    <a:pt x="38976" y="4273"/>
                  </a:cubicBezTo>
                  <a:cubicBezTo>
                    <a:pt x="38009" y="4273"/>
                    <a:pt x="37051" y="4170"/>
                    <a:pt x="35892" y="4085"/>
                  </a:cubicBezTo>
                  <a:cubicBezTo>
                    <a:pt x="34907" y="4005"/>
                    <a:pt x="33914" y="3984"/>
                    <a:pt x="32919" y="3984"/>
                  </a:cubicBezTo>
                  <a:cubicBezTo>
                    <a:pt x="31804" y="3984"/>
                    <a:pt x="30686" y="4010"/>
                    <a:pt x="29572" y="4010"/>
                  </a:cubicBezTo>
                  <a:cubicBezTo>
                    <a:pt x="28785" y="4010"/>
                    <a:pt x="28000" y="3997"/>
                    <a:pt x="27219" y="3951"/>
                  </a:cubicBezTo>
                  <a:cubicBezTo>
                    <a:pt x="26016" y="3876"/>
                    <a:pt x="24757" y="3794"/>
                    <a:pt x="23509" y="3794"/>
                  </a:cubicBezTo>
                  <a:cubicBezTo>
                    <a:pt x="21991" y="3794"/>
                    <a:pt x="20487" y="3916"/>
                    <a:pt x="19114" y="4318"/>
                  </a:cubicBezTo>
                  <a:cubicBezTo>
                    <a:pt x="18780" y="4118"/>
                    <a:pt x="18447" y="3885"/>
                    <a:pt x="18113" y="3685"/>
                  </a:cubicBezTo>
                  <a:cubicBezTo>
                    <a:pt x="15713" y="2085"/>
                    <a:pt x="13313" y="509"/>
                    <a:pt x="10452" y="509"/>
                  </a:cubicBezTo>
                  <a:cubicBezTo>
                    <a:pt x="9973" y="509"/>
                    <a:pt x="9480" y="553"/>
                    <a:pt x="8973" y="649"/>
                  </a:cubicBezTo>
                  <a:cubicBezTo>
                    <a:pt x="6204" y="1183"/>
                    <a:pt x="3536" y="2584"/>
                    <a:pt x="1801" y="4885"/>
                  </a:cubicBezTo>
                  <a:cubicBezTo>
                    <a:pt x="0" y="7321"/>
                    <a:pt x="534" y="10456"/>
                    <a:pt x="2168" y="12891"/>
                  </a:cubicBezTo>
                  <a:cubicBezTo>
                    <a:pt x="3536" y="14893"/>
                    <a:pt x="5537" y="16360"/>
                    <a:pt x="7605" y="17595"/>
                  </a:cubicBezTo>
                  <a:cubicBezTo>
                    <a:pt x="14066" y="21489"/>
                    <a:pt x="21073" y="24017"/>
                    <a:pt x="28602" y="24017"/>
                  </a:cubicBezTo>
                  <a:cubicBezTo>
                    <a:pt x="29392" y="24017"/>
                    <a:pt x="30187" y="23989"/>
                    <a:pt x="30989" y="23932"/>
                  </a:cubicBezTo>
                  <a:cubicBezTo>
                    <a:pt x="31102" y="23923"/>
                    <a:pt x="31220" y="23919"/>
                    <a:pt x="31342" y="23919"/>
                  </a:cubicBezTo>
                  <a:cubicBezTo>
                    <a:pt x="32554" y="23919"/>
                    <a:pt x="34143" y="24382"/>
                    <a:pt x="34658" y="25534"/>
                  </a:cubicBezTo>
                  <a:cubicBezTo>
                    <a:pt x="34825" y="25967"/>
                    <a:pt x="35058" y="26334"/>
                    <a:pt x="35259" y="26734"/>
                  </a:cubicBezTo>
                  <a:cubicBezTo>
                    <a:pt x="35692" y="27535"/>
                    <a:pt x="35892" y="28836"/>
                    <a:pt x="36493" y="29536"/>
                  </a:cubicBezTo>
                  <a:cubicBezTo>
                    <a:pt x="36680" y="29734"/>
                    <a:pt x="36928" y="29808"/>
                    <a:pt x="37201" y="29808"/>
                  </a:cubicBezTo>
                  <a:cubicBezTo>
                    <a:pt x="37806" y="29808"/>
                    <a:pt x="38535" y="29443"/>
                    <a:pt x="38995" y="29236"/>
                  </a:cubicBezTo>
                  <a:cubicBezTo>
                    <a:pt x="40496" y="28569"/>
                    <a:pt x="41797" y="27502"/>
                    <a:pt x="43298" y="26835"/>
                  </a:cubicBezTo>
                  <a:cubicBezTo>
                    <a:pt x="47868" y="24766"/>
                    <a:pt x="52638" y="22865"/>
                    <a:pt x="57007" y="20430"/>
                  </a:cubicBezTo>
                  <a:cubicBezTo>
                    <a:pt x="59943" y="18795"/>
                    <a:pt x="62545" y="17528"/>
                    <a:pt x="64112" y="14526"/>
                  </a:cubicBezTo>
                  <a:cubicBezTo>
                    <a:pt x="65547" y="11857"/>
                    <a:pt x="66981" y="8455"/>
                    <a:pt x="66047" y="5352"/>
                  </a:cubicBezTo>
                  <a:cubicBezTo>
                    <a:pt x="65880" y="4752"/>
                    <a:pt x="65580" y="4185"/>
                    <a:pt x="65247" y="3651"/>
                  </a:cubicBezTo>
                  <a:lnTo>
                    <a:pt x="65213" y="3685"/>
                  </a:lnTo>
                  <a:cubicBezTo>
                    <a:pt x="64012" y="1917"/>
                    <a:pt x="61911" y="716"/>
                    <a:pt x="59776" y="282"/>
                  </a:cubicBezTo>
                  <a:cubicBezTo>
                    <a:pt x="58804" y="87"/>
                    <a:pt x="57848" y="1"/>
                    <a:pt x="56905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08" name="Google Shape;3508;p70"/>
            <p:cNvSpPr/>
            <p:nvPr/>
          </p:nvSpPr>
          <p:spPr>
            <a:xfrm>
              <a:off x="5594199" y="4092244"/>
              <a:ext cx="436427" cy="220091"/>
            </a:xfrm>
            <a:custGeom>
              <a:rect b="b" l="l" r="r" t="t"/>
              <a:pathLst>
                <a:path extrusionOk="0" h="10958" w="21729">
                  <a:moveTo>
                    <a:pt x="215" y="1"/>
                  </a:moveTo>
                  <a:cubicBezTo>
                    <a:pt x="101" y="1"/>
                    <a:pt x="1" y="132"/>
                    <a:pt x="113" y="216"/>
                  </a:cubicBezTo>
                  <a:cubicBezTo>
                    <a:pt x="1314" y="1150"/>
                    <a:pt x="2748" y="1851"/>
                    <a:pt x="4116" y="2518"/>
                  </a:cubicBezTo>
                  <a:cubicBezTo>
                    <a:pt x="5517" y="3218"/>
                    <a:pt x="6918" y="3852"/>
                    <a:pt x="8352" y="4486"/>
                  </a:cubicBezTo>
                  <a:cubicBezTo>
                    <a:pt x="9853" y="5153"/>
                    <a:pt x="11354" y="5820"/>
                    <a:pt x="12855" y="6454"/>
                  </a:cubicBezTo>
                  <a:cubicBezTo>
                    <a:pt x="14323" y="7088"/>
                    <a:pt x="15757" y="7655"/>
                    <a:pt x="17158" y="8355"/>
                  </a:cubicBezTo>
                  <a:cubicBezTo>
                    <a:pt x="17959" y="8722"/>
                    <a:pt x="18693" y="9156"/>
                    <a:pt x="19427" y="9590"/>
                  </a:cubicBezTo>
                  <a:cubicBezTo>
                    <a:pt x="20160" y="10023"/>
                    <a:pt x="20828" y="10524"/>
                    <a:pt x="21528" y="10957"/>
                  </a:cubicBezTo>
                  <a:cubicBezTo>
                    <a:pt x="21548" y="10938"/>
                    <a:pt x="21568" y="10932"/>
                    <a:pt x="21587" y="10932"/>
                  </a:cubicBezTo>
                  <a:cubicBezTo>
                    <a:pt x="21608" y="10932"/>
                    <a:pt x="21630" y="10938"/>
                    <a:pt x="21651" y="10938"/>
                  </a:cubicBezTo>
                  <a:cubicBezTo>
                    <a:pt x="21676" y="10938"/>
                    <a:pt x="21702" y="10929"/>
                    <a:pt x="21728" y="10891"/>
                  </a:cubicBezTo>
                  <a:cubicBezTo>
                    <a:pt x="21194" y="10424"/>
                    <a:pt x="20594" y="10023"/>
                    <a:pt x="19960" y="9656"/>
                  </a:cubicBezTo>
                  <a:cubicBezTo>
                    <a:pt x="19326" y="9223"/>
                    <a:pt x="18659" y="8856"/>
                    <a:pt x="17992" y="8489"/>
                  </a:cubicBezTo>
                  <a:cubicBezTo>
                    <a:pt x="16591" y="7788"/>
                    <a:pt x="15157" y="7188"/>
                    <a:pt x="13722" y="6588"/>
                  </a:cubicBezTo>
                  <a:cubicBezTo>
                    <a:pt x="10787" y="5353"/>
                    <a:pt x="7852" y="4052"/>
                    <a:pt x="4950" y="2685"/>
                  </a:cubicBezTo>
                  <a:cubicBezTo>
                    <a:pt x="4149" y="2284"/>
                    <a:pt x="3348" y="1717"/>
                    <a:pt x="2581" y="1284"/>
                  </a:cubicBezTo>
                  <a:cubicBezTo>
                    <a:pt x="1814" y="850"/>
                    <a:pt x="1047" y="383"/>
                    <a:pt x="280" y="16"/>
                  </a:cubicBezTo>
                  <a:cubicBezTo>
                    <a:pt x="258" y="6"/>
                    <a:pt x="236" y="1"/>
                    <a:pt x="21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09" name="Google Shape;3509;p70"/>
            <p:cNvSpPr/>
            <p:nvPr/>
          </p:nvSpPr>
          <p:spPr>
            <a:xfrm>
              <a:off x="5813527" y="4399344"/>
              <a:ext cx="155458" cy="145054"/>
            </a:xfrm>
            <a:custGeom>
              <a:rect b="b" l="l" r="r" t="t"/>
              <a:pathLst>
                <a:path extrusionOk="0" h="7222" w="7740">
                  <a:moveTo>
                    <a:pt x="4959" y="0"/>
                  </a:moveTo>
                  <a:cubicBezTo>
                    <a:pt x="4715" y="0"/>
                    <a:pt x="1093" y="1845"/>
                    <a:pt x="768" y="2105"/>
                  </a:cubicBezTo>
                  <a:cubicBezTo>
                    <a:pt x="601" y="2239"/>
                    <a:pt x="467" y="2372"/>
                    <a:pt x="367" y="2539"/>
                  </a:cubicBezTo>
                  <a:cubicBezTo>
                    <a:pt x="234" y="2772"/>
                    <a:pt x="201" y="3039"/>
                    <a:pt x="167" y="3273"/>
                  </a:cubicBezTo>
                  <a:cubicBezTo>
                    <a:pt x="101" y="4007"/>
                    <a:pt x="0" y="4741"/>
                    <a:pt x="134" y="5474"/>
                  </a:cubicBezTo>
                  <a:cubicBezTo>
                    <a:pt x="267" y="6208"/>
                    <a:pt x="701" y="6909"/>
                    <a:pt x="1401" y="7142"/>
                  </a:cubicBezTo>
                  <a:cubicBezTo>
                    <a:pt x="1585" y="7199"/>
                    <a:pt x="1772" y="7221"/>
                    <a:pt x="1960" y="7221"/>
                  </a:cubicBezTo>
                  <a:cubicBezTo>
                    <a:pt x="2320" y="7221"/>
                    <a:pt x="2685" y="7141"/>
                    <a:pt x="3036" y="7076"/>
                  </a:cubicBezTo>
                  <a:cubicBezTo>
                    <a:pt x="4070" y="6842"/>
                    <a:pt x="5104" y="6609"/>
                    <a:pt x="6105" y="6308"/>
                  </a:cubicBezTo>
                  <a:cubicBezTo>
                    <a:pt x="6538" y="6175"/>
                    <a:pt x="7005" y="6242"/>
                    <a:pt x="7472" y="6142"/>
                  </a:cubicBezTo>
                  <a:cubicBezTo>
                    <a:pt x="7506" y="6142"/>
                    <a:pt x="7539" y="6142"/>
                    <a:pt x="7573" y="6108"/>
                  </a:cubicBezTo>
                  <a:cubicBezTo>
                    <a:pt x="7739" y="5941"/>
                    <a:pt x="7072" y="4874"/>
                    <a:pt x="6972" y="4674"/>
                  </a:cubicBezTo>
                  <a:lnTo>
                    <a:pt x="6972" y="4640"/>
                  </a:lnTo>
                  <a:cubicBezTo>
                    <a:pt x="6739" y="4140"/>
                    <a:pt x="6538" y="3606"/>
                    <a:pt x="6305" y="3106"/>
                  </a:cubicBezTo>
                  <a:cubicBezTo>
                    <a:pt x="5871" y="2072"/>
                    <a:pt x="5404" y="1038"/>
                    <a:pt x="4971" y="4"/>
                  </a:cubicBezTo>
                  <a:cubicBezTo>
                    <a:pt x="4969" y="1"/>
                    <a:pt x="4965" y="0"/>
                    <a:pt x="4959" y="0"/>
                  </a:cubicBezTo>
                  <a:close/>
                </a:path>
              </a:pathLst>
            </a:custGeom>
            <a:solidFill>
              <a:srgbClr val="EBC0A9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10" name="Google Shape;3510;p70"/>
            <p:cNvSpPr/>
            <p:nvPr/>
          </p:nvSpPr>
          <p:spPr>
            <a:xfrm>
              <a:off x="5690928" y="4416155"/>
              <a:ext cx="191631" cy="359401"/>
            </a:xfrm>
            <a:custGeom>
              <a:rect b="b" l="l" r="r" t="t"/>
              <a:pathLst>
                <a:path extrusionOk="0" h="17894" w="9541">
                  <a:moveTo>
                    <a:pt x="7872" y="1"/>
                  </a:moveTo>
                  <a:lnTo>
                    <a:pt x="2936" y="1669"/>
                  </a:lnTo>
                  <a:cubicBezTo>
                    <a:pt x="2669" y="1735"/>
                    <a:pt x="2402" y="1835"/>
                    <a:pt x="2202" y="2036"/>
                  </a:cubicBezTo>
                  <a:cubicBezTo>
                    <a:pt x="2068" y="2236"/>
                    <a:pt x="2002" y="2503"/>
                    <a:pt x="1968" y="2769"/>
                  </a:cubicBezTo>
                  <a:cubicBezTo>
                    <a:pt x="1601" y="5238"/>
                    <a:pt x="1068" y="7706"/>
                    <a:pt x="734" y="10208"/>
                  </a:cubicBezTo>
                  <a:cubicBezTo>
                    <a:pt x="400" y="12476"/>
                    <a:pt x="434" y="14645"/>
                    <a:pt x="100" y="16913"/>
                  </a:cubicBezTo>
                  <a:cubicBezTo>
                    <a:pt x="0" y="17562"/>
                    <a:pt x="778" y="17893"/>
                    <a:pt x="1442" y="17893"/>
                  </a:cubicBezTo>
                  <a:cubicBezTo>
                    <a:pt x="1665" y="17893"/>
                    <a:pt x="1875" y="17856"/>
                    <a:pt x="2035" y="17780"/>
                  </a:cubicBezTo>
                  <a:cubicBezTo>
                    <a:pt x="2502" y="17513"/>
                    <a:pt x="2869" y="17046"/>
                    <a:pt x="3169" y="16613"/>
                  </a:cubicBezTo>
                  <a:cubicBezTo>
                    <a:pt x="4437" y="14745"/>
                    <a:pt x="5337" y="12977"/>
                    <a:pt x="5738" y="10775"/>
                  </a:cubicBezTo>
                  <a:cubicBezTo>
                    <a:pt x="5871" y="10108"/>
                    <a:pt x="5971" y="9407"/>
                    <a:pt x="6338" y="8840"/>
                  </a:cubicBezTo>
                  <a:cubicBezTo>
                    <a:pt x="6772" y="8173"/>
                    <a:pt x="7472" y="7740"/>
                    <a:pt x="8173" y="7339"/>
                  </a:cubicBezTo>
                  <a:cubicBezTo>
                    <a:pt x="8473" y="7173"/>
                    <a:pt x="9040" y="6939"/>
                    <a:pt x="9540" y="6672"/>
                  </a:cubicBezTo>
                  <a:cubicBezTo>
                    <a:pt x="8840" y="4471"/>
                    <a:pt x="8306" y="2269"/>
                    <a:pt x="78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11" name="Google Shape;3511;p70"/>
            <p:cNvSpPr/>
            <p:nvPr/>
          </p:nvSpPr>
          <p:spPr>
            <a:xfrm>
              <a:off x="5498634" y="3530808"/>
              <a:ext cx="564147" cy="650392"/>
            </a:xfrm>
            <a:custGeom>
              <a:rect b="b" l="l" r="r" t="t"/>
              <a:pathLst>
                <a:path extrusionOk="0" h="32382" w="28088">
                  <a:moveTo>
                    <a:pt x="7136" y="1"/>
                  </a:moveTo>
                  <a:cubicBezTo>
                    <a:pt x="7037" y="1"/>
                    <a:pt x="6938" y="6"/>
                    <a:pt x="6839" y="16"/>
                  </a:cubicBezTo>
                  <a:cubicBezTo>
                    <a:pt x="5771" y="149"/>
                    <a:pt x="4837" y="883"/>
                    <a:pt x="4237" y="1784"/>
                  </a:cubicBezTo>
                  <a:cubicBezTo>
                    <a:pt x="3637" y="2684"/>
                    <a:pt x="3303" y="3718"/>
                    <a:pt x="3003" y="4753"/>
                  </a:cubicBezTo>
                  <a:cubicBezTo>
                    <a:pt x="1902" y="8222"/>
                    <a:pt x="634" y="11724"/>
                    <a:pt x="134" y="15327"/>
                  </a:cubicBezTo>
                  <a:cubicBezTo>
                    <a:pt x="1" y="16261"/>
                    <a:pt x="34" y="17228"/>
                    <a:pt x="34" y="18162"/>
                  </a:cubicBezTo>
                  <a:cubicBezTo>
                    <a:pt x="34" y="20897"/>
                    <a:pt x="101" y="23800"/>
                    <a:pt x="1602" y="26068"/>
                  </a:cubicBezTo>
                  <a:cubicBezTo>
                    <a:pt x="4992" y="31199"/>
                    <a:pt x="11464" y="32382"/>
                    <a:pt x="17672" y="32382"/>
                  </a:cubicBezTo>
                  <a:cubicBezTo>
                    <a:pt x="20504" y="32382"/>
                    <a:pt x="23282" y="32135"/>
                    <a:pt x="25686" y="31905"/>
                  </a:cubicBezTo>
                  <a:cubicBezTo>
                    <a:pt x="26253" y="31872"/>
                    <a:pt x="26686" y="31839"/>
                    <a:pt x="27053" y="31672"/>
                  </a:cubicBezTo>
                  <a:cubicBezTo>
                    <a:pt x="27353" y="31505"/>
                    <a:pt x="27587" y="31238"/>
                    <a:pt x="27754" y="30704"/>
                  </a:cubicBezTo>
                  <a:cubicBezTo>
                    <a:pt x="28087" y="29837"/>
                    <a:pt x="27887" y="28770"/>
                    <a:pt x="27387" y="28003"/>
                  </a:cubicBezTo>
                  <a:cubicBezTo>
                    <a:pt x="26753" y="27002"/>
                    <a:pt x="25586" y="26235"/>
                    <a:pt x="24418" y="26001"/>
                  </a:cubicBezTo>
                  <a:cubicBezTo>
                    <a:pt x="23217" y="25734"/>
                    <a:pt x="22083" y="25301"/>
                    <a:pt x="20849" y="25067"/>
                  </a:cubicBezTo>
                  <a:cubicBezTo>
                    <a:pt x="19982" y="24900"/>
                    <a:pt x="19114" y="24633"/>
                    <a:pt x="18247" y="24400"/>
                  </a:cubicBezTo>
                  <a:cubicBezTo>
                    <a:pt x="15645" y="23666"/>
                    <a:pt x="12810" y="23099"/>
                    <a:pt x="10308" y="21998"/>
                  </a:cubicBezTo>
                  <a:cubicBezTo>
                    <a:pt x="10141" y="21932"/>
                    <a:pt x="9974" y="21865"/>
                    <a:pt x="9908" y="21731"/>
                  </a:cubicBezTo>
                  <a:cubicBezTo>
                    <a:pt x="9774" y="21531"/>
                    <a:pt x="9841" y="21264"/>
                    <a:pt x="9908" y="21064"/>
                  </a:cubicBezTo>
                  <a:cubicBezTo>
                    <a:pt x="10742" y="17695"/>
                    <a:pt x="11509" y="14326"/>
                    <a:pt x="12209" y="10924"/>
                  </a:cubicBezTo>
                  <a:cubicBezTo>
                    <a:pt x="12443" y="9756"/>
                    <a:pt x="12676" y="8589"/>
                    <a:pt x="12643" y="7421"/>
                  </a:cubicBezTo>
                  <a:cubicBezTo>
                    <a:pt x="12643" y="5253"/>
                    <a:pt x="11776" y="3151"/>
                    <a:pt x="10308" y="1584"/>
                  </a:cubicBezTo>
                  <a:cubicBezTo>
                    <a:pt x="9445" y="721"/>
                    <a:pt x="8327" y="1"/>
                    <a:pt x="7136" y="1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12" name="Google Shape;3512;p70"/>
            <p:cNvSpPr/>
            <p:nvPr/>
          </p:nvSpPr>
          <p:spPr>
            <a:xfrm>
              <a:off x="5805493" y="3089159"/>
              <a:ext cx="279402" cy="260523"/>
            </a:xfrm>
            <a:custGeom>
              <a:rect b="b" l="l" r="r" t="t"/>
              <a:pathLst>
                <a:path extrusionOk="0" h="12971" w="13911">
                  <a:moveTo>
                    <a:pt x="6616" y="0"/>
                  </a:moveTo>
                  <a:cubicBezTo>
                    <a:pt x="5515" y="0"/>
                    <a:pt x="4387" y="262"/>
                    <a:pt x="3503" y="890"/>
                  </a:cubicBezTo>
                  <a:cubicBezTo>
                    <a:pt x="3102" y="1157"/>
                    <a:pt x="2735" y="1557"/>
                    <a:pt x="2569" y="2024"/>
                  </a:cubicBezTo>
                  <a:cubicBezTo>
                    <a:pt x="2502" y="2291"/>
                    <a:pt x="2502" y="2624"/>
                    <a:pt x="2335" y="2858"/>
                  </a:cubicBezTo>
                  <a:cubicBezTo>
                    <a:pt x="2202" y="3025"/>
                    <a:pt x="2002" y="3125"/>
                    <a:pt x="1801" y="3225"/>
                  </a:cubicBezTo>
                  <a:cubicBezTo>
                    <a:pt x="1368" y="3425"/>
                    <a:pt x="1001" y="3692"/>
                    <a:pt x="667" y="4025"/>
                  </a:cubicBezTo>
                  <a:cubicBezTo>
                    <a:pt x="400" y="4259"/>
                    <a:pt x="167" y="4526"/>
                    <a:pt x="100" y="4826"/>
                  </a:cubicBezTo>
                  <a:cubicBezTo>
                    <a:pt x="0" y="5126"/>
                    <a:pt x="34" y="5460"/>
                    <a:pt x="100" y="5760"/>
                  </a:cubicBezTo>
                  <a:cubicBezTo>
                    <a:pt x="167" y="6394"/>
                    <a:pt x="267" y="6994"/>
                    <a:pt x="400" y="7595"/>
                  </a:cubicBezTo>
                  <a:cubicBezTo>
                    <a:pt x="467" y="7861"/>
                    <a:pt x="567" y="8128"/>
                    <a:pt x="567" y="8395"/>
                  </a:cubicBezTo>
                  <a:cubicBezTo>
                    <a:pt x="567" y="8695"/>
                    <a:pt x="467" y="8962"/>
                    <a:pt x="534" y="9296"/>
                  </a:cubicBezTo>
                  <a:cubicBezTo>
                    <a:pt x="634" y="9696"/>
                    <a:pt x="901" y="9963"/>
                    <a:pt x="1034" y="10330"/>
                  </a:cubicBezTo>
                  <a:cubicBezTo>
                    <a:pt x="1101" y="10463"/>
                    <a:pt x="1101" y="10597"/>
                    <a:pt x="1168" y="10763"/>
                  </a:cubicBezTo>
                  <a:cubicBezTo>
                    <a:pt x="1234" y="10930"/>
                    <a:pt x="1334" y="11064"/>
                    <a:pt x="1368" y="11264"/>
                  </a:cubicBezTo>
                  <a:cubicBezTo>
                    <a:pt x="1435" y="11464"/>
                    <a:pt x="1368" y="11697"/>
                    <a:pt x="1468" y="11898"/>
                  </a:cubicBezTo>
                  <a:cubicBezTo>
                    <a:pt x="1501" y="11998"/>
                    <a:pt x="1568" y="12098"/>
                    <a:pt x="1635" y="12164"/>
                  </a:cubicBezTo>
                  <a:cubicBezTo>
                    <a:pt x="1855" y="12448"/>
                    <a:pt x="2046" y="12970"/>
                    <a:pt x="2461" y="12970"/>
                  </a:cubicBezTo>
                  <a:cubicBezTo>
                    <a:pt x="2485" y="12970"/>
                    <a:pt x="2510" y="12969"/>
                    <a:pt x="2535" y="12965"/>
                  </a:cubicBezTo>
                  <a:cubicBezTo>
                    <a:pt x="2836" y="12898"/>
                    <a:pt x="3102" y="12698"/>
                    <a:pt x="3269" y="12431"/>
                  </a:cubicBezTo>
                  <a:cubicBezTo>
                    <a:pt x="3436" y="12198"/>
                    <a:pt x="3536" y="11864"/>
                    <a:pt x="3636" y="11597"/>
                  </a:cubicBezTo>
                  <a:cubicBezTo>
                    <a:pt x="3803" y="11097"/>
                    <a:pt x="4003" y="10630"/>
                    <a:pt x="4203" y="10196"/>
                  </a:cubicBezTo>
                  <a:cubicBezTo>
                    <a:pt x="4370" y="9763"/>
                    <a:pt x="4537" y="9262"/>
                    <a:pt x="4770" y="8895"/>
                  </a:cubicBezTo>
                  <a:cubicBezTo>
                    <a:pt x="5004" y="8595"/>
                    <a:pt x="5404" y="8562"/>
                    <a:pt x="5704" y="8395"/>
                  </a:cubicBezTo>
                  <a:cubicBezTo>
                    <a:pt x="6171" y="8162"/>
                    <a:pt x="6171" y="7961"/>
                    <a:pt x="6305" y="7494"/>
                  </a:cubicBezTo>
                  <a:cubicBezTo>
                    <a:pt x="6438" y="6927"/>
                    <a:pt x="7072" y="6594"/>
                    <a:pt x="7639" y="6527"/>
                  </a:cubicBezTo>
                  <a:cubicBezTo>
                    <a:pt x="7939" y="6477"/>
                    <a:pt x="8239" y="6477"/>
                    <a:pt x="8535" y="6477"/>
                  </a:cubicBezTo>
                  <a:cubicBezTo>
                    <a:pt x="8831" y="6477"/>
                    <a:pt x="9123" y="6477"/>
                    <a:pt x="9407" y="6427"/>
                  </a:cubicBezTo>
                  <a:cubicBezTo>
                    <a:pt x="10041" y="6294"/>
                    <a:pt x="10608" y="5927"/>
                    <a:pt x="11242" y="5927"/>
                  </a:cubicBezTo>
                  <a:cubicBezTo>
                    <a:pt x="11475" y="5927"/>
                    <a:pt x="11742" y="5960"/>
                    <a:pt x="12009" y="5960"/>
                  </a:cubicBezTo>
                  <a:cubicBezTo>
                    <a:pt x="13043" y="5927"/>
                    <a:pt x="13910" y="5059"/>
                    <a:pt x="13810" y="3992"/>
                  </a:cubicBezTo>
                  <a:cubicBezTo>
                    <a:pt x="13777" y="3558"/>
                    <a:pt x="13543" y="3125"/>
                    <a:pt x="13176" y="2891"/>
                  </a:cubicBezTo>
                  <a:cubicBezTo>
                    <a:pt x="12743" y="2591"/>
                    <a:pt x="12142" y="2524"/>
                    <a:pt x="11875" y="2091"/>
                  </a:cubicBezTo>
                  <a:cubicBezTo>
                    <a:pt x="11675" y="1824"/>
                    <a:pt x="11675" y="1423"/>
                    <a:pt x="11442" y="1190"/>
                  </a:cubicBezTo>
                  <a:cubicBezTo>
                    <a:pt x="11308" y="1057"/>
                    <a:pt x="11108" y="990"/>
                    <a:pt x="10908" y="923"/>
                  </a:cubicBezTo>
                  <a:cubicBezTo>
                    <a:pt x="9674" y="489"/>
                    <a:pt x="8440" y="123"/>
                    <a:pt x="7172" y="22"/>
                  </a:cubicBezTo>
                  <a:cubicBezTo>
                    <a:pt x="6988" y="8"/>
                    <a:pt x="6803" y="0"/>
                    <a:pt x="661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13" name="Google Shape;3513;p70"/>
            <p:cNvSpPr/>
            <p:nvPr/>
          </p:nvSpPr>
          <p:spPr>
            <a:xfrm>
              <a:off x="5906661" y="4074208"/>
              <a:ext cx="480694" cy="332286"/>
            </a:xfrm>
            <a:custGeom>
              <a:rect b="b" l="l" r="r" t="t"/>
              <a:pathLst>
                <a:path extrusionOk="0" h="16544" w="23933">
                  <a:moveTo>
                    <a:pt x="23717" y="0"/>
                  </a:moveTo>
                  <a:cubicBezTo>
                    <a:pt x="23696" y="0"/>
                    <a:pt x="23673" y="4"/>
                    <a:pt x="23650" y="14"/>
                  </a:cubicBezTo>
                  <a:lnTo>
                    <a:pt x="23684" y="14"/>
                  </a:lnTo>
                  <a:cubicBezTo>
                    <a:pt x="22016" y="914"/>
                    <a:pt x="20548" y="2148"/>
                    <a:pt x="19114" y="3349"/>
                  </a:cubicBezTo>
                  <a:cubicBezTo>
                    <a:pt x="17679" y="4550"/>
                    <a:pt x="16212" y="5784"/>
                    <a:pt x="14644" y="6852"/>
                  </a:cubicBezTo>
                  <a:cubicBezTo>
                    <a:pt x="13843" y="7352"/>
                    <a:pt x="13043" y="7852"/>
                    <a:pt x="12175" y="8253"/>
                  </a:cubicBezTo>
                  <a:cubicBezTo>
                    <a:pt x="11275" y="8653"/>
                    <a:pt x="10374" y="9020"/>
                    <a:pt x="9474" y="9387"/>
                  </a:cubicBezTo>
                  <a:cubicBezTo>
                    <a:pt x="8573" y="9787"/>
                    <a:pt x="7706" y="10221"/>
                    <a:pt x="6905" y="10788"/>
                  </a:cubicBezTo>
                  <a:cubicBezTo>
                    <a:pt x="6038" y="11355"/>
                    <a:pt x="5337" y="12122"/>
                    <a:pt x="4470" y="12723"/>
                  </a:cubicBezTo>
                  <a:cubicBezTo>
                    <a:pt x="3569" y="13356"/>
                    <a:pt x="2535" y="13857"/>
                    <a:pt x="1501" y="14324"/>
                  </a:cubicBezTo>
                  <a:lnTo>
                    <a:pt x="734" y="14691"/>
                  </a:lnTo>
                  <a:cubicBezTo>
                    <a:pt x="534" y="14757"/>
                    <a:pt x="300" y="14857"/>
                    <a:pt x="134" y="15024"/>
                  </a:cubicBezTo>
                  <a:cubicBezTo>
                    <a:pt x="0" y="15158"/>
                    <a:pt x="0" y="15324"/>
                    <a:pt x="0" y="15525"/>
                  </a:cubicBezTo>
                  <a:cubicBezTo>
                    <a:pt x="67" y="15825"/>
                    <a:pt x="100" y="16158"/>
                    <a:pt x="200" y="16459"/>
                  </a:cubicBezTo>
                  <a:cubicBezTo>
                    <a:pt x="215" y="16517"/>
                    <a:pt x="268" y="16544"/>
                    <a:pt x="320" y="16544"/>
                  </a:cubicBezTo>
                  <a:cubicBezTo>
                    <a:pt x="387" y="16544"/>
                    <a:pt x="452" y="16500"/>
                    <a:pt x="434" y="16425"/>
                  </a:cubicBezTo>
                  <a:cubicBezTo>
                    <a:pt x="434" y="16192"/>
                    <a:pt x="400" y="15958"/>
                    <a:pt x="367" y="15725"/>
                  </a:cubicBezTo>
                  <a:cubicBezTo>
                    <a:pt x="334" y="15591"/>
                    <a:pt x="300" y="15458"/>
                    <a:pt x="334" y="15324"/>
                  </a:cubicBezTo>
                  <a:cubicBezTo>
                    <a:pt x="400" y="15191"/>
                    <a:pt x="534" y="15124"/>
                    <a:pt x="667" y="15091"/>
                  </a:cubicBezTo>
                  <a:cubicBezTo>
                    <a:pt x="1101" y="14857"/>
                    <a:pt x="1535" y="14657"/>
                    <a:pt x="2002" y="14457"/>
                  </a:cubicBezTo>
                  <a:cubicBezTo>
                    <a:pt x="2869" y="14024"/>
                    <a:pt x="3769" y="13590"/>
                    <a:pt x="4570" y="13023"/>
                  </a:cubicBezTo>
                  <a:cubicBezTo>
                    <a:pt x="5404" y="12456"/>
                    <a:pt x="6104" y="11722"/>
                    <a:pt x="6905" y="11155"/>
                  </a:cubicBezTo>
                  <a:cubicBezTo>
                    <a:pt x="7672" y="10588"/>
                    <a:pt x="8540" y="10154"/>
                    <a:pt x="9407" y="9787"/>
                  </a:cubicBezTo>
                  <a:cubicBezTo>
                    <a:pt x="10274" y="9387"/>
                    <a:pt x="11175" y="9053"/>
                    <a:pt x="12042" y="8653"/>
                  </a:cubicBezTo>
                  <a:cubicBezTo>
                    <a:pt x="12876" y="8253"/>
                    <a:pt x="13710" y="7819"/>
                    <a:pt x="14477" y="7319"/>
                  </a:cubicBezTo>
                  <a:cubicBezTo>
                    <a:pt x="16012" y="6318"/>
                    <a:pt x="17413" y="5151"/>
                    <a:pt x="18814" y="3983"/>
                  </a:cubicBezTo>
                  <a:cubicBezTo>
                    <a:pt x="19614" y="3316"/>
                    <a:pt x="20415" y="2649"/>
                    <a:pt x="21249" y="2015"/>
                  </a:cubicBezTo>
                  <a:cubicBezTo>
                    <a:pt x="22083" y="1381"/>
                    <a:pt x="22950" y="814"/>
                    <a:pt x="23817" y="247"/>
                  </a:cubicBezTo>
                  <a:cubicBezTo>
                    <a:pt x="23932" y="161"/>
                    <a:pt x="23849" y="0"/>
                    <a:pt x="2371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14" name="Google Shape;3514;p70"/>
            <p:cNvSpPr/>
            <p:nvPr/>
          </p:nvSpPr>
          <p:spPr>
            <a:xfrm>
              <a:off x="5852090" y="3244054"/>
              <a:ext cx="70659" cy="68550"/>
            </a:xfrm>
            <a:custGeom>
              <a:rect b="b" l="l" r="r" t="t"/>
              <a:pathLst>
                <a:path extrusionOk="0" h="3413" w="3518">
                  <a:moveTo>
                    <a:pt x="1888" y="1"/>
                  </a:moveTo>
                  <a:cubicBezTo>
                    <a:pt x="1260" y="1"/>
                    <a:pt x="634" y="353"/>
                    <a:pt x="349" y="1083"/>
                  </a:cubicBezTo>
                  <a:cubicBezTo>
                    <a:pt x="0" y="2071"/>
                    <a:pt x="764" y="3413"/>
                    <a:pt x="1981" y="3413"/>
                  </a:cubicBezTo>
                  <a:cubicBezTo>
                    <a:pt x="2161" y="3413"/>
                    <a:pt x="2352" y="3383"/>
                    <a:pt x="2550" y="3318"/>
                  </a:cubicBezTo>
                  <a:lnTo>
                    <a:pt x="3518" y="1250"/>
                  </a:lnTo>
                  <a:cubicBezTo>
                    <a:pt x="3273" y="428"/>
                    <a:pt x="2579" y="1"/>
                    <a:pt x="1888" y="1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15" name="Google Shape;3515;p70"/>
            <p:cNvSpPr/>
            <p:nvPr/>
          </p:nvSpPr>
          <p:spPr>
            <a:xfrm>
              <a:off x="5506668" y="3480254"/>
              <a:ext cx="302862" cy="323569"/>
            </a:xfrm>
            <a:custGeom>
              <a:rect b="b" l="l" r="r" t="t"/>
              <a:pathLst>
                <a:path extrusionOk="0" h="16110" w="15079">
                  <a:moveTo>
                    <a:pt x="6618" y="0"/>
                  </a:moveTo>
                  <a:cubicBezTo>
                    <a:pt x="6547" y="0"/>
                    <a:pt x="6476" y="19"/>
                    <a:pt x="6405" y="64"/>
                  </a:cubicBezTo>
                  <a:cubicBezTo>
                    <a:pt x="6339" y="98"/>
                    <a:pt x="6305" y="131"/>
                    <a:pt x="6272" y="164"/>
                  </a:cubicBezTo>
                  <a:cubicBezTo>
                    <a:pt x="4771" y="1132"/>
                    <a:pt x="3770" y="2466"/>
                    <a:pt x="2903" y="4034"/>
                  </a:cubicBezTo>
                  <a:cubicBezTo>
                    <a:pt x="2002" y="5668"/>
                    <a:pt x="1335" y="7436"/>
                    <a:pt x="868" y="9271"/>
                  </a:cubicBezTo>
                  <a:cubicBezTo>
                    <a:pt x="501" y="10605"/>
                    <a:pt x="234" y="11940"/>
                    <a:pt x="1" y="13307"/>
                  </a:cubicBezTo>
                  <a:cubicBezTo>
                    <a:pt x="2536" y="14341"/>
                    <a:pt x="5171" y="15175"/>
                    <a:pt x="7840" y="15709"/>
                  </a:cubicBezTo>
                  <a:cubicBezTo>
                    <a:pt x="9908" y="16109"/>
                    <a:pt x="11776" y="15976"/>
                    <a:pt x="13844" y="16043"/>
                  </a:cubicBezTo>
                  <a:cubicBezTo>
                    <a:pt x="14478" y="12707"/>
                    <a:pt x="15078" y="9171"/>
                    <a:pt x="13844" y="6035"/>
                  </a:cubicBezTo>
                  <a:cubicBezTo>
                    <a:pt x="13277" y="4568"/>
                    <a:pt x="12243" y="3267"/>
                    <a:pt x="10975" y="2299"/>
                  </a:cubicBezTo>
                  <a:cubicBezTo>
                    <a:pt x="10375" y="1799"/>
                    <a:pt x="9674" y="1399"/>
                    <a:pt x="8941" y="1098"/>
                  </a:cubicBezTo>
                  <a:cubicBezTo>
                    <a:pt x="8440" y="865"/>
                    <a:pt x="7940" y="698"/>
                    <a:pt x="7473" y="465"/>
                  </a:cubicBezTo>
                  <a:cubicBezTo>
                    <a:pt x="7204" y="330"/>
                    <a:pt x="6913" y="0"/>
                    <a:pt x="6618" y="0"/>
                  </a:cubicBezTo>
                  <a:close/>
                </a:path>
              </a:pathLst>
            </a:custGeom>
            <a:solidFill>
              <a:srgbClr val="2C6AA3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16" name="Google Shape;3516;p70"/>
            <p:cNvSpPr/>
            <p:nvPr/>
          </p:nvSpPr>
          <p:spPr>
            <a:xfrm>
              <a:off x="5725756" y="4175637"/>
              <a:ext cx="574873" cy="28822"/>
            </a:xfrm>
            <a:custGeom>
              <a:rect b="b" l="l" r="r" t="t"/>
              <a:pathLst>
                <a:path extrusionOk="0" h="1435" w="28622">
                  <a:moveTo>
                    <a:pt x="701" y="0"/>
                  </a:moveTo>
                  <a:cubicBezTo>
                    <a:pt x="301" y="0"/>
                    <a:pt x="1" y="334"/>
                    <a:pt x="1" y="734"/>
                  </a:cubicBezTo>
                  <a:cubicBezTo>
                    <a:pt x="1" y="1135"/>
                    <a:pt x="301" y="1435"/>
                    <a:pt x="701" y="1435"/>
                  </a:cubicBezTo>
                  <a:lnTo>
                    <a:pt x="27921" y="1435"/>
                  </a:lnTo>
                  <a:cubicBezTo>
                    <a:pt x="28321" y="1435"/>
                    <a:pt x="28621" y="1135"/>
                    <a:pt x="28621" y="734"/>
                  </a:cubicBezTo>
                  <a:cubicBezTo>
                    <a:pt x="28621" y="334"/>
                    <a:pt x="28321" y="0"/>
                    <a:pt x="2792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17" name="Google Shape;3517;p70"/>
            <p:cNvSpPr/>
            <p:nvPr/>
          </p:nvSpPr>
          <p:spPr>
            <a:xfrm>
              <a:off x="5820898" y="3923048"/>
              <a:ext cx="580898" cy="261989"/>
            </a:xfrm>
            <a:custGeom>
              <a:rect b="b" l="l" r="r" t="t"/>
              <a:pathLst>
                <a:path extrusionOk="0" h="13044" w="28922">
                  <a:moveTo>
                    <a:pt x="5704" y="1"/>
                  </a:moveTo>
                  <a:cubicBezTo>
                    <a:pt x="5471" y="1"/>
                    <a:pt x="5237" y="134"/>
                    <a:pt x="5137" y="368"/>
                  </a:cubicBezTo>
                  <a:lnTo>
                    <a:pt x="0" y="13043"/>
                  </a:lnTo>
                  <a:lnTo>
                    <a:pt x="23817" y="13043"/>
                  </a:lnTo>
                  <a:lnTo>
                    <a:pt x="28754" y="835"/>
                  </a:lnTo>
                  <a:cubicBezTo>
                    <a:pt x="28921" y="434"/>
                    <a:pt x="28621" y="1"/>
                    <a:pt x="2822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18" name="Google Shape;3518;p70"/>
            <p:cNvSpPr/>
            <p:nvPr/>
          </p:nvSpPr>
          <p:spPr>
            <a:xfrm>
              <a:off x="6096926" y="4030242"/>
              <a:ext cx="68349" cy="48264"/>
            </a:xfrm>
            <a:custGeom>
              <a:rect b="b" l="l" r="r" t="t"/>
              <a:pathLst>
                <a:path extrusionOk="0" fill="none" h="2403" w="3403">
                  <a:moveTo>
                    <a:pt x="3136" y="1202"/>
                  </a:moveTo>
                  <a:cubicBezTo>
                    <a:pt x="2903" y="1836"/>
                    <a:pt x="2035" y="2403"/>
                    <a:pt x="1235" y="2403"/>
                  </a:cubicBezTo>
                  <a:cubicBezTo>
                    <a:pt x="434" y="2403"/>
                    <a:pt x="1" y="1836"/>
                    <a:pt x="267" y="1202"/>
                  </a:cubicBezTo>
                  <a:cubicBezTo>
                    <a:pt x="501" y="535"/>
                    <a:pt x="1368" y="1"/>
                    <a:pt x="2169" y="1"/>
                  </a:cubicBezTo>
                  <a:cubicBezTo>
                    <a:pt x="2969" y="1"/>
                    <a:pt x="3403" y="535"/>
                    <a:pt x="3136" y="1202"/>
                  </a:cubicBezTo>
                  <a:close/>
                </a:path>
              </a:pathLst>
            </a:custGeom>
            <a:noFill/>
            <a:ln cap="flat" cmpd="sng" w="5450">
              <a:solidFill>
                <a:srgbClr val="FFFFFF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19" name="Google Shape;3519;p70"/>
            <p:cNvSpPr/>
            <p:nvPr/>
          </p:nvSpPr>
          <p:spPr>
            <a:xfrm>
              <a:off x="6008070" y="3322567"/>
              <a:ext cx="43323" cy="12272"/>
            </a:xfrm>
            <a:custGeom>
              <a:rect b="b" l="l" r="r" t="t"/>
              <a:pathLst>
                <a:path extrusionOk="0" h="611" w="2157">
                  <a:moveTo>
                    <a:pt x="2059" y="1"/>
                  </a:moveTo>
                  <a:cubicBezTo>
                    <a:pt x="2047" y="1"/>
                    <a:pt x="2035" y="4"/>
                    <a:pt x="2023" y="10"/>
                  </a:cubicBezTo>
                  <a:cubicBezTo>
                    <a:pt x="1856" y="43"/>
                    <a:pt x="1756" y="177"/>
                    <a:pt x="1623" y="243"/>
                  </a:cubicBezTo>
                  <a:cubicBezTo>
                    <a:pt x="1489" y="310"/>
                    <a:pt x="1322" y="343"/>
                    <a:pt x="1156" y="343"/>
                  </a:cubicBezTo>
                  <a:cubicBezTo>
                    <a:pt x="789" y="343"/>
                    <a:pt x="455" y="210"/>
                    <a:pt x="121" y="43"/>
                  </a:cubicBezTo>
                  <a:cubicBezTo>
                    <a:pt x="115" y="37"/>
                    <a:pt x="107" y="34"/>
                    <a:pt x="98" y="34"/>
                  </a:cubicBezTo>
                  <a:cubicBezTo>
                    <a:pt x="57" y="34"/>
                    <a:pt x="0" y="89"/>
                    <a:pt x="55" y="143"/>
                  </a:cubicBezTo>
                  <a:cubicBezTo>
                    <a:pt x="388" y="377"/>
                    <a:pt x="755" y="577"/>
                    <a:pt x="1189" y="610"/>
                  </a:cubicBezTo>
                  <a:cubicBezTo>
                    <a:pt x="1356" y="610"/>
                    <a:pt x="1556" y="577"/>
                    <a:pt x="1723" y="510"/>
                  </a:cubicBezTo>
                  <a:cubicBezTo>
                    <a:pt x="1889" y="443"/>
                    <a:pt x="2123" y="310"/>
                    <a:pt x="2156" y="110"/>
                  </a:cubicBezTo>
                  <a:cubicBezTo>
                    <a:pt x="2156" y="55"/>
                    <a:pt x="2112" y="1"/>
                    <a:pt x="205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20" name="Google Shape;3520;p70"/>
            <p:cNvSpPr/>
            <p:nvPr/>
          </p:nvSpPr>
          <p:spPr>
            <a:xfrm>
              <a:off x="6500253" y="2859407"/>
              <a:ext cx="199022" cy="209145"/>
            </a:xfrm>
            <a:custGeom>
              <a:rect b="b" l="l" r="r" t="t"/>
              <a:pathLst>
                <a:path extrusionOk="0" h="10413" w="9909">
                  <a:moveTo>
                    <a:pt x="9539" y="0"/>
                  </a:moveTo>
                  <a:cubicBezTo>
                    <a:pt x="9447" y="0"/>
                    <a:pt x="9350" y="45"/>
                    <a:pt x="9274" y="153"/>
                  </a:cubicBezTo>
                  <a:lnTo>
                    <a:pt x="9274" y="120"/>
                  </a:lnTo>
                  <a:cubicBezTo>
                    <a:pt x="8473" y="1254"/>
                    <a:pt x="8006" y="2622"/>
                    <a:pt x="7439" y="3823"/>
                  </a:cubicBezTo>
                  <a:cubicBezTo>
                    <a:pt x="6839" y="5124"/>
                    <a:pt x="6272" y="6391"/>
                    <a:pt x="5671" y="7692"/>
                  </a:cubicBezTo>
                  <a:cubicBezTo>
                    <a:pt x="5538" y="7959"/>
                    <a:pt x="5371" y="8259"/>
                    <a:pt x="5238" y="8559"/>
                  </a:cubicBezTo>
                  <a:cubicBezTo>
                    <a:pt x="5171" y="8759"/>
                    <a:pt x="5071" y="8926"/>
                    <a:pt x="5004" y="9093"/>
                  </a:cubicBezTo>
                  <a:cubicBezTo>
                    <a:pt x="4971" y="9160"/>
                    <a:pt x="4837" y="9460"/>
                    <a:pt x="4837" y="9460"/>
                  </a:cubicBezTo>
                  <a:cubicBezTo>
                    <a:pt x="4835" y="9461"/>
                    <a:pt x="4832" y="9462"/>
                    <a:pt x="4829" y="9462"/>
                  </a:cubicBezTo>
                  <a:cubicBezTo>
                    <a:pt x="4737" y="9462"/>
                    <a:pt x="4267" y="9023"/>
                    <a:pt x="4170" y="8926"/>
                  </a:cubicBezTo>
                  <a:cubicBezTo>
                    <a:pt x="3937" y="8726"/>
                    <a:pt x="3703" y="8559"/>
                    <a:pt x="3470" y="8359"/>
                  </a:cubicBezTo>
                  <a:cubicBezTo>
                    <a:pt x="2969" y="7892"/>
                    <a:pt x="2469" y="7425"/>
                    <a:pt x="1969" y="6925"/>
                  </a:cubicBezTo>
                  <a:cubicBezTo>
                    <a:pt x="1535" y="6491"/>
                    <a:pt x="1101" y="5991"/>
                    <a:pt x="601" y="5624"/>
                  </a:cubicBezTo>
                  <a:cubicBezTo>
                    <a:pt x="555" y="5591"/>
                    <a:pt x="502" y="5576"/>
                    <a:pt x="448" y="5576"/>
                  </a:cubicBezTo>
                  <a:cubicBezTo>
                    <a:pt x="231" y="5576"/>
                    <a:pt x="0" y="5817"/>
                    <a:pt x="134" y="6058"/>
                  </a:cubicBezTo>
                  <a:cubicBezTo>
                    <a:pt x="501" y="6691"/>
                    <a:pt x="1068" y="7225"/>
                    <a:pt x="1602" y="7759"/>
                  </a:cubicBezTo>
                  <a:cubicBezTo>
                    <a:pt x="2069" y="8259"/>
                    <a:pt x="2602" y="8726"/>
                    <a:pt x="3103" y="9193"/>
                  </a:cubicBezTo>
                  <a:cubicBezTo>
                    <a:pt x="3570" y="9593"/>
                    <a:pt x="4137" y="10294"/>
                    <a:pt x="4737" y="10394"/>
                  </a:cubicBezTo>
                  <a:cubicBezTo>
                    <a:pt x="4799" y="10406"/>
                    <a:pt x="4856" y="10412"/>
                    <a:pt x="4911" y="10412"/>
                  </a:cubicBezTo>
                  <a:cubicBezTo>
                    <a:pt x="5447" y="10412"/>
                    <a:pt x="5659" y="9851"/>
                    <a:pt x="5871" y="9427"/>
                  </a:cubicBezTo>
                  <a:cubicBezTo>
                    <a:pt x="6572" y="7926"/>
                    <a:pt x="7239" y="6458"/>
                    <a:pt x="7940" y="4957"/>
                  </a:cubicBezTo>
                  <a:cubicBezTo>
                    <a:pt x="8273" y="4223"/>
                    <a:pt x="8607" y="3522"/>
                    <a:pt x="8907" y="2822"/>
                  </a:cubicBezTo>
                  <a:cubicBezTo>
                    <a:pt x="9274" y="2055"/>
                    <a:pt x="9641" y="1254"/>
                    <a:pt x="9841" y="420"/>
                  </a:cubicBezTo>
                  <a:cubicBezTo>
                    <a:pt x="9908" y="195"/>
                    <a:pt x="9733" y="0"/>
                    <a:pt x="9539" y="0"/>
                  </a:cubicBezTo>
                  <a:close/>
                </a:path>
              </a:pathLst>
            </a:custGeom>
            <a:solidFill>
              <a:srgbClr val="2C6AA3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21" name="Google Shape;3521;p70"/>
            <p:cNvSpPr/>
            <p:nvPr/>
          </p:nvSpPr>
          <p:spPr>
            <a:xfrm>
              <a:off x="5892582" y="3261107"/>
              <a:ext cx="19442" cy="28701"/>
            </a:xfrm>
            <a:custGeom>
              <a:rect b="b" l="l" r="r" t="t"/>
              <a:pathLst>
                <a:path extrusionOk="0" h="1429" w="968">
                  <a:moveTo>
                    <a:pt x="67" y="1"/>
                  </a:moveTo>
                  <a:cubicBezTo>
                    <a:pt x="34" y="1"/>
                    <a:pt x="1" y="68"/>
                    <a:pt x="67" y="101"/>
                  </a:cubicBezTo>
                  <a:cubicBezTo>
                    <a:pt x="334" y="134"/>
                    <a:pt x="534" y="301"/>
                    <a:pt x="634" y="568"/>
                  </a:cubicBezTo>
                  <a:cubicBezTo>
                    <a:pt x="734" y="801"/>
                    <a:pt x="634" y="1102"/>
                    <a:pt x="501" y="1302"/>
                  </a:cubicBezTo>
                  <a:cubicBezTo>
                    <a:pt x="453" y="1374"/>
                    <a:pt x="509" y="1429"/>
                    <a:pt x="569" y="1429"/>
                  </a:cubicBezTo>
                  <a:cubicBezTo>
                    <a:pt x="592" y="1429"/>
                    <a:pt x="616" y="1421"/>
                    <a:pt x="634" y="1402"/>
                  </a:cubicBezTo>
                  <a:cubicBezTo>
                    <a:pt x="901" y="1168"/>
                    <a:pt x="968" y="801"/>
                    <a:pt x="835" y="468"/>
                  </a:cubicBezTo>
                  <a:cubicBezTo>
                    <a:pt x="701" y="201"/>
                    <a:pt x="368" y="1"/>
                    <a:pt x="67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22" name="Google Shape;3522;p70"/>
            <p:cNvSpPr/>
            <p:nvPr/>
          </p:nvSpPr>
          <p:spPr>
            <a:xfrm>
              <a:off x="6518350" y="2997993"/>
              <a:ext cx="80420" cy="72206"/>
            </a:xfrm>
            <a:custGeom>
              <a:rect b="b" l="l" r="r" t="t"/>
              <a:pathLst>
                <a:path extrusionOk="0" h="3595" w="4004">
                  <a:moveTo>
                    <a:pt x="3493" y="1"/>
                  </a:moveTo>
                  <a:cubicBezTo>
                    <a:pt x="3260" y="1"/>
                    <a:pt x="3069" y="191"/>
                    <a:pt x="2902" y="358"/>
                  </a:cubicBezTo>
                  <a:cubicBezTo>
                    <a:pt x="2102" y="1092"/>
                    <a:pt x="1068" y="1559"/>
                    <a:pt x="0" y="1659"/>
                  </a:cubicBezTo>
                  <a:lnTo>
                    <a:pt x="667" y="3594"/>
                  </a:lnTo>
                  <a:cubicBezTo>
                    <a:pt x="1701" y="2894"/>
                    <a:pt x="2735" y="2193"/>
                    <a:pt x="3569" y="1259"/>
                  </a:cubicBezTo>
                  <a:cubicBezTo>
                    <a:pt x="3736" y="1059"/>
                    <a:pt x="3903" y="859"/>
                    <a:pt x="3936" y="625"/>
                  </a:cubicBezTo>
                  <a:cubicBezTo>
                    <a:pt x="4003" y="358"/>
                    <a:pt x="3870" y="58"/>
                    <a:pt x="3636" y="25"/>
                  </a:cubicBezTo>
                  <a:cubicBezTo>
                    <a:pt x="3587" y="8"/>
                    <a:pt x="3539" y="1"/>
                    <a:pt x="3493" y="1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23" name="Google Shape;3523;p70"/>
            <p:cNvSpPr/>
            <p:nvPr/>
          </p:nvSpPr>
          <p:spPr>
            <a:xfrm>
              <a:off x="5958239" y="3382380"/>
              <a:ext cx="49610" cy="8054"/>
            </a:xfrm>
            <a:custGeom>
              <a:rect b="b" l="l" r="r" t="t"/>
              <a:pathLst>
                <a:path extrusionOk="0" h="401" w="2470">
                  <a:moveTo>
                    <a:pt x="234" y="1"/>
                  </a:moveTo>
                  <a:cubicBezTo>
                    <a:pt x="67" y="1"/>
                    <a:pt x="1" y="267"/>
                    <a:pt x="167" y="301"/>
                  </a:cubicBezTo>
                  <a:cubicBezTo>
                    <a:pt x="568" y="367"/>
                    <a:pt x="935" y="401"/>
                    <a:pt x="1302" y="401"/>
                  </a:cubicBezTo>
                  <a:cubicBezTo>
                    <a:pt x="1502" y="401"/>
                    <a:pt x="1702" y="367"/>
                    <a:pt x="1869" y="367"/>
                  </a:cubicBezTo>
                  <a:cubicBezTo>
                    <a:pt x="2035" y="367"/>
                    <a:pt x="2302" y="367"/>
                    <a:pt x="2402" y="234"/>
                  </a:cubicBezTo>
                  <a:cubicBezTo>
                    <a:pt x="2469" y="167"/>
                    <a:pt x="2469" y="101"/>
                    <a:pt x="2402" y="34"/>
                  </a:cubicBezTo>
                  <a:lnTo>
                    <a:pt x="2402" y="67"/>
                  </a:lnTo>
                  <a:cubicBezTo>
                    <a:pt x="2345" y="24"/>
                    <a:pt x="2270" y="12"/>
                    <a:pt x="2189" y="12"/>
                  </a:cubicBezTo>
                  <a:cubicBezTo>
                    <a:pt x="2081" y="12"/>
                    <a:pt x="1964" y="34"/>
                    <a:pt x="1869" y="34"/>
                  </a:cubicBezTo>
                  <a:cubicBezTo>
                    <a:pt x="1702" y="34"/>
                    <a:pt x="1502" y="67"/>
                    <a:pt x="1302" y="67"/>
                  </a:cubicBezTo>
                  <a:cubicBezTo>
                    <a:pt x="935" y="67"/>
                    <a:pt x="601" y="34"/>
                    <a:pt x="234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24" name="Google Shape;3524;p70"/>
            <p:cNvSpPr/>
            <p:nvPr/>
          </p:nvSpPr>
          <p:spPr>
            <a:xfrm>
              <a:off x="5766629" y="4674327"/>
              <a:ext cx="46919" cy="23439"/>
            </a:xfrm>
            <a:custGeom>
              <a:rect b="b" l="l" r="r" t="t"/>
              <a:pathLst>
                <a:path extrusionOk="0" h="1167" w="2336">
                  <a:moveTo>
                    <a:pt x="307" y="1"/>
                  </a:moveTo>
                  <a:cubicBezTo>
                    <a:pt x="197" y="1"/>
                    <a:pt x="85" y="79"/>
                    <a:pt x="34" y="156"/>
                  </a:cubicBezTo>
                  <a:cubicBezTo>
                    <a:pt x="0" y="289"/>
                    <a:pt x="0" y="423"/>
                    <a:pt x="101" y="523"/>
                  </a:cubicBezTo>
                  <a:cubicBezTo>
                    <a:pt x="234" y="656"/>
                    <a:pt x="367" y="756"/>
                    <a:pt x="501" y="857"/>
                  </a:cubicBezTo>
                  <a:cubicBezTo>
                    <a:pt x="634" y="957"/>
                    <a:pt x="834" y="1023"/>
                    <a:pt x="1001" y="1057"/>
                  </a:cubicBezTo>
                  <a:cubicBezTo>
                    <a:pt x="1202" y="1111"/>
                    <a:pt x="1423" y="1166"/>
                    <a:pt x="1637" y="1166"/>
                  </a:cubicBezTo>
                  <a:cubicBezTo>
                    <a:pt x="1813" y="1166"/>
                    <a:pt x="1984" y="1129"/>
                    <a:pt x="2135" y="1023"/>
                  </a:cubicBezTo>
                  <a:cubicBezTo>
                    <a:pt x="2269" y="957"/>
                    <a:pt x="2335" y="790"/>
                    <a:pt x="2335" y="656"/>
                  </a:cubicBezTo>
                  <a:cubicBezTo>
                    <a:pt x="2302" y="490"/>
                    <a:pt x="2202" y="390"/>
                    <a:pt x="2069" y="323"/>
                  </a:cubicBezTo>
                  <a:cubicBezTo>
                    <a:pt x="1969" y="289"/>
                    <a:pt x="1868" y="256"/>
                    <a:pt x="1768" y="256"/>
                  </a:cubicBezTo>
                  <a:lnTo>
                    <a:pt x="1201" y="256"/>
                  </a:lnTo>
                  <a:cubicBezTo>
                    <a:pt x="1068" y="223"/>
                    <a:pt x="934" y="189"/>
                    <a:pt x="801" y="156"/>
                  </a:cubicBezTo>
                  <a:cubicBezTo>
                    <a:pt x="668" y="123"/>
                    <a:pt x="534" y="56"/>
                    <a:pt x="401" y="23"/>
                  </a:cubicBezTo>
                  <a:cubicBezTo>
                    <a:pt x="371" y="8"/>
                    <a:pt x="339" y="1"/>
                    <a:pt x="307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25" name="Google Shape;3525;p70"/>
            <p:cNvSpPr/>
            <p:nvPr/>
          </p:nvSpPr>
          <p:spPr>
            <a:xfrm>
              <a:off x="5778017" y="4641107"/>
              <a:ext cx="40210" cy="18940"/>
            </a:xfrm>
            <a:custGeom>
              <a:rect b="b" l="l" r="r" t="t"/>
              <a:pathLst>
                <a:path extrusionOk="0" h="943" w="2002">
                  <a:moveTo>
                    <a:pt x="1452" y="0"/>
                  </a:moveTo>
                  <a:cubicBezTo>
                    <a:pt x="1377" y="0"/>
                    <a:pt x="1301" y="9"/>
                    <a:pt x="1235" y="9"/>
                  </a:cubicBezTo>
                  <a:lnTo>
                    <a:pt x="935" y="9"/>
                  </a:lnTo>
                  <a:cubicBezTo>
                    <a:pt x="801" y="9"/>
                    <a:pt x="701" y="9"/>
                    <a:pt x="601" y="42"/>
                  </a:cubicBezTo>
                  <a:lnTo>
                    <a:pt x="367" y="42"/>
                  </a:lnTo>
                  <a:cubicBezTo>
                    <a:pt x="334" y="42"/>
                    <a:pt x="267" y="75"/>
                    <a:pt x="234" y="109"/>
                  </a:cubicBezTo>
                  <a:cubicBezTo>
                    <a:pt x="101" y="142"/>
                    <a:pt x="34" y="209"/>
                    <a:pt x="1" y="342"/>
                  </a:cubicBezTo>
                  <a:cubicBezTo>
                    <a:pt x="1" y="476"/>
                    <a:pt x="67" y="576"/>
                    <a:pt x="167" y="643"/>
                  </a:cubicBezTo>
                  <a:cubicBezTo>
                    <a:pt x="234" y="676"/>
                    <a:pt x="301" y="709"/>
                    <a:pt x="367" y="743"/>
                  </a:cubicBezTo>
                  <a:cubicBezTo>
                    <a:pt x="401" y="743"/>
                    <a:pt x="468" y="776"/>
                    <a:pt x="534" y="776"/>
                  </a:cubicBezTo>
                  <a:lnTo>
                    <a:pt x="834" y="843"/>
                  </a:lnTo>
                  <a:lnTo>
                    <a:pt x="1135" y="909"/>
                  </a:lnTo>
                  <a:cubicBezTo>
                    <a:pt x="1168" y="909"/>
                    <a:pt x="1235" y="909"/>
                    <a:pt x="1268" y="943"/>
                  </a:cubicBezTo>
                  <a:lnTo>
                    <a:pt x="1668" y="943"/>
                  </a:lnTo>
                  <a:lnTo>
                    <a:pt x="1768" y="876"/>
                  </a:lnTo>
                  <a:cubicBezTo>
                    <a:pt x="1835" y="843"/>
                    <a:pt x="1869" y="809"/>
                    <a:pt x="1902" y="776"/>
                  </a:cubicBezTo>
                  <a:cubicBezTo>
                    <a:pt x="1969" y="676"/>
                    <a:pt x="2002" y="576"/>
                    <a:pt x="2002" y="476"/>
                  </a:cubicBezTo>
                  <a:cubicBezTo>
                    <a:pt x="2002" y="276"/>
                    <a:pt x="1869" y="109"/>
                    <a:pt x="1668" y="9"/>
                  </a:cubicBezTo>
                  <a:lnTo>
                    <a:pt x="1668" y="42"/>
                  </a:lnTo>
                  <a:cubicBezTo>
                    <a:pt x="1602" y="9"/>
                    <a:pt x="1527" y="0"/>
                    <a:pt x="1452" y="0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26" name="Google Shape;3526;p70"/>
            <p:cNvSpPr/>
            <p:nvPr/>
          </p:nvSpPr>
          <p:spPr>
            <a:xfrm>
              <a:off x="5789405" y="4599973"/>
              <a:ext cx="45573" cy="28581"/>
            </a:xfrm>
            <a:custGeom>
              <a:rect b="b" l="l" r="r" t="t"/>
              <a:pathLst>
                <a:path extrusionOk="0" h="1423" w="2269">
                  <a:moveTo>
                    <a:pt x="307" y="0"/>
                  </a:moveTo>
                  <a:cubicBezTo>
                    <a:pt x="199" y="0"/>
                    <a:pt x="93" y="78"/>
                    <a:pt x="67" y="155"/>
                  </a:cubicBezTo>
                  <a:cubicBezTo>
                    <a:pt x="1" y="289"/>
                    <a:pt x="67" y="456"/>
                    <a:pt x="167" y="522"/>
                  </a:cubicBezTo>
                  <a:cubicBezTo>
                    <a:pt x="434" y="689"/>
                    <a:pt x="701" y="823"/>
                    <a:pt x="968" y="989"/>
                  </a:cubicBezTo>
                  <a:cubicBezTo>
                    <a:pt x="1101" y="1089"/>
                    <a:pt x="1235" y="1189"/>
                    <a:pt x="1368" y="1256"/>
                  </a:cubicBezTo>
                  <a:cubicBezTo>
                    <a:pt x="1468" y="1356"/>
                    <a:pt x="1602" y="1423"/>
                    <a:pt x="1735" y="1423"/>
                  </a:cubicBezTo>
                  <a:cubicBezTo>
                    <a:pt x="1935" y="1423"/>
                    <a:pt x="2102" y="1323"/>
                    <a:pt x="2202" y="1156"/>
                  </a:cubicBezTo>
                  <a:cubicBezTo>
                    <a:pt x="2269" y="956"/>
                    <a:pt x="2236" y="756"/>
                    <a:pt x="2069" y="622"/>
                  </a:cubicBezTo>
                  <a:cubicBezTo>
                    <a:pt x="1969" y="522"/>
                    <a:pt x="1835" y="489"/>
                    <a:pt x="1702" y="456"/>
                  </a:cubicBezTo>
                  <a:cubicBezTo>
                    <a:pt x="1568" y="389"/>
                    <a:pt x="1402" y="356"/>
                    <a:pt x="1268" y="322"/>
                  </a:cubicBezTo>
                  <a:cubicBezTo>
                    <a:pt x="968" y="222"/>
                    <a:pt x="668" y="122"/>
                    <a:pt x="401" y="22"/>
                  </a:cubicBezTo>
                  <a:cubicBezTo>
                    <a:pt x="371" y="7"/>
                    <a:pt x="339" y="0"/>
                    <a:pt x="307" y="0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27" name="Google Shape;3527;p70"/>
            <p:cNvSpPr/>
            <p:nvPr/>
          </p:nvSpPr>
          <p:spPr>
            <a:xfrm>
              <a:off x="6182006" y="4507240"/>
              <a:ext cx="32196" cy="43464"/>
            </a:xfrm>
            <a:custGeom>
              <a:rect b="b" l="l" r="r" t="t"/>
              <a:pathLst>
                <a:path extrusionOk="0" h="2164" w="1603">
                  <a:moveTo>
                    <a:pt x="1326" y="1"/>
                  </a:moveTo>
                  <a:cubicBezTo>
                    <a:pt x="1281" y="1"/>
                    <a:pt x="1237" y="12"/>
                    <a:pt x="1202" y="36"/>
                  </a:cubicBezTo>
                  <a:cubicBezTo>
                    <a:pt x="1068" y="136"/>
                    <a:pt x="902" y="269"/>
                    <a:pt x="801" y="369"/>
                  </a:cubicBezTo>
                  <a:cubicBezTo>
                    <a:pt x="668" y="536"/>
                    <a:pt x="535" y="669"/>
                    <a:pt x="435" y="836"/>
                  </a:cubicBezTo>
                  <a:cubicBezTo>
                    <a:pt x="334" y="970"/>
                    <a:pt x="268" y="1136"/>
                    <a:pt x="168" y="1270"/>
                  </a:cubicBezTo>
                  <a:cubicBezTo>
                    <a:pt x="134" y="1370"/>
                    <a:pt x="68" y="1470"/>
                    <a:pt x="68" y="1570"/>
                  </a:cubicBezTo>
                  <a:cubicBezTo>
                    <a:pt x="34" y="1603"/>
                    <a:pt x="34" y="1637"/>
                    <a:pt x="34" y="1704"/>
                  </a:cubicBezTo>
                  <a:cubicBezTo>
                    <a:pt x="1" y="1770"/>
                    <a:pt x="1" y="1870"/>
                    <a:pt x="34" y="1937"/>
                  </a:cubicBezTo>
                  <a:cubicBezTo>
                    <a:pt x="76" y="2082"/>
                    <a:pt x="208" y="2163"/>
                    <a:pt x="342" y="2163"/>
                  </a:cubicBezTo>
                  <a:cubicBezTo>
                    <a:pt x="423" y="2163"/>
                    <a:pt x="505" y="2133"/>
                    <a:pt x="568" y="2070"/>
                  </a:cubicBezTo>
                  <a:cubicBezTo>
                    <a:pt x="601" y="2037"/>
                    <a:pt x="668" y="2004"/>
                    <a:pt x="668" y="1937"/>
                  </a:cubicBezTo>
                  <a:lnTo>
                    <a:pt x="701" y="1904"/>
                  </a:lnTo>
                  <a:cubicBezTo>
                    <a:pt x="701" y="1904"/>
                    <a:pt x="701" y="1870"/>
                    <a:pt x="701" y="1837"/>
                  </a:cubicBezTo>
                  <a:cubicBezTo>
                    <a:pt x="768" y="1737"/>
                    <a:pt x="801" y="1637"/>
                    <a:pt x="835" y="1570"/>
                  </a:cubicBezTo>
                  <a:cubicBezTo>
                    <a:pt x="835" y="1503"/>
                    <a:pt x="835" y="1470"/>
                    <a:pt x="868" y="1437"/>
                  </a:cubicBezTo>
                  <a:cubicBezTo>
                    <a:pt x="868" y="1437"/>
                    <a:pt x="868" y="1403"/>
                    <a:pt x="902" y="1403"/>
                  </a:cubicBezTo>
                  <a:cubicBezTo>
                    <a:pt x="935" y="1303"/>
                    <a:pt x="968" y="1237"/>
                    <a:pt x="1002" y="1170"/>
                  </a:cubicBezTo>
                  <a:cubicBezTo>
                    <a:pt x="1068" y="1036"/>
                    <a:pt x="1168" y="903"/>
                    <a:pt x="1235" y="770"/>
                  </a:cubicBezTo>
                  <a:cubicBezTo>
                    <a:pt x="1302" y="703"/>
                    <a:pt x="1335" y="636"/>
                    <a:pt x="1369" y="569"/>
                  </a:cubicBezTo>
                  <a:cubicBezTo>
                    <a:pt x="1402" y="569"/>
                    <a:pt x="1435" y="536"/>
                    <a:pt x="1435" y="503"/>
                  </a:cubicBezTo>
                  <a:lnTo>
                    <a:pt x="1469" y="469"/>
                  </a:lnTo>
                  <a:lnTo>
                    <a:pt x="1502" y="403"/>
                  </a:lnTo>
                  <a:cubicBezTo>
                    <a:pt x="1602" y="303"/>
                    <a:pt x="1602" y="202"/>
                    <a:pt x="1535" y="102"/>
                  </a:cubicBezTo>
                  <a:cubicBezTo>
                    <a:pt x="1492" y="38"/>
                    <a:pt x="1407" y="1"/>
                    <a:pt x="1326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28" name="Google Shape;3528;p70"/>
            <p:cNvSpPr/>
            <p:nvPr/>
          </p:nvSpPr>
          <p:spPr>
            <a:xfrm>
              <a:off x="6221534" y="4523589"/>
              <a:ext cx="28842" cy="40752"/>
            </a:xfrm>
            <a:custGeom>
              <a:rect b="b" l="l" r="r" t="t"/>
              <a:pathLst>
                <a:path extrusionOk="0" h="2029" w="1436">
                  <a:moveTo>
                    <a:pt x="1027" y="0"/>
                  </a:moveTo>
                  <a:cubicBezTo>
                    <a:pt x="969" y="0"/>
                    <a:pt x="907" y="17"/>
                    <a:pt x="868" y="56"/>
                  </a:cubicBezTo>
                  <a:cubicBezTo>
                    <a:pt x="802" y="89"/>
                    <a:pt x="701" y="156"/>
                    <a:pt x="668" y="189"/>
                  </a:cubicBezTo>
                  <a:cubicBezTo>
                    <a:pt x="601" y="256"/>
                    <a:pt x="535" y="322"/>
                    <a:pt x="468" y="389"/>
                  </a:cubicBezTo>
                  <a:cubicBezTo>
                    <a:pt x="401" y="489"/>
                    <a:pt x="335" y="623"/>
                    <a:pt x="268" y="723"/>
                  </a:cubicBezTo>
                  <a:cubicBezTo>
                    <a:pt x="201" y="856"/>
                    <a:pt x="134" y="990"/>
                    <a:pt x="101" y="1123"/>
                  </a:cubicBezTo>
                  <a:cubicBezTo>
                    <a:pt x="68" y="1190"/>
                    <a:pt x="34" y="1256"/>
                    <a:pt x="34" y="1323"/>
                  </a:cubicBezTo>
                  <a:cubicBezTo>
                    <a:pt x="1" y="1390"/>
                    <a:pt x="1" y="1523"/>
                    <a:pt x="1" y="1590"/>
                  </a:cubicBezTo>
                  <a:cubicBezTo>
                    <a:pt x="1" y="1824"/>
                    <a:pt x="168" y="2024"/>
                    <a:pt x="368" y="2024"/>
                  </a:cubicBezTo>
                  <a:cubicBezTo>
                    <a:pt x="392" y="2027"/>
                    <a:pt x="416" y="2029"/>
                    <a:pt x="439" y="2029"/>
                  </a:cubicBezTo>
                  <a:cubicBezTo>
                    <a:pt x="641" y="2029"/>
                    <a:pt x="808" y="1903"/>
                    <a:pt x="868" y="1723"/>
                  </a:cubicBezTo>
                  <a:cubicBezTo>
                    <a:pt x="868" y="1657"/>
                    <a:pt x="902" y="1590"/>
                    <a:pt x="902" y="1557"/>
                  </a:cubicBezTo>
                  <a:cubicBezTo>
                    <a:pt x="935" y="1490"/>
                    <a:pt x="935" y="1423"/>
                    <a:pt x="935" y="1357"/>
                  </a:cubicBezTo>
                  <a:cubicBezTo>
                    <a:pt x="968" y="1256"/>
                    <a:pt x="1002" y="1156"/>
                    <a:pt x="1035" y="1090"/>
                  </a:cubicBezTo>
                  <a:cubicBezTo>
                    <a:pt x="1102" y="990"/>
                    <a:pt x="1135" y="890"/>
                    <a:pt x="1168" y="823"/>
                  </a:cubicBezTo>
                  <a:cubicBezTo>
                    <a:pt x="1235" y="723"/>
                    <a:pt x="1302" y="623"/>
                    <a:pt x="1335" y="523"/>
                  </a:cubicBezTo>
                  <a:cubicBezTo>
                    <a:pt x="1435" y="389"/>
                    <a:pt x="1402" y="189"/>
                    <a:pt x="1302" y="89"/>
                  </a:cubicBezTo>
                  <a:cubicBezTo>
                    <a:pt x="1235" y="56"/>
                    <a:pt x="1202" y="22"/>
                    <a:pt x="1135" y="22"/>
                  </a:cubicBezTo>
                  <a:cubicBezTo>
                    <a:pt x="1107" y="8"/>
                    <a:pt x="1068" y="0"/>
                    <a:pt x="1027" y="0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29" name="Google Shape;3529;p70"/>
            <p:cNvSpPr/>
            <p:nvPr/>
          </p:nvSpPr>
          <p:spPr>
            <a:xfrm>
              <a:off x="5736220" y="3680763"/>
              <a:ext cx="42620" cy="124346"/>
            </a:xfrm>
            <a:custGeom>
              <a:rect b="b" l="l" r="r" t="t"/>
              <a:pathLst>
                <a:path extrusionOk="0" h="6191" w="2122">
                  <a:moveTo>
                    <a:pt x="1849" y="1"/>
                  </a:moveTo>
                  <a:cubicBezTo>
                    <a:pt x="1760" y="1"/>
                    <a:pt x="1675" y="49"/>
                    <a:pt x="1648" y="155"/>
                  </a:cubicBezTo>
                  <a:cubicBezTo>
                    <a:pt x="1448" y="1123"/>
                    <a:pt x="1248" y="2090"/>
                    <a:pt x="1047" y="3091"/>
                  </a:cubicBezTo>
                  <a:cubicBezTo>
                    <a:pt x="947" y="3558"/>
                    <a:pt x="847" y="4058"/>
                    <a:pt x="747" y="4525"/>
                  </a:cubicBezTo>
                  <a:lnTo>
                    <a:pt x="614" y="5226"/>
                  </a:lnTo>
                  <a:cubicBezTo>
                    <a:pt x="584" y="5315"/>
                    <a:pt x="527" y="5885"/>
                    <a:pt x="349" y="5885"/>
                  </a:cubicBezTo>
                  <a:cubicBezTo>
                    <a:pt x="328" y="5885"/>
                    <a:pt x="305" y="5877"/>
                    <a:pt x="280" y="5859"/>
                  </a:cubicBezTo>
                  <a:cubicBezTo>
                    <a:pt x="255" y="5844"/>
                    <a:pt x="230" y="5837"/>
                    <a:pt x="207" y="5837"/>
                  </a:cubicBezTo>
                  <a:cubicBezTo>
                    <a:pt x="79" y="5837"/>
                    <a:pt x="0" y="6042"/>
                    <a:pt x="113" y="6126"/>
                  </a:cubicBezTo>
                  <a:cubicBezTo>
                    <a:pt x="195" y="6171"/>
                    <a:pt x="272" y="6191"/>
                    <a:pt x="344" y="6191"/>
                  </a:cubicBezTo>
                  <a:cubicBezTo>
                    <a:pt x="591" y="6191"/>
                    <a:pt x="770" y="5952"/>
                    <a:pt x="847" y="5693"/>
                  </a:cubicBezTo>
                  <a:cubicBezTo>
                    <a:pt x="1014" y="5126"/>
                    <a:pt x="1114" y="4492"/>
                    <a:pt x="1248" y="3891"/>
                  </a:cubicBezTo>
                  <a:cubicBezTo>
                    <a:pt x="1548" y="2690"/>
                    <a:pt x="1815" y="1490"/>
                    <a:pt x="2082" y="289"/>
                  </a:cubicBezTo>
                  <a:cubicBezTo>
                    <a:pt x="2122" y="109"/>
                    <a:pt x="1981" y="1"/>
                    <a:pt x="184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30" name="Google Shape;3530;p70"/>
            <p:cNvSpPr/>
            <p:nvPr/>
          </p:nvSpPr>
          <p:spPr>
            <a:xfrm>
              <a:off x="6128420" y="3659754"/>
              <a:ext cx="31092" cy="23901"/>
            </a:xfrm>
            <a:custGeom>
              <a:rect b="b" l="l" r="r" t="t"/>
              <a:pathLst>
                <a:path extrusionOk="0" h="1190" w="1548">
                  <a:moveTo>
                    <a:pt x="267" y="0"/>
                  </a:moveTo>
                  <a:cubicBezTo>
                    <a:pt x="200" y="0"/>
                    <a:pt x="100" y="34"/>
                    <a:pt x="67" y="100"/>
                  </a:cubicBezTo>
                  <a:cubicBezTo>
                    <a:pt x="0" y="167"/>
                    <a:pt x="0" y="234"/>
                    <a:pt x="0" y="334"/>
                  </a:cubicBezTo>
                  <a:cubicBezTo>
                    <a:pt x="34" y="501"/>
                    <a:pt x="200" y="601"/>
                    <a:pt x="334" y="701"/>
                  </a:cubicBezTo>
                  <a:cubicBezTo>
                    <a:pt x="434" y="734"/>
                    <a:pt x="534" y="801"/>
                    <a:pt x="634" y="868"/>
                  </a:cubicBezTo>
                  <a:cubicBezTo>
                    <a:pt x="768" y="934"/>
                    <a:pt x="868" y="968"/>
                    <a:pt x="968" y="1034"/>
                  </a:cubicBezTo>
                  <a:cubicBezTo>
                    <a:pt x="1034" y="1034"/>
                    <a:pt x="1068" y="1068"/>
                    <a:pt x="1101" y="1068"/>
                  </a:cubicBezTo>
                  <a:cubicBezTo>
                    <a:pt x="1168" y="1101"/>
                    <a:pt x="1201" y="1135"/>
                    <a:pt x="1268" y="1168"/>
                  </a:cubicBezTo>
                  <a:cubicBezTo>
                    <a:pt x="1293" y="1183"/>
                    <a:pt x="1318" y="1190"/>
                    <a:pt x="1341" y="1190"/>
                  </a:cubicBezTo>
                  <a:cubicBezTo>
                    <a:pt x="1469" y="1190"/>
                    <a:pt x="1548" y="986"/>
                    <a:pt x="1435" y="901"/>
                  </a:cubicBezTo>
                  <a:cubicBezTo>
                    <a:pt x="1368" y="868"/>
                    <a:pt x="1335" y="868"/>
                    <a:pt x="1301" y="801"/>
                  </a:cubicBezTo>
                  <a:cubicBezTo>
                    <a:pt x="1235" y="801"/>
                    <a:pt x="1201" y="734"/>
                    <a:pt x="1168" y="701"/>
                  </a:cubicBezTo>
                  <a:cubicBezTo>
                    <a:pt x="1101" y="634"/>
                    <a:pt x="1001" y="567"/>
                    <a:pt x="934" y="467"/>
                  </a:cubicBezTo>
                  <a:cubicBezTo>
                    <a:pt x="868" y="401"/>
                    <a:pt x="768" y="334"/>
                    <a:pt x="701" y="234"/>
                  </a:cubicBezTo>
                  <a:cubicBezTo>
                    <a:pt x="667" y="201"/>
                    <a:pt x="634" y="167"/>
                    <a:pt x="567" y="100"/>
                  </a:cubicBezTo>
                  <a:cubicBezTo>
                    <a:pt x="501" y="34"/>
                    <a:pt x="401" y="0"/>
                    <a:pt x="26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31" name="Google Shape;3531;p70"/>
            <p:cNvSpPr/>
            <p:nvPr/>
          </p:nvSpPr>
          <p:spPr>
            <a:xfrm>
              <a:off x="5851046" y="3413612"/>
              <a:ext cx="166846" cy="49429"/>
            </a:xfrm>
            <a:custGeom>
              <a:rect b="b" l="l" r="r" t="t"/>
              <a:pathLst>
                <a:path extrusionOk="0" h="2461" w="8307">
                  <a:moveTo>
                    <a:pt x="208" y="1"/>
                  </a:moveTo>
                  <a:cubicBezTo>
                    <a:pt x="142" y="1"/>
                    <a:pt x="67" y="38"/>
                    <a:pt x="67" y="113"/>
                  </a:cubicBezTo>
                  <a:cubicBezTo>
                    <a:pt x="0" y="380"/>
                    <a:pt x="234" y="647"/>
                    <a:pt x="367" y="847"/>
                  </a:cubicBezTo>
                  <a:cubicBezTo>
                    <a:pt x="568" y="1114"/>
                    <a:pt x="801" y="1348"/>
                    <a:pt x="1068" y="1514"/>
                  </a:cubicBezTo>
                  <a:cubicBezTo>
                    <a:pt x="1668" y="1915"/>
                    <a:pt x="2369" y="2148"/>
                    <a:pt x="3069" y="2248"/>
                  </a:cubicBezTo>
                  <a:cubicBezTo>
                    <a:pt x="3660" y="2364"/>
                    <a:pt x="4275" y="2460"/>
                    <a:pt x="4881" y="2460"/>
                  </a:cubicBezTo>
                  <a:cubicBezTo>
                    <a:pt x="5677" y="2460"/>
                    <a:pt x="6457" y="2293"/>
                    <a:pt x="7139" y="1781"/>
                  </a:cubicBezTo>
                  <a:cubicBezTo>
                    <a:pt x="7406" y="1581"/>
                    <a:pt x="7673" y="1314"/>
                    <a:pt x="7873" y="1047"/>
                  </a:cubicBezTo>
                  <a:cubicBezTo>
                    <a:pt x="8040" y="814"/>
                    <a:pt x="8306" y="480"/>
                    <a:pt x="8206" y="180"/>
                  </a:cubicBezTo>
                  <a:cubicBezTo>
                    <a:pt x="8206" y="131"/>
                    <a:pt x="8171" y="100"/>
                    <a:pt x="8125" y="100"/>
                  </a:cubicBezTo>
                  <a:cubicBezTo>
                    <a:pt x="8109" y="100"/>
                    <a:pt x="8091" y="104"/>
                    <a:pt x="8073" y="113"/>
                  </a:cubicBezTo>
                  <a:cubicBezTo>
                    <a:pt x="7806" y="247"/>
                    <a:pt x="7673" y="647"/>
                    <a:pt x="7472" y="881"/>
                  </a:cubicBezTo>
                  <a:cubicBezTo>
                    <a:pt x="7239" y="1147"/>
                    <a:pt x="6972" y="1381"/>
                    <a:pt x="6672" y="1581"/>
                  </a:cubicBezTo>
                  <a:cubicBezTo>
                    <a:pt x="6119" y="1923"/>
                    <a:pt x="5504" y="2037"/>
                    <a:pt x="4876" y="2037"/>
                  </a:cubicBezTo>
                  <a:cubicBezTo>
                    <a:pt x="4708" y="2037"/>
                    <a:pt x="4539" y="2029"/>
                    <a:pt x="4370" y="2015"/>
                  </a:cubicBezTo>
                  <a:cubicBezTo>
                    <a:pt x="3503" y="1915"/>
                    <a:pt x="2569" y="1848"/>
                    <a:pt x="1802" y="1448"/>
                  </a:cubicBezTo>
                  <a:cubicBezTo>
                    <a:pt x="1468" y="1314"/>
                    <a:pt x="1135" y="1081"/>
                    <a:pt x="868" y="847"/>
                  </a:cubicBezTo>
                  <a:cubicBezTo>
                    <a:pt x="768" y="714"/>
                    <a:pt x="634" y="580"/>
                    <a:pt x="568" y="414"/>
                  </a:cubicBezTo>
                  <a:cubicBezTo>
                    <a:pt x="467" y="280"/>
                    <a:pt x="401" y="113"/>
                    <a:pt x="267" y="13"/>
                  </a:cubicBezTo>
                  <a:cubicBezTo>
                    <a:pt x="251" y="5"/>
                    <a:pt x="230" y="1"/>
                    <a:pt x="20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32" name="Google Shape;3532;p70"/>
            <p:cNvSpPr/>
            <p:nvPr/>
          </p:nvSpPr>
          <p:spPr>
            <a:xfrm>
              <a:off x="6585956" y="3509759"/>
              <a:ext cx="41395" cy="57102"/>
            </a:xfrm>
            <a:custGeom>
              <a:rect b="b" l="l" r="r" t="t"/>
              <a:pathLst>
                <a:path extrusionOk="0" h="2843" w="2061">
                  <a:moveTo>
                    <a:pt x="1912" y="0"/>
                  </a:moveTo>
                  <a:cubicBezTo>
                    <a:pt x="1879" y="0"/>
                    <a:pt x="1849" y="19"/>
                    <a:pt x="1838" y="63"/>
                  </a:cubicBezTo>
                  <a:cubicBezTo>
                    <a:pt x="1571" y="497"/>
                    <a:pt x="1371" y="964"/>
                    <a:pt x="1071" y="1397"/>
                  </a:cubicBezTo>
                  <a:cubicBezTo>
                    <a:pt x="770" y="1831"/>
                    <a:pt x="437" y="2231"/>
                    <a:pt x="103" y="2598"/>
                  </a:cubicBezTo>
                  <a:cubicBezTo>
                    <a:pt x="1" y="2701"/>
                    <a:pt x="95" y="2842"/>
                    <a:pt x="205" y="2842"/>
                  </a:cubicBezTo>
                  <a:cubicBezTo>
                    <a:pt x="238" y="2842"/>
                    <a:pt x="272" y="2829"/>
                    <a:pt x="303" y="2798"/>
                  </a:cubicBezTo>
                  <a:cubicBezTo>
                    <a:pt x="704" y="2431"/>
                    <a:pt x="1037" y="2031"/>
                    <a:pt x="1338" y="1564"/>
                  </a:cubicBezTo>
                  <a:cubicBezTo>
                    <a:pt x="1638" y="1131"/>
                    <a:pt x="1905" y="664"/>
                    <a:pt x="2038" y="163"/>
                  </a:cubicBezTo>
                  <a:cubicBezTo>
                    <a:pt x="2060" y="74"/>
                    <a:pt x="1979" y="0"/>
                    <a:pt x="1912" y="0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33" name="Google Shape;3533;p70"/>
            <p:cNvSpPr/>
            <p:nvPr/>
          </p:nvSpPr>
          <p:spPr>
            <a:xfrm>
              <a:off x="5538162" y="4009956"/>
              <a:ext cx="20005" cy="39246"/>
            </a:xfrm>
            <a:custGeom>
              <a:rect b="b" l="l" r="r" t="t"/>
              <a:pathLst>
                <a:path extrusionOk="0" h="1954" w="996">
                  <a:moveTo>
                    <a:pt x="140" y="1"/>
                  </a:moveTo>
                  <a:cubicBezTo>
                    <a:pt x="71" y="1"/>
                    <a:pt x="1" y="52"/>
                    <a:pt x="1" y="144"/>
                  </a:cubicBezTo>
                  <a:cubicBezTo>
                    <a:pt x="1" y="477"/>
                    <a:pt x="67" y="811"/>
                    <a:pt x="201" y="1111"/>
                  </a:cubicBezTo>
                  <a:cubicBezTo>
                    <a:pt x="268" y="1278"/>
                    <a:pt x="334" y="1445"/>
                    <a:pt x="434" y="1578"/>
                  </a:cubicBezTo>
                  <a:cubicBezTo>
                    <a:pt x="501" y="1711"/>
                    <a:pt x="634" y="1912"/>
                    <a:pt x="801" y="1945"/>
                  </a:cubicBezTo>
                  <a:cubicBezTo>
                    <a:pt x="813" y="1951"/>
                    <a:pt x="827" y="1954"/>
                    <a:pt x="842" y="1954"/>
                  </a:cubicBezTo>
                  <a:cubicBezTo>
                    <a:pt x="910" y="1954"/>
                    <a:pt x="995" y="1894"/>
                    <a:pt x="968" y="1812"/>
                  </a:cubicBezTo>
                  <a:cubicBezTo>
                    <a:pt x="968" y="1645"/>
                    <a:pt x="835" y="1545"/>
                    <a:pt x="768" y="1411"/>
                  </a:cubicBezTo>
                  <a:cubicBezTo>
                    <a:pt x="668" y="1278"/>
                    <a:pt x="601" y="1111"/>
                    <a:pt x="534" y="978"/>
                  </a:cubicBezTo>
                  <a:cubicBezTo>
                    <a:pt x="401" y="711"/>
                    <a:pt x="301" y="411"/>
                    <a:pt x="268" y="110"/>
                  </a:cubicBezTo>
                  <a:cubicBezTo>
                    <a:pt x="252" y="35"/>
                    <a:pt x="197" y="1"/>
                    <a:pt x="140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34" name="Google Shape;3534;p70"/>
            <p:cNvSpPr/>
            <p:nvPr/>
          </p:nvSpPr>
          <p:spPr>
            <a:xfrm>
              <a:off x="7706880" y="2416211"/>
              <a:ext cx="483747" cy="500940"/>
            </a:xfrm>
            <a:custGeom>
              <a:rect b="b" l="l" r="r" t="t"/>
              <a:pathLst>
                <a:path extrusionOk="0" h="24941" w="24085">
                  <a:moveTo>
                    <a:pt x="2257" y="1"/>
                  </a:moveTo>
                  <a:cubicBezTo>
                    <a:pt x="2251" y="1"/>
                    <a:pt x="2244" y="1"/>
                    <a:pt x="2236" y="3"/>
                  </a:cubicBezTo>
                  <a:lnTo>
                    <a:pt x="2236" y="37"/>
                  </a:lnTo>
                  <a:cubicBezTo>
                    <a:pt x="2257" y="43"/>
                    <a:pt x="2279" y="48"/>
                    <a:pt x="2301" y="54"/>
                  </a:cubicBezTo>
                  <a:lnTo>
                    <a:pt x="2301" y="54"/>
                  </a:lnTo>
                  <a:cubicBezTo>
                    <a:pt x="2297" y="23"/>
                    <a:pt x="2287" y="1"/>
                    <a:pt x="2257" y="1"/>
                  </a:cubicBezTo>
                  <a:close/>
                  <a:moveTo>
                    <a:pt x="2301" y="54"/>
                  </a:moveTo>
                  <a:cubicBezTo>
                    <a:pt x="2307" y="115"/>
                    <a:pt x="2287" y="206"/>
                    <a:pt x="2348" y="206"/>
                  </a:cubicBezTo>
                  <a:cubicBezTo>
                    <a:pt x="2351" y="206"/>
                    <a:pt x="2354" y="206"/>
                    <a:pt x="2357" y="206"/>
                  </a:cubicBezTo>
                  <a:lnTo>
                    <a:pt x="2357" y="206"/>
                  </a:lnTo>
                  <a:cubicBezTo>
                    <a:pt x="1465" y="380"/>
                    <a:pt x="1134" y="1475"/>
                    <a:pt x="968" y="2372"/>
                  </a:cubicBezTo>
                  <a:cubicBezTo>
                    <a:pt x="601" y="4440"/>
                    <a:pt x="268" y="6541"/>
                    <a:pt x="168" y="8643"/>
                  </a:cubicBezTo>
                  <a:cubicBezTo>
                    <a:pt x="1" y="12446"/>
                    <a:pt x="768" y="16282"/>
                    <a:pt x="2136" y="19818"/>
                  </a:cubicBezTo>
                  <a:cubicBezTo>
                    <a:pt x="2603" y="20985"/>
                    <a:pt x="3136" y="22153"/>
                    <a:pt x="3970" y="23120"/>
                  </a:cubicBezTo>
                  <a:cubicBezTo>
                    <a:pt x="4804" y="24087"/>
                    <a:pt x="5938" y="24821"/>
                    <a:pt x="7206" y="24921"/>
                  </a:cubicBezTo>
                  <a:cubicBezTo>
                    <a:pt x="7382" y="24934"/>
                    <a:pt x="7557" y="24941"/>
                    <a:pt x="7731" y="24941"/>
                  </a:cubicBezTo>
                  <a:cubicBezTo>
                    <a:pt x="9338" y="24941"/>
                    <a:pt x="10858" y="24400"/>
                    <a:pt x="12243" y="23587"/>
                  </a:cubicBezTo>
                  <a:cubicBezTo>
                    <a:pt x="16346" y="21252"/>
                    <a:pt x="20048" y="18717"/>
                    <a:pt x="22016" y="15915"/>
                  </a:cubicBezTo>
                  <a:cubicBezTo>
                    <a:pt x="23985" y="13146"/>
                    <a:pt x="24085" y="10044"/>
                    <a:pt x="21116" y="7442"/>
                  </a:cubicBezTo>
                  <a:cubicBezTo>
                    <a:pt x="17424" y="4149"/>
                    <a:pt x="9686" y="2017"/>
                    <a:pt x="2301" y="54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35" name="Google Shape;3535;p70"/>
            <p:cNvSpPr/>
            <p:nvPr/>
          </p:nvSpPr>
          <p:spPr>
            <a:xfrm>
              <a:off x="7847575" y="4231915"/>
              <a:ext cx="178917" cy="302179"/>
            </a:xfrm>
            <a:custGeom>
              <a:rect b="b" l="l" r="r" t="t"/>
              <a:pathLst>
                <a:path extrusionOk="0" h="15045" w="8908">
                  <a:moveTo>
                    <a:pt x="8440" y="0"/>
                  </a:moveTo>
                  <a:lnTo>
                    <a:pt x="1" y="568"/>
                  </a:lnTo>
                  <a:cubicBezTo>
                    <a:pt x="67" y="1802"/>
                    <a:pt x="1468" y="15045"/>
                    <a:pt x="1468" y="15045"/>
                  </a:cubicBezTo>
                  <a:lnTo>
                    <a:pt x="8907" y="14311"/>
                  </a:lnTo>
                  <a:lnTo>
                    <a:pt x="8440" y="0"/>
                  </a:ln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36" name="Google Shape;3536;p70"/>
            <p:cNvSpPr/>
            <p:nvPr/>
          </p:nvSpPr>
          <p:spPr>
            <a:xfrm>
              <a:off x="7682095" y="4475144"/>
              <a:ext cx="366491" cy="142021"/>
            </a:xfrm>
            <a:custGeom>
              <a:rect b="b" l="l" r="r" t="t"/>
              <a:pathLst>
                <a:path extrusionOk="0" h="7071" w="18247">
                  <a:moveTo>
                    <a:pt x="9686" y="0"/>
                  </a:moveTo>
                  <a:cubicBezTo>
                    <a:pt x="9608" y="0"/>
                    <a:pt x="9537" y="10"/>
                    <a:pt x="9474" y="33"/>
                  </a:cubicBezTo>
                  <a:cubicBezTo>
                    <a:pt x="9107" y="166"/>
                    <a:pt x="8573" y="1000"/>
                    <a:pt x="8173" y="1233"/>
                  </a:cubicBezTo>
                  <a:cubicBezTo>
                    <a:pt x="7606" y="1600"/>
                    <a:pt x="6939" y="1834"/>
                    <a:pt x="6305" y="2101"/>
                  </a:cubicBezTo>
                  <a:cubicBezTo>
                    <a:pt x="5071" y="2634"/>
                    <a:pt x="3837" y="3201"/>
                    <a:pt x="2702" y="3969"/>
                  </a:cubicBezTo>
                  <a:cubicBezTo>
                    <a:pt x="2002" y="4469"/>
                    <a:pt x="401" y="5503"/>
                    <a:pt x="101" y="6370"/>
                  </a:cubicBezTo>
                  <a:cubicBezTo>
                    <a:pt x="1" y="6604"/>
                    <a:pt x="101" y="6937"/>
                    <a:pt x="367" y="7038"/>
                  </a:cubicBezTo>
                  <a:cubicBezTo>
                    <a:pt x="434" y="7071"/>
                    <a:pt x="534" y="7071"/>
                    <a:pt x="634" y="7071"/>
                  </a:cubicBezTo>
                  <a:cubicBezTo>
                    <a:pt x="6038" y="6937"/>
                    <a:pt x="11409" y="6837"/>
                    <a:pt x="16779" y="6704"/>
                  </a:cubicBezTo>
                  <a:cubicBezTo>
                    <a:pt x="17280" y="6704"/>
                    <a:pt x="17613" y="6604"/>
                    <a:pt x="17813" y="6404"/>
                  </a:cubicBezTo>
                  <a:cubicBezTo>
                    <a:pt x="18247" y="6037"/>
                    <a:pt x="18180" y="5303"/>
                    <a:pt x="17980" y="4402"/>
                  </a:cubicBezTo>
                  <a:cubicBezTo>
                    <a:pt x="17880" y="4002"/>
                    <a:pt x="17747" y="3602"/>
                    <a:pt x="17646" y="3201"/>
                  </a:cubicBezTo>
                  <a:cubicBezTo>
                    <a:pt x="17513" y="2601"/>
                    <a:pt x="17680" y="1400"/>
                    <a:pt x="17413" y="900"/>
                  </a:cubicBezTo>
                  <a:cubicBezTo>
                    <a:pt x="17179" y="466"/>
                    <a:pt x="16779" y="533"/>
                    <a:pt x="16312" y="500"/>
                  </a:cubicBezTo>
                  <a:cubicBezTo>
                    <a:pt x="15895" y="466"/>
                    <a:pt x="15462" y="449"/>
                    <a:pt x="15024" y="449"/>
                  </a:cubicBezTo>
                  <a:cubicBezTo>
                    <a:pt x="14586" y="449"/>
                    <a:pt x="14144" y="466"/>
                    <a:pt x="13710" y="500"/>
                  </a:cubicBezTo>
                  <a:cubicBezTo>
                    <a:pt x="13354" y="546"/>
                    <a:pt x="12998" y="571"/>
                    <a:pt x="12642" y="571"/>
                  </a:cubicBezTo>
                  <a:cubicBezTo>
                    <a:pt x="12231" y="571"/>
                    <a:pt x="11820" y="538"/>
                    <a:pt x="11409" y="466"/>
                  </a:cubicBezTo>
                  <a:cubicBezTo>
                    <a:pt x="10975" y="408"/>
                    <a:pt x="10192" y="0"/>
                    <a:pt x="968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37" name="Google Shape;3537;p70"/>
            <p:cNvSpPr/>
            <p:nvPr/>
          </p:nvSpPr>
          <p:spPr>
            <a:xfrm>
              <a:off x="7625154" y="2892366"/>
              <a:ext cx="436849" cy="1475786"/>
            </a:xfrm>
            <a:custGeom>
              <a:rect b="b" l="l" r="r" t="t"/>
              <a:pathLst>
                <a:path extrusionOk="0" h="73477" w="21750">
                  <a:moveTo>
                    <a:pt x="4781" y="0"/>
                  </a:moveTo>
                  <a:cubicBezTo>
                    <a:pt x="4633" y="0"/>
                    <a:pt x="4485" y="5"/>
                    <a:pt x="4337" y="13"/>
                  </a:cubicBezTo>
                  <a:cubicBezTo>
                    <a:pt x="2035" y="147"/>
                    <a:pt x="667" y="1414"/>
                    <a:pt x="434" y="3649"/>
                  </a:cubicBezTo>
                  <a:cubicBezTo>
                    <a:pt x="0" y="7319"/>
                    <a:pt x="534" y="11255"/>
                    <a:pt x="501" y="14957"/>
                  </a:cubicBezTo>
                  <a:cubicBezTo>
                    <a:pt x="434" y="18960"/>
                    <a:pt x="801" y="22963"/>
                    <a:pt x="1168" y="26966"/>
                  </a:cubicBezTo>
                  <a:cubicBezTo>
                    <a:pt x="1168" y="41143"/>
                    <a:pt x="4437" y="55853"/>
                    <a:pt x="5871" y="69997"/>
                  </a:cubicBezTo>
                  <a:cubicBezTo>
                    <a:pt x="5971" y="70731"/>
                    <a:pt x="6071" y="71531"/>
                    <a:pt x="6538" y="72098"/>
                  </a:cubicBezTo>
                  <a:cubicBezTo>
                    <a:pt x="7072" y="72732"/>
                    <a:pt x="7939" y="72932"/>
                    <a:pt x="8740" y="73066"/>
                  </a:cubicBezTo>
                  <a:cubicBezTo>
                    <a:pt x="10339" y="73339"/>
                    <a:pt x="11962" y="73476"/>
                    <a:pt x="13587" y="73476"/>
                  </a:cubicBezTo>
                  <a:cubicBezTo>
                    <a:pt x="15724" y="73476"/>
                    <a:pt x="17863" y="73239"/>
                    <a:pt x="19948" y="72765"/>
                  </a:cubicBezTo>
                  <a:cubicBezTo>
                    <a:pt x="20448" y="72665"/>
                    <a:pt x="21015" y="72532"/>
                    <a:pt x="21349" y="72098"/>
                  </a:cubicBezTo>
                  <a:cubicBezTo>
                    <a:pt x="21749" y="71598"/>
                    <a:pt x="21716" y="70931"/>
                    <a:pt x="21649" y="70297"/>
                  </a:cubicBezTo>
                  <a:cubicBezTo>
                    <a:pt x="20582" y="56921"/>
                    <a:pt x="19281" y="43511"/>
                    <a:pt x="17646" y="30168"/>
                  </a:cubicBezTo>
                  <a:cubicBezTo>
                    <a:pt x="17079" y="25365"/>
                    <a:pt x="15845" y="20662"/>
                    <a:pt x="15411" y="15825"/>
                  </a:cubicBezTo>
                  <a:cubicBezTo>
                    <a:pt x="14978" y="11388"/>
                    <a:pt x="14811" y="7018"/>
                    <a:pt x="11709" y="3416"/>
                  </a:cubicBezTo>
                  <a:cubicBezTo>
                    <a:pt x="10003" y="1394"/>
                    <a:pt x="7429" y="0"/>
                    <a:pt x="47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38" name="Google Shape;3538;p70"/>
            <p:cNvSpPr/>
            <p:nvPr/>
          </p:nvSpPr>
          <p:spPr>
            <a:xfrm>
              <a:off x="7273405" y="4253346"/>
              <a:ext cx="191631" cy="290791"/>
            </a:xfrm>
            <a:custGeom>
              <a:rect b="b" l="l" r="r" t="t"/>
              <a:pathLst>
                <a:path extrusionOk="0" h="14478" w="9541">
                  <a:moveTo>
                    <a:pt x="9541" y="1"/>
                  </a:moveTo>
                  <a:lnTo>
                    <a:pt x="301" y="1202"/>
                  </a:lnTo>
                  <a:lnTo>
                    <a:pt x="301" y="1235"/>
                  </a:lnTo>
                  <a:cubicBezTo>
                    <a:pt x="234" y="2469"/>
                    <a:pt x="1" y="14478"/>
                    <a:pt x="1" y="14478"/>
                  </a:cubicBezTo>
                  <a:lnTo>
                    <a:pt x="7506" y="14011"/>
                  </a:lnTo>
                  <a:lnTo>
                    <a:pt x="9541" y="1"/>
                  </a:ln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39" name="Google Shape;3539;p70"/>
            <p:cNvSpPr/>
            <p:nvPr/>
          </p:nvSpPr>
          <p:spPr>
            <a:xfrm>
              <a:off x="7603703" y="2243420"/>
              <a:ext cx="133344" cy="168172"/>
            </a:xfrm>
            <a:custGeom>
              <a:rect b="b" l="l" r="r" t="t"/>
              <a:pathLst>
                <a:path extrusionOk="0" h="8373" w="6639">
                  <a:moveTo>
                    <a:pt x="1" y="0"/>
                  </a:moveTo>
                  <a:lnTo>
                    <a:pt x="1" y="8373"/>
                  </a:lnTo>
                  <a:lnTo>
                    <a:pt x="6639" y="8373"/>
                  </a:lnTo>
                  <a:lnTo>
                    <a:pt x="6639" y="0"/>
                  </a:ln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40" name="Google Shape;3540;p70"/>
            <p:cNvSpPr/>
            <p:nvPr/>
          </p:nvSpPr>
          <p:spPr>
            <a:xfrm>
              <a:off x="7178945" y="2819217"/>
              <a:ext cx="649890" cy="1567474"/>
            </a:xfrm>
            <a:custGeom>
              <a:rect b="b" l="l" r="r" t="t"/>
              <a:pathLst>
                <a:path extrusionOk="0" h="78042" w="32357">
                  <a:moveTo>
                    <a:pt x="23271" y="1"/>
                  </a:moveTo>
                  <a:cubicBezTo>
                    <a:pt x="19471" y="1"/>
                    <a:pt x="16340" y="4304"/>
                    <a:pt x="15044" y="7625"/>
                  </a:cubicBezTo>
                  <a:cubicBezTo>
                    <a:pt x="6538" y="29507"/>
                    <a:pt x="3169" y="52991"/>
                    <a:pt x="67" y="76274"/>
                  </a:cubicBezTo>
                  <a:cubicBezTo>
                    <a:pt x="0" y="76941"/>
                    <a:pt x="434" y="77575"/>
                    <a:pt x="1101" y="77675"/>
                  </a:cubicBezTo>
                  <a:lnTo>
                    <a:pt x="1134" y="77675"/>
                  </a:lnTo>
                  <a:cubicBezTo>
                    <a:pt x="1535" y="77775"/>
                    <a:pt x="1935" y="77808"/>
                    <a:pt x="2335" y="77875"/>
                  </a:cubicBezTo>
                  <a:cubicBezTo>
                    <a:pt x="3095" y="77796"/>
                    <a:pt x="3977" y="77763"/>
                    <a:pt x="4926" y="77763"/>
                  </a:cubicBezTo>
                  <a:cubicBezTo>
                    <a:pt x="6768" y="77763"/>
                    <a:pt x="8859" y="77888"/>
                    <a:pt x="10775" y="78042"/>
                  </a:cubicBezTo>
                  <a:cubicBezTo>
                    <a:pt x="13010" y="77909"/>
                    <a:pt x="15211" y="77675"/>
                    <a:pt x="17413" y="77508"/>
                  </a:cubicBezTo>
                  <a:cubicBezTo>
                    <a:pt x="18380" y="74773"/>
                    <a:pt x="18213" y="70437"/>
                    <a:pt x="18614" y="67868"/>
                  </a:cubicBezTo>
                  <a:cubicBezTo>
                    <a:pt x="19281" y="63765"/>
                    <a:pt x="19915" y="59696"/>
                    <a:pt x="20582" y="55593"/>
                  </a:cubicBezTo>
                  <a:cubicBezTo>
                    <a:pt x="21916" y="47687"/>
                    <a:pt x="23350" y="39815"/>
                    <a:pt x="25218" y="32042"/>
                  </a:cubicBezTo>
                  <a:cubicBezTo>
                    <a:pt x="25819" y="29574"/>
                    <a:pt x="26453" y="27139"/>
                    <a:pt x="27120" y="24737"/>
                  </a:cubicBezTo>
                  <a:cubicBezTo>
                    <a:pt x="27153" y="24637"/>
                    <a:pt x="28421" y="20134"/>
                    <a:pt x="28854" y="17465"/>
                  </a:cubicBezTo>
                  <a:lnTo>
                    <a:pt x="28854" y="17432"/>
                  </a:lnTo>
                  <a:cubicBezTo>
                    <a:pt x="28821" y="16965"/>
                    <a:pt x="28821" y="16431"/>
                    <a:pt x="29154" y="16131"/>
                  </a:cubicBezTo>
                  <a:cubicBezTo>
                    <a:pt x="29255" y="16064"/>
                    <a:pt x="29321" y="15998"/>
                    <a:pt x="29421" y="15964"/>
                  </a:cubicBezTo>
                  <a:cubicBezTo>
                    <a:pt x="29722" y="15264"/>
                    <a:pt x="30088" y="14597"/>
                    <a:pt x="30455" y="13929"/>
                  </a:cubicBezTo>
                  <a:cubicBezTo>
                    <a:pt x="32357" y="10327"/>
                    <a:pt x="29488" y="2788"/>
                    <a:pt x="26052" y="787"/>
                  </a:cubicBezTo>
                  <a:cubicBezTo>
                    <a:pt x="25098" y="240"/>
                    <a:pt x="24166" y="1"/>
                    <a:pt x="232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41" name="Google Shape;3541;p70"/>
            <p:cNvSpPr/>
            <p:nvPr/>
          </p:nvSpPr>
          <p:spPr>
            <a:xfrm>
              <a:off x="7398033" y="2357061"/>
              <a:ext cx="557439" cy="701569"/>
            </a:xfrm>
            <a:custGeom>
              <a:rect b="b" l="l" r="r" t="t"/>
              <a:pathLst>
                <a:path extrusionOk="0" h="34930" w="27754">
                  <a:moveTo>
                    <a:pt x="15149" y="1"/>
                  </a:moveTo>
                  <a:cubicBezTo>
                    <a:pt x="14992" y="1"/>
                    <a:pt x="14835" y="5"/>
                    <a:pt x="14677" y="13"/>
                  </a:cubicBezTo>
                  <a:cubicBezTo>
                    <a:pt x="14239" y="28"/>
                    <a:pt x="13801" y="33"/>
                    <a:pt x="13362" y="33"/>
                  </a:cubicBezTo>
                  <a:cubicBezTo>
                    <a:pt x="12581" y="33"/>
                    <a:pt x="11799" y="18"/>
                    <a:pt x="11017" y="18"/>
                  </a:cubicBezTo>
                  <a:cubicBezTo>
                    <a:pt x="10302" y="18"/>
                    <a:pt x="9588" y="30"/>
                    <a:pt x="8873" y="80"/>
                  </a:cubicBezTo>
                  <a:cubicBezTo>
                    <a:pt x="5738" y="280"/>
                    <a:pt x="4703" y="2248"/>
                    <a:pt x="3436" y="4883"/>
                  </a:cubicBezTo>
                  <a:cubicBezTo>
                    <a:pt x="2902" y="6017"/>
                    <a:pt x="2535" y="7185"/>
                    <a:pt x="2268" y="8419"/>
                  </a:cubicBezTo>
                  <a:cubicBezTo>
                    <a:pt x="1568" y="11888"/>
                    <a:pt x="1835" y="15457"/>
                    <a:pt x="1801" y="18993"/>
                  </a:cubicBezTo>
                  <a:cubicBezTo>
                    <a:pt x="1801" y="24230"/>
                    <a:pt x="1201" y="29467"/>
                    <a:pt x="0" y="34571"/>
                  </a:cubicBezTo>
                  <a:cubicBezTo>
                    <a:pt x="2693" y="34844"/>
                    <a:pt x="5397" y="34929"/>
                    <a:pt x="8106" y="34929"/>
                  </a:cubicBezTo>
                  <a:cubicBezTo>
                    <a:pt x="12547" y="34929"/>
                    <a:pt x="17002" y="34701"/>
                    <a:pt x="21439" y="34701"/>
                  </a:cubicBezTo>
                  <a:cubicBezTo>
                    <a:pt x="23549" y="34701"/>
                    <a:pt x="25654" y="34753"/>
                    <a:pt x="27753" y="34905"/>
                  </a:cubicBezTo>
                  <a:cubicBezTo>
                    <a:pt x="27553" y="32836"/>
                    <a:pt x="27353" y="30735"/>
                    <a:pt x="27153" y="28667"/>
                  </a:cubicBezTo>
                  <a:cubicBezTo>
                    <a:pt x="26786" y="24430"/>
                    <a:pt x="26486" y="20227"/>
                    <a:pt x="26252" y="15958"/>
                  </a:cubicBezTo>
                  <a:cubicBezTo>
                    <a:pt x="26152" y="14390"/>
                    <a:pt x="26252" y="12722"/>
                    <a:pt x="26019" y="11188"/>
                  </a:cubicBezTo>
                  <a:cubicBezTo>
                    <a:pt x="25819" y="9987"/>
                    <a:pt x="25185" y="8919"/>
                    <a:pt x="24551" y="7852"/>
                  </a:cubicBezTo>
                  <a:cubicBezTo>
                    <a:pt x="23884" y="6718"/>
                    <a:pt x="23217" y="5517"/>
                    <a:pt x="22616" y="4349"/>
                  </a:cubicBezTo>
                  <a:cubicBezTo>
                    <a:pt x="22283" y="3716"/>
                    <a:pt x="21982" y="3115"/>
                    <a:pt x="21716" y="2481"/>
                  </a:cubicBezTo>
                  <a:cubicBezTo>
                    <a:pt x="21315" y="1681"/>
                    <a:pt x="21249" y="1147"/>
                    <a:pt x="20315" y="914"/>
                  </a:cubicBezTo>
                  <a:cubicBezTo>
                    <a:pt x="18632" y="485"/>
                    <a:pt x="16893" y="1"/>
                    <a:pt x="151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42" name="Google Shape;3542;p70"/>
            <p:cNvSpPr/>
            <p:nvPr/>
          </p:nvSpPr>
          <p:spPr>
            <a:xfrm>
              <a:off x="6924348" y="2313717"/>
              <a:ext cx="653927" cy="614360"/>
            </a:xfrm>
            <a:custGeom>
              <a:rect b="b" l="l" r="r" t="t"/>
              <a:pathLst>
                <a:path extrusionOk="0" h="30588" w="32558">
                  <a:moveTo>
                    <a:pt x="2544" y="0"/>
                  </a:moveTo>
                  <a:cubicBezTo>
                    <a:pt x="2530" y="0"/>
                    <a:pt x="2516" y="1"/>
                    <a:pt x="2502" y="3"/>
                  </a:cubicBezTo>
                  <a:cubicBezTo>
                    <a:pt x="2202" y="3"/>
                    <a:pt x="2002" y="303"/>
                    <a:pt x="2002" y="603"/>
                  </a:cubicBezTo>
                  <a:cubicBezTo>
                    <a:pt x="1969" y="870"/>
                    <a:pt x="2102" y="1137"/>
                    <a:pt x="2236" y="1404"/>
                  </a:cubicBezTo>
                  <a:lnTo>
                    <a:pt x="3270" y="3605"/>
                  </a:lnTo>
                  <a:cubicBezTo>
                    <a:pt x="3303" y="3672"/>
                    <a:pt x="3336" y="3739"/>
                    <a:pt x="3303" y="3839"/>
                  </a:cubicBezTo>
                  <a:cubicBezTo>
                    <a:pt x="3303" y="3906"/>
                    <a:pt x="3236" y="3939"/>
                    <a:pt x="3170" y="4006"/>
                  </a:cubicBezTo>
                  <a:cubicBezTo>
                    <a:pt x="2736" y="4273"/>
                    <a:pt x="2236" y="4439"/>
                    <a:pt x="1835" y="4740"/>
                  </a:cubicBezTo>
                  <a:cubicBezTo>
                    <a:pt x="1368" y="5040"/>
                    <a:pt x="1035" y="5707"/>
                    <a:pt x="768" y="6174"/>
                  </a:cubicBezTo>
                  <a:cubicBezTo>
                    <a:pt x="1" y="7542"/>
                    <a:pt x="901" y="8609"/>
                    <a:pt x="1702" y="9576"/>
                  </a:cubicBezTo>
                  <a:cubicBezTo>
                    <a:pt x="2636" y="10744"/>
                    <a:pt x="3203" y="12145"/>
                    <a:pt x="3803" y="13479"/>
                  </a:cubicBezTo>
                  <a:cubicBezTo>
                    <a:pt x="5138" y="16615"/>
                    <a:pt x="6672" y="19684"/>
                    <a:pt x="8373" y="22652"/>
                  </a:cubicBezTo>
                  <a:cubicBezTo>
                    <a:pt x="9107" y="23920"/>
                    <a:pt x="9774" y="25187"/>
                    <a:pt x="10842" y="26188"/>
                  </a:cubicBezTo>
                  <a:cubicBezTo>
                    <a:pt x="11976" y="27222"/>
                    <a:pt x="13077" y="28323"/>
                    <a:pt x="14244" y="29357"/>
                  </a:cubicBezTo>
                  <a:cubicBezTo>
                    <a:pt x="14878" y="29891"/>
                    <a:pt x="15545" y="30425"/>
                    <a:pt x="16346" y="30558"/>
                  </a:cubicBezTo>
                  <a:cubicBezTo>
                    <a:pt x="16478" y="30578"/>
                    <a:pt x="16611" y="30588"/>
                    <a:pt x="16742" y="30588"/>
                  </a:cubicBezTo>
                  <a:cubicBezTo>
                    <a:pt x="17702" y="30588"/>
                    <a:pt x="18626" y="30085"/>
                    <a:pt x="19448" y="29557"/>
                  </a:cubicBezTo>
                  <a:cubicBezTo>
                    <a:pt x="22417" y="27656"/>
                    <a:pt x="25152" y="25354"/>
                    <a:pt x="27520" y="22719"/>
                  </a:cubicBezTo>
                  <a:cubicBezTo>
                    <a:pt x="30622" y="19317"/>
                    <a:pt x="32557" y="13979"/>
                    <a:pt x="31023" y="9643"/>
                  </a:cubicBezTo>
                  <a:cubicBezTo>
                    <a:pt x="30492" y="8177"/>
                    <a:pt x="29320" y="6652"/>
                    <a:pt x="27833" y="6652"/>
                  </a:cubicBezTo>
                  <a:cubicBezTo>
                    <a:pt x="27730" y="6652"/>
                    <a:pt x="27626" y="6659"/>
                    <a:pt x="27520" y="6674"/>
                  </a:cubicBezTo>
                  <a:cubicBezTo>
                    <a:pt x="26820" y="6741"/>
                    <a:pt x="26219" y="7175"/>
                    <a:pt x="25652" y="7575"/>
                  </a:cubicBezTo>
                  <a:cubicBezTo>
                    <a:pt x="21517" y="10576"/>
                    <a:pt x="17816" y="14277"/>
                    <a:pt x="15248" y="18678"/>
                  </a:cubicBezTo>
                  <a:lnTo>
                    <a:pt x="15248" y="18678"/>
                  </a:lnTo>
                  <a:cubicBezTo>
                    <a:pt x="15320" y="18517"/>
                    <a:pt x="14109" y="16980"/>
                    <a:pt x="13977" y="16781"/>
                  </a:cubicBezTo>
                  <a:cubicBezTo>
                    <a:pt x="13544" y="16114"/>
                    <a:pt x="13110" y="15414"/>
                    <a:pt x="12676" y="14747"/>
                  </a:cubicBezTo>
                  <a:cubicBezTo>
                    <a:pt x="11375" y="12812"/>
                    <a:pt x="10208" y="10710"/>
                    <a:pt x="8807" y="8842"/>
                  </a:cubicBezTo>
                  <a:cubicBezTo>
                    <a:pt x="6772" y="6174"/>
                    <a:pt x="4804" y="3539"/>
                    <a:pt x="3203" y="603"/>
                  </a:cubicBezTo>
                  <a:cubicBezTo>
                    <a:pt x="3044" y="317"/>
                    <a:pt x="2824" y="0"/>
                    <a:pt x="2544" y="0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43" name="Google Shape;3543;p70"/>
            <p:cNvSpPr/>
            <p:nvPr/>
          </p:nvSpPr>
          <p:spPr>
            <a:xfrm>
              <a:off x="7272060" y="2360716"/>
              <a:ext cx="432169" cy="453800"/>
            </a:xfrm>
            <a:custGeom>
              <a:rect b="b" l="l" r="r" t="t"/>
              <a:pathLst>
                <a:path extrusionOk="0" h="22594" w="21517">
                  <a:moveTo>
                    <a:pt x="14682" y="0"/>
                  </a:moveTo>
                  <a:cubicBezTo>
                    <a:pt x="13162" y="0"/>
                    <a:pt x="11561" y="510"/>
                    <a:pt x="10175" y="1365"/>
                  </a:cubicBezTo>
                  <a:cubicBezTo>
                    <a:pt x="9241" y="1966"/>
                    <a:pt x="8440" y="2733"/>
                    <a:pt x="7673" y="3534"/>
                  </a:cubicBezTo>
                  <a:cubicBezTo>
                    <a:pt x="5105" y="6069"/>
                    <a:pt x="2569" y="8637"/>
                    <a:pt x="1" y="11172"/>
                  </a:cubicBezTo>
                  <a:lnTo>
                    <a:pt x="9991" y="22017"/>
                  </a:lnTo>
                  <a:lnTo>
                    <a:pt x="9991" y="22017"/>
                  </a:lnTo>
                  <a:cubicBezTo>
                    <a:pt x="12484" y="19729"/>
                    <a:pt x="14938" y="17382"/>
                    <a:pt x="16880" y="14608"/>
                  </a:cubicBezTo>
                  <a:cubicBezTo>
                    <a:pt x="19148" y="11373"/>
                    <a:pt x="21516" y="6569"/>
                    <a:pt x="19448" y="2766"/>
                  </a:cubicBezTo>
                  <a:cubicBezTo>
                    <a:pt x="18387" y="812"/>
                    <a:pt x="16600" y="0"/>
                    <a:pt x="14682" y="0"/>
                  </a:cubicBezTo>
                  <a:close/>
                  <a:moveTo>
                    <a:pt x="9991" y="22017"/>
                  </a:moveTo>
                  <a:lnTo>
                    <a:pt x="9991" y="22017"/>
                  </a:lnTo>
                  <a:cubicBezTo>
                    <a:pt x="9785" y="22205"/>
                    <a:pt x="9580" y="22393"/>
                    <a:pt x="9374" y="22581"/>
                  </a:cubicBezTo>
                  <a:cubicBezTo>
                    <a:pt x="9414" y="22589"/>
                    <a:pt x="9454" y="22594"/>
                    <a:pt x="9494" y="22594"/>
                  </a:cubicBezTo>
                  <a:cubicBezTo>
                    <a:pt x="9759" y="22594"/>
                    <a:pt x="10026" y="22412"/>
                    <a:pt x="10142" y="22180"/>
                  </a:cubicBezTo>
                  <a:lnTo>
                    <a:pt x="9991" y="22017"/>
                  </a:ln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44" name="Google Shape;3544;p70"/>
            <p:cNvSpPr/>
            <p:nvPr/>
          </p:nvSpPr>
          <p:spPr>
            <a:xfrm>
              <a:off x="7566867" y="2117467"/>
              <a:ext cx="157466" cy="205088"/>
            </a:xfrm>
            <a:custGeom>
              <a:rect b="b" l="l" r="r" t="t"/>
              <a:pathLst>
                <a:path extrusionOk="0" h="10211" w="7840">
                  <a:moveTo>
                    <a:pt x="2735" y="0"/>
                  </a:moveTo>
                  <a:cubicBezTo>
                    <a:pt x="2268" y="0"/>
                    <a:pt x="1735" y="67"/>
                    <a:pt x="1434" y="434"/>
                  </a:cubicBezTo>
                  <a:cubicBezTo>
                    <a:pt x="1334" y="601"/>
                    <a:pt x="1268" y="767"/>
                    <a:pt x="1234" y="967"/>
                  </a:cubicBezTo>
                  <a:cubicBezTo>
                    <a:pt x="967" y="1868"/>
                    <a:pt x="701" y="2802"/>
                    <a:pt x="500" y="3736"/>
                  </a:cubicBezTo>
                  <a:cubicBezTo>
                    <a:pt x="167" y="5170"/>
                    <a:pt x="0" y="6605"/>
                    <a:pt x="200" y="8039"/>
                  </a:cubicBezTo>
                  <a:cubicBezTo>
                    <a:pt x="334" y="8940"/>
                    <a:pt x="1034" y="9540"/>
                    <a:pt x="1835" y="9874"/>
                  </a:cubicBezTo>
                  <a:cubicBezTo>
                    <a:pt x="2349" y="10101"/>
                    <a:pt x="2911" y="10211"/>
                    <a:pt x="3471" y="10211"/>
                  </a:cubicBezTo>
                  <a:cubicBezTo>
                    <a:pt x="4147" y="10211"/>
                    <a:pt x="4820" y="10050"/>
                    <a:pt x="5404" y="9740"/>
                  </a:cubicBezTo>
                  <a:cubicBezTo>
                    <a:pt x="6238" y="9273"/>
                    <a:pt x="6772" y="8540"/>
                    <a:pt x="6938" y="7606"/>
                  </a:cubicBezTo>
                  <a:cubicBezTo>
                    <a:pt x="7038" y="7005"/>
                    <a:pt x="7072" y="6405"/>
                    <a:pt x="7205" y="5804"/>
                  </a:cubicBezTo>
                  <a:cubicBezTo>
                    <a:pt x="7372" y="4904"/>
                    <a:pt x="7839" y="4036"/>
                    <a:pt x="7806" y="3136"/>
                  </a:cubicBezTo>
                  <a:cubicBezTo>
                    <a:pt x="7739" y="2035"/>
                    <a:pt x="6905" y="1101"/>
                    <a:pt x="5938" y="601"/>
                  </a:cubicBezTo>
                  <a:cubicBezTo>
                    <a:pt x="4970" y="100"/>
                    <a:pt x="3836" y="0"/>
                    <a:pt x="2735" y="0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45" name="Google Shape;3545;p70"/>
            <p:cNvSpPr/>
            <p:nvPr/>
          </p:nvSpPr>
          <p:spPr>
            <a:xfrm>
              <a:off x="7572210" y="2092320"/>
              <a:ext cx="219107" cy="217782"/>
            </a:xfrm>
            <a:custGeom>
              <a:rect b="b" l="l" r="r" t="t"/>
              <a:pathLst>
                <a:path extrusionOk="0" h="10843" w="10909">
                  <a:moveTo>
                    <a:pt x="3922" y="0"/>
                  </a:moveTo>
                  <a:cubicBezTo>
                    <a:pt x="3397" y="0"/>
                    <a:pt x="2876" y="47"/>
                    <a:pt x="2369" y="185"/>
                  </a:cubicBezTo>
                  <a:cubicBezTo>
                    <a:pt x="1269" y="485"/>
                    <a:pt x="201" y="1319"/>
                    <a:pt x="1" y="2420"/>
                  </a:cubicBezTo>
                  <a:cubicBezTo>
                    <a:pt x="1" y="2553"/>
                    <a:pt x="1" y="2653"/>
                    <a:pt x="34" y="2787"/>
                  </a:cubicBezTo>
                  <a:cubicBezTo>
                    <a:pt x="101" y="2920"/>
                    <a:pt x="268" y="2987"/>
                    <a:pt x="401" y="3053"/>
                  </a:cubicBezTo>
                  <a:cubicBezTo>
                    <a:pt x="899" y="3267"/>
                    <a:pt x="1448" y="3463"/>
                    <a:pt x="1975" y="3463"/>
                  </a:cubicBezTo>
                  <a:cubicBezTo>
                    <a:pt x="2189" y="3463"/>
                    <a:pt x="2400" y="3431"/>
                    <a:pt x="2603" y="3354"/>
                  </a:cubicBezTo>
                  <a:cubicBezTo>
                    <a:pt x="2805" y="3273"/>
                    <a:pt x="3202" y="3070"/>
                    <a:pt x="3447" y="3070"/>
                  </a:cubicBezTo>
                  <a:cubicBezTo>
                    <a:pt x="3607" y="3070"/>
                    <a:pt x="3703" y="3157"/>
                    <a:pt x="3637" y="3420"/>
                  </a:cubicBezTo>
                  <a:cubicBezTo>
                    <a:pt x="3503" y="3987"/>
                    <a:pt x="2836" y="4354"/>
                    <a:pt x="3036" y="4988"/>
                  </a:cubicBezTo>
                  <a:cubicBezTo>
                    <a:pt x="3137" y="5388"/>
                    <a:pt x="3570" y="5589"/>
                    <a:pt x="3870" y="5889"/>
                  </a:cubicBezTo>
                  <a:cubicBezTo>
                    <a:pt x="4204" y="6222"/>
                    <a:pt x="4404" y="6723"/>
                    <a:pt x="4337" y="7223"/>
                  </a:cubicBezTo>
                  <a:lnTo>
                    <a:pt x="4304" y="7356"/>
                  </a:lnTo>
                  <a:cubicBezTo>
                    <a:pt x="4271" y="7590"/>
                    <a:pt x="4204" y="7823"/>
                    <a:pt x="4271" y="8024"/>
                  </a:cubicBezTo>
                  <a:cubicBezTo>
                    <a:pt x="4404" y="8391"/>
                    <a:pt x="4871" y="8524"/>
                    <a:pt x="5205" y="8791"/>
                  </a:cubicBezTo>
                  <a:cubicBezTo>
                    <a:pt x="5638" y="9158"/>
                    <a:pt x="5872" y="9625"/>
                    <a:pt x="6339" y="9992"/>
                  </a:cubicBezTo>
                  <a:cubicBezTo>
                    <a:pt x="6873" y="10392"/>
                    <a:pt x="7440" y="10659"/>
                    <a:pt x="8107" y="10792"/>
                  </a:cubicBezTo>
                  <a:cubicBezTo>
                    <a:pt x="8190" y="10826"/>
                    <a:pt x="8282" y="10842"/>
                    <a:pt x="8378" y="10842"/>
                  </a:cubicBezTo>
                  <a:cubicBezTo>
                    <a:pt x="8474" y="10842"/>
                    <a:pt x="8574" y="10826"/>
                    <a:pt x="8674" y="10792"/>
                  </a:cubicBezTo>
                  <a:cubicBezTo>
                    <a:pt x="8974" y="10692"/>
                    <a:pt x="9141" y="10359"/>
                    <a:pt x="9241" y="10025"/>
                  </a:cubicBezTo>
                  <a:cubicBezTo>
                    <a:pt x="9474" y="9425"/>
                    <a:pt x="9741" y="8791"/>
                    <a:pt x="9875" y="8124"/>
                  </a:cubicBezTo>
                  <a:cubicBezTo>
                    <a:pt x="9975" y="7590"/>
                    <a:pt x="10242" y="7290"/>
                    <a:pt x="10508" y="6789"/>
                  </a:cubicBezTo>
                  <a:cubicBezTo>
                    <a:pt x="10875" y="6156"/>
                    <a:pt x="10909" y="5355"/>
                    <a:pt x="10709" y="4621"/>
                  </a:cubicBezTo>
                  <a:cubicBezTo>
                    <a:pt x="10508" y="3754"/>
                    <a:pt x="10041" y="2920"/>
                    <a:pt x="9508" y="2219"/>
                  </a:cubicBezTo>
                  <a:cubicBezTo>
                    <a:pt x="9007" y="1586"/>
                    <a:pt x="8640" y="919"/>
                    <a:pt x="7873" y="552"/>
                  </a:cubicBezTo>
                  <a:cubicBezTo>
                    <a:pt x="7239" y="251"/>
                    <a:pt x="6506" y="185"/>
                    <a:pt x="5772" y="118"/>
                  </a:cubicBezTo>
                  <a:cubicBezTo>
                    <a:pt x="5160" y="64"/>
                    <a:pt x="4538" y="0"/>
                    <a:pt x="392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46" name="Google Shape;3546;p70"/>
            <p:cNvSpPr/>
            <p:nvPr/>
          </p:nvSpPr>
          <p:spPr>
            <a:xfrm>
              <a:off x="7623808" y="2202547"/>
              <a:ext cx="72386" cy="50273"/>
            </a:xfrm>
            <a:custGeom>
              <a:rect b="b" l="l" r="r" t="t"/>
              <a:pathLst>
                <a:path extrusionOk="0" h="2503" w="3604">
                  <a:moveTo>
                    <a:pt x="1802" y="0"/>
                  </a:moveTo>
                  <a:cubicBezTo>
                    <a:pt x="0" y="0"/>
                    <a:pt x="0" y="2502"/>
                    <a:pt x="1802" y="2502"/>
                  </a:cubicBezTo>
                  <a:cubicBezTo>
                    <a:pt x="3603" y="2502"/>
                    <a:pt x="3603" y="0"/>
                    <a:pt x="1802" y="0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47" name="Google Shape;3547;p70"/>
            <p:cNvSpPr/>
            <p:nvPr/>
          </p:nvSpPr>
          <p:spPr>
            <a:xfrm>
              <a:off x="7072415" y="4486513"/>
              <a:ext cx="370528" cy="130653"/>
            </a:xfrm>
            <a:custGeom>
              <a:rect b="b" l="l" r="r" t="t"/>
              <a:pathLst>
                <a:path extrusionOk="0" h="6505" w="18448">
                  <a:moveTo>
                    <a:pt x="10441" y="0"/>
                  </a:moveTo>
                  <a:cubicBezTo>
                    <a:pt x="9541" y="0"/>
                    <a:pt x="8907" y="1401"/>
                    <a:pt x="7940" y="1768"/>
                  </a:cubicBezTo>
                  <a:cubicBezTo>
                    <a:pt x="6405" y="2369"/>
                    <a:pt x="4771" y="2702"/>
                    <a:pt x="3270" y="3403"/>
                  </a:cubicBezTo>
                  <a:cubicBezTo>
                    <a:pt x="1969" y="3970"/>
                    <a:pt x="434" y="5071"/>
                    <a:pt x="1" y="6505"/>
                  </a:cubicBezTo>
                  <a:lnTo>
                    <a:pt x="17146" y="6505"/>
                  </a:lnTo>
                  <a:cubicBezTo>
                    <a:pt x="17880" y="6505"/>
                    <a:pt x="18447" y="5804"/>
                    <a:pt x="18280" y="5071"/>
                  </a:cubicBezTo>
                  <a:cubicBezTo>
                    <a:pt x="18080" y="4070"/>
                    <a:pt x="17980" y="3069"/>
                    <a:pt x="18080" y="2068"/>
                  </a:cubicBezTo>
                  <a:cubicBezTo>
                    <a:pt x="18113" y="1835"/>
                    <a:pt x="18147" y="1568"/>
                    <a:pt x="18113" y="1335"/>
                  </a:cubicBezTo>
                  <a:cubicBezTo>
                    <a:pt x="18047" y="1101"/>
                    <a:pt x="17913" y="868"/>
                    <a:pt x="17680" y="767"/>
                  </a:cubicBezTo>
                  <a:cubicBezTo>
                    <a:pt x="17596" y="751"/>
                    <a:pt x="17513" y="742"/>
                    <a:pt x="17425" y="742"/>
                  </a:cubicBezTo>
                  <a:cubicBezTo>
                    <a:pt x="17338" y="742"/>
                    <a:pt x="17246" y="751"/>
                    <a:pt x="17146" y="767"/>
                  </a:cubicBezTo>
                  <a:cubicBezTo>
                    <a:pt x="16943" y="794"/>
                    <a:pt x="16741" y="805"/>
                    <a:pt x="16538" y="805"/>
                  </a:cubicBezTo>
                  <a:cubicBezTo>
                    <a:pt x="15800" y="805"/>
                    <a:pt x="15061" y="664"/>
                    <a:pt x="14323" y="664"/>
                  </a:cubicBezTo>
                  <a:cubicBezTo>
                    <a:pt x="14263" y="664"/>
                    <a:pt x="14204" y="665"/>
                    <a:pt x="14144" y="667"/>
                  </a:cubicBezTo>
                  <a:cubicBezTo>
                    <a:pt x="13994" y="676"/>
                    <a:pt x="13846" y="680"/>
                    <a:pt x="13699" y="680"/>
                  </a:cubicBezTo>
                  <a:cubicBezTo>
                    <a:pt x="13260" y="680"/>
                    <a:pt x="12835" y="642"/>
                    <a:pt x="12409" y="567"/>
                  </a:cubicBezTo>
                  <a:cubicBezTo>
                    <a:pt x="11776" y="467"/>
                    <a:pt x="11042" y="0"/>
                    <a:pt x="1044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48" name="Google Shape;3548;p70"/>
            <p:cNvSpPr/>
            <p:nvPr/>
          </p:nvSpPr>
          <p:spPr>
            <a:xfrm>
              <a:off x="7580766" y="2356679"/>
              <a:ext cx="546894" cy="373440"/>
            </a:xfrm>
            <a:custGeom>
              <a:rect b="b" l="l" r="r" t="t"/>
              <a:pathLst>
                <a:path extrusionOk="0" h="18593" w="27229">
                  <a:moveTo>
                    <a:pt x="5608" y="0"/>
                  </a:moveTo>
                  <a:cubicBezTo>
                    <a:pt x="0" y="0"/>
                    <a:pt x="7491" y="7637"/>
                    <a:pt x="8681" y="9439"/>
                  </a:cubicBezTo>
                  <a:lnTo>
                    <a:pt x="8715" y="9439"/>
                  </a:lnTo>
                  <a:cubicBezTo>
                    <a:pt x="9515" y="10673"/>
                    <a:pt x="10349" y="11907"/>
                    <a:pt x="11183" y="13141"/>
                  </a:cubicBezTo>
                  <a:cubicBezTo>
                    <a:pt x="11750" y="14009"/>
                    <a:pt x="12317" y="15109"/>
                    <a:pt x="13418" y="15343"/>
                  </a:cubicBezTo>
                  <a:cubicBezTo>
                    <a:pt x="14352" y="15543"/>
                    <a:pt x="15019" y="17378"/>
                    <a:pt x="15686" y="17978"/>
                  </a:cubicBezTo>
                  <a:cubicBezTo>
                    <a:pt x="16165" y="18416"/>
                    <a:pt x="16585" y="18593"/>
                    <a:pt x="16976" y="18593"/>
                  </a:cubicBezTo>
                  <a:cubicBezTo>
                    <a:pt x="17865" y="18593"/>
                    <a:pt x="18606" y="17678"/>
                    <a:pt x="19556" y="16844"/>
                  </a:cubicBezTo>
                  <a:cubicBezTo>
                    <a:pt x="22325" y="14376"/>
                    <a:pt x="24893" y="11674"/>
                    <a:pt x="27228" y="8772"/>
                  </a:cubicBezTo>
                  <a:cubicBezTo>
                    <a:pt x="21024" y="4135"/>
                    <a:pt x="13718" y="699"/>
                    <a:pt x="6280" y="32"/>
                  </a:cubicBezTo>
                  <a:cubicBezTo>
                    <a:pt x="6037" y="11"/>
                    <a:pt x="5814" y="0"/>
                    <a:pt x="5608" y="0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49" name="Google Shape;3549;p70"/>
            <p:cNvSpPr/>
            <p:nvPr/>
          </p:nvSpPr>
          <p:spPr>
            <a:xfrm>
              <a:off x="7016136" y="2389277"/>
              <a:ext cx="59652" cy="69052"/>
            </a:xfrm>
            <a:custGeom>
              <a:rect b="b" l="l" r="r" t="t"/>
              <a:pathLst>
                <a:path extrusionOk="0" h="3438" w="2970">
                  <a:moveTo>
                    <a:pt x="766" y="0"/>
                  </a:moveTo>
                  <a:cubicBezTo>
                    <a:pt x="389" y="0"/>
                    <a:pt x="76" y="180"/>
                    <a:pt x="34" y="711"/>
                  </a:cubicBezTo>
                  <a:cubicBezTo>
                    <a:pt x="1" y="911"/>
                    <a:pt x="34" y="1111"/>
                    <a:pt x="167" y="1278"/>
                  </a:cubicBezTo>
                  <a:cubicBezTo>
                    <a:pt x="267" y="1378"/>
                    <a:pt x="367" y="1445"/>
                    <a:pt x="501" y="1545"/>
                  </a:cubicBezTo>
                  <a:cubicBezTo>
                    <a:pt x="668" y="1678"/>
                    <a:pt x="834" y="1845"/>
                    <a:pt x="968" y="2012"/>
                  </a:cubicBezTo>
                  <a:cubicBezTo>
                    <a:pt x="1068" y="2112"/>
                    <a:pt x="1168" y="2212"/>
                    <a:pt x="1201" y="2345"/>
                  </a:cubicBezTo>
                  <a:cubicBezTo>
                    <a:pt x="1359" y="2686"/>
                    <a:pt x="1619" y="3438"/>
                    <a:pt x="2046" y="3438"/>
                  </a:cubicBezTo>
                  <a:cubicBezTo>
                    <a:pt x="2163" y="3438"/>
                    <a:pt x="2292" y="3382"/>
                    <a:pt x="2436" y="3246"/>
                  </a:cubicBezTo>
                  <a:cubicBezTo>
                    <a:pt x="2602" y="3046"/>
                    <a:pt x="2702" y="2812"/>
                    <a:pt x="2769" y="2545"/>
                  </a:cubicBezTo>
                  <a:cubicBezTo>
                    <a:pt x="2903" y="2012"/>
                    <a:pt x="2969" y="1378"/>
                    <a:pt x="2669" y="911"/>
                  </a:cubicBezTo>
                  <a:cubicBezTo>
                    <a:pt x="2469" y="577"/>
                    <a:pt x="2069" y="377"/>
                    <a:pt x="1668" y="210"/>
                  </a:cubicBezTo>
                  <a:cubicBezTo>
                    <a:pt x="1602" y="177"/>
                    <a:pt x="1535" y="177"/>
                    <a:pt x="1435" y="144"/>
                  </a:cubicBezTo>
                  <a:cubicBezTo>
                    <a:pt x="1217" y="59"/>
                    <a:pt x="981" y="0"/>
                    <a:pt x="766" y="0"/>
                  </a:cubicBezTo>
                  <a:close/>
                </a:path>
              </a:pathLst>
            </a:custGeom>
            <a:solidFill>
              <a:srgbClr val="F2A888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50" name="Google Shape;3550;p70"/>
            <p:cNvSpPr/>
            <p:nvPr/>
          </p:nvSpPr>
          <p:spPr>
            <a:xfrm>
              <a:off x="7150405" y="4523589"/>
              <a:ext cx="32578" cy="51377"/>
            </a:xfrm>
            <a:custGeom>
              <a:rect b="b" l="l" r="r" t="t"/>
              <a:pathLst>
                <a:path extrusionOk="0" h="2558" w="1622">
                  <a:moveTo>
                    <a:pt x="248" y="1"/>
                  </a:moveTo>
                  <a:cubicBezTo>
                    <a:pt x="124" y="1"/>
                    <a:pt x="0" y="109"/>
                    <a:pt x="20" y="289"/>
                  </a:cubicBezTo>
                  <a:cubicBezTo>
                    <a:pt x="120" y="956"/>
                    <a:pt x="454" y="1623"/>
                    <a:pt x="854" y="2157"/>
                  </a:cubicBezTo>
                  <a:cubicBezTo>
                    <a:pt x="954" y="2324"/>
                    <a:pt x="1088" y="2557"/>
                    <a:pt x="1321" y="2557"/>
                  </a:cubicBezTo>
                  <a:cubicBezTo>
                    <a:pt x="1455" y="2557"/>
                    <a:pt x="1555" y="2491"/>
                    <a:pt x="1588" y="2357"/>
                  </a:cubicBezTo>
                  <a:cubicBezTo>
                    <a:pt x="1621" y="2224"/>
                    <a:pt x="1588" y="2124"/>
                    <a:pt x="1488" y="2024"/>
                  </a:cubicBezTo>
                  <a:lnTo>
                    <a:pt x="1521" y="2024"/>
                  </a:lnTo>
                  <a:cubicBezTo>
                    <a:pt x="1321" y="1757"/>
                    <a:pt x="1088" y="1490"/>
                    <a:pt x="921" y="1190"/>
                  </a:cubicBezTo>
                  <a:cubicBezTo>
                    <a:pt x="754" y="856"/>
                    <a:pt x="587" y="523"/>
                    <a:pt x="454" y="156"/>
                  </a:cubicBezTo>
                  <a:cubicBezTo>
                    <a:pt x="414" y="49"/>
                    <a:pt x="331" y="1"/>
                    <a:pt x="248" y="1"/>
                  </a:cubicBezTo>
                  <a:close/>
                </a:path>
              </a:pathLst>
            </a:custGeom>
            <a:solidFill>
              <a:srgbClr val="5CC9BF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51" name="Google Shape;3551;p70"/>
            <p:cNvSpPr/>
            <p:nvPr/>
          </p:nvSpPr>
          <p:spPr>
            <a:xfrm>
              <a:off x="7186979" y="4519954"/>
              <a:ext cx="34185" cy="34988"/>
            </a:xfrm>
            <a:custGeom>
              <a:rect b="b" l="l" r="r" t="t"/>
              <a:pathLst>
                <a:path extrusionOk="0" h="1742" w="1702">
                  <a:moveTo>
                    <a:pt x="221" y="0"/>
                  </a:moveTo>
                  <a:cubicBezTo>
                    <a:pt x="163" y="0"/>
                    <a:pt x="109" y="29"/>
                    <a:pt x="67" y="70"/>
                  </a:cubicBezTo>
                  <a:cubicBezTo>
                    <a:pt x="1" y="170"/>
                    <a:pt x="34" y="270"/>
                    <a:pt x="101" y="337"/>
                  </a:cubicBezTo>
                  <a:cubicBezTo>
                    <a:pt x="267" y="503"/>
                    <a:pt x="434" y="704"/>
                    <a:pt x="601" y="870"/>
                  </a:cubicBezTo>
                  <a:cubicBezTo>
                    <a:pt x="668" y="970"/>
                    <a:pt x="768" y="1071"/>
                    <a:pt x="835" y="1171"/>
                  </a:cubicBezTo>
                  <a:cubicBezTo>
                    <a:pt x="868" y="1204"/>
                    <a:pt x="901" y="1237"/>
                    <a:pt x="901" y="1271"/>
                  </a:cubicBezTo>
                  <a:cubicBezTo>
                    <a:pt x="935" y="1304"/>
                    <a:pt x="968" y="1371"/>
                    <a:pt x="1001" y="1404"/>
                  </a:cubicBezTo>
                  <a:cubicBezTo>
                    <a:pt x="1125" y="1558"/>
                    <a:pt x="1248" y="1741"/>
                    <a:pt x="1451" y="1741"/>
                  </a:cubicBezTo>
                  <a:cubicBezTo>
                    <a:pt x="1467" y="1741"/>
                    <a:pt x="1484" y="1740"/>
                    <a:pt x="1502" y="1738"/>
                  </a:cubicBezTo>
                  <a:cubicBezTo>
                    <a:pt x="1635" y="1671"/>
                    <a:pt x="1702" y="1504"/>
                    <a:pt x="1668" y="1371"/>
                  </a:cubicBezTo>
                  <a:cubicBezTo>
                    <a:pt x="1635" y="1271"/>
                    <a:pt x="1602" y="1204"/>
                    <a:pt x="1568" y="1137"/>
                  </a:cubicBezTo>
                  <a:cubicBezTo>
                    <a:pt x="1402" y="937"/>
                    <a:pt x="1235" y="704"/>
                    <a:pt x="1035" y="537"/>
                  </a:cubicBezTo>
                  <a:cubicBezTo>
                    <a:pt x="835" y="337"/>
                    <a:pt x="601" y="170"/>
                    <a:pt x="334" y="36"/>
                  </a:cubicBezTo>
                  <a:cubicBezTo>
                    <a:pt x="296" y="11"/>
                    <a:pt x="258" y="0"/>
                    <a:pt x="221" y="0"/>
                  </a:cubicBezTo>
                  <a:close/>
                </a:path>
              </a:pathLst>
            </a:custGeom>
            <a:solidFill>
              <a:srgbClr val="5CC9BF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52" name="Google Shape;3552;p70"/>
            <p:cNvSpPr/>
            <p:nvPr/>
          </p:nvSpPr>
          <p:spPr>
            <a:xfrm>
              <a:off x="7227852" y="4506236"/>
              <a:ext cx="41235" cy="26713"/>
            </a:xfrm>
            <a:custGeom>
              <a:rect b="b" l="l" r="r" t="t"/>
              <a:pathLst>
                <a:path extrusionOk="0" h="1330" w="2053">
                  <a:moveTo>
                    <a:pt x="260" y="0"/>
                  </a:moveTo>
                  <a:cubicBezTo>
                    <a:pt x="186" y="0"/>
                    <a:pt x="112" y="30"/>
                    <a:pt x="67" y="119"/>
                  </a:cubicBezTo>
                  <a:cubicBezTo>
                    <a:pt x="0" y="219"/>
                    <a:pt x="34" y="353"/>
                    <a:pt x="134" y="419"/>
                  </a:cubicBezTo>
                  <a:cubicBezTo>
                    <a:pt x="367" y="586"/>
                    <a:pt x="634" y="753"/>
                    <a:pt x="868" y="886"/>
                  </a:cubicBezTo>
                  <a:cubicBezTo>
                    <a:pt x="1135" y="1053"/>
                    <a:pt x="1368" y="1253"/>
                    <a:pt x="1668" y="1320"/>
                  </a:cubicBezTo>
                  <a:cubicBezTo>
                    <a:pt x="1691" y="1326"/>
                    <a:pt x="1713" y="1329"/>
                    <a:pt x="1734" y="1329"/>
                  </a:cubicBezTo>
                  <a:cubicBezTo>
                    <a:pt x="1931" y="1329"/>
                    <a:pt x="2052" y="1070"/>
                    <a:pt x="1902" y="920"/>
                  </a:cubicBezTo>
                  <a:lnTo>
                    <a:pt x="1902" y="920"/>
                  </a:lnTo>
                  <a:lnTo>
                    <a:pt x="1902" y="953"/>
                  </a:lnTo>
                  <a:cubicBezTo>
                    <a:pt x="1668" y="719"/>
                    <a:pt x="1401" y="586"/>
                    <a:pt x="1135" y="419"/>
                  </a:cubicBezTo>
                  <a:cubicBezTo>
                    <a:pt x="901" y="286"/>
                    <a:pt x="634" y="152"/>
                    <a:pt x="367" y="19"/>
                  </a:cubicBezTo>
                  <a:cubicBezTo>
                    <a:pt x="334" y="8"/>
                    <a:pt x="297" y="0"/>
                    <a:pt x="260" y="0"/>
                  </a:cubicBezTo>
                  <a:close/>
                </a:path>
              </a:pathLst>
            </a:custGeom>
            <a:solidFill>
              <a:srgbClr val="5CC9BF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53" name="Google Shape;3553;p70"/>
            <p:cNvSpPr/>
            <p:nvPr/>
          </p:nvSpPr>
          <p:spPr>
            <a:xfrm>
              <a:off x="7793305" y="4496214"/>
              <a:ext cx="34868" cy="36535"/>
            </a:xfrm>
            <a:custGeom>
              <a:rect b="b" l="l" r="r" t="t"/>
              <a:pathLst>
                <a:path extrusionOk="0" h="1819" w="1736">
                  <a:moveTo>
                    <a:pt x="218" y="1"/>
                  </a:moveTo>
                  <a:cubicBezTo>
                    <a:pt x="176" y="1"/>
                    <a:pt x="134" y="18"/>
                    <a:pt x="101" y="51"/>
                  </a:cubicBezTo>
                  <a:cubicBezTo>
                    <a:pt x="1" y="118"/>
                    <a:pt x="1" y="218"/>
                    <a:pt x="34" y="284"/>
                  </a:cubicBezTo>
                  <a:cubicBezTo>
                    <a:pt x="201" y="585"/>
                    <a:pt x="401" y="852"/>
                    <a:pt x="635" y="1118"/>
                  </a:cubicBezTo>
                  <a:cubicBezTo>
                    <a:pt x="735" y="1252"/>
                    <a:pt x="835" y="1385"/>
                    <a:pt x="935" y="1485"/>
                  </a:cubicBezTo>
                  <a:cubicBezTo>
                    <a:pt x="1002" y="1552"/>
                    <a:pt x="1068" y="1619"/>
                    <a:pt x="1135" y="1652"/>
                  </a:cubicBezTo>
                  <a:cubicBezTo>
                    <a:pt x="1168" y="1685"/>
                    <a:pt x="1202" y="1719"/>
                    <a:pt x="1235" y="1752"/>
                  </a:cubicBezTo>
                  <a:cubicBezTo>
                    <a:pt x="1268" y="1786"/>
                    <a:pt x="1335" y="1786"/>
                    <a:pt x="1402" y="1819"/>
                  </a:cubicBezTo>
                  <a:cubicBezTo>
                    <a:pt x="1502" y="1819"/>
                    <a:pt x="1569" y="1819"/>
                    <a:pt x="1635" y="1752"/>
                  </a:cubicBezTo>
                  <a:cubicBezTo>
                    <a:pt x="1702" y="1685"/>
                    <a:pt x="1735" y="1619"/>
                    <a:pt x="1702" y="1519"/>
                  </a:cubicBezTo>
                  <a:cubicBezTo>
                    <a:pt x="1702" y="1452"/>
                    <a:pt x="1669" y="1419"/>
                    <a:pt x="1669" y="1385"/>
                  </a:cubicBezTo>
                  <a:cubicBezTo>
                    <a:pt x="1635" y="1319"/>
                    <a:pt x="1569" y="1285"/>
                    <a:pt x="1535" y="1252"/>
                  </a:cubicBezTo>
                  <a:cubicBezTo>
                    <a:pt x="1469" y="1185"/>
                    <a:pt x="1402" y="1152"/>
                    <a:pt x="1368" y="1085"/>
                  </a:cubicBezTo>
                  <a:cubicBezTo>
                    <a:pt x="1235" y="985"/>
                    <a:pt x="1102" y="885"/>
                    <a:pt x="1002" y="785"/>
                  </a:cubicBezTo>
                  <a:cubicBezTo>
                    <a:pt x="768" y="551"/>
                    <a:pt x="568" y="318"/>
                    <a:pt x="334" y="51"/>
                  </a:cubicBezTo>
                  <a:cubicBezTo>
                    <a:pt x="301" y="18"/>
                    <a:pt x="259" y="1"/>
                    <a:pt x="218" y="1"/>
                  </a:cubicBezTo>
                  <a:close/>
                </a:path>
              </a:pathLst>
            </a:custGeom>
            <a:solidFill>
              <a:srgbClr val="5CC9BF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54" name="Google Shape;3554;p70"/>
            <p:cNvSpPr/>
            <p:nvPr/>
          </p:nvSpPr>
          <p:spPr>
            <a:xfrm>
              <a:off x="7830784" y="4481612"/>
              <a:ext cx="40933" cy="41194"/>
            </a:xfrm>
            <a:custGeom>
              <a:rect b="b" l="l" r="r" t="t"/>
              <a:pathLst>
                <a:path extrusionOk="0" h="2051" w="2038">
                  <a:moveTo>
                    <a:pt x="219" y="0"/>
                  </a:moveTo>
                  <a:cubicBezTo>
                    <a:pt x="95" y="0"/>
                    <a:pt x="0" y="142"/>
                    <a:pt x="103" y="244"/>
                  </a:cubicBezTo>
                  <a:cubicBezTo>
                    <a:pt x="403" y="578"/>
                    <a:pt x="670" y="878"/>
                    <a:pt x="970" y="1212"/>
                  </a:cubicBezTo>
                  <a:cubicBezTo>
                    <a:pt x="1104" y="1345"/>
                    <a:pt x="1237" y="1512"/>
                    <a:pt x="1404" y="1645"/>
                  </a:cubicBezTo>
                  <a:cubicBezTo>
                    <a:pt x="1404" y="1679"/>
                    <a:pt x="1437" y="1712"/>
                    <a:pt x="1471" y="1712"/>
                  </a:cubicBezTo>
                  <a:lnTo>
                    <a:pt x="1471" y="1745"/>
                  </a:lnTo>
                  <a:lnTo>
                    <a:pt x="1471" y="1779"/>
                  </a:lnTo>
                  <a:cubicBezTo>
                    <a:pt x="1471" y="1779"/>
                    <a:pt x="1471" y="1812"/>
                    <a:pt x="1471" y="1845"/>
                  </a:cubicBezTo>
                  <a:cubicBezTo>
                    <a:pt x="1471" y="1879"/>
                    <a:pt x="1504" y="1945"/>
                    <a:pt x="1537" y="1979"/>
                  </a:cubicBezTo>
                  <a:cubicBezTo>
                    <a:pt x="1584" y="2025"/>
                    <a:pt x="1652" y="2050"/>
                    <a:pt x="1721" y="2050"/>
                  </a:cubicBezTo>
                  <a:cubicBezTo>
                    <a:pt x="1802" y="2050"/>
                    <a:pt x="1884" y="2017"/>
                    <a:pt x="1938" y="1945"/>
                  </a:cubicBezTo>
                  <a:cubicBezTo>
                    <a:pt x="2038" y="1845"/>
                    <a:pt x="2038" y="1712"/>
                    <a:pt x="2004" y="1579"/>
                  </a:cubicBezTo>
                  <a:cubicBezTo>
                    <a:pt x="1971" y="1445"/>
                    <a:pt x="1904" y="1378"/>
                    <a:pt x="1804" y="1278"/>
                  </a:cubicBezTo>
                  <a:cubicBezTo>
                    <a:pt x="1704" y="1212"/>
                    <a:pt x="1604" y="1112"/>
                    <a:pt x="1504" y="1045"/>
                  </a:cubicBezTo>
                  <a:cubicBezTo>
                    <a:pt x="1337" y="845"/>
                    <a:pt x="1137" y="711"/>
                    <a:pt x="937" y="511"/>
                  </a:cubicBezTo>
                  <a:cubicBezTo>
                    <a:pt x="737" y="344"/>
                    <a:pt x="537" y="211"/>
                    <a:pt x="336" y="44"/>
                  </a:cubicBezTo>
                  <a:cubicBezTo>
                    <a:pt x="298" y="13"/>
                    <a:pt x="257" y="0"/>
                    <a:pt x="219" y="0"/>
                  </a:cubicBezTo>
                  <a:close/>
                </a:path>
              </a:pathLst>
            </a:custGeom>
            <a:solidFill>
              <a:srgbClr val="5CC9BF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55" name="Google Shape;3555;p70"/>
            <p:cNvSpPr/>
            <p:nvPr/>
          </p:nvSpPr>
          <p:spPr>
            <a:xfrm>
              <a:off x="7765789" y="4513105"/>
              <a:ext cx="40270" cy="41255"/>
            </a:xfrm>
            <a:custGeom>
              <a:rect b="b" l="l" r="r" t="t"/>
              <a:pathLst>
                <a:path extrusionOk="0" h="2054" w="2005">
                  <a:moveTo>
                    <a:pt x="221" y="0"/>
                  </a:moveTo>
                  <a:cubicBezTo>
                    <a:pt x="96" y="0"/>
                    <a:pt x="0" y="149"/>
                    <a:pt x="103" y="277"/>
                  </a:cubicBezTo>
                  <a:cubicBezTo>
                    <a:pt x="370" y="578"/>
                    <a:pt x="670" y="911"/>
                    <a:pt x="937" y="1211"/>
                  </a:cubicBezTo>
                  <a:cubicBezTo>
                    <a:pt x="1071" y="1378"/>
                    <a:pt x="1237" y="1512"/>
                    <a:pt x="1371" y="1678"/>
                  </a:cubicBezTo>
                  <a:cubicBezTo>
                    <a:pt x="1404" y="1678"/>
                    <a:pt x="1404" y="1712"/>
                    <a:pt x="1438" y="1712"/>
                  </a:cubicBezTo>
                  <a:lnTo>
                    <a:pt x="1438" y="1745"/>
                  </a:lnTo>
                  <a:lnTo>
                    <a:pt x="1438" y="1778"/>
                  </a:lnTo>
                  <a:cubicBezTo>
                    <a:pt x="1438" y="1812"/>
                    <a:pt x="1438" y="1845"/>
                    <a:pt x="1471" y="1845"/>
                  </a:cubicBezTo>
                  <a:cubicBezTo>
                    <a:pt x="1471" y="1912"/>
                    <a:pt x="1504" y="1945"/>
                    <a:pt x="1504" y="1979"/>
                  </a:cubicBezTo>
                  <a:cubicBezTo>
                    <a:pt x="1571" y="2029"/>
                    <a:pt x="1646" y="2054"/>
                    <a:pt x="1717" y="2054"/>
                  </a:cubicBezTo>
                  <a:cubicBezTo>
                    <a:pt x="1788" y="2054"/>
                    <a:pt x="1855" y="2029"/>
                    <a:pt x="1905" y="1979"/>
                  </a:cubicBezTo>
                  <a:cubicBezTo>
                    <a:pt x="2005" y="1845"/>
                    <a:pt x="2005" y="1712"/>
                    <a:pt x="1971" y="1578"/>
                  </a:cubicBezTo>
                  <a:cubicBezTo>
                    <a:pt x="1938" y="1445"/>
                    <a:pt x="1871" y="1378"/>
                    <a:pt x="1771" y="1278"/>
                  </a:cubicBezTo>
                  <a:cubicBezTo>
                    <a:pt x="1671" y="1211"/>
                    <a:pt x="1604" y="1111"/>
                    <a:pt x="1504" y="1045"/>
                  </a:cubicBezTo>
                  <a:cubicBezTo>
                    <a:pt x="1304" y="878"/>
                    <a:pt x="1104" y="711"/>
                    <a:pt x="937" y="544"/>
                  </a:cubicBezTo>
                  <a:cubicBezTo>
                    <a:pt x="737" y="377"/>
                    <a:pt x="537" y="211"/>
                    <a:pt x="337" y="44"/>
                  </a:cubicBezTo>
                  <a:cubicBezTo>
                    <a:pt x="299" y="13"/>
                    <a:pt x="259" y="0"/>
                    <a:pt x="221" y="0"/>
                  </a:cubicBezTo>
                  <a:close/>
                </a:path>
              </a:pathLst>
            </a:custGeom>
            <a:solidFill>
              <a:srgbClr val="5CC9BF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56" name="Google Shape;3556;p70"/>
            <p:cNvSpPr/>
            <p:nvPr/>
          </p:nvSpPr>
          <p:spPr>
            <a:xfrm>
              <a:off x="7860309" y="4515977"/>
              <a:ext cx="20" cy="703"/>
            </a:xfrm>
            <a:custGeom>
              <a:rect b="b" l="l" r="r" t="t"/>
              <a:pathLst>
                <a:path extrusionOk="0" h="35" w="1">
                  <a:moveTo>
                    <a:pt x="1" y="1"/>
                  </a:moveTo>
                  <a:lnTo>
                    <a:pt x="1" y="1"/>
                  </a:lnTo>
                  <a:lnTo>
                    <a:pt x="1" y="34"/>
                  </a:lnTo>
                  <a:lnTo>
                    <a:pt x="1" y="34"/>
                  </a:lnTo>
                  <a:close/>
                </a:path>
              </a:pathLst>
            </a:custGeom>
            <a:solidFill>
              <a:srgbClr val="5CC9BF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57" name="Google Shape;3557;p70"/>
            <p:cNvSpPr/>
            <p:nvPr/>
          </p:nvSpPr>
          <p:spPr>
            <a:xfrm>
              <a:off x="7860309" y="4515977"/>
              <a:ext cx="20" cy="20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5CC9BF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58" name="Google Shape;3558;p70"/>
            <p:cNvSpPr/>
            <p:nvPr/>
          </p:nvSpPr>
          <p:spPr>
            <a:xfrm>
              <a:off x="7652891" y="3110108"/>
              <a:ext cx="109624" cy="499353"/>
            </a:xfrm>
            <a:custGeom>
              <a:rect b="b" l="l" r="r" t="t"/>
              <a:pathLst>
                <a:path extrusionOk="0" h="24862" w="5458">
                  <a:moveTo>
                    <a:pt x="5082" y="1"/>
                  </a:moveTo>
                  <a:cubicBezTo>
                    <a:pt x="4985" y="1"/>
                    <a:pt x="4890" y="68"/>
                    <a:pt x="4890" y="214"/>
                  </a:cubicBezTo>
                  <a:cubicBezTo>
                    <a:pt x="4857" y="981"/>
                    <a:pt x="4790" y="1748"/>
                    <a:pt x="4657" y="2515"/>
                  </a:cubicBezTo>
                  <a:cubicBezTo>
                    <a:pt x="4490" y="3249"/>
                    <a:pt x="4290" y="3983"/>
                    <a:pt x="4056" y="4684"/>
                  </a:cubicBezTo>
                  <a:cubicBezTo>
                    <a:pt x="3556" y="6185"/>
                    <a:pt x="3022" y="7652"/>
                    <a:pt x="2655" y="9187"/>
                  </a:cubicBezTo>
                  <a:cubicBezTo>
                    <a:pt x="2288" y="10788"/>
                    <a:pt x="2022" y="12422"/>
                    <a:pt x="1755" y="14057"/>
                  </a:cubicBezTo>
                  <a:cubicBezTo>
                    <a:pt x="1455" y="15725"/>
                    <a:pt x="1188" y="17393"/>
                    <a:pt x="921" y="19060"/>
                  </a:cubicBezTo>
                  <a:cubicBezTo>
                    <a:pt x="587" y="20962"/>
                    <a:pt x="287" y="22830"/>
                    <a:pt x="20" y="24698"/>
                  </a:cubicBezTo>
                  <a:cubicBezTo>
                    <a:pt x="0" y="24797"/>
                    <a:pt x="75" y="24861"/>
                    <a:pt x="146" y="24861"/>
                  </a:cubicBezTo>
                  <a:cubicBezTo>
                    <a:pt x="194" y="24861"/>
                    <a:pt x="240" y="24832"/>
                    <a:pt x="254" y="24765"/>
                  </a:cubicBezTo>
                  <a:cubicBezTo>
                    <a:pt x="887" y="21429"/>
                    <a:pt x="1455" y="18060"/>
                    <a:pt x="2055" y="14691"/>
                  </a:cubicBezTo>
                  <a:cubicBezTo>
                    <a:pt x="2322" y="13056"/>
                    <a:pt x="2589" y="11388"/>
                    <a:pt x="2956" y="9787"/>
                  </a:cubicBezTo>
                  <a:cubicBezTo>
                    <a:pt x="3289" y="8253"/>
                    <a:pt x="3823" y="6752"/>
                    <a:pt x="4323" y="5251"/>
                  </a:cubicBezTo>
                  <a:cubicBezTo>
                    <a:pt x="4890" y="3649"/>
                    <a:pt x="5457" y="1915"/>
                    <a:pt x="5291" y="180"/>
                  </a:cubicBezTo>
                  <a:lnTo>
                    <a:pt x="5291" y="180"/>
                  </a:lnTo>
                  <a:lnTo>
                    <a:pt x="5291" y="214"/>
                  </a:lnTo>
                  <a:cubicBezTo>
                    <a:pt x="5291" y="76"/>
                    <a:pt x="5185" y="1"/>
                    <a:pt x="508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59" name="Google Shape;3559;p70"/>
            <p:cNvSpPr/>
            <p:nvPr/>
          </p:nvSpPr>
          <p:spPr>
            <a:xfrm>
              <a:off x="7466061" y="2614289"/>
              <a:ext cx="145375" cy="180223"/>
            </a:xfrm>
            <a:custGeom>
              <a:rect b="b" l="l" r="r" t="t"/>
              <a:pathLst>
                <a:path extrusionOk="0" h="8973" w="7238">
                  <a:moveTo>
                    <a:pt x="7030" y="0"/>
                  </a:moveTo>
                  <a:cubicBezTo>
                    <a:pt x="6993" y="0"/>
                    <a:pt x="6954" y="15"/>
                    <a:pt x="6920" y="49"/>
                  </a:cubicBezTo>
                  <a:cubicBezTo>
                    <a:pt x="6320" y="716"/>
                    <a:pt x="5853" y="1516"/>
                    <a:pt x="5353" y="2250"/>
                  </a:cubicBezTo>
                  <a:cubicBezTo>
                    <a:pt x="4786" y="3017"/>
                    <a:pt x="4219" y="3785"/>
                    <a:pt x="3651" y="4518"/>
                  </a:cubicBezTo>
                  <a:cubicBezTo>
                    <a:pt x="3084" y="5252"/>
                    <a:pt x="2484" y="5953"/>
                    <a:pt x="1884" y="6653"/>
                  </a:cubicBezTo>
                  <a:cubicBezTo>
                    <a:pt x="1283" y="7354"/>
                    <a:pt x="649" y="8054"/>
                    <a:pt x="82" y="8788"/>
                  </a:cubicBezTo>
                  <a:cubicBezTo>
                    <a:pt x="1" y="8869"/>
                    <a:pt x="74" y="8973"/>
                    <a:pt x="158" y="8973"/>
                  </a:cubicBezTo>
                  <a:cubicBezTo>
                    <a:pt x="177" y="8973"/>
                    <a:pt x="197" y="8967"/>
                    <a:pt x="216" y="8955"/>
                  </a:cubicBezTo>
                  <a:cubicBezTo>
                    <a:pt x="916" y="8321"/>
                    <a:pt x="1583" y="7587"/>
                    <a:pt x="2184" y="6887"/>
                  </a:cubicBezTo>
                  <a:cubicBezTo>
                    <a:pt x="2784" y="6220"/>
                    <a:pt x="3385" y="5486"/>
                    <a:pt x="3952" y="4785"/>
                  </a:cubicBezTo>
                  <a:cubicBezTo>
                    <a:pt x="4519" y="4085"/>
                    <a:pt x="5086" y="3351"/>
                    <a:pt x="5620" y="2617"/>
                  </a:cubicBezTo>
                  <a:cubicBezTo>
                    <a:pt x="5886" y="2250"/>
                    <a:pt x="6153" y="1850"/>
                    <a:pt x="6420" y="1450"/>
                  </a:cubicBezTo>
                  <a:cubicBezTo>
                    <a:pt x="6687" y="1083"/>
                    <a:pt x="6987" y="682"/>
                    <a:pt x="7187" y="249"/>
                  </a:cubicBezTo>
                  <a:cubicBezTo>
                    <a:pt x="7237" y="124"/>
                    <a:pt x="7139" y="0"/>
                    <a:pt x="703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60" name="Google Shape;3560;p70"/>
            <p:cNvSpPr/>
            <p:nvPr/>
          </p:nvSpPr>
          <p:spPr>
            <a:xfrm>
              <a:off x="7899173" y="2530073"/>
              <a:ext cx="38202" cy="208984"/>
            </a:xfrm>
            <a:custGeom>
              <a:rect b="b" l="l" r="r" t="t"/>
              <a:pathLst>
                <a:path extrusionOk="0" h="10405" w="1902">
                  <a:moveTo>
                    <a:pt x="116" y="1"/>
                  </a:moveTo>
                  <a:cubicBezTo>
                    <a:pt x="58" y="1"/>
                    <a:pt x="0" y="34"/>
                    <a:pt x="0" y="105"/>
                  </a:cubicBezTo>
                  <a:cubicBezTo>
                    <a:pt x="100" y="939"/>
                    <a:pt x="300" y="1806"/>
                    <a:pt x="467" y="2640"/>
                  </a:cubicBezTo>
                  <a:cubicBezTo>
                    <a:pt x="634" y="3474"/>
                    <a:pt x="801" y="4342"/>
                    <a:pt x="968" y="5176"/>
                  </a:cubicBezTo>
                  <a:cubicBezTo>
                    <a:pt x="1301" y="6877"/>
                    <a:pt x="1635" y="8578"/>
                    <a:pt x="1268" y="10279"/>
                  </a:cubicBezTo>
                  <a:cubicBezTo>
                    <a:pt x="1248" y="10360"/>
                    <a:pt x="1313" y="10404"/>
                    <a:pt x="1375" y="10404"/>
                  </a:cubicBezTo>
                  <a:cubicBezTo>
                    <a:pt x="1416" y="10404"/>
                    <a:pt x="1455" y="10385"/>
                    <a:pt x="1468" y="10346"/>
                  </a:cubicBezTo>
                  <a:cubicBezTo>
                    <a:pt x="1902" y="8678"/>
                    <a:pt x="1601" y="6977"/>
                    <a:pt x="1301" y="5342"/>
                  </a:cubicBezTo>
                  <a:cubicBezTo>
                    <a:pt x="1134" y="4475"/>
                    <a:pt x="968" y="3608"/>
                    <a:pt x="801" y="2740"/>
                  </a:cubicBezTo>
                  <a:cubicBezTo>
                    <a:pt x="634" y="1873"/>
                    <a:pt x="501" y="939"/>
                    <a:pt x="234" y="72"/>
                  </a:cubicBezTo>
                  <a:cubicBezTo>
                    <a:pt x="218" y="25"/>
                    <a:pt x="167" y="1"/>
                    <a:pt x="11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61" name="Google Shape;3561;p70"/>
            <p:cNvSpPr/>
            <p:nvPr/>
          </p:nvSpPr>
          <p:spPr>
            <a:xfrm>
              <a:off x="7567711" y="2255330"/>
              <a:ext cx="33221" cy="7773"/>
            </a:xfrm>
            <a:custGeom>
              <a:rect b="b" l="l" r="r" t="t"/>
              <a:pathLst>
                <a:path extrusionOk="0" h="387" w="1654">
                  <a:moveTo>
                    <a:pt x="97" y="1"/>
                  </a:moveTo>
                  <a:cubicBezTo>
                    <a:pt x="42" y="1"/>
                    <a:pt x="1" y="79"/>
                    <a:pt x="58" y="108"/>
                  </a:cubicBezTo>
                  <a:cubicBezTo>
                    <a:pt x="258" y="275"/>
                    <a:pt x="525" y="341"/>
                    <a:pt x="792" y="375"/>
                  </a:cubicBezTo>
                  <a:cubicBezTo>
                    <a:pt x="855" y="383"/>
                    <a:pt x="918" y="387"/>
                    <a:pt x="981" y="387"/>
                  </a:cubicBezTo>
                  <a:cubicBezTo>
                    <a:pt x="1185" y="387"/>
                    <a:pt x="1389" y="343"/>
                    <a:pt x="1593" y="241"/>
                  </a:cubicBezTo>
                  <a:cubicBezTo>
                    <a:pt x="1653" y="211"/>
                    <a:pt x="1604" y="70"/>
                    <a:pt x="1519" y="70"/>
                  </a:cubicBezTo>
                  <a:cubicBezTo>
                    <a:pt x="1510" y="70"/>
                    <a:pt x="1502" y="71"/>
                    <a:pt x="1493" y="74"/>
                  </a:cubicBezTo>
                  <a:cubicBezTo>
                    <a:pt x="1329" y="129"/>
                    <a:pt x="1143" y="183"/>
                    <a:pt x="936" y="183"/>
                  </a:cubicBezTo>
                  <a:cubicBezTo>
                    <a:pt x="889" y="183"/>
                    <a:pt x="841" y="181"/>
                    <a:pt x="792" y="174"/>
                  </a:cubicBezTo>
                  <a:cubicBezTo>
                    <a:pt x="559" y="174"/>
                    <a:pt x="325" y="74"/>
                    <a:pt x="125" y="8"/>
                  </a:cubicBezTo>
                  <a:cubicBezTo>
                    <a:pt x="116" y="3"/>
                    <a:pt x="106" y="1"/>
                    <a:pt x="9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62" name="Google Shape;3562;p70"/>
            <p:cNvSpPr/>
            <p:nvPr/>
          </p:nvSpPr>
          <p:spPr>
            <a:xfrm>
              <a:off x="7647247" y="2216606"/>
              <a:ext cx="27316" cy="15988"/>
            </a:xfrm>
            <a:custGeom>
              <a:rect b="b" l="l" r="r" t="t"/>
              <a:pathLst>
                <a:path extrusionOk="0" h="796" w="1360">
                  <a:moveTo>
                    <a:pt x="935" y="1"/>
                  </a:moveTo>
                  <a:cubicBezTo>
                    <a:pt x="768" y="1"/>
                    <a:pt x="635" y="34"/>
                    <a:pt x="535" y="101"/>
                  </a:cubicBezTo>
                  <a:cubicBezTo>
                    <a:pt x="401" y="134"/>
                    <a:pt x="301" y="234"/>
                    <a:pt x="201" y="301"/>
                  </a:cubicBezTo>
                  <a:cubicBezTo>
                    <a:pt x="168" y="368"/>
                    <a:pt x="101" y="435"/>
                    <a:pt x="68" y="468"/>
                  </a:cubicBezTo>
                  <a:cubicBezTo>
                    <a:pt x="34" y="535"/>
                    <a:pt x="1" y="601"/>
                    <a:pt x="1" y="701"/>
                  </a:cubicBezTo>
                  <a:cubicBezTo>
                    <a:pt x="1" y="760"/>
                    <a:pt x="46" y="795"/>
                    <a:pt x="97" y="795"/>
                  </a:cubicBezTo>
                  <a:cubicBezTo>
                    <a:pt x="134" y="795"/>
                    <a:pt x="173" y="777"/>
                    <a:pt x="201" y="735"/>
                  </a:cubicBezTo>
                  <a:cubicBezTo>
                    <a:pt x="234" y="701"/>
                    <a:pt x="268" y="668"/>
                    <a:pt x="301" y="601"/>
                  </a:cubicBezTo>
                  <a:cubicBezTo>
                    <a:pt x="301" y="568"/>
                    <a:pt x="335" y="535"/>
                    <a:pt x="368" y="501"/>
                  </a:cubicBezTo>
                  <a:cubicBezTo>
                    <a:pt x="468" y="401"/>
                    <a:pt x="535" y="335"/>
                    <a:pt x="635" y="301"/>
                  </a:cubicBezTo>
                  <a:cubicBezTo>
                    <a:pt x="785" y="226"/>
                    <a:pt x="954" y="189"/>
                    <a:pt x="1113" y="189"/>
                  </a:cubicBezTo>
                  <a:cubicBezTo>
                    <a:pt x="1166" y="189"/>
                    <a:pt x="1219" y="193"/>
                    <a:pt x="1269" y="201"/>
                  </a:cubicBezTo>
                  <a:cubicBezTo>
                    <a:pt x="1278" y="206"/>
                    <a:pt x="1287" y="208"/>
                    <a:pt x="1294" y="208"/>
                  </a:cubicBezTo>
                  <a:cubicBezTo>
                    <a:pt x="1343" y="208"/>
                    <a:pt x="1359" y="130"/>
                    <a:pt x="1302" y="101"/>
                  </a:cubicBezTo>
                  <a:lnTo>
                    <a:pt x="1302" y="101"/>
                  </a:lnTo>
                  <a:lnTo>
                    <a:pt x="1302" y="134"/>
                  </a:lnTo>
                  <a:cubicBezTo>
                    <a:pt x="1168" y="34"/>
                    <a:pt x="1068" y="1"/>
                    <a:pt x="93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63" name="Google Shape;3563;p70"/>
            <p:cNvSpPr/>
            <p:nvPr/>
          </p:nvSpPr>
          <p:spPr>
            <a:xfrm>
              <a:off x="7409421" y="3117097"/>
              <a:ext cx="58970" cy="102132"/>
            </a:xfrm>
            <a:custGeom>
              <a:rect b="b" l="l" r="r" t="t"/>
              <a:pathLst>
                <a:path extrusionOk="0" h="5085" w="2936">
                  <a:moveTo>
                    <a:pt x="289" y="0"/>
                  </a:moveTo>
                  <a:cubicBezTo>
                    <a:pt x="242" y="0"/>
                    <a:pt x="200" y="29"/>
                    <a:pt x="200" y="99"/>
                  </a:cubicBezTo>
                  <a:cubicBezTo>
                    <a:pt x="0" y="1167"/>
                    <a:pt x="67" y="2367"/>
                    <a:pt x="534" y="3335"/>
                  </a:cubicBezTo>
                  <a:cubicBezTo>
                    <a:pt x="767" y="3768"/>
                    <a:pt x="1068" y="4135"/>
                    <a:pt x="1435" y="4469"/>
                  </a:cubicBezTo>
                  <a:cubicBezTo>
                    <a:pt x="1635" y="4602"/>
                    <a:pt x="1801" y="4736"/>
                    <a:pt x="2002" y="4869"/>
                  </a:cubicBezTo>
                  <a:cubicBezTo>
                    <a:pt x="2198" y="4953"/>
                    <a:pt x="2418" y="5085"/>
                    <a:pt x="2622" y="5085"/>
                  </a:cubicBezTo>
                  <a:cubicBezTo>
                    <a:pt x="2660" y="5085"/>
                    <a:pt x="2698" y="5080"/>
                    <a:pt x="2735" y="5069"/>
                  </a:cubicBezTo>
                  <a:cubicBezTo>
                    <a:pt x="2936" y="5036"/>
                    <a:pt x="2936" y="4803"/>
                    <a:pt x="2836" y="4669"/>
                  </a:cubicBezTo>
                  <a:cubicBezTo>
                    <a:pt x="2735" y="4536"/>
                    <a:pt x="2469" y="4469"/>
                    <a:pt x="2302" y="4402"/>
                  </a:cubicBezTo>
                  <a:cubicBezTo>
                    <a:pt x="2102" y="4302"/>
                    <a:pt x="1935" y="4169"/>
                    <a:pt x="1768" y="4035"/>
                  </a:cubicBezTo>
                  <a:cubicBezTo>
                    <a:pt x="1435" y="3768"/>
                    <a:pt x="1168" y="3435"/>
                    <a:pt x="968" y="3068"/>
                  </a:cubicBezTo>
                  <a:cubicBezTo>
                    <a:pt x="501" y="2134"/>
                    <a:pt x="567" y="1133"/>
                    <a:pt x="434" y="133"/>
                  </a:cubicBezTo>
                  <a:cubicBezTo>
                    <a:pt x="434" y="55"/>
                    <a:pt x="355" y="0"/>
                    <a:pt x="2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64" name="Google Shape;3564;p70"/>
            <p:cNvSpPr/>
            <p:nvPr/>
          </p:nvSpPr>
          <p:spPr>
            <a:xfrm>
              <a:off x="8132220" y="2662071"/>
              <a:ext cx="26251" cy="41455"/>
            </a:xfrm>
            <a:custGeom>
              <a:rect b="b" l="l" r="r" t="t"/>
              <a:pathLst>
                <a:path extrusionOk="0" h="2064" w="1307">
                  <a:moveTo>
                    <a:pt x="1063" y="0"/>
                  </a:moveTo>
                  <a:cubicBezTo>
                    <a:pt x="991" y="0"/>
                    <a:pt x="922" y="42"/>
                    <a:pt x="906" y="138"/>
                  </a:cubicBezTo>
                  <a:cubicBezTo>
                    <a:pt x="873" y="271"/>
                    <a:pt x="906" y="438"/>
                    <a:pt x="873" y="605"/>
                  </a:cubicBezTo>
                  <a:cubicBezTo>
                    <a:pt x="839" y="738"/>
                    <a:pt x="773" y="905"/>
                    <a:pt x="706" y="1005"/>
                  </a:cubicBezTo>
                  <a:cubicBezTo>
                    <a:pt x="573" y="1305"/>
                    <a:pt x="372" y="1539"/>
                    <a:pt x="139" y="1739"/>
                  </a:cubicBezTo>
                  <a:cubicBezTo>
                    <a:pt x="0" y="1878"/>
                    <a:pt x="139" y="2063"/>
                    <a:pt x="305" y="2063"/>
                  </a:cubicBezTo>
                  <a:cubicBezTo>
                    <a:pt x="338" y="2063"/>
                    <a:pt x="372" y="2056"/>
                    <a:pt x="406" y="2039"/>
                  </a:cubicBezTo>
                  <a:cubicBezTo>
                    <a:pt x="739" y="1873"/>
                    <a:pt x="973" y="1572"/>
                    <a:pt x="1106" y="1205"/>
                  </a:cubicBezTo>
                  <a:cubicBezTo>
                    <a:pt x="1206" y="1039"/>
                    <a:pt x="1240" y="872"/>
                    <a:pt x="1273" y="705"/>
                  </a:cubicBezTo>
                  <a:cubicBezTo>
                    <a:pt x="1306" y="538"/>
                    <a:pt x="1306" y="305"/>
                    <a:pt x="1273" y="138"/>
                  </a:cubicBezTo>
                  <a:lnTo>
                    <a:pt x="1240" y="138"/>
                  </a:lnTo>
                  <a:cubicBezTo>
                    <a:pt x="1222" y="51"/>
                    <a:pt x="1141" y="0"/>
                    <a:pt x="1063" y="0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65" name="Google Shape;3565;p70"/>
            <p:cNvSpPr/>
            <p:nvPr/>
          </p:nvSpPr>
          <p:spPr>
            <a:xfrm>
              <a:off x="7233155" y="2864950"/>
              <a:ext cx="44970" cy="19442"/>
            </a:xfrm>
            <a:custGeom>
              <a:rect b="b" l="l" r="r" t="t"/>
              <a:pathLst>
                <a:path extrusionOk="0" h="968" w="2239">
                  <a:moveTo>
                    <a:pt x="235" y="1"/>
                  </a:moveTo>
                  <a:cubicBezTo>
                    <a:pt x="116" y="1"/>
                    <a:pt x="0" y="149"/>
                    <a:pt x="103" y="278"/>
                  </a:cubicBezTo>
                  <a:cubicBezTo>
                    <a:pt x="508" y="655"/>
                    <a:pt x="1087" y="967"/>
                    <a:pt x="1664" y="967"/>
                  </a:cubicBezTo>
                  <a:cubicBezTo>
                    <a:pt x="1801" y="967"/>
                    <a:pt x="1937" y="950"/>
                    <a:pt x="2071" y="911"/>
                  </a:cubicBezTo>
                  <a:cubicBezTo>
                    <a:pt x="2238" y="845"/>
                    <a:pt x="2205" y="611"/>
                    <a:pt x="2005" y="578"/>
                  </a:cubicBezTo>
                  <a:cubicBezTo>
                    <a:pt x="1704" y="578"/>
                    <a:pt x="1404" y="578"/>
                    <a:pt x="1137" y="478"/>
                  </a:cubicBezTo>
                  <a:cubicBezTo>
                    <a:pt x="837" y="378"/>
                    <a:pt x="570" y="244"/>
                    <a:pt x="337" y="44"/>
                  </a:cubicBezTo>
                  <a:cubicBezTo>
                    <a:pt x="306" y="14"/>
                    <a:pt x="271" y="1"/>
                    <a:pt x="235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66" name="Google Shape;3566;p70"/>
            <p:cNvSpPr/>
            <p:nvPr/>
          </p:nvSpPr>
          <p:spPr>
            <a:xfrm>
              <a:off x="7226888" y="2682096"/>
              <a:ext cx="29625" cy="39065"/>
            </a:xfrm>
            <a:custGeom>
              <a:rect b="b" l="l" r="r" t="t"/>
              <a:pathLst>
                <a:path extrusionOk="0" h="1945" w="1475">
                  <a:moveTo>
                    <a:pt x="169" y="1"/>
                  </a:moveTo>
                  <a:cubicBezTo>
                    <a:pt x="90" y="1"/>
                    <a:pt x="1" y="79"/>
                    <a:pt x="48" y="175"/>
                  </a:cubicBezTo>
                  <a:cubicBezTo>
                    <a:pt x="249" y="475"/>
                    <a:pt x="415" y="775"/>
                    <a:pt x="615" y="1042"/>
                  </a:cubicBezTo>
                  <a:lnTo>
                    <a:pt x="882" y="1476"/>
                  </a:lnTo>
                  <a:cubicBezTo>
                    <a:pt x="982" y="1643"/>
                    <a:pt x="1116" y="1776"/>
                    <a:pt x="1216" y="1910"/>
                  </a:cubicBezTo>
                  <a:cubicBezTo>
                    <a:pt x="1248" y="1934"/>
                    <a:pt x="1281" y="1945"/>
                    <a:pt x="1311" y="1945"/>
                  </a:cubicBezTo>
                  <a:cubicBezTo>
                    <a:pt x="1405" y="1945"/>
                    <a:pt x="1475" y="1844"/>
                    <a:pt x="1449" y="1743"/>
                  </a:cubicBezTo>
                  <a:cubicBezTo>
                    <a:pt x="1383" y="1609"/>
                    <a:pt x="1283" y="1443"/>
                    <a:pt x="1183" y="1309"/>
                  </a:cubicBezTo>
                  <a:cubicBezTo>
                    <a:pt x="1082" y="1176"/>
                    <a:pt x="982" y="1042"/>
                    <a:pt x="882" y="876"/>
                  </a:cubicBezTo>
                  <a:cubicBezTo>
                    <a:pt x="682" y="609"/>
                    <a:pt x="482" y="308"/>
                    <a:pt x="249" y="42"/>
                  </a:cubicBezTo>
                  <a:cubicBezTo>
                    <a:pt x="230" y="13"/>
                    <a:pt x="200" y="1"/>
                    <a:pt x="169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67" name="Google Shape;3567;p70"/>
            <p:cNvSpPr/>
            <p:nvPr/>
          </p:nvSpPr>
          <p:spPr>
            <a:xfrm>
              <a:off x="7601695" y="2306326"/>
              <a:ext cx="44709" cy="13216"/>
            </a:xfrm>
            <a:custGeom>
              <a:rect b="b" l="l" r="r" t="t"/>
              <a:pathLst>
                <a:path extrusionOk="0" h="658" w="2226">
                  <a:moveTo>
                    <a:pt x="1997" y="1"/>
                  </a:moveTo>
                  <a:cubicBezTo>
                    <a:pt x="1988" y="1"/>
                    <a:pt x="1979" y="2"/>
                    <a:pt x="1969" y="4"/>
                  </a:cubicBezTo>
                  <a:lnTo>
                    <a:pt x="1969" y="37"/>
                  </a:lnTo>
                  <a:cubicBezTo>
                    <a:pt x="1669" y="104"/>
                    <a:pt x="1368" y="204"/>
                    <a:pt x="1068" y="271"/>
                  </a:cubicBezTo>
                  <a:cubicBezTo>
                    <a:pt x="768" y="337"/>
                    <a:pt x="434" y="371"/>
                    <a:pt x="134" y="404"/>
                  </a:cubicBezTo>
                  <a:cubicBezTo>
                    <a:pt x="1" y="404"/>
                    <a:pt x="1" y="638"/>
                    <a:pt x="134" y="638"/>
                  </a:cubicBezTo>
                  <a:cubicBezTo>
                    <a:pt x="265" y="651"/>
                    <a:pt x="397" y="657"/>
                    <a:pt x="529" y="657"/>
                  </a:cubicBezTo>
                  <a:cubicBezTo>
                    <a:pt x="1071" y="657"/>
                    <a:pt x="1613" y="545"/>
                    <a:pt x="2069" y="304"/>
                  </a:cubicBezTo>
                  <a:cubicBezTo>
                    <a:pt x="2226" y="241"/>
                    <a:pt x="2146" y="1"/>
                    <a:pt x="1997" y="1"/>
                  </a:cubicBezTo>
                  <a:close/>
                </a:path>
              </a:pathLst>
            </a:custGeom>
            <a:solidFill>
              <a:srgbClr val="C46345"/>
            </a:solidFill>
            <a:ln>
              <a:noFill/>
            </a:ln>
          </p:spPr>
          <p:txBody>
            <a:bodyPr anchorCtr="0" anchor="ctr" bIns="52400" lIns="52400" spcFirstLastPara="1" rIns="52400" wrap="square" tIns="5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2"/>
                <a:buFont typeface="Arial"/>
                <a:buNone/>
              </a:pPr>
              <a:r>
                <a:t/>
              </a:r>
              <a:endParaRPr i="0" sz="80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568" name="Google Shape;3568;p70"/>
          <p:cNvGrpSpPr/>
          <p:nvPr/>
        </p:nvGrpSpPr>
        <p:grpSpPr>
          <a:xfrm>
            <a:off x="2173375" y="2778476"/>
            <a:ext cx="1557332" cy="617831"/>
            <a:chOff x="213722" y="2423155"/>
            <a:chExt cx="1447200" cy="712279"/>
          </a:xfrm>
        </p:grpSpPr>
        <p:sp>
          <p:nvSpPr>
            <p:cNvPr id="3569" name="Google Shape;3569;p70"/>
            <p:cNvSpPr/>
            <p:nvPr/>
          </p:nvSpPr>
          <p:spPr>
            <a:xfrm rot="-5400000">
              <a:off x="556625" y="2080255"/>
              <a:ext cx="708300" cy="13941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C46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0" name="Google Shape;3570;p70"/>
            <p:cNvSpPr txBox="1"/>
            <p:nvPr/>
          </p:nvSpPr>
          <p:spPr>
            <a:xfrm>
              <a:off x="213722" y="2478434"/>
              <a:ext cx="1447200" cy="65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accent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Complexity</a:t>
              </a:r>
              <a:endParaRPr b="1" sz="15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571" name="Google Shape;3571;p70"/>
          <p:cNvGrpSpPr/>
          <p:nvPr/>
        </p:nvGrpSpPr>
        <p:grpSpPr>
          <a:xfrm>
            <a:off x="2149250" y="1272783"/>
            <a:ext cx="1491900" cy="1352229"/>
            <a:chOff x="210400" y="1204408"/>
            <a:chExt cx="1491900" cy="1352229"/>
          </a:xfrm>
        </p:grpSpPr>
        <p:sp>
          <p:nvSpPr>
            <p:cNvPr id="3572" name="Google Shape;3572;p70"/>
            <p:cNvSpPr/>
            <p:nvPr/>
          </p:nvSpPr>
          <p:spPr>
            <a:xfrm rot="-5400000">
              <a:off x="637450" y="777358"/>
              <a:ext cx="637800" cy="14919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3" name="Google Shape;3573;p70"/>
            <p:cNvSpPr txBox="1"/>
            <p:nvPr/>
          </p:nvSpPr>
          <p:spPr>
            <a:xfrm>
              <a:off x="222400" y="1934738"/>
              <a:ext cx="1467900" cy="62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5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574" name="Google Shape;3574;p70"/>
          <p:cNvSpPr/>
          <p:nvPr/>
        </p:nvSpPr>
        <p:spPr>
          <a:xfrm rot="5400000">
            <a:off x="5846775" y="-862700"/>
            <a:ext cx="609000" cy="48939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4E5EC"/>
          </a:solidFill>
          <a:ln>
            <a:noFill/>
          </a:ln>
          <a:effectLst>
            <a:outerShdw blurRad="57150" rotWithShape="0" algn="bl" dir="5400000" dist="19050">
              <a:srgbClr val="000000">
                <a:alpha val="9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5" name="Google Shape;3575;p70"/>
          <p:cNvSpPr txBox="1"/>
          <p:nvPr/>
        </p:nvSpPr>
        <p:spPr>
          <a:xfrm>
            <a:off x="2237625" y="1353475"/>
            <a:ext cx="14124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Size</a:t>
            </a:r>
            <a:endParaRPr b="1" sz="15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6" name="Google Shape;3576;p70"/>
          <p:cNvSpPr txBox="1"/>
          <p:nvPr/>
        </p:nvSpPr>
        <p:spPr>
          <a:xfrm>
            <a:off x="3747175" y="1313125"/>
            <a:ext cx="46803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Medium (~5 months, 147 days)</a:t>
            </a:r>
            <a:endParaRPr sz="17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grpSp>
        <p:nvGrpSpPr>
          <p:cNvPr id="3577" name="Google Shape;3577;p70"/>
          <p:cNvGrpSpPr/>
          <p:nvPr/>
        </p:nvGrpSpPr>
        <p:grpSpPr>
          <a:xfrm>
            <a:off x="2173376" y="2027502"/>
            <a:ext cx="1500191" cy="603511"/>
            <a:chOff x="213725" y="2423155"/>
            <a:chExt cx="1394100" cy="712780"/>
          </a:xfrm>
        </p:grpSpPr>
        <p:sp>
          <p:nvSpPr>
            <p:cNvPr id="3578" name="Google Shape;3578;p70"/>
            <p:cNvSpPr/>
            <p:nvPr/>
          </p:nvSpPr>
          <p:spPr>
            <a:xfrm rot="-5400000">
              <a:off x="556625" y="2080255"/>
              <a:ext cx="708300" cy="13941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73CA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9" name="Google Shape;3579;p70"/>
            <p:cNvSpPr txBox="1"/>
            <p:nvPr/>
          </p:nvSpPr>
          <p:spPr>
            <a:xfrm>
              <a:off x="263186" y="2514035"/>
              <a:ext cx="1312500" cy="62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accent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Team</a:t>
              </a:r>
              <a:endParaRPr b="1" sz="15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580" name="Google Shape;3580;p70"/>
          <p:cNvSpPr/>
          <p:nvPr/>
        </p:nvSpPr>
        <p:spPr>
          <a:xfrm rot="5400000">
            <a:off x="5892700" y="-114750"/>
            <a:ext cx="570000" cy="48939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4E5EC"/>
          </a:solidFill>
          <a:ln>
            <a:noFill/>
          </a:ln>
          <a:effectLst>
            <a:outerShdw blurRad="57150" rotWithShape="0" algn="bl" dir="5400000" dist="19050">
              <a:srgbClr val="000000">
                <a:alpha val="9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1" name="Google Shape;3581;p70"/>
          <p:cNvSpPr txBox="1"/>
          <p:nvPr/>
        </p:nvSpPr>
        <p:spPr>
          <a:xfrm>
            <a:off x="3699400" y="2062950"/>
            <a:ext cx="48939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Mixed experience</a:t>
            </a:r>
            <a:r>
              <a:rPr lang="en" sz="18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82" name="Google Shape;3582;p70"/>
          <p:cNvSpPr/>
          <p:nvPr/>
        </p:nvSpPr>
        <p:spPr>
          <a:xfrm rot="5400000">
            <a:off x="5876725" y="630301"/>
            <a:ext cx="634800" cy="48939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4E5EC"/>
          </a:solidFill>
          <a:ln>
            <a:noFill/>
          </a:ln>
          <a:effectLst>
            <a:outerShdw blurRad="57150" rotWithShape="0" algn="bl" dir="5400000" dist="19050">
              <a:srgbClr val="000000">
                <a:alpha val="9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3" name="Google Shape;3583;p70"/>
          <p:cNvSpPr txBox="1"/>
          <p:nvPr/>
        </p:nvSpPr>
        <p:spPr>
          <a:xfrm>
            <a:off x="3656350" y="2719113"/>
            <a:ext cx="4980000" cy="8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CRUD, dashboards, matching algorithm, deployment pipeline.</a:t>
            </a:r>
            <a:endParaRPr sz="18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584" name="Google Shape;3584;p70"/>
          <p:cNvGrpSpPr/>
          <p:nvPr/>
        </p:nvGrpSpPr>
        <p:grpSpPr>
          <a:xfrm>
            <a:off x="2173417" y="3543766"/>
            <a:ext cx="1500636" cy="712509"/>
            <a:chOff x="213725" y="2423155"/>
            <a:chExt cx="1394513" cy="712509"/>
          </a:xfrm>
        </p:grpSpPr>
        <p:sp>
          <p:nvSpPr>
            <p:cNvPr id="3585" name="Google Shape;3585;p70"/>
            <p:cNvSpPr/>
            <p:nvPr/>
          </p:nvSpPr>
          <p:spPr>
            <a:xfrm rot="-5400000">
              <a:off x="556625" y="2080255"/>
              <a:ext cx="708300" cy="13941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0B53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6" name="Google Shape;3586;p70"/>
            <p:cNvSpPr txBox="1"/>
            <p:nvPr/>
          </p:nvSpPr>
          <p:spPr>
            <a:xfrm>
              <a:off x="340139" y="2562964"/>
              <a:ext cx="12681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accent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Uncertainty</a:t>
              </a:r>
              <a:endParaRPr b="1" i="1" sz="15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587" name="Google Shape;3587;p70"/>
          <p:cNvSpPr/>
          <p:nvPr/>
        </p:nvSpPr>
        <p:spPr>
          <a:xfrm rot="5400000">
            <a:off x="5909163" y="1452888"/>
            <a:ext cx="570000" cy="48939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4E5EC"/>
          </a:solidFill>
          <a:ln>
            <a:noFill/>
          </a:ln>
          <a:effectLst>
            <a:outerShdw blurRad="57150" rotWithShape="0" algn="bl" dir="5400000" dist="19050">
              <a:srgbClr val="000000">
                <a:alpha val="9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8" name="Google Shape;3588;p70"/>
          <p:cNvSpPr txBox="1"/>
          <p:nvPr/>
        </p:nvSpPr>
        <p:spPr>
          <a:xfrm>
            <a:off x="3747225" y="3636600"/>
            <a:ext cx="47997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Moderate (UAT, scaling, integration).</a:t>
            </a:r>
            <a:endParaRPr sz="18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589" name="Google Shape;3589;p70"/>
          <p:cNvGrpSpPr/>
          <p:nvPr/>
        </p:nvGrpSpPr>
        <p:grpSpPr>
          <a:xfrm>
            <a:off x="2173374" y="4342073"/>
            <a:ext cx="1500191" cy="744707"/>
            <a:chOff x="213725" y="2423155"/>
            <a:chExt cx="1394100" cy="708300"/>
          </a:xfrm>
        </p:grpSpPr>
        <p:sp>
          <p:nvSpPr>
            <p:cNvPr id="3590" name="Google Shape;3590;p70"/>
            <p:cNvSpPr/>
            <p:nvPr/>
          </p:nvSpPr>
          <p:spPr>
            <a:xfrm rot="-5400000">
              <a:off x="556625" y="2080255"/>
              <a:ext cx="708300" cy="13941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1" name="Google Shape;3591;p70"/>
            <p:cNvSpPr txBox="1"/>
            <p:nvPr/>
          </p:nvSpPr>
          <p:spPr>
            <a:xfrm>
              <a:off x="297943" y="2493541"/>
              <a:ext cx="1278900" cy="59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accent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Tech Stack</a:t>
              </a:r>
              <a:endParaRPr b="1" i="1" sz="15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592" name="Google Shape;3592;p70"/>
          <p:cNvSpPr/>
          <p:nvPr/>
        </p:nvSpPr>
        <p:spPr>
          <a:xfrm rot="5400000">
            <a:off x="5784275" y="2221225"/>
            <a:ext cx="734100" cy="48939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4E5EC"/>
          </a:solidFill>
          <a:ln>
            <a:noFill/>
          </a:ln>
          <a:effectLst>
            <a:outerShdw blurRad="57150" rotWithShape="0" algn="bl" dir="5400000" dist="19050">
              <a:srgbClr val="000000">
                <a:alpha val="9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3" name="Google Shape;3593;p70"/>
          <p:cNvSpPr txBox="1"/>
          <p:nvPr/>
        </p:nvSpPr>
        <p:spPr>
          <a:xfrm>
            <a:off x="3704375" y="4324675"/>
            <a:ext cx="4980000" cy="7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React, Firebase/PHP, MySQL.</a:t>
            </a:r>
            <a:br>
              <a:rPr lang="en" sz="18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94" name="Google Shape;3594;p7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8" name="Shape 3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9" name="Google Shape;3599;p71"/>
          <p:cNvSpPr/>
          <p:nvPr/>
        </p:nvSpPr>
        <p:spPr>
          <a:xfrm rot="5400000">
            <a:off x="3414650" y="-3195025"/>
            <a:ext cx="717000" cy="7546500"/>
          </a:xfrm>
          <a:prstGeom prst="round2SameRect">
            <a:avLst>
              <a:gd fmla="val 48054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0" name="Google Shape;3600;p71"/>
          <p:cNvSpPr txBox="1"/>
          <p:nvPr/>
        </p:nvSpPr>
        <p:spPr>
          <a:xfrm>
            <a:off x="74950" y="268650"/>
            <a:ext cx="7641000" cy="7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Effort Estimation and Key Metrics</a:t>
            </a:r>
            <a:endParaRPr b="1" sz="23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601" name="Google Shape;3601;p71"/>
          <p:cNvGrpSpPr/>
          <p:nvPr/>
        </p:nvGrpSpPr>
        <p:grpSpPr>
          <a:xfrm>
            <a:off x="8583380" y="-2"/>
            <a:ext cx="560626" cy="572765"/>
            <a:chOff x="1961475" y="2492375"/>
            <a:chExt cx="1421825" cy="1451875"/>
          </a:xfrm>
        </p:grpSpPr>
        <p:sp>
          <p:nvSpPr>
            <p:cNvPr id="3602" name="Google Shape;3602;p71"/>
            <p:cNvSpPr/>
            <p:nvPr/>
          </p:nvSpPr>
          <p:spPr>
            <a:xfrm>
              <a:off x="1961475" y="2492375"/>
              <a:ext cx="1421825" cy="1451875"/>
            </a:xfrm>
            <a:custGeom>
              <a:rect b="b" l="l" r="r" t="t"/>
              <a:pathLst>
                <a:path extrusionOk="0" h="58075" w="56873">
                  <a:moveTo>
                    <a:pt x="28469" y="9443"/>
                  </a:moveTo>
                  <a:cubicBezTo>
                    <a:pt x="29104" y="9443"/>
                    <a:pt x="29744" y="9475"/>
                    <a:pt x="30389" y="9540"/>
                  </a:cubicBezTo>
                  <a:cubicBezTo>
                    <a:pt x="40930" y="10641"/>
                    <a:pt x="48602" y="20248"/>
                    <a:pt x="47535" y="30989"/>
                  </a:cubicBezTo>
                  <a:cubicBezTo>
                    <a:pt x="46535" y="41054"/>
                    <a:pt x="38211" y="48571"/>
                    <a:pt x="28494" y="48571"/>
                  </a:cubicBezTo>
                  <a:cubicBezTo>
                    <a:pt x="27841" y="48571"/>
                    <a:pt x="27183" y="48537"/>
                    <a:pt x="26520" y="48468"/>
                  </a:cubicBezTo>
                  <a:cubicBezTo>
                    <a:pt x="15979" y="47367"/>
                    <a:pt x="8307" y="37794"/>
                    <a:pt x="9374" y="27053"/>
                  </a:cubicBezTo>
                  <a:cubicBezTo>
                    <a:pt x="10376" y="16969"/>
                    <a:pt x="18728" y="9443"/>
                    <a:pt x="28469" y="9443"/>
                  </a:cubicBezTo>
                  <a:close/>
                  <a:moveTo>
                    <a:pt x="26420" y="0"/>
                  </a:moveTo>
                  <a:cubicBezTo>
                    <a:pt x="24552" y="133"/>
                    <a:pt x="22717" y="467"/>
                    <a:pt x="20949" y="967"/>
                  </a:cubicBezTo>
                  <a:cubicBezTo>
                    <a:pt x="21049" y="1134"/>
                    <a:pt x="21149" y="1301"/>
                    <a:pt x="21249" y="1501"/>
                  </a:cubicBezTo>
                  <a:cubicBezTo>
                    <a:pt x="22317" y="3903"/>
                    <a:pt x="21249" y="6738"/>
                    <a:pt x="18881" y="7839"/>
                  </a:cubicBezTo>
                  <a:cubicBezTo>
                    <a:pt x="18255" y="8130"/>
                    <a:pt x="17601" y="8267"/>
                    <a:pt x="16958" y="8267"/>
                  </a:cubicBezTo>
                  <a:cubicBezTo>
                    <a:pt x="15168" y="8267"/>
                    <a:pt x="13462" y="7204"/>
                    <a:pt x="12677" y="5437"/>
                  </a:cubicBezTo>
                  <a:cubicBezTo>
                    <a:pt x="12610" y="5270"/>
                    <a:pt x="12543" y="5104"/>
                    <a:pt x="12510" y="4904"/>
                  </a:cubicBezTo>
                  <a:cubicBezTo>
                    <a:pt x="10975" y="5971"/>
                    <a:pt x="9541" y="7172"/>
                    <a:pt x="8240" y="8506"/>
                  </a:cubicBezTo>
                  <a:cubicBezTo>
                    <a:pt x="8407" y="8606"/>
                    <a:pt x="8574" y="8673"/>
                    <a:pt x="8707" y="8773"/>
                  </a:cubicBezTo>
                  <a:cubicBezTo>
                    <a:pt x="10809" y="10341"/>
                    <a:pt x="11309" y="13343"/>
                    <a:pt x="9775" y="15478"/>
                  </a:cubicBezTo>
                  <a:cubicBezTo>
                    <a:pt x="8866" y="16789"/>
                    <a:pt x="7433" y="17479"/>
                    <a:pt x="5970" y="17479"/>
                  </a:cubicBezTo>
                  <a:cubicBezTo>
                    <a:pt x="5015" y="17479"/>
                    <a:pt x="4047" y="17185"/>
                    <a:pt x="3203" y="16579"/>
                  </a:cubicBezTo>
                  <a:cubicBezTo>
                    <a:pt x="3070" y="16478"/>
                    <a:pt x="2970" y="16345"/>
                    <a:pt x="2836" y="16245"/>
                  </a:cubicBezTo>
                  <a:cubicBezTo>
                    <a:pt x="2036" y="17913"/>
                    <a:pt x="1402" y="19681"/>
                    <a:pt x="902" y="21515"/>
                  </a:cubicBezTo>
                  <a:cubicBezTo>
                    <a:pt x="1035" y="21515"/>
                    <a:pt x="1154" y="21501"/>
                    <a:pt x="1267" y="21501"/>
                  </a:cubicBezTo>
                  <a:cubicBezTo>
                    <a:pt x="1324" y="21501"/>
                    <a:pt x="1380" y="21504"/>
                    <a:pt x="1435" y="21515"/>
                  </a:cubicBezTo>
                  <a:cubicBezTo>
                    <a:pt x="4004" y="21782"/>
                    <a:pt x="5905" y="24117"/>
                    <a:pt x="5638" y="26752"/>
                  </a:cubicBezTo>
                  <a:cubicBezTo>
                    <a:pt x="5388" y="29253"/>
                    <a:pt x="3351" y="31081"/>
                    <a:pt x="954" y="31081"/>
                  </a:cubicBezTo>
                  <a:cubicBezTo>
                    <a:pt x="794" y="31081"/>
                    <a:pt x="631" y="31072"/>
                    <a:pt x="468" y="31056"/>
                  </a:cubicBezTo>
                  <a:cubicBezTo>
                    <a:pt x="301" y="31056"/>
                    <a:pt x="168" y="30989"/>
                    <a:pt x="1" y="30955"/>
                  </a:cubicBezTo>
                  <a:lnTo>
                    <a:pt x="1" y="30955"/>
                  </a:lnTo>
                  <a:cubicBezTo>
                    <a:pt x="134" y="32857"/>
                    <a:pt x="435" y="34725"/>
                    <a:pt x="902" y="36493"/>
                  </a:cubicBezTo>
                  <a:cubicBezTo>
                    <a:pt x="1035" y="36426"/>
                    <a:pt x="1202" y="36326"/>
                    <a:pt x="1335" y="36226"/>
                  </a:cubicBezTo>
                  <a:cubicBezTo>
                    <a:pt x="1958" y="35945"/>
                    <a:pt x="2611" y="35812"/>
                    <a:pt x="3254" y="35812"/>
                  </a:cubicBezTo>
                  <a:cubicBezTo>
                    <a:pt x="5057" y="35812"/>
                    <a:pt x="6786" y="36858"/>
                    <a:pt x="7573" y="38628"/>
                  </a:cubicBezTo>
                  <a:cubicBezTo>
                    <a:pt x="8640" y="41063"/>
                    <a:pt x="7573" y="43898"/>
                    <a:pt x="5205" y="44999"/>
                  </a:cubicBezTo>
                  <a:cubicBezTo>
                    <a:pt x="5038" y="45066"/>
                    <a:pt x="4871" y="45099"/>
                    <a:pt x="4704" y="45166"/>
                  </a:cubicBezTo>
                  <a:cubicBezTo>
                    <a:pt x="5738" y="46733"/>
                    <a:pt x="6906" y="48201"/>
                    <a:pt x="8207" y="49535"/>
                  </a:cubicBezTo>
                  <a:cubicBezTo>
                    <a:pt x="8307" y="49369"/>
                    <a:pt x="8374" y="49202"/>
                    <a:pt x="8507" y="49035"/>
                  </a:cubicBezTo>
                  <a:cubicBezTo>
                    <a:pt x="9415" y="47723"/>
                    <a:pt x="10848" y="47034"/>
                    <a:pt x="12304" y="47034"/>
                  </a:cubicBezTo>
                  <a:cubicBezTo>
                    <a:pt x="13254" y="47034"/>
                    <a:pt x="14215" y="47328"/>
                    <a:pt x="15045" y="47934"/>
                  </a:cubicBezTo>
                  <a:cubicBezTo>
                    <a:pt x="17180" y="49502"/>
                    <a:pt x="17647" y="52504"/>
                    <a:pt x="16112" y="54639"/>
                  </a:cubicBezTo>
                  <a:cubicBezTo>
                    <a:pt x="16012" y="54806"/>
                    <a:pt x="15879" y="54939"/>
                    <a:pt x="15745" y="55073"/>
                  </a:cubicBezTo>
                  <a:cubicBezTo>
                    <a:pt x="17380" y="55907"/>
                    <a:pt x="19115" y="56574"/>
                    <a:pt x="20949" y="57108"/>
                  </a:cubicBezTo>
                  <a:cubicBezTo>
                    <a:pt x="20949" y="56874"/>
                    <a:pt x="20916" y="56674"/>
                    <a:pt x="20949" y="56474"/>
                  </a:cubicBezTo>
                  <a:cubicBezTo>
                    <a:pt x="21200" y="54002"/>
                    <a:pt x="23240" y="52146"/>
                    <a:pt x="25640" y="52146"/>
                  </a:cubicBezTo>
                  <a:cubicBezTo>
                    <a:pt x="25799" y="52146"/>
                    <a:pt x="25958" y="52154"/>
                    <a:pt x="26120" y="52171"/>
                  </a:cubicBezTo>
                  <a:cubicBezTo>
                    <a:pt x="28688" y="52438"/>
                    <a:pt x="30556" y="54806"/>
                    <a:pt x="30323" y="57441"/>
                  </a:cubicBezTo>
                  <a:cubicBezTo>
                    <a:pt x="30289" y="57641"/>
                    <a:pt x="30222" y="57841"/>
                    <a:pt x="30189" y="58075"/>
                  </a:cubicBezTo>
                  <a:cubicBezTo>
                    <a:pt x="31857" y="57975"/>
                    <a:pt x="33458" y="57708"/>
                    <a:pt x="35059" y="57308"/>
                  </a:cubicBezTo>
                  <a:cubicBezTo>
                    <a:pt x="35393" y="57241"/>
                    <a:pt x="35526" y="56874"/>
                    <a:pt x="35393" y="56574"/>
                  </a:cubicBezTo>
                  <a:cubicBezTo>
                    <a:pt x="35393" y="56574"/>
                    <a:pt x="35393" y="56540"/>
                    <a:pt x="35393" y="56540"/>
                  </a:cubicBezTo>
                  <a:cubicBezTo>
                    <a:pt x="34325" y="54105"/>
                    <a:pt x="35359" y="51270"/>
                    <a:pt x="37728" y="50203"/>
                  </a:cubicBezTo>
                  <a:cubicBezTo>
                    <a:pt x="38360" y="49909"/>
                    <a:pt x="39023" y="49769"/>
                    <a:pt x="39676" y="49769"/>
                  </a:cubicBezTo>
                  <a:cubicBezTo>
                    <a:pt x="41469" y="49769"/>
                    <a:pt x="43183" y="50819"/>
                    <a:pt x="43966" y="52604"/>
                  </a:cubicBezTo>
                  <a:cubicBezTo>
                    <a:pt x="44056" y="52831"/>
                    <a:pt x="44270" y="52965"/>
                    <a:pt x="44482" y="52965"/>
                  </a:cubicBezTo>
                  <a:cubicBezTo>
                    <a:pt x="44581" y="52965"/>
                    <a:pt x="44681" y="52935"/>
                    <a:pt x="44766" y="52871"/>
                  </a:cubicBezTo>
                  <a:cubicBezTo>
                    <a:pt x="45934" y="52037"/>
                    <a:pt x="47034" y="51103"/>
                    <a:pt x="48069" y="50103"/>
                  </a:cubicBezTo>
                  <a:cubicBezTo>
                    <a:pt x="48302" y="49869"/>
                    <a:pt x="48269" y="49469"/>
                    <a:pt x="48002" y="49302"/>
                  </a:cubicBezTo>
                  <a:cubicBezTo>
                    <a:pt x="47968" y="49269"/>
                    <a:pt x="47935" y="49269"/>
                    <a:pt x="47902" y="49235"/>
                  </a:cubicBezTo>
                  <a:cubicBezTo>
                    <a:pt x="45800" y="47667"/>
                    <a:pt x="45333" y="44699"/>
                    <a:pt x="46868" y="42530"/>
                  </a:cubicBezTo>
                  <a:cubicBezTo>
                    <a:pt x="47780" y="41233"/>
                    <a:pt x="49222" y="40539"/>
                    <a:pt x="50685" y="40539"/>
                  </a:cubicBezTo>
                  <a:cubicBezTo>
                    <a:pt x="51629" y="40539"/>
                    <a:pt x="52582" y="40828"/>
                    <a:pt x="53406" y="41430"/>
                  </a:cubicBezTo>
                  <a:lnTo>
                    <a:pt x="53472" y="41496"/>
                  </a:lnTo>
                  <a:cubicBezTo>
                    <a:pt x="53567" y="41567"/>
                    <a:pt x="53678" y="41600"/>
                    <a:pt x="53788" y="41600"/>
                  </a:cubicBezTo>
                  <a:cubicBezTo>
                    <a:pt x="53989" y="41600"/>
                    <a:pt x="54187" y="41490"/>
                    <a:pt x="54273" y="41296"/>
                  </a:cubicBezTo>
                  <a:cubicBezTo>
                    <a:pt x="54873" y="39995"/>
                    <a:pt x="55407" y="38628"/>
                    <a:pt x="55807" y="37193"/>
                  </a:cubicBezTo>
                  <a:cubicBezTo>
                    <a:pt x="55874" y="36860"/>
                    <a:pt x="55641" y="36560"/>
                    <a:pt x="55307" y="36526"/>
                  </a:cubicBezTo>
                  <a:lnTo>
                    <a:pt x="55207" y="36526"/>
                  </a:lnTo>
                  <a:cubicBezTo>
                    <a:pt x="52605" y="36259"/>
                    <a:pt x="50737" y="33891"/>
                    <a:pt x="51004" y="31256"/>
                  </a:cubicBezTo>
                  <a:cubicBezTo>
                    <a:pt x="51254" y="28784"/>
                    <a:pt x="53295" y="26928"/>
                    <a:pt x="55667" y="26928"/>
                  </a:cubicBezTo>
                  <a:cubicBezTo>
                    <a:pt x="55824" y="26928"/>
                    <a:pt x="55982" y="26936"/>
                    <a:pt x="56141" y="26953"/>
                  </a:cubicBezTo>
                  <a:cubicBezTo>
                    <a:pt x="56174" y="26953"/>
                    <a:pt x="56208" y="26986"/>
                    <a:pt x="56208" y="26986"/>
                  </a:cubicBezTo>
                  <a:cubicBezTo>
                    <a:pt x="56229" y="26988"/>
                    <a:pt x="56249" y="26989"/>
                    <a:pt x="56270" y="26989"/>
                  </a:cubicBezTo>
                  <a:cubicBezTo>
                    <a:pt x="56608" y="26989"/>
                    <a:pt x="56873" y="26734"/>
                    <a:pt x="56841" y="26419"/>
                  </a:cubicBezTo>
                  <a:cubicBezTo>
                    <a:pt x="56708" y="24951"/>
                    <a:pt x="56475" y="23483"/>
                    <a:pt x="56141" y="22082"/>
                  </a:cubicBezTo>
                  <a:cubicBezTo>
                    <a:pt x="56068" y="21838"/>
                    <a:pt x="55851" y="21683"/>
                    <a:pt x="55623" y="21683"/>
                  </a:cubicBezTo>
                  <a:cubicBezTo>
                    <a:pt x="55539" y="21683"/>
                    <a:pt x="55454" y="21704"/>
                    <a:pt x="55374" y="21749"/>
                  </a:cubicBezTo>
                  <a:cubicBezTo>
                    <a:pt x="55340" y="21749"/>
                    <a:pt x="55307" y="21782"/>
                    <a:pt x="55274" y="21782"/>
                  </a:cubicBezTo>
                  <a:cubicBezTo>
                    <a:pt x="54641" y="22076"/>
                    <a:pt x="53980" y="22216"/>
                    <a:pt x="53331" y="22216"/>
                  </a:cubicBezTo>
                  <a:cubicBezTo>
                    <a:pt x="51548" y="22216"/>
                    <a:pt x="49852" y="21165"/>
                    <a:pt x="49069" y="19381"/>
                  </a:cubicBezTo>
                  <a:cubicBezTo>
                    <a:pt x="48002" y="16979"/>
                    <a:pt x="49069" y="14110"/>
                    <a:pt x="51438" y="13043"/>
                  </a:cubicBezTo>
                  <a:cubicBezTo>
                    <a:pt x="51438" y="13043"/>
                    <a:pt x="51471" y="13009"/>
                    <a:pt x="51471" y="13009"/>
                  </a:cubicBezTo>
                  <a:cubicBezTo>
                    <a:pt x="51771" y="12876"/>
                    <a:pt x="51905" y="12509"/>
                    <a:pt x="51704" y="12209"/>
                  </a:cubicBezTo>
                  <a:cubicBezTo>
                    <a:pt x="50904" y="11041"/>
                    <a:pt x="49970" y="9907"/>
                    <a:pt x="49003" y="8873"/>
                  </a:cubicBezTo>
                  <a:cubicBezTo>
                    <a:pt x="48900" y="8756"/>
                    <a:pt x="48766" y="8703"/>
                    <a:pt x="48630" y="8703"/>
                  </a:cubicBezTo>
                  <a:cubicBezTo>
                    <a:pt x="48457" y="8703"/>
                    <a:pt x="48281" y="8790"/>
                    <a:pt x="48169" y="8940"/>
                  </a:cubicBezTo>
                  <a:cubicBezTo>
                    <a:pt x="48169" y="8973"/>
                    <a:pt x="48135" y="8973"/>
                    <a:pt x="48135" y="9006"/>
                  </a:cubicBezTo>
                  <a:cubicBezTo>
                    <a:pt x="47228" y="10297"/>
                    <a:pt x="45784" y="10990"/>
                    <a:pt x="44319" y="10990"/>
                  </a:cubicBezTo>
                  <a:cubicBezTo>
                    <a:pt x="43361" y="10990"/>
                    <a:pt x="42395" y="10694"/>
                    <a:pt x="41564" y="10074"/>
                  </a:cubicBezTo>
                  <a:cubicBezTo>
                    <a:pt x="39462" y="8539"/>
                    <a:pt x="38995" y="5537"/>
                    <a:pt x="40496" y="3369"/>
                  </a:cubicBezTo>
                  <a:cubicBezTo>
                    <a:pt x="40697" y="3102"/>
                    <a:pt x="40630" y="2702"/>
                    <a:pt x="40330" y="2569"/>
                  </a:cubicBezTo>
                  <a:cubicBezTo>
                    <a:pt x="39062" y="1968"/>
                    <a:pt x="37728" y="1468"/>
                    <a:pt x="36360" y="1067"/>
                  </a:cubicBezTo>
                  <a:cubicBezTo>
                    <a:pt x="36312" y="1053"/>
                    <a:pt x="36264" y="1046"/>
                    <a:pt x="36218" y="1046"/>
                  </a:cubicBezTo>
                  <a:cubicBezTo>
                    <a:pt x="35945" y="1046"/>
                    <a:pt x="35722" y="1283"/>
                    <a:pt x="35693" y="1568"/>
                  </a:cubicBezTo>
                  <a:cubicBezTo>
                    <a:pt x="35443" y="4040"/>
                    <a:pt x="33402" y="5895"/>
                    <a:pt x="31002" y="5895"/>
                  </a:cubicBezTo>
                  <a:cubicBezTo>
                    <a:pt x="30844" y="5895"/>
                    <a:pt x="30684" y="5887"/>
                    <a:pt x="30523" y="5871"/>
                  </a:cubicBezTo>
                  <a:cubicBezTo>
                    <a:pt x="27954" y="5604"/>
                    <a:pt x="26053" y="3236"/>
                    <a:pt x="26320" y="600"/>
                  </a:cubicBezTo>
                  <a:cubicBezTo>
                    <a:pt x="26353" y="400"/>
                    <a:pt x="26386" y="200"/>
                    <a:pt x="26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3" name="Google Shape;3603;p71"/>
            <p:cNvSpPr/>
            <p:nvPr/>
          </p:nvSpPr>
          <p:spPr>
            <a:xfrm>
              <a:off x="2093250" y="2662475"/>
              <a:ext cx="1159175" cy="1111650"/>
            </a:xfrm>
            <a:custGeom>
              <a:rect b="b" l="l" r="r" t="t"/>
              <a:pathLst>
                <a:path extrusionOk="0" h="44466" w="46367">
                  <a:moveTo>
                    <a:pt x="23185" y="7304"/>
                  </a:moveTo>
                  <a:cubicBezTo>
                    <a:pt x="30397" y="7304"/>
                    <a:pt x="36684" y="12752"/>
                    <a:pt x="37694" y="20249"/>
                  </a:cubicBezTo>
                  <a:cubicBezTo>
                    <a:pt x="38761" y="28388"/>
                    <a:pt x="33124" y="35927"/>
                    <a:pt x="25118" y="37027"/>
                  </a:cubicBezTo>
                  <a:cubicBezTo>
                    <a:pt x="24459" y="37118"/>
                    <a:pt x="23804" y="37163"/>
                    <a:pt x="23155" y="37163"/>
                  </a:cubicBezTo>
                  <a:cubicBezTo>
                    <a:pt x="15965" y="37163"/>
                    <a:pt x="9652" y="31715"/>
                    <a:pt x="8673" y="24218"/>
                  </a:cubicBezTo>
                  <a:cubicBezTo>
                    <a:pt x="7606" y="16046"/>
                    <a:pt x="13210" y="8540"/>
                    <a:pt x="21215" y="7440"/>
                  </a:cubicBezTo>
                  <a:cubicBezTo>
                    <a:pt x="21877" y="7349"/>
                    <a:pt x="22535" y="7304"/>
                    <a:pt x="23185" y="7304"/>
                  </a:cubicBezTo>
                  <a:close/>
                  <a:moveTo>
                    <a:pt x="23173" y="1"/>
                  </a:moveTo>
                  <a:cubicBezTo>
                    <a:pt x="22208" y="1"/>
                    <a:pt x="21231" y="66"/>
                    <a:pt x="20248" y="201"/>
                  </a:cubicBezTo>
                  <a:lnTo>
                    <a:pt x="20281" y="201"/>
                  </a:lnTo>
                  <a:cubicBezTo>
                    <a:pt x="8373" y="1836"/>
                    <a:pt x="0" y="13044"/>
                    <a:pt x="1601" y="25186"/>
                  </a:cubicBezTo>
                  <a:cubicBezTo>
                    <a:pt x="3071" y="36329"/>
                    <a:pt x="12435" y="44466"/>
                    <a:pt x="23170" y="44466"/>
                  </a:cubicBezTo>
                  <a:cubicBezTo>
                    <a:pt x="24133" y="44466"/>
                    <a:pt x="25106" y="44400"/>
                    <a:pt x="26086" y="44266"/>
                  </a:cubicBezTo>
                  <a:cubicBezTo>
                    <a:pt x="37994" y="42631"/>
                    <a:pt x="46367" y="31390"/>
                    <a:pt x="44766" y="19248"/>
                  </a:cubicBezTo>
                  <a:cubicBezTo>
                    <a:pt x="43297" y="8108"/>
                    <a:pt x="33909" y="1"/>
                    <a:pt x="23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04" name="Google Shape;3604;p71"/>
          <p:cNvGrpSpPr/>
          <p:nvPr/>
        </p:nvGrpSpPr>
        <p:grpSpPr>
          <a:xfrm>
            <a:off x="6400155" y="1475856"/>
            <a:ext cx="2553795" cy="3000366"/>
            <a:chOff x="6400155" y="1475856"/>
            <a:chExt cx="2553795" cy="3000366"/>
          </a:xfrm>
        </p:grpSpPr>
        <p:sp>
          <p:nvSpPr>
            <p:cNvPr id="3605" name="Google Shape;3605;p71"/>
            <p:cNvSpPr/>
            <p:nvPr/>
          </p:nvSpPr>
          <p:spPr>
            <a:xfrm>
              <a:off x="6876925" y="1892175"/>
              <a:ext cx="2010600" cy="2010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06" name="Google Shape;3606;p71"/>
            <p:cNvGrpSpPr/>
            <p:nvPr/>
          </p:nvGrpSpPr>
          <p:grpSpPr>
            <a:xfrm>
              <a:off x="7020639" y="1751452"/>
              <a:ext cx="1866880" cy="2724770"/>
              <a:chOff x="5742839" y="1892177"/>
              <a:chExt cx="1866880" cy="2724770"/>
            </a:xfrm>
          </p:grpSpPr>
          <p:sp>
            <p:nvSpPr>
              <p:cNvPr id="3607" name="Google Shape;3607;p71"/>
              <p:cNvSpPr/>
              <p:nvPr/>
            </p:nvSpPr>
            <p:spPr>
              <a:xfrm flipH="1">
                <a:off x="7304447" y="3967699"/>
                <a:ext cx="21561" cy="39171"/>
              </a:xfrm>
              <a:custGeom>
                <a:rect b="b" l="l" r="r" t="t"/>
                <a:pathLst>
                  <a:path extrusionOk="0" h="1654" w="878">
                    <a:moveTo>
                      <a:pt x="813" y="1"/>
                    </a:moveTo>
                    <a:cubicBezTo>
                      <a:pt x="792" y="1"/>
                      <a:pt x="769" y="12"/>
                      <a:pt x="757" y="37"/>
                    </a:cubicBezTo>
                    <a:lnTo>
                      <a:pt x="390" y="771"/>
                    </a:lnTo>
                    <a:lnTo>
                      <a:pt x="190" y="1138"/>
                    </a:lnTo>
                    <a:cubicBezTo>
                      <a:pt x="123" y="1238"/>
                      <a:pt x="56" y="1371"/>
                      <a:pt x="23" y="1505"/>
                    </a:cubicBezTo>
                    <a:cubicBezTo>
                      <a:pt x="1" y="1594"/>
                      <a:pt x="82" y="1653"/>
                      <a:pt x="159" y="1653"/>
                    </a:cubicBezTo>
                    <a:cubicBezTo>
                      <a:pt x="197" y="1653"/>
                      <a:pt x="234" y="1638"/>
                      <a:pt x="256" y="1605"/>
                    </a:cubicBezTo>
                    <a:cubicBezTo>
                      <a:pt x="323" y="1471"/>
                      <a:pt x="390" y="1371"/>
                      <a:pt x="423" y="1238"/>
                    </a:cubicBezTo>
                    <a:lnTo>
                      <a:pt x="590" y="838"/>
                    </a:lnTo>
                    <a:cubicBezTo>
                      <a:pt x="690" y="604"/>
                      <a:pt x="757" y="337"/>
                      <a:pt x="857" y="70"/>
                    </a:cubicBezTo>
                    <a:cubicBezTo>
                      <a:pt x="877" y="29"/>
                      <a:pt x="847" y="1"/>
                      <a:pt x="813" y="1"/>
                    </a:cubicBezTo>
                    <a:close/>
                  </a:path>
                </a:pathLst>
              </a:custGeom>
              <a:solidFill>
                <a:srgbClr val="C4634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8" name="Google Shape;3608;p71"/>
              <p:cNvSpPr/>
              <p:nvPr/>
            </p:nvSpPr>
            <p:spPr>
              <a:xfrm flipH="1">
                <a:off x="7332785" y="3955337"/>
                <a:ext cx="27087" cy="42084"/>
              </a:xfrm>
              <a:custGeom>
                <a:rect b="b" l="l" r="r" t="t"/>
                <a:pathLst>
                  <a:path extrusionOk="0" h="1777" w="1103">
                    <a:moveTo>
                      <a:pt x="878" y="1"/>
                    </a:moveTo>
                    <a:cubicBezTo>
                      <a:pt x="840" y="1"/>
                      <a:pt x="801" y="18"/>
                      <a:pt x="768" y="59"/>
                    </a:cubicBezTo>
                    <a:cubicBezTo>
                      <a:pt x="535" y="259"/>
                      <a:pt x="368" y="492"/>
                      <a:pt x="234" y="759"/>
                    </a:cubicBezTo>
                    <a:cubicBezTo>
                      <a:pt x="168" y="926"/>
                      <a:pt x="101" y="1059"/>
                      <a:pt x="68" y="1226"/>
                    </a:cubicBezTo>
                    <a:cubicBezTo>
                      <a:pt x="1" y="1360"/>
                      <a:pt x="1" y="1560"/>
                      <a:pt x="68" y="1727"/>
                    </a:cubicBezTo>
                    <a:cubicBezTo>
                      <a:pt x="101" y="1760"/>
                      <a:pt x="143" y="1777"/>
                      <a:pt x="184" y="1777"/>
                    </a:cubicBezTo>
                    <a:cubicBezTo>
                      <a:pt x="226" y="1777"/>
                      <a:pt x="268" y="1760"/>
                      <a:pt x="301" y="1727"/>
                    </a:cubicBezTo>
                    <a:cubicBezTo>
                      <a:pt x="401" y="1627"/>
                      <a:pt x="468" y="1460"/>
                      <a:pt x="468" y="1326"/>
                    </a:cubicBezTo>
                    <a:cubicBezTo>
                      <a:pt x="501" y="1193"/>
                      <a:pt x="535" y="1059"/>
                      <a:pt x="601" y="926"/>
                    </a:cubicBezTo>
                    <a:cubicBezTo>
                      <a:pt x="701" y="693"/>
                      <a:pt x="835" y="459"/>
                      <a:pt x="1002" y="259"/>
                    </a:cubicBezTo>
                    <a:cubicBezTo>
                      <a:pt x="1102" y="158"/>
                      <a:pt x="994" y="1"/>
                      <a:pt x="878" y="1"/>
                    </a:cubicBezTo>
                    <a:close/>
                  </a:path>
                </a:pathLst>
              </a:custGeom>
              <a:solidFill>
                <a:srgbClr val="C4634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9" name="Google Shape;3609;p71"/>
              <p:cNvSpPr/>
              <p:nvPr/>
            </p:nvSpPr>
            <p:spPr>
              <a:xfrm flipH="1">
                <a:off x="6329317" y="2268002"/>
                <a:ext cx="796277" cy="539937"/>
              </a:xfrm>
              <a:custGeom>
                <a:rect b="b" l="l" r="r" t="t"/>
                <a:pathLst>
                  <a:path extrusionOk="0" h="22799" w="32425">
                    <a:moveTo>
                      <a:pt x="31187" y="0"/>
                    </a:moveTo>
                    <a:cubicBezTo>
                      <a:pt x="30840" y="0"/>
                      <a:pt x="30469" y="122"/>
                      <a:pt x="30156" y="279"/>
                    </a:cubicBezTo>
                    <a:cubicBezTo>
                      <a:pt x="29255" y="679"/>
                      <a:pt x="28455" y="1280"/>
                      <a:pt x="27821" y="2013"/>
                    </a:cubicBezTo>
                    <a:cubicBezTo>
                      <a:pt x="26954" y="3047"/>
                      <a:pt x="26353" y="4215"/>
                      <a:pt x="25519" y="5282"/>
                    </a:cubicBezTo>
                    <a:cubicBezTo>
                      <a:pt x="24585" y="6450"/>
                      <a:pt x="23618" y="7584"/>
                      <a:pt x="22550" y="8618"/>
                    </a:cubicBezTo>
                    <a:cubicBezTo>
                      <a:pt x="20149" y="10986"/>
                      <a:pt x="16946" y="12388"/>
                      <a:pt x="13777" y="13355"/>
                    </a:cubicBezTo>
                    <a:cubicBezTo>
                      <a:pt x="10975" y="14222"/>
                      <a:pt x="8007" y="14989"/>
                      <a:pt x="5038" y="15190"/>
                    </a:cubicBezTo>
                    <a:cubicBezTo>
                      <a:pt x="3570" y="15290"/>
                      <a:pt x="1869" y="15323"/>
                      <a:pt x="935" y="16457"/>
                    </a:cubicBezTo>
                    <a:cubicBezTo>
                      <a:pt x="1" y="17758"/>
                      <a:pt x="1" y="19493"/>
                      <a:pt x="935" y="20794"/>
                    </a:cubicBezTo>
                    <a:cubicBezTo>
                      <a:pt x="2163" y="22354"/>
                      <a:pt x="3936" y="22799"/>
                      <a:pt x="5760" y="22799"/>
                    </a:cubicBezTo>
                    <a:cubicBezTo>
                      <a:pt x="6860" y="22799"/>
                      <a:pt x="7979" y="22637"/>
                      <a:pt x="9007" y="22461"/>
                    </a:cubicBezTo>
                    <a:cubicBezTo>
                      <a:pt x="10475" y="22195"/>
                      <a:pt x="11943" y="21794"/>
                      <a:pt x="13344" y="21294"/>
                    </a:cubicBezTo>
                    <a:cubicBezTo>
                      <a:pt x="19715" y="18859"/>
                      <a:pt x="24752" y="13822"/>
                      <a:pt x="27954" y="7717"/>
                    </a:cubicBezTo>
                    <a:cubicBezTo>
                      <a:pt x="28355" y="6817"/>
                      <a:pt x="28855" y="5950"/>
                      <a:pt x="29422" y="5149"/>
                    </a:cubicBezTo>
                    <a:cubicBezTo>
                      <a:pt x="30256" y="4115"/>
                      <a:pt x="31390" y="3314"/>
                      <a:pt x="31990" y="2180"/>
                    </a:cubicBezTo>
                    <a:cubicBezTo>
                      <a:pt x="32324" y="1546"/>
                      <a:pt x="32424" y="646"/>
                      <a:pt x="31857" y="212"/>
                    </a:cubicBezTo>
                    <a:cubicBezTo>
                      <a:pt x="31664" y="61"/>
                      <a:pt x="31431" y="0"/>
                      <a:pt x="31187" y="0"/>
                    </a:cubicBezTo>
                    <a:close/>
                  </a:path>
                </a:pathLst>
              </a:custGeom>
              <a:solidFill>
                <a:srgbClr val="F2A88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0" name="Google Shape;3610;p71"/>
              <p:cNvSpPr/>
              <p:nvPr/>
            </p:nvSpPr>
            <p:spPr>
              <a:xfrm flipH="1">
                <a:off x="6426001" y="3398437"/>
                <a:ext cx="234303" cy="323456"/>
              </a:xfrm>
              <a:custGeom>
                <a:rect b="b" l="l" r="r" t="t"/>
                <a:pathLst>
                  <a:path extrusionOk="0" h="13658" w="9541">
                    <a:moveTo>
                      <a:pt x="3302" y="0"/>
                    </a:moveTo>
                    <a:cubicBezTo>
                      <a:pt x="2899" y="0"/>
                      <a:pt x="2456" y="108"/>
                      <a:pt x="1969" y="348"/>
                    </a:cubicBezTo>
                    <a:cubicBezTo>
                      <a:pt x="768" y="881"/>
                      <a:pt x="1" y="2082"/>
                      <a:pt x="68" y="3417"/>
                    </a:cubicBezTo>
                    <a:cubicBezTo>
                      <a:pt x="234" y="6719"/>
                      <a:pt x="3236" y="11055"/>
                      <a:pt x="4971" y="13657"/>
                    </a:cubicBezTo>
                    <a:cubicBezTo>
                      <a:pt x="6305" y="12490"/>
                      <a:pt x="7873" y="11556"/>
                      <a:pt x="9541" y="10922"/>
                    </a:cubicBezTo>
                    <a:cubicBezTo>
                      <a:pt x="8440" y="8087"/>
                      <a:pt x="7306" y="5285"/>
                      <a:pt x="6072" y="2483"/>
                    </a:cubicBezTo>
                    <a:cubicBezTo>
                      <a:pt x="5463" y="1087"/>
                      <a:pt x="4584" y="0"/>
                      <a:pt x="3302" y="0"/>
                    </a:cubicBezTo>
                    <a:close/>
                  </a:path>
                </a:pathLst>
              </a:custGeom>
              <a:solidFill>
                <a:srgbClr val="F2A88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1" name="Google Shape;3611;p71"/>
              <p:cNvSpPr/>
              <p:nvPr/>
            </p:nvSpPr>
            <p:spPr>
              <a:xfrm flipH="1">
                <a:off x="6218737" y="3567415"/>
                <a:ext cx="340809" cy="222450"/>
              </a:xfrm>
              <a:custGeom>
                <a:rect b="b" l="l" r="r" t="t"/>
                <a:pathLst>
                  <a:path extrusionOk="0" h="9393" w="13878">
                    <a:moveTo>
                      <a:pt x="12273" y="1"/>
                    </a:moveTo>
                    <a:cubicBezTo>
                      <a:pt x="12197" y="1"/>
                      <a:pt x="12120" y="6"/>
                      <a:pt x="12043" y="18"/>
                    </a:cubicBezTo>
                    <a:cubicBezTo>
                      <a:pt x="11742" y="84"/>
                      <a:pt x="11476" y="184"/>
                      <a:pt x="11209" y="318"/>
                    </a:cubicBezTo>
                    <a:cubicBezTo>
                      <a:pt x="9589" y="1077"/>
                      <a:pt x="7930" y="1894"/>
                      <a:pt x="6189" y="1894"/>
                    </a:cubicBezTo>
                    <a:cubicBezTo>
                      <a:pt x="5636" y="1894"/>
                      <a:pt x="5075" y="1812"/>
                      <a:pt x="4504" y="1619"/>
                    </a:cubicBezTo>
                    <a:cubicBezTo>
                      <a:pt x="3437" y="3287"/>
                      <a:pt x="1869" y="4588"/>
                      <a:pt x="1" y="5321"/>
                    </a:cubicBezTo>
                    <a:cubicBezTo>
                      <a:pt x="1" y="5321"/>
                      <a:pt x="1268" y="8123"/>
                      <a:pt x="1335" y="8324"/>
                    </a:cubicBezTo>
                    <a:cubicBezTo>
                      <a:pt x="1560" y="8967"/>
                      <a:pt x="2188" y="9393"/>
                      <a:pt x="2861" y="9393"/>
                    </a:cubicBezTo>
                    <a:cubicBezTo>
                      <a:pt x="2886" y="9393"/>
                      <a:pt x="2911" y="9392"/>
                      <a:pt x="2936" y="9391"/>
                    </a:cubicBezTo>
                    <a:lnTo>
                      <a:pt x="13877" y="1452"/>
                    </a:lnTo>
                    <a:cubicBezTo>
                      <a:pt x="13786" y="629"/>
                      <a:pt x="13081" y="1"/>
                      <a:pt x="122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2" name="Google Shape;3612;p71"/>
              <p:cNvSpPr/>
              <p:nvPr/>
            </p:nvSpPr>
            <p:spPr>
              <a:xfrm flipH="1">
                <a:off x="7343467" y="4234541"/>
                <a:ext cx="193341" cy="309743"/>
              </a:xfrm>
              <a:custGeom>
                <a:rect b="b" l="l" r="r" t="t"/>
                <a:pathLst>
                  <a:path extrusionOk="0" h="13079" w="7873">
                    <a:moveTo>
                      <a:pt x="4704" y="1"/>
                    </a:moveTo>
                    <a:cubicBezTo>
                      <a:pt x="3633" y="1"/>
                      <a:pt x="2616" y="524"/>
                      <a:pt x="2035" y="1436"/>
                    </a:cubicBezTo>
                    <a:cubicBezTo>
                      <a:pt x="201" y="4205"/>
                      <a:pt x="101" y="9476"/>
                      <a:pt x="1" y="12611"/>
                    </a:cubicBezTo>
                    <a:cubicBezTo>
                      <a:pt x="448" y="12569"/>
                      <a:pt x="898" y="12548"/>
                      <a:pt x="1348" y="12548"/>
                    </a:cubicBezTo>
                    <a:cubicBezTo>
                      <a:pt x="2674" y="12548"/>
                      <a:pt x="4001" y="12729"/>
                      <a:pt x="5271" y="13078"/>
                    </a:cubicBezTo>
                    <a:cubicBezTo>
                      <a:pt x="6072" y="10143"/>
                      <a:pt x="6806" y="7207"/>
                      <a:pt x="7439" y="4205"/>
                    </a:cubicBezTo>
                    <a:cubicBezTo>
                      <a:pt x="7873" y="2270"/>
                      <a:pt x="7606" y="469"/>
                      <a:pt x="5371" y="69"/>
                    </a:cubicBezTo>
                    <a:cubicBezTo>
                      <a:pt x="5149" y="23"/>
                      <a:pt x="4925" y="1"/>
                      <a:pt x="4704" y="1"/>
                    </a:cubicBezTo>
                    <a:close/>
                  </a:path>
                </a:pathLst>
              </a:custGeom>
              <a:solidFill>
                <a:srgbClr val="F2A88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3" name="Google Shape;3613;p71"/>
              <p:cNvSpPr/>
              <p:nvPr/>
            </p:nvSpPr>
            <p:spPr>
              <a:xfrm flipH="1">
                <a:off x="7194377" y="4488967"/>
                <a:ext cx="364532" cy="127980"/>
              </a:xfrm>
              <a:custGeom>
                <a:rect b="b" l="l" r="r" t="t"/>
                <a:pathLst>
                  <a:path extrusionOk="0" h="5404" w="14844">
                    <a:moveTo>
                      <a:pt x="6705" y="0"/>
                    </a:moveTo>
                    <a:cubicBezTo>
                      <a:pt x="5582" y="441"/>
                      <a:pt x="4399" y="665"/>
                      <a:pt x="3214" y="665"/>
                    </a:cubicBezTo>
                    <a:cubicBezTo>
                      <a:pt x="2427" y="665"/>
                      <a:pt x="1639" y="567"/>
                      <a:pt x="867" y="367"/>
                    </a:cubicBezTo>
                    <a:cubicBezTo>
                      <a:pt x="867" y="367"/>
                      <a:pt x="234" y="3336"/>
                      <a:pt x="200" y="3603"/>
                    </a:cubicBezTo>
                    <a:cubicBezTo>
                      <a:pt x="0" y="4270"/>
                      <a:pt x="267" y="5004"/>
                      <a:pt x="867" y="5404"/>
                    </a:cubicBezTo>
                    <a:lnTo>
                      <a:pt x="14377" y="5404"/>
                    </a:lnTo>
                    <a:cubicBezTo>
                      <a:pt x="14844" y="4603"/>
                      <a:pt x="14544" y="3603"/>
                      <a:pt x="13743" y="3169"/>
                    </a:cubicBezTo>
                    <a:cubicBezTo>
                      <a:pt x="13476" y="3036"/>
                      <a:pt x="13176" y="2936"/>
                      <a:pt x="12876" y="2902"/>
                    </a:cubicBezTo>
                    <a:cubicBezTo>
                      <a:pt x="10574" y="2502"/>
                      <a:pt x="8139" y="2068"/>
                      <a:pt x="670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4" name="Google Shape;3614;p71"/>
              <p:cNvSpPr/>
              <p:nvPr/>
            </p:nvSpPr>
            <p:spPr>
              <a:xfrm flipH="1">
                <a:off x="6592449" y="2853682"/>
                <a:ext cx="1017270" cy="1540807"/>
              </a:xfrm>
              <a:custGeom>
                <a:rect b="b" l="l" r="r" t="t"/>
                <a:pathLst>
                  <a:path extrusionOk="0" h="65061" w="41424">
                    <a:moveTo>
                      <a:pt x="34628" y="0"/>
                    </a:moveTo>
                    <a:cubicBezTo>
                      <a:pt x="34359" y="0"/>
                      <a:pt x="34080" y="22"/>
                      <a:pt x="33792" y="66"/>
                    </a:cubicBezTo>
                    <a:cubicBezTo>
                      <a:pt x="31724" y="367"/>
                      <a:pt x="29922" y="1601"/>
                      <a:pt x="28154" y="2702"/>
                    </a:cubicBezTo>
                    <a:cubicBezTo>
                      <a:pt x="21249" y="6971"/>
                      <a:pt x="13344" y="7772"/>
                      <a:pt x="5505" y="9340"/>
                    </a:cubicBezTo>
                    <a:cubicBezTo>
                      <a:pt x="4671" y="9440"/>
                      <a:pt x="3837" y="9740"/>
                      <a:pt x="3103" y="10174"/>
                    </a:cubicBezTo>
                    <a:cubicBezTo>
                      <a:pt x="1" y="12342"/>
                      <a:pt x="1235" y="18113"/>
                      <a:pt x="1669" y="21215"/>
                    </a:cubicBezTo>
                    <a:cubicBezTo>
                      <a:pt x="2469" y="27019"/>
                      <a:pt x="4237" y="32623"/>
                      <a:pt x="5905" y="38260"/>
                    </a:cubicBezTo>
                    <a:cubicBezTo>
                      <a:pt x="6239" y="39261"/>
                      <a:pt x="6439" y="40295"/>
                      <a:pt x="6506" y="41363"/>
                    </a:cubicBezTo>
                    <a:cubicBezTo>
                      <a:pt x="6472" y="42397"/>
                      <a:pt x="6305" y="43464"/>
                      <a:pt x="6005" y="44465"/>
                    </a:cubicBezTo>
                    <a:lnTo>
                      <a:pt x="1402" y="62344"/>
                    </a:lnTo>
                    <a:lnTo>
                      <a:pt x="1002" y="64012"/>
                    </a:lnTo>
                    <a:cubicBezTo>
                      <a:pt x="816" y="64717"/>
                      <a:pt x="4004" y="65061"/>
                      <a:pt x="7077" y="65061"/>
                    </a:cubicBezTo>
                    <a:cubicBezTo>
                      <a:pt x="9530" y="65061"/>
                      <a:pt x="11910" y="64842"/>
                      <a:pt x="12443" y="64412"/>
                    </a:cubicBezTo>
                    <a:cubicBezTo>
                      <a:pt x="13677" y="63478"/>
                      <a:pt x="14311" y="62011"/>
                      <a:pt x="14878" y="60576"/>
                    </a:cubicBezTo>
                    <a:cubicBezTo>
                      <a:pt x="15812" y="58208"/>
                      <a:pt x="16679" y="55840"/>
                      <a:pt x="17447" y="53438"/>
                    </a:cubicBezTo>
                    <a:cubicBezTo>
                      <a:pt x="17680" y="52737"/>
                      <a:pt x="17914" y="52037"/>
                      <a:pt x="18114" y="51303"/>
                    </a:cubicBezTo>
                    <a:cubicBezTo>
                      <a:pt x="18948" y="48634"/>
                      <a:pt x="19481" y="45899"/>
                      <a:pt x="19615" y="43097"/>
                    </a:cubicBezTo>
                    <a:cubicBezTo>
                      <a:pt x="19782" y="39261"/>
                      <a:pt x="18714" y="35558"/>
                      <a:pt x="18447" y="31789"/>
                    </a:cubicBezTo>
                    <a:cubicBezTo>
                      <a:pt x="18281" y="29588"/>
                      <a:pt x="18114" y="27386"/>
                      <a:pt x="17980" y="25184"/>
                    </a:cubicBezTo>
                    <a:cubicBezTo>
                      <a:pt x="17880" y="23850"/>
                      <a:pt x="17113" y="20815"/>
                      <a:pt x="18214" y="19780"/>
                    </a:cubicBezTo>
                    <a:cubicBezTo>
                      <a:pt x="19415" y="18680"/>
                      <a:pt x="23051" y="18379"/>
                      <a:pt x="24618" y="17912"/>
                    </a:cubicBezTo>
                    <a:cubicBezTo>
                      <a:pt x="26953" y="17212"/>
                      <a:pt x="29322" y="16445"/>
                      <a:pt x="31557" y="15678"/>
                    </a:cubicBezTo>
                    <a:cubicBezTo>
                      <a:pt x="33792" y="14910"/>
                      <a:pt x="36093" y="14076"/>
                      <a:pt x="37828" y="12475"/>
                    </a:cubicBezTo>
                    <a:cubicBezTo>
                      <a:pt x="41424" y="9198"/>
                      <a:pt x="40193" y="0"/>
                      <a:pt x="3462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5" name="Google Shape;3615;p71"/>
              <p:cNvSpPr/>
              <p:nvPr/>
            </p:nvSpPr>
            <p:spPr>
              <a:xfrm flipH="1">
                <a:off x="6398128" y="2854653"/>
                <a:ext cx="455493" cy="732144"/>
              </a:xfrm>
              <a:custGeom>
                <a:rect b="b" l="l" r="r" t="t"/>
                <a:pathLst>
                  <a:path extrusionOk="0" h="30915" w="18548">
                    <a:moveTo>
                      <a:pt x="4149" y="0"/>
                    </a:moveTo>
                    <a:cubicBezTo>
                      <a:pt x="3092" y="0"/>
                      <a:pt x="2072" y="313"/>
                      <a:pt x="1402" y="1093"/>
                    </a:cubicBezTo>
                    <a:cubicBezTo>
                      <a:pt x="1" y="2794"/>
                      <a:pt x="901" y="6697"/>
                      <a:pt x="1268" y="8765"/>
                    </a:cubicBezTo>
                    <a:cubicBezTo>
                      <a:pt x="2636" y="16370"/>
                      <a:pt x="4837" y="23776"/>
                      <a:pt x="7773" y="30914"/>
                    </a:cubicBezTo>
                    <a:cubicBezTo>
                      <a:pt x="11242" y="29647"/>
                      <a:pt x="14711" y="28479"/>
                      <a:pt x="18247" y="27378"/>
                    </a:cubicBezTo>
                    <a:cubicBezTo>
                      <a:pt x="18547" y="27278"/>
                      <a:pt x="15011" y="16437"/>
                      <a:pt x="14711" y="15570"/>
                    </a:cubicBezTo>
                    <a:cubicBezTo>
                      <a:pt x="13644" y="12468"/>
                      <a:pt x="12476" y="9432"/>
                      <a:pt x="11142" y="6397"/>
                    </a:cubicBezTo>
                    <a:cubicBezTo>
                      <a:pt x="10275" y="4362"/>
                      <a:pt x="9240" y="2294"/>
                      <a:pt x="7439" y="993"/>
                    </a:cubicBezTo>
                    <a:cubicBezTo>
                      <a:pt x="6604" y="407"/>
                      <a:pt x="5353" y="0"/>
                      <a:pt x="414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6" name="Google Shape;3616;p71"/>
              <p:cNvSpPr/>
              <p:nvPr/>
            </p:nvSpPr>
            <p:spPr>
              <a:xfrm flipH="1">
                <a:off x="6897011" y="2549095"/>
                <a:ext cx="704506" cy="655982"/>
              </a:xfrm>
              <a:custGeom>
                <a:rect b="b" l="l" r="r" t="t"/>
                <a:pathLst>
                  <a:path extrusionOk="0" h="27699" w="28688">
                    <a:moveTo>
                      <a:pt x="16034" y="1"/>
                    </a:moveTo>
                    <a:cubicBezTo>
                      <a:pt x="13235" y="1"/>
                      <a:pt x="10448" y="882"/>
                      <a:pt x="8707" y="3187"/>
                    </a:cubicBezTo>
                    <a:cubicBezTo>
                      <a:pt x="7639" y="4688"/>
                      <a:pt x="6972" y="6389"/>
                      <a:pt x="6405" y="8157"/>
                    </a:cubicBezTo>
                    <a:cubicBezTo>
                      <a:pt x="6305" y="8491"/>
                      <a:pt x="6172" y="8824"/>
                      <a:pt x="6105" y="9158"/>
                    </a:cubicBezTo>
                    <a:cubicBezTo>
                      <a:pt x="4804" y="13494"/>
                      <a:pt x="3203" y="17764"/>
                      <a:pt x="1401" y="21900"/>
                    </a:cubicBezTo>
                    <a:cubicBezTo>
                      <a:pt x="901" y="22901"/>
                      <a:pt x="0" y="23435"/>
                      <a:pt x="1001" y="24602"/>
                    </a:cubicBezTo>
                    <a:cubicBezTo>
                      <a:pt x="1568" y="25169"/>
                      <a:pt x="2202" y="25570"/>
                      <a:pt x="2936" y="25803"/>
                    </a:cubicBezTo>
                    <a:cubicBezTo>
                      <a:pt x="4637" y="26537"/>
                      <a:pt x="6338" y="27271"/>
                      <a:pt x="8140" y="27571"/>
                    </a:cubicBezTo>
                    <a:cubicBezTo>
                      <a:pt x="8684" y="27657"/>
                      <a:pt x="9232" y="27699"/>
                      <a:pt x="9780" y="27699"/>
                    </a:cubicBezTo>
                    <a:cubicBezTo>
                      <a:pt x="14128" y="27699"/>
                      <a:pt x="18422" y="25074"/>
                      <a:pt x="20348" y="21133"/>
                    </a:cubicBezTo>
                    <a:cubicBezTo>
                      <a:pt x="21082" y="19565"/>
                      <a:pt x="20949" y="18064"/>
                      <a:pt x="21116" y="16363"/>
                    </a:cubicBezTo>
                    <a:cubicBezTo>
                      <a:pt x="21149" y="15930"/>
                      <a:pt x="21583" y="11460"/>
                      <a:pt x="21849" y="11460"/>
                    </a:cubicBezTo>
                    <a:lnTo>
                      <a:pt x="26186" y="11426"/>
                    </a:lnTo>
                    <a:cubicBezTo>
                      <a:pt x="27153" y="8091"/>
                      <a:pt x="27987" y="4755"/>
                      <a:pt x="28688" y="1386"/>
                    </a:cubicBezTo>
                    <a:cubicBezTo>
                      <a:pt x="25419" y="1019"/>
                      <a:pt x="22216" y="986"/>
                      <a:pt x="19014" y="318"/>
                    </a:cubicBezTo>
                    <a:cubicBezTo>
                      <a:pt x="18051" y="115"/>
                      <a:pt x="17042" y="1"/>
                      <a:pt x="1603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7" name="Google Shape;3617;p71"/>
              <p:cNvSpPr/>
              <p:nvPr/>
            </p:nvSpPr>
            <p:spPr>
              <a:xfrm flipH="1">
                <a:off x="6981442" y="2332136"/>
                <a:ext cx="244887" cy="290300"/>
              </a:xfrm>
              <a:custGeom>
                <a:rect b="b" l="l" r="r" t="t"/>
                <a:pathLst>
                  <a:path extrusionOk="0" h="12258" w="9972">
                    <a:moveTo>
                      <a:pt x="7374" y="1"/>
                    </a:moveTo>
                    <a:cubicBezTo>
                      <a:pt x="6882" y="1"/>
                      <a:pt x="6364" y="69"/>
                      <a:pt x="5871" y="173"/>
                    </a:cubicBezTo>
                    <a:cubicBezTo>
                      <a:pt x="4937" y="339"/>
                      <a:pt x="4070" y="873"/>
                      <a:pt x="3536" y="1674"/>
                    </a:cubicBezTo>
                    <a:cubicBezTo>
                      <a:pt x="2769" y="2975"/>
                      <a:pt x="2468" y="4676"/>
                      <a:pt x="2001" y="6077"/>
                    </a:cubicBezTo>
                    <a:cubicBezTo>
                      <a:pt x="1868" y="6410"/>
                      <a:pt x="1768" y="6744"/>
                      <a:pt x="1635" y="7078"/>
                    </a:cubicBezTo>
                    <a:cubicBezTo>
                      <a:pt x="1168" y="8379"/>
                      <a:pt x="600" y="9680"/>
                      <a:pt x="0" y="10947"/>
                    </a:cubicBezTo>
                    <a:cubicBezTo>
                      <a:pt x="1213" y="11809"/>
                      <a:pt x="2643" y="12258"/>
                      <a:pt x="4097" y="12258"/>
                    </a:cubicBezTo>
                    <a:cubicBezTo>
                      <a:pt x="4443" y="12258"/>
                      <a:pt x="4791" y="12233"/>
                      <a:pt x="5137" y="12181"/>
                    </a:cubicBezTo>
                    <a:cubicBezTo>
                      <a:pt x="5404" y="10914"/>
                      <a:pt x="5737" y="9646"/>
                      <a:pt x="6138" y="8445"/>
                    </a:cubicBezTo>
                    <a:cubicBezTo>
                      <a:pt x="6204" y="8245"/>
                      <a:pt x="6305" y="8078"/>
                      <a:pt x="6438" y="7945"/>
                    </a:cubicBezTo>
                    <a:cubicBezTo>
                      <a:pt x="6638" y="7811"/>
                      <a:pt x="6838" y="7745"/>
                      <a:pt x="7038" y="7711"/>
                    </a:cubicBezTo>
                    <a:cubicBezTo>
                      <a:pt x="8006" y="7478"/>
                      <a:pt x="8573" y="6511"/>
                      <a:pt x="8973" y="5577"/>
                    </a:cubicBezTo>
                    <a:cubicBezTo>
                      <a:pt x="9373" y="4576"/>
                      <a:pt x="9640" y="3508"/>
                      <a:pt x="9774" y="2408"/>
                    </a:cubicBezTo>
                    <a:cubicBezTo>
                      <a:pt x="9971" y="555"/>
                      <a:pt x="8778" y="1"/>
                      <a:pt x="7374" y="1"/>
                    </a:cubicBezTo>
                    <a:close/>
                  </a:path>
                </a:pathLst>
              </a:custGeom>
              <a:solidFill>
                <a:srgbClr val="F2A88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8" name="Google Shape;3618;p71"/>
              <p:cNvSpPr/>
              <p:nvPr/>
            </p:nvSpPr>
            <p:spPr>
              <a:xfrm flipH="1">
                <a:off x="6962533" y="2291969"/>
                <a:ext cx="236783" cy="173119"/>
              </a:xfrm>
              <a:custGeom>
                <a:rect b="b" l="l" r="r" t="t"/>
                <a:pathLst>
                  <a:path extrusionOk="0" h="7310" w="9642">
                    <a:moveTo>
                      <a:pt x="7806" y="1"/>
                    </a:moveTo>
                    <a:cubicBezTo>
                      <a:pt x="7406" y="34"/>
                      <a:pt x="6972" y="134"/>
                      <a:pt x="6572" y="268"/>
                    </a:cubicBezTo>
                    <a:cubicBezTo>
                      <a:pt x="6500" y="276"/>
                      <a:pt x="6428" y="280"/>
                      <a:pt x="6355" y="280"/>
                    </a:cubicBezTo>
                    <a:cubicBezTo>
                      <a:pt x="5738" y="280"/>
                      <a:pt x="5096" y="12"/>
                      <a:pt x="4499" y="12"/>
                    </a:cubicBezTo>
                    <a:cubicBezTo>
                      <a:pt x="4318" y="12"/>
                      <a:pt x="4141" y="37"/>
                      <a:pt x="3970" y="101"/>
                    </a:cubicBezTo>
                    <a:cubicBezTo>
                      <a:pt x="3470" y="301"/>
                      <a:pt x="3170" y="701"/>
                      <a:pt x="2736" y="968"/>
                    </a:cubicBezTo>
                    <a:cubicBezTo>
                      <a:pt x="2403" y="1168"/>
                      <a:pt x="2036" y="1268"/>
                      <a:pt x="1702" y="1502"/>
                    </a:cubicBezTo>
                    <a:cubicBezTo>
                      <a:pt x="668" y="2236"/>
                      <a:pt x="1002" y="3670"/>
                      <a:pt x="535" y="4704"/>
                    </a:cubicBezTo>
                    <a:cubicBezTo>
                      <a:pt x="334" y="5238"/>
                      <a:pt x="1" y="5771"/>
                      <a:pt x="134" y="6305"/>
                    </a:cubicBezTo>
                    <a:cubicBezTo>
                      <a:pt x="301" y="6906"/>
                      <a:pt x="835" y="7306"/>
                      <a:pt x="1435" y="7306"/>
                    </a:cubicBezTo>
                    <a:cubicBezTo>
                      <a:pt x="1466" y="7308"/>
                      <a:pt x="1496" y="7309"/>
                      <a:pt x="1526" y="7309"/>
                    </a:cubicBezTo>
                    <a:cubicBezTo>
                      <a:pt x="2383" y="7309"/>
                      <a:pt x="3044" y="6410"/>
                      <a:pt x="3270" y="5605"/>
                    </a:cubicBezTo>
                    <a:cubicBezTo>
                      <a:pt x="3322" y="5397"/>
                      <a:pt x="3374" y="4480"/>
                      <a:pt x="3663" y="4480"/>
                    </a:cubicBezTo>
                    <a:cubicBezTo>
                      <a:pt x="3744" y="4480"/>
                      <a:pt x="3845" y="4553"/>
                      <a:pt x="3970" y="4737"/>
                    </a:cubicBezTo>
                    <a:cubicBezTo>
                      <a:pt x="4070" y="4871"/>
                      <a:pt x="4137" y="5038"/>
                      <a:pt x="4337" y="5071"/>
                    </a:cubicBezTo>
                    <a:cubicBezTo>
                      <a:pt x="4352" y="5074"/>
                      <a:pt x="4366" y="5075"/>
                      <a:pt x="4380" y="5075"/>
                    </a:cubicBezTo>
                    <a:cubicBezTo>
                      <a:pt x="4527" y="5075"/>
                      <a:pt x="4646" y="4926"/>
                      <a:pt x="4738" y="4804"/>
                    </a:cubicBezTo>
                    <a:cubicBezTo>
                      <a:pt x="5104" y="4370"/>
                      <a:pt x="5438" y="3803"/>
                      <a:pt x="6005" y="3570"/>
                    </a:cubicBezTo>
                    <a:cubicBezTo>
                      <a:pt x="6505" y="3370"/>
                      <a:pt x="7006" y="3270"/>
                      <a:pt x="7540" y="3236"/>
                    </a:cubicBezTo>
                    <a:cubicBezTo>
                      <a:pt x="7906" y="3203"/>
                      <a:pt x="8273" y="3170"/>
                      <a:pt x="8640" y="3103"/>
                    </a:cubicBezTo>
                    <a:cubicBezTo>
                      <a:pt x="9007" y="3036"/>
                      <a:pt x="9341" y="2769"/>
                      <a:pt x="9508" y="2469"/>
                    </a:cubicBezTo>
                    <a:cubicBezTo>
                      <a:pt x="9641" y="2035"/>
                      <a:pt x="9608" y="1568"/>
                      <a:pt x="9374" y="1202"/>
                    </a:cubicBezTo>
                    <a:cubicBezTo>
                      <a:pt x="9141" y="568"/>
                      <a:pt x="8574" y="134"/>
                      <a:pt x="790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9" name="Google Shape;3619;p71"/>
              <p:cNvSpPr/>
              <p:nvPr/>
            </p:nvSpPr>
            <p:spPr>
              <a:xfrm flipH="1">
                <a:off x="7098531" y="2390348"/>
                <a:ext cx="55598" cy="53451"/>
              </a:xfrm>
              <a:custGeom>
                <a:rect b="b" l="l" r="r" t="t"/>
                <a:pathLst>
                  <a:path extrusionOk="0" h="2257" w="2264">
                    <a:moveTo>
                      <a:pt x="1283" y="0"/>
                    </a:moveTo>
                    <a:cubicBezTo>
                      <a:pt x="1187" y="0"/>
                      <a:pt x="1090" y="16"/>
                      <a:pt x="996" y="50"/>
                    </a:cubicBezTo>
                    <a:cubicBezTo>
                      <a:pt x="396" y="283"/>
                      <a:pt x="29" y="850"/>
                      <a:pt x="29" y="1484"/>
                    </a:cubicBezTo>
                    <a:cubicBezTo>
                      <a:pt x="1" y="1906"/>
                      <a:pt x="352" y="2256"/>
                      <a:pt x="762" y="2256"/>
                    </a:cubicBezTo>
                    <a:cubicBezTo>
                      <a:pt x="839" y="2256"/>
                      <a:pt x="917" y="2244"/>
                      <a:pt x="996" y="2218"/>
                    </a:cubicBezTo>
                    <a:cubicBezTo>
                      <a:pt x="1230" y="2185"/>
                      <a:pt x="1430" y="2118"/>
                      <a:pt x="1597" y="1984"/>
                    </a:cubicBezTo>
                    <a:cubicBezTo>
                      <a:pt x="2030" y="1684"/>
                      <a:pt x="2264" y="1150"/>
                      <a:pt x="2164" y="650"/>
                    </a:cubicBezTo>
                    <a:cubicBezTo>
                      <a:pt x="2031" y="251"/>
                      <a:pt x="1664" y="0"/>
                      <a:pt x="1283" y="0"/>
                    </a:cubicBezTo>
                    <a:close/>
                  </a:path>
                </a:pathLst>
              </a:custGeom>
              <a:solidFill>
                <a:srgbClr val="F2A88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0" name="Google Shape;3620;p71"/>
              <p:cNvSpPr/>
              <p:nvPr/>
            </p:nvSpPr>
            <p:spPr>
              <a:xfrm flipH="1">
                <a:off x="7029893" y="2466986"/>
                <a:ext cx="29960" cy="12315"/>
              </a:xfrm>
              <a:custGeom>
                <a:rect b="b" l="l" r="r" t="t"/>
                <a:pathLst>
                  <a:path extrusionOk="0" h="520" w="1220">
                    <a:moveTo>
                      <a:pt x="255" y="0"/>
                    </a:moveTo>
                    <a:cubicBezTo>
                      <a:pt x="93" y="0"/>
                      <a:pt x="1" y="211"/>
                      <a:pt x="159" y="316"/>
                    </a:cubicBezTo>
                    <a:cubicBezTo>
                      <a:pt x="290" y="428"/>
                      <a:pt x="515" y="519"/>
                      <a:pt x="723" y="519"/>
                    </a:cubicBezTo>
                    <a:cubicBezTo>
                      <a:pt x="886" y="519"/>
                      <a:pt x="1039" y="463"/>
                      <a:pt x="1127" y="316"/>
                    </a:cubicBezTo>
                    <a:cubicBezTo>
                      <a:pt x="1219" y="224"/>
                      <a:pt x="1141" y="46"/>
                      <a:pt x="996" y="46"/>
                    </a:cubicBezTo>
                    <a:cubicBezTo>
                      <a:pt x="985" y="46"/>
                      <a:pt x="972" y="47"/>
                      <a:pt x="960" y="49"/>
                    </a:cubicBezTo>
                    <a:cubicBezTo>
                      <a:pt x="826" y="49"/>
                      <a:pt x="708" y="109"/>
                      <a:pt x="584" y="109"/>
                    </a:cubicBezTo>
                    <a:cubicBezTo>
                      <a:pt x="523" y="109"/>
                      <a:pt x="460" y="94"/>
                      <a:pt x="393" y="49"/>
                    </a:cubicBezTo>
                    <a:cubicBezTo>
                      <a:pt x="344" y="15"/>
                      <a:pt x="297" y="0"/>
                      <a:pt x="25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1" name="Google Shape;3621;p71"/>
              <p:cNvSpPr/>
              <p:nvPr/>
            </p:nvSpPr>
            <p:spPr>
              <a:xfrm flipH="1">
                <a:off x="7110000" y="2400200"/>
                <a:ext cx="18860" cy="29840"/>
              </a:xfrm>
              <a:custGeom>
                <a:rect b="b" l="l" r="r" t="t"/>
                <a:pathLst>
                  <a:path extrusionOk="0" h="1260" w="768">
                    <a:moveTo>
                      <a:pt x="67" y="1"/>
                    </a:moveTo>
                    <a:cubicBezTo>
                      <a:pt x="1" y="1"/>
                      <a:pt x="1" y="101"/>
                      <a:pt x="67" y="101"/>
                    </a:cubicBezTo>
                    <a:cubicBezTo>
                      <a:pt x="301" y="101"/>
                      <a:pt x="468" y="267"/>
                      <a:pt x="568" y="468"/>
                    </a:cubicBezTo>
                    <a:lnTo>
                      <a:pt x="534" y="468"/>
                    </a:lnTo>
                    <a:lnTo>
                      <a:pt x="367" y="501"/>
                    </a:lnTo>
                    <a:lnTo>
                      <a:pt x="301" y="501"/>
                    </a:lnTo>
                    <a:lnTo>
                      <a:pt x="234" y="534"/>
                    </a:lnTo>
                    <a:cubicBezTo>
                      <a:pt x="201" y="534"/>
                      <a:pt x="167" y="568"/>
                      <a:pt x="201" y="601"/>
                    </a:cubicBezTo>
                    <a:cubicBezTo>
                      <a:pt x="201" y="634"/>
                      <a:pt x="201" y="634"/>
                      <a:pt x="234" y="634"/>
                    </a:cubicBezTo>
                    <a:lnTo>
                      <a:pt x="334" y="634"/>
                    </a:lnTo>
                    <a:cubicBezTo>
                      <a:pt x="367" y="634"/>
                      <a:pt x="401" y="634"/>
                      <a:pt x="434" y="601"/>
                    </a:cubicBezTo>
                    <a:lnTo>
                      <a:pt x="601" y="568"/>
                    </a:lnTo>
                    <a:cubicBezTo>
                      <a:pt x="601" y="668"/>
                      <a:pt x="634" y="734"/>
                      <a:pt x="634" y="835"/>
                    </a:cubicBezTo>
                    <a:lnTo>
                      <a:pt x="634" y="1235"/>
                    </a:lnTo>
                    <a:cubicBezTo>
                      <a:pt x="634" y="1252"/>
                      <a:pt x="659" y="1260"/>
                      <a:pt x="684" y="1260"/>
                    </a:cubicBezTo>
                    <a:cubicBezTo>
                      <a:pt x="709" y="1260"/>
                      <a:pt x="734" y="1252"/>
                      <a:pt x="734" y="1235"/>
                    </a:cubicBezTo>
                    <a:cubicBezTo>
                      <a:pt x="734" y="1168"/>
                      <a:pt x="768" y="1101"/>
                      <a:pt x="768" y="1035"/>
                    </a:cubicBezTo>
                    <a:lnTo>
                      <a:pt x="768" y="835"/>
                    </a:lnTo>
                    <a:cubicBezTo>
                      <a:pt x="734" y="668"/>
                      <a:pt x="701" y="534"/>
                      <a:pt x="668" y="401"/>
                    </a:cubicBezTo>
                    <a:cubicBezTo>
                      <a:pt x="568" y="167"/>
                      <a:pt x="334" y="1"/>
                      <a:pt x="67" y="1"/>
                    </a:cubicBezTo>
                    <a:close/>
                  </a:path>
                </a:pathLst>
              </a:custGeom>
              <a:solidFill>
                <a:srgbClr val="AD786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2" name="Google Shape;3622;p71"/>
              <p:cNvSpPr/>
              <p:nvPr/>
            </p:nvSpPr>
            <p:spPr>
              <a:xfrm flipH="1">
                <a:off x="7063292" y="2506797"/>
                <a:ext cx="35461" cy="13499"/>
              </a:xfrm>
              <a:custGeom>
                <a:rect b="b" l="l" r="r" t="t"/>
                <a:pathLst>
                  <a:path extrusionOk="0" h="570" w="1444">
                    <a:moveTo>
                      <a:pt x="104" y="1"/>
                    </a:moveTo>
                    <a:cubicBezTo>
                      <a:pt x="38" y="1"/>
                      <a:pt x="0" y="95"/>
                      <a:pt x="75" y="170"/>
                    </a:cubicBezTo>
                    <a:cubicBezTo>
                      <a:pt x="336" y="431"/>
                      <a:pt x="679" y="569"/>
                      <a:pt x="1039" y="569"/>
                    </a:cubicBezTo>
                    <a:cubicBezTo>
                      <a:pt x="1140" y="569"/>
                      <a:pt x="1241" y="558"/>
                      <a:pt x="1343" y="537"/>
                    </a:cubicBezTo>
                    <a:cubicBezTo>
                      <a:pt x="1443" y="503"/>
                      <a:pt x="1443" y="370"/>
                      <a:pt x="1343" y="370"/>
                    </a:cubicBezTo>
                    <a:cubicBezTo>
                      <a:pt x="1269" y="381"/>
                      <a:pt x="1195" y="387"/>
                      <a:pt x="1123" y="387"/>
                    </a:cubicBezTo>
                    <a:cubicBezTo>
                      <a:pt x="774" y="387"/>
                      <a:pt x="452" y="257"/>
                      <a:pt x="176" y="36"/>
                    </a:cubicBezTo>
                    <a:cubicBezTo>
                      <a:pt x="151" y="11"/>
                      <a:pt x="125" y="1"/>
                      <a:pt x="104" y="1"/>
                    </a:cubicBezTo>
                    <a:close/>
                  </a:path>
                </a:pathLst>
              </a:custGeom>
              <a:solidFill>
                <a:srgbClr val="AD786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3" name="Google Shape;3623;p71"/>
              <p:cNvSpPr/>
              <p:nvPr/>
            </p:nvSpPr>
            <p:spPr>
              <a:xfrm flipH="1">
                <a:off x="6338332" y="3577883"/>
                <a:ext cx="22151" cy="37513"/>
              </a:xfrm>
              <a:custGeom>
                <a:rect b="b" l="l" r="r" t="t"/>
                <a:pathLst>
                  <a:path extrusionOk="0" h="1584" w="902">
                    <a:moveTo>
                      <a:pt x="305" y="1"/>
                    </a:moveTo>
                    <a:cubicBezTo>
                      <a:pt x="281" y="1"/>
                      <a:pt x="257" y="4"/>
                      <a:pt x="234" y="9"/>
                    </a:cubicBezTo>
                    <a:cubicBezTo>
                      <a:pt x="101" y="43"/>
                      <a:pt x="1" y="176"/>
                      <a:pt x="67" y="343"/>
                    </a:cubicBezTo>
                    <a:cubicBezTo>
                      <a:pt x="134" y="676"/>
                      <a:pt x="234" y="1010"/>
                      <a:pt x="334" y="1344"/>
                    </a:cubicBezTo>
                    <a:cubicBezTo>
                      <a:pt x="363" y="1489"/>
                      <a:pt x="493" y="1583"/>
                      <a:pt x="615" y="1583"/>
                    </a:cubicBezTo>
                    <a:cubicBezTo>
                      <a:pt x="633" y="1583"/>
                      <a:pt x="650" y="1581"/>
                      <a:pt x="668" y="1577"/>
                    </a:cubicBezTo>
                    <a:cubicBezTo>
                      <a:pt x="834" y="1510"/>
                      <a:pt x="901" y="1344"/>
                      <a:pt x="868" y="1210"/>
                    </a:cubicBezTo>
                    <a:cubicBezTo>
                      <a:pt x="801" y="877"/>
                      <a:pt x="668" y="510"/>
                      <a:pt x="568" y="176"/>
                    </a:cubicBezTo>
                    <a:cubicBezTo>
                      <a:pt x="540" y="65"/>
                      <a:pt x="421" y="1"/>
                      <a:pt x="305" y="1"/>
                    </a:cubicBezTo>
                    <a:close/>
                  </a:path>
                </a:pathLst>
              </a:custGeom>
              <a:solidFill>
                <a:srgbClr val="C4634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4" name="Google Shape;3624;p71"/>
              <p:cNvSpPr/>
              <p:nvPr/>
            </p:nvSpPr>
            <p:spPr>
              <a:xfrm flipH="1">
                <a:off x="6370281" y="3589204"/>
                <a:ext cx="20506" cy="44428"/>
              </a:xfrm>
              <a:custGeom>
                <a:rect b="b" l="l" r="r" t="t"/>
                <a:pathLst>
                  <a:path extrusionOk="0" h="1876" w="835">
                    <a:moveTo>
                      <a:pt x="188" y="0"/>
                    </a:moveTo>
                    <a:cubicBezTo>
                      <a:pt x="94" y="0"/>
                      <a:pt x="0" y="68"/>
                      <a:pt x="0" y="198"/>
                    </a:cubicBezTo>
                    <a:cubicBezTo>
                      <a:pt x="0" y="465"/>
                      <a:pt x="34" y="732"/>
                      <a:pt x="100" y="1032"/>
                    </a:cubicBezTo>
                    <a:cubicBezTo>
                      <a:pt x="134" y="1132"/>
                      <a:pt x="134" y="1299"/>
                      <a:pt x="167" y="1466"/>
                    </a:cubicBezTo>
                    <a:cubicBezTo>
                      <a:pt x="234" y="1599"/>
                      <a:pt x="267" y="1800"/>
                      <a:pt x="467" y="1866"/>
                    </a:cubicBezTo>
                    <a:cubicBezTo>
                      <a:pt x="486" y="1872"/>
                      <a:pt x="504" y="1875"/>
                      <a:pt x="522" y="1875"/>
                    </a:cubicBezTo>
                    <a:cubicBezTo>
                      <a:pt x="603" y="1875"/>
                      <a:pt x="680" y="1821"/>
                      <a:pt x="734" y="1766"/>
                    </a:cubicBezTo>
                    <a:cubicBezTo>
                      <a:pt x="834" y="1599"/>
                      <a:pt x="701" y="1399"/>
                      <a:pt x="667" y="1266"/>
                    </a:cubicBezTo>
                    <a:cubicBezTo>
                      <a:pt x="634" y="1166"/>
                      <a:pt x="601" y="1032"/>
                      <a:pt x="534" y="899"/>
                    </a:cubicBezTo>
                    <a:cubicBezTo>
                      <a:pt x="467" y="632"/>
                      <a:pt x="434" y="399"/>
                      <a:pt x="367" y="132"/>
                    </a:cubicBezTo>
                    <a:cubicBezTo>
                      <a:pt x="338" y="43"/>
                      <a:pt x="262" y="0"/>
                      <a:pt x="188" y="0"/>
                    </a:cubicBezTo>
                    <a:close/>
                  </a:path>
                </a:pathLst>
              </a:custGeom>
              <a:solidFill>
                <a:srgbClr val="C4634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5" name="Google Shape;3625;p71"/>
              <p:cNvSpPr/>
              <p:nvPr/>
            </p:nvSpPr>
            <p:spPr>
              <a:xfrm flipH="1">
                <a:off x="6951065" y="2375570"/>
                <a:ext cx="104885" cy="55607"/>
              </a:xfrm>
              <a:custGeom>
                <a:rect b="b" l="l" r="r" t="t"/>
                <a:pathLst>
                  <a:path extrusionOk="0" h="2348" w="4271">
                    <a:moveTo>
                      <a:pt x="3501" y="1"/>
                    </a:moveTo>
                    <a:cubicBezTo>
                      <a:pt x="3446" y="1"/>
                      <a:pt x="3390" y="13"/>
                      <a:pt x="3336" y="40"/>
                    </a:cubicBezTo>
                    <a:lnTo>
                      <a:pt x="234" y="1674"/>
                    </a:lnTo>
                    <a:cubicBezTo>
                      <a:pt x="100" y="1741"/>
                      <a:pt x="0" y="1941"/>
                      <a:pt x="67" y="2108"/>
                    </a:cubicBezTo>
                    <a:cubicBezTo>
                      <a:pt x="125" y="2253"/>
                      <a:pt x="259" y="2348"/>
                      <a:pt x="425" y="2348"/>
                    </a:cubicBezTo>
                    <a:cubicBezTo>
                      <a:pt x="450" y="2348"/>
                      <a:pt x="475" y="2346"/>
                      <a:pt x="501" y="2342"/>
                    </a:cubicBezTo>
                    <a:lnTo>
                      <a:pt x="3903" y="1708"/>
                    </a:lnTo>
                    <a:cubicBezTo>
                      <a:pt x="4137" y="1674"/>
                      <a:pt x="4270" y="1441"/>
                      <a:pt x="4203" y="1241"/>
                    </a:cubicBezTo>
                    <a:lnTo>
                      <a:pt x="3870" y="240"/>
                    </a:lnTo>
                    <a:cubicBezTo>
                      <a:pt x="3796" y="94"/>
                      <a:pt x="3652" y="1"/>
                      <a:pt x="35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6" name="Google Shape;3626;p71"/>
              <p:cNvSpPr/>
              <p:nvPr/>
            </p:nvSpPr>
            <p:spPr>
              <a:xfrm flipH="1">
                <a:off x="6004941" y="1903284"/>
                <a:ext cx="1670" cy="24"/>
              </a:xfrm>
              <a:custGeom>
                <a:rect b="b" l="l" r="r" t="t"/>
                <a:pathLst>
                  <a:path extrusionOk="0" h="1" w="68">
                    <a:moveTo>
                      <a:pt x="68" y="1"/>
                    </a:moveTo>
                    <a:lnTo>
                      <a:pt x="6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467A7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7" name="Google Shape;3627;p71"/>
              <p:cNvSpPr/>
              <p:nvPr/>
            </p:nvSpPr>
            <p:spPr>
              <a:xfrm flipH="1">
                <a:off x="5862405" y="1911194"/>
                <a:ext cx="1137037" cy="519144"/>
              </a:xfrm>
              <a:custGeom>
                <a:rect b="b" l="l" r="r" t="t"/>
                <a:pathLst>
                  <a:path extrusionOk="0" h="21921" w="46301">
                    <a:moveTo>
                      <a:pt x="39729" y="1"/>
                    </a:moveTo>
                    <a:lnTo>
                      <a:pt x="935" y="19181"/>
                    </a:lnTo>
                    <a:cubicBezTo>
                      <a:pt x="301" y="19514"/>
                      <a:pt x="1" y="20282"/>
                      <a:pt x="234" y="20949"/>
                    </a:cubicBezTo>
                    <a:cubicBezTo>
                      <a:pt x="432" y="21542"/>
                      <a:pt x="966" y="21921"/>
                      <a:pt x="1570" y="21921"/>
                    </a:cubicBezTo>
                    <a:cubicBezTo>
                      <a:pt x="1679" y="21921"/>
                      <a:pt x="1790" y="21908"/>
                      <a:pt x="1902" y="21883"/>
                    </a:cubicBezTo>
                    <a:lnTo>
                      <a:pt x="43299" y="12843"/>
                    </a:lnTo>
                    <a:cubicBezTo>
                      <a:pt x="45834" y="10942"/>
                      <a:pt x="46301" y="7306"/>
                      <a:pt x="45300" y="4304"/>
                    </a:cubicBezTo>
                    <a:cubicBezTo>
                      <a:pt x="44166" y="1035"/>
                      <a:pt x="43899" y="668"/>
                      <a:pt x="3972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8" name="Google Shape;3628;p71"/>
              <p:cNvSpPr/>
              <p:nvPr/>
            </p:nvSpPr>
            <p:spPr>
              <a:xfrm flipH="1">
                <a:off x="5742839" y="1892177"/>
                <a:ext cx="382532" cy="324190"/>
              </a:xfrm>
              <a:custGeom>
                <a:rect b="b" l="l" r="r" t="t"/>
                <a:pathLst>
                  <a:path extrusionOk="0" h="13689" w="15577">
                    <a:moveTo>
                      <a:pt x="7259" y="0"/>
                    </a:moveTo>
                    <a:cubicBezTo>
                      <a:pt x="7186" y="0"/>
                      <a:pt x="7113" y="1"/>
                      <a:pt x="7038" y="3"/>
                    </a:cubicBezTo>
                    <a:cubicBezTo>
                      <a:pt x="4070" y="136"/>
                      <a:pt x="1434" y="2038"/>
                      <a:pt x="400" y="4806"/>
                    </a:cubicBezTo>
                    <a:cubicBezTo>
                      <a:pt x="100" y="5640"/>
                      <a:pt x="0" y="6541"/>
                      <a:pt x="33" y="7442"/>
                    </a:cubicBezTo>
                    <a:cubicBezTo>
                      <a:pt x="33" y="8042"/>
                      <a:pt x="133" y="8676"/>
                      <a:pt x="400" y="9243"/>
                    </a:cubicBezTo>
                    <a:cubicBezTo>
                      <a:pt x="701" y="9910"/>
                      <a:pt x="1067" y="10510"/>
                      <a:pt x="1501" y="11078"/>
                    </a:cubicBezTo>
                    <a:cubicBezTo>
                      <a:pt x="2891" y="12671"/>
                      <a:pt x="5012" y="13689"/>
                      <a:pt x="7195" y="13689"/>
                    </a:cubicBezTo>
                    <a:cubicBezTo>
                      <a:pt x="8941" y="13689"/>
                      <a:pt x="10726" y="13038"/>
                      <a:pt x="12209" y="11511"/>
                    </a:cubicBezTo>
                    <a:cubicBezTo>
                      <a:pt x="15577" y="8044"/>
                      <a:pt x="14434" y="0"/>
                      <a:pt x="725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9" name="Google Shape;3629;p71"/>
              <p:cNvSpPr/>
              <p:nvPr/>
            </p:nvSpPr>
            <p:spPr>
              <a:xfrm flipH="1">
                <a:off x="6115522" y="1982291"/>
                <a:ext cx="229392" cy="297689"/>
              </a:xfrm>
              <a:custGeom>
                <a:rect b="b" l="l" r="r" t="t"/>
                <a:pathLst>
                  <a:path extrusionOk="0" h="12570" w="9341">
                    <a:moveTo>
                      <a:pt x="5137" y="1"/>
                    </a:moveTo>
                    <a:cubicBezTo>
                      <a:pt x="1768" y="1168"/>
                      <a:pt x="0" y="4837"/>
                      <a:pt x="1168" y="8207"/>
                    </a:cubicBezTo>
                    <a:cubicBezTo>
                      <a:pt x="2074" y="10899"/>
                      <a:pt x="4600" y="12569"/>
                      <a:pt x="7298" y="12569"/>
                    </a:cubicBezTo>
                    <a:cubicBezTo>
                      <a:pt x="7975" y="12569"/>
                      <a:pt x="8664" y="12464"/>
                      <a:pt x="9340" y="12243"/>
                    </a:cubicBezTo>
                    <a:lnTo>
                      <a:pt x="9207" y="11876"/>
                    </a:lnTo>
                    <a:cubicBezTo>
                      <a:pt x="8553" y="12103"/>
                      <a:pt x="7887" y="12211"/>
                      <a:pt x="7231" y="12211"/>
                    </a:cubicBezTo>
                    <a:cubicBezTo>
                      <a:pt x="4707" y="12211"/>
                      <a:pt x="2342" y="10615"/>
                      <a:pt x="1468" y="8073"/>
                    </a:cubicBezTo>
                    <a:cubicBezTo>
                      <a:pt x="367" y="4904"/>
                      <a:pt x="2068" y="1435"/>
                      <a:pt x="5237" y="334"/>
                    </a:cubicBezTo>
                    <a:lnTo>
                      <a:pt x="513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0" name="Google Shape;3630;p71"/>
              <p:cNvSpPr/>
              <p:nvPr/>
            </p:nvSpPr>
            <p:spPr>
              <a:xfrm flipH="1">
                <a:off x="6349800" y="2082635"/>
                <a:ext cx="188430" cy="244853"/>
              </a:xfrm>
              <a:custGeom>
                <a:rect b="b" l="l" r="r" t="t"/>
                <a:pathLst>
                  <a:path extrusionOk="0" h="10339" w="7673">
                    <a:moveTo>
                      <a:pt x="4203" y="0"/>
                    </a:moveTo>
                    <a:cubicBezTo>
                      <a:pt x="1434" y="967"/>
                      <a:pt x="0" y="3970"/>
                      <a:pt x="934" y="6738"/>
                    </a:cubicBezTo>
                    <a:cubicBezTo>
                      <a:pt x="1709" y="8956"/>
                      <a:pt x="3767" y="10339"/>
                      <a:pt x="5996" y="10339"/>
                    </a:cubicBezTo>
                    <a:cubicBezTo>
                      <a:pt x="6550" y="10339"/>
                      <a:pt x="7114" y="10253"/>
                      <a:pt x="7672" y="10074"/>
                    </a:cubicBezTo>
                    <a:lnTo>
                      <a:pt x="7539" y="9707"/>
                    </a:lnTo>
                    <a:cubicBezTo>
                      <a:pt x="7042" y="9862"/>
                      <a:pt x="6540" y="9935"/>
                      <a:pt x="6046" y="9935"/>
                    </a:cubicBezTo>
                    <a:cubicBezTo>
                      <a:pt x="3983" y="9935"/>
                      <a:pt x="2067" y="8650"/>
                      <a:pt x="1368" y="6605"/>
                    </a:cubicBezTo>
                    <a:cubicBezTo>
                      <a:pt x="500" y="4070"/>
                      <a:pt x="1801" y="1301"/>
                      <a:pt x="4303" y="334"/>
                    </a:cubicBezTo>
                    <a:lnTo>
                      <a:pt x="42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1" name="Google Shape;3631;p71"/>
              <p:cNvSpPr/>
              <p:nvPr/>
            </p:nvSpPr>
            <p:spPr>
              <a:xfrm flipH="1">
                <a:off x="6774963" y="2268263"/>
                <a:ext cx="108151" cy="140508"/>
              </a:xfrm>
              <a:custGeom>
                <a:rect b="b" l="l" r="r" t="t"/>
                <a:pathLst>
                  <a:path extrusionOk="0" h="5933" w="4404">
                    <a:moveTo>
                      <a:pt x="2436" y="1"/>
                    </a:moveTo>
                    <a:cubicBezTo>
                      <a:pt x="835" y="568"/>
                      <a:pt x="1" y="2269"/>
                      <a:pt x="534" y="3870"/>
                    </a:cubicBezTo>
                    <a:cubicBezTo>
                      <a:pt x="959" y="5144"/>
                      <a:pt x="2144" y="5933"/>
                      <a:pt x="3417" y="5933"/>
                    </a:cubicBezTo>
                    <a:cubicBezTo>
                      <a:pt x="3744" y="5933"/>
                      <a:pt x="4077" y="5881"/>
                      <a:pt x="4404" y="5772"/>
                    </a:cubicBezTo>
                    <a:lnTo>
                      <a:pt x="4270" y="5405"/>
                    </a:lnTo>
                    <a:cubicBezTo>
                      <a:pt x="3992" y="5500"/>
                      <a:pt x="3706" y="5545"/>
                      <a:pt x="3424" y="5545"/>
                    </a:cubicBezTo>
                    <a:cubicBezTo>
                      <a:pt x="2322" y="5545"/>
                      <a:pt x="1273" y="4853"/>
                      <a:pt x="901" y="3737"/>
                    </a:cubicBezTo>
                    <a:cubicBezTo>
                      <a:pt x="401" y="2369"/>
                      <a:pt x="1168" y="835"/>
                      <a:pt x="2536" y="368"/>
                    </a:cubicBezTo>
                    <a:lnTo>
                      <a:pt x="243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2" name="Google Shape;3632;p71"/>
              <p:cNvSpPr/>
              <p:nvPr/>
            </p:nvSpPr>
            <p:spPr>
              <a:xfrm flipH="1">
                <a:off x="6575901" y="2179783"/>
                <a:ext cx="149113" cy="193249"/>
              </a:xfrm>
              <a:custGeom>
                <a:rect b="b" l="l" r="r" t="t"/>
                <a:pathLst>
                  <a:path extrusionOk="0" h="8160" w="6072">
                    <a:moveTo>
                      <a:pt x="3336" y="1"/>
                    </a:moveTo>
                    <a:cubicBezTo>
                      <a:pt x="1168" y="768"/>
                      <a:pt x="1" y="3137"/>
                      <a:pt x="768" y="5338"/>
                    </a:cubicBezTo>
                    <a:cubicBezTo>
                      <a:pt x="1353" y="7067"/>
                      <a:pt x="2998" y="8159"/>
                      <a:pt x="4740" y="8159"/>
                    </a:cubicBezTo>
                    <a:cubicBezTo>
                      <a:pt x="5183" y="8159"/>
                      <a:pt x="5632" y="8089"/>
                      <a:pt x="6072" y="7940"/>
                    </a:cubicBezTo>
                    <a:lnTo>
                      <a:pt x="6072" y="7907"/>
                    </a:lnTo>
                    <a:lnTo>
                      <a:pt x="5938" y="7573"/>
                    </a:lnTo>
                    <a:cubicBezTo>
                      <a:pt x="5508" y="7731"/>
                      <a:pt x="5068" y="7805"/>
                      <a:pt x="4634" y="7805"/>
                    </a:cubicBezTo>
                    <a:cubicBezTo>
                      <a:pt x="3047" y="7805"/>
                      <a:pt x="1551" y="6810"/>
                      <a:pt x="1001" y="5238"/>
                    </a:cubicBezTo>
                    <a:cubicBezTo>
                      <a:pt x="334" y="3203"/>
                      <a:pt x="1435" y="1002"/>
                      <a:pt x="3470" y="368"/>
                    </a:cubicBezTo>
                    <a:lnTo>
                      <a:pt x="333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3" name="Google Shape;3633;p71"/>
              <p:cNvSpPr/>
              <p:nvPr/>
            </p:nvSpPr>
            <p:spPr>
              <a:xfrm flipH="1">
                <a:off x="5787042" y="1913279"/>
                <a:ext cx="320033" cy="280614"/>
              </a:xfrm>
              <a:custGeom>
                <a:rect b="b" l="l" r="r" t="t"/>
                <a:pathLst>
                  <a:path extrusionOk="0" h="11849" w="13032">
                    <a:moveTo>
                      <a:pt x="6542" y="0"/>
                    </a:moveTo>
                    <a:cubicBezTo>
                      <a:pt x="5228" y="0"/>
                      <a:pt x="3920" y="445"/>
                      <a:pt x="2858" y="1314"/>
                    </a:cubicBezTo>
                    <a:cubicBezTo>
                      <a:pt x="1256" y="2648"/>
                      <a:pt x="256" y="4182"/>
                      <a:pt x="189" y="5984"/>
                    </a:cubicBezTo>
                    <a:cubicBezTo>
                      <a:pt x="0" y="9258"/>
                      <a:pt x="3050" y="11849"/>
                      <a:pt x="6227" y="11849"/>
                    </a:cubicBezTo>
                    <a:cubicBezTo>
                      <a:pt x="6415" y="11849"/>
                      <a:pt x="6605" y="11840"/>
                      <a:pt x="6794" y="11821"/>
                    </a:cubicBezTo>
                    <a:cubicBezTo>
                      <a:pt x="10063" y="11487"/>
                      <a:pt x="11364" y="10053"/>
                      <a:pt x="12098" y="7852"/>
                    </a:cubicBezTo>
                    <a:cubicBezTo>
                      <a:pt x="13032" y="5116"/>
                      <a:pt x="11864" y="2114"/>
                      <a:pt x="9329" y="713"/>
                    </a:cubicBezTo>
                    <a:cubicBezTo>
                      <a:pt x="8458" y="235"/>
                      <a:pt x="7498" y="0"/>
                      <a:pt x="654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4" name="Google Shape;3634;p71"/>
              <p:cNvSpPr/>
              <p:nvPr/>
            </p:nvSpPr>
            <p:spPr>
              <a:xfrm flipH="1">
                <a:off x="6666000" y="2212726"/>
                <a:ext cx="618505" cy="619297"/>
              </a:xfrm>
              <a:custGeom>
                <a:rect b="b" l="l" r="r" t="t"/>
                <a:pathLst>
                  <a:path extrusionOk="0" h="26150" w="25186">
                    <a:moveTo>
                      <a:pt x="24590" y="0"/>
                    </a:moveTo>
                    <a:cubicBezTo>
                      <a:pt x="24531" y="0"/>
                      <a:pt x="24473" y="4"/>
                      <a:pt x="24418" y="11"/>
                    </a:cubicBezTo>
                    <a:cubicBezTo>
                      <a:pt x="22450" y="345"/>
                      <a:pt x="20515" y="1479"/>
                      <a:pt x="19715" y="3380"/>
                    </a:cubicBezTo>
                    <a:cubicBezTo>
                      <a:pt x="19314" y="4381"/>
                      <a:pt x="19314" y="5381"/>
                      <a:pt x="18814" y="6382"/>
                    </a:cubicBezTo>
                    <a:cubicBezTo>
                      <a:pt x="15745" y="12720"/>
                      <a:pt x="9307" y="16856"/>
                      <a:pt x="2536" y="17991"/>
                    </a:cubicBezTo>
                    <a:cubicBezTo>
                      <a:pt x="201" y="18357"/>
                      <a:pt x="1" y="20192"/>
                      <a:pt x="301" y="22294"/>
                    </a:cubicBezTo>
                    <a:cubicBezTo>
                      <a:pt x="501" y="23928"/>
                      <a:pt x="1435" y="25829"/>
                      <a:pt x="3203" y="26096"/>
                    </a:cubicBezTo>
                    <a:cubicBezTo>
                      <a:pt x="3485" y="26133"/>
                      <a:pt x="3754" y="26150"/>
                      <a:pt x="4013" y="26150"/>
                    </a:cubicBezTo>
                    <a:cubicBezTo>
                      <a:pt x="5409" y="26150"/>
                      <a:pt x="6522" y="25658"/>
                      <a:pt x="7873" y="25096"/>
                    </a:cubicBezTo>
                    <a:cubicBezTo>
                      <a:pt x="11476" y="23595"/>
                      <a:pt x="14644" y="21193"/>
                      <a:pt x="17080" y="18157"/>
                    </a:cubicBezTo>
                    <a:cubicBezTo>
                      <a:pt x="17813" y="17257"/>
                      <a:pt x="18481" y="16323"/>
                      <a:pt x="19048" y="15322"/>
                    </a:cubicBezTo>
                    <a:cubicBezTo>
                      <a:pt x="19615" y="14355"/>
                      <a:pt x="20115" y="13387"/>
                      <a:pt x="20549" y="12386"/>
                    </a:cubicBezTo>
                    <a:cubicBezTo>
                      <a:pt x="21616" y="10085"/>
                      <a:pt x="21816" y="7616"/>
                      <a:pt x="22650" y="5215"/>
                    </a:cubicBezTo>
                    <a:cubicBezTo>
                      <a:pt x="22917" y="4614"/>
                      <a:pt x="23251" y="4047"/>
                      <a:pt x="23618" y="3513"/>
                    </a:cubicBezTo>
                    <a:cubicBezTo>
                      <a:pt x="23984" y="2846"/>
                      <a:pt x="24018" y="2179"/>
                      <a:pt x="24318" y="1512"/>
                    </a:cubicBezTo>
                    <a:cubicBezTo>
                      <a:pt x="24451" y="1145"/>
                      <a:pt x="25185" y="645"/>
                      <a:pt x="25085" y="244"/>
                    </a:cubicBezTo>
                    <a:cubicBezTo>
                      <a:pt x="25032" y="59"/>
                      <a:pt x="24812" y="0"/>
                      <a:pt x="24590" y="0"/>
                    </a:cubicBezTo>
                    <a:close/>
                  </a:path>
                </a:pathLst>
              </a:custGeom>
              <a:solidFill>
                <a:srgbClr val="F2A88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5" name="Google Shape;3635;p71"/>
              <p:cNvSpPr/>
              <p:nvPr/>
            </p:nvSpPr>
            <p:spPr>
              <a:xfrm flipH="1">
                <a:off x="7162429" y="2583104"/>
                <a:ext cx="276886" cy="330608"/>
              </a:xfrm>
              <a:custGeom>
                <a:rect b="b" l="l" r="r" t="t"/>
                <a:pathLst>
                  <a:path extrusionOk="0" h="13960" w="11275">
                    <a:moveTo>
                      <a:pt x="5336" y="0"/>
                    </a:moveTo>
                    <a:cubicBezTo>
                      <a:pt x="3929" y="0"/>
                      <a:pt x="2714" y="1065"/>
                      <a:pt x="1935" y="2218"/>
                    </a:cubicBezTo>
                    <a:cubicBezTo>
                      <a:pt x="567" y="4253"/>
                      <a:pt x="67" y="6788"/>
                      <a:pt x="34" y="9223"/>
                    </a:cubicBezTo>
                    <a:cubicBezTo>
                      <a:pt x="0" y="11225"/>
                      <a:pt x="2235" y="13059"/>
                      <a:pt x="4003" y="13626"/>
                    </a:cubicBezTo>
                    <a:lnTo>
                      <a:pt x="4036" y="13626"/>
                    </a:lnTo>
                    <a:cubicBezTo>
                      <a:pt x="4752" y="13855"/>
                      <a:pt x="5492" y="13959"/>
                      <a:pt x="6235" y="13959"/>
                    </a:cubicBezTo>
                    <a:cubicBezTo>
                      <a:pt x="7985" y="13959"/>
                      <a:pt x="9753" y="13382"/>
                      <a:pt x="11275" y="12492"/>
                    </a:cubicBezTo>
                    <a:cubicBezTo>
                      <a:pt x="11141" y="9990"/>
                      <a:pt x="11008" y="7489"/>
                      <a:pt x="10908" y="5020"/>
                    </a:cubicBezTo>
                    <a:cubicBezTo>
                      <a:pt x="10875" y="4420"/>
                      <a:pt x="10841" y="3819"/>
                      <a:pt x="10841" y="3252"/>
                    </a:cubicBezTo>
                    <a:cubicBezTo>
                      <a:pt x="10841" y="2919"/>
                      <a:pt x="10975" y="1751"/>
                      <a:pt x="10741" y="1518"/>
                    </a:cubicBezTo>
                    <a:cubicBezTo>
                      <a:pt x="10508" y="1284"/>
                      <a:pt x="9507" y="1284"/>
                      <a:pt x="9140" y="1217"/>
                    </a:cubicBezTo>
                    <a:cubicBezTo>
                      <a:pt x="8540" y="1051"/>
                      <a:pt x="7973" y="884"/>
                      <a:pt x="7439" y="650"/>
                    </a:cubicBezTo>
                    <a:cubicBezTo>
                      <a:pt x="6838" y="350"/>
                      <a:pt x="6238" y="117"/>
                      <a:pt x="5638" y="17"/>
                    </a:cubicBezTo>
                    <a:cubicBezTo>
                      <a:pt x="5536" y="5"/>
                      <a:pt x="5435" y="0"/>
                      <a:pt x="5336" y="0"/>
                    </a:cubicBezTo>
                    <a:close/>
                  </a:path>
                </a:pathLst>
              </a:custGeom>
              <a:solidFill>
                <a:srgbClr val="5CC9B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6" name="Google Shape;3636;p71"/>
              <p:cNvSpPr/>
              <p:nvPr/>
            </p:nvSpPr>
            <p:spPr>
              <a:xfrm flipH="1">
                <a:off x="6013143" y="1974665"/>
                <a:ext cx="63899" cy="164072"/>
              </a:xfrm>
              <a:custGeom>
                <a:rect b="b" l="l" r="r" t="t"/>
                <a:pathLst>
                  <a:path extrusionOk="0" h="6928" w="2602">
                    <a:moveTo>
                      <a:pt x="1767" y="0"/>
                    </a:moveTo>
                    <a:cubicBezTo>
                      <a:pt x="1755" y="0"/>
                      <a:pt x="1743" y="6"/>
                      <a:pt x="1735" y="22"/>
                    </a:cubicBezTo>
                    <a:cubicBezTo>
                      <a:pt x="567" y="856"/>
                      <a:pt x="0" y="2257"/>
                      <a:pt x="200" y="3692"/>
                    </a:cubicBezTo>
                    <a:cubicBezTo>
                      <a:pt x="300" y="4459"/>
                      <a:pt x="534" y="5226"/>
                      <a:pt x="901" y="5927"/>
                    </a:cubicBezTo>
                    <a:cubicBezTo>
                      <a:pt x="1168" y="6527"/>
                      <a:pt x="1801" y="6927"/>
                      <a:pt x="2469" y="6927"/>
                    </a:cubicBezTo>
                    <a:cubicBezTo>
                      <a:pt x="2602" y="6894"/>
                      <a:pt x="2602" y="6761"/>
                      <a:pt x="2469" y="6727"/>
                    </a:cubicBezTo>
                    <a:cubicBezTo>
                      <a:pt x="1835" y="6594"/>
                      <a:pt x="1301" y="6127"/>
                      <a:pt x="1068" y="5526"/>
                    </a:cubicBezTo>
                    <a:cubicBezTo>
                      <a:pt x="767" y="4859"/>
                      <a:pt x="567" y="4159"/>
                      <a:pt x="500" y="3425"/>
                    </a:cubicBezTo>
                    <a:cubicBezTo>
                      <a:pt x="334" y="2157"/>
                      <a:pt x="834" y="923"/>
                      <a:pt x="1801" y="89"/>
                    </a:cubicBezTo>
                    <a:cubicBezTo>
                      <a:pt x="1852" y="64"/>
                      <a:pt x="1807" y="0"/>
                      <a:pt x="176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7" name="Google Shape;3637;p71"/>
              <p:cNvSpPr/>
              <p:nvPr/>
            </p:nvSpPr>
            <p:spPr>
              <a:xfrm flipH="1">
                <a:off x="5936131" y="2148095"/>
                <a:ext cx="57170" cy="11178"/>
              </a:xfrm>
              <a:custGeom>
                <a:rect b="b" l="l" r="r" t="t"/>
                <a:pathLst>
                  <a:path extrusionOk="0" h="472" w="2328">
                    <a:moveTo>
                      <a:pt x="130" y="1"/>
                    </a:moveTo>
                    <a:cubicBezTo>
                      <a:pt x="22" y="1"/>
                      <a:pt x="0" y="174"/>
                      <a:pt x="93" y="205"/>
                    </a:cubicBezTo>
                    <a:cubicBezTo>
                      <a:pt x="537" y="383"/>
                      <a:pt x="1012" y="472"/>
                      <a:pt x="1486" y="472"/>
                    </a:cubicBezTo>
                    <a:cubicBezTo>
                      <a:pt x="1723" y="472"/>
                      <a:pt x="1961" y="449"/>
                      <a:pt x="2194" y="405"/>
                    </a:cubicBezTo>
                    <a:cubicBezTo>
                      <a:pt x="2328" y="372"/>
                      <a:pt x="2328" y="171"/>
                      <a:pt x="2161" y="171"/>
                    </a:cubicBezTo>
                    <a:cubicBezTo>
                      <a:pt x="1988" y="189"/>
                      <a:pt x="1816" y="197"/>
                      <a:pt x="1644" y="197"/>
                    </a:cubicBezTo>
                    <a:cubicBezTo>
                      <a:pt x="1149" y="197"/>
                      <a:pt x="654" y="128"/>
                      <a:pt x="159" y="5"/>
                    </a:cubicBezTo>
                    <a:cubicBezTo>
                      <a:pt x="149" y="2"/>
                      <a:pt x="140" y="1"/>
                      <a:pt x="13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8" name="Google Shape;3638;p71"/>
              <p:cNvSpPr/>
              <p:nvPr/>
            </p:nvSpPr>
            <p:spPr>
              <a:xfrm flipH="1">
                <a:off x="7168152" y="2625046"/>
                <a:ext cx="158126" cy="14067"/>
              </a:xfrm>
              <a:custGeom>
                <a:rect b="b" l="l" r="r" t="t"/>
                <a:pathLst>
                  <a:path extrusionOk="0" h="594" w="6439">
                    <a:moveTo>
                      <a:pt x="6184" y="0"/>
                    </a:moveTo>
                    <a:cubicBezTo>
                      <a:pt x="6013" y="0"/>
                      <a:pt x="5842" y="31"/>
                      <a:pt x="5671" y="80"/>
                    </a:cubicBezTo>
                    <a:cubicBezTo>
                      <a:pt x="5371" y="114"/>
                      <a:pt x="5104" y="147"/>
                      <a:pt x="4804" y="180"/>
                    </a:cubicBezTo>
                    <a:cubicBezTo>
                      <a:pt x="4304" y="247"/>
                      <a:pt x="3770" y="314"/>
                      <a:pt x="3269" y="314"/>
                    </a:cubicBezTo>
                    <a:cubicBezTo>
                      <a:pt x="2832" y="342"/>
                      <a:pt x="2389" y="352"/>
                      <a:pt x="1945" y="352"/>
                    </a:cubicBezTo>
                    <a:cubicBezTo>
                      <a:pt x="1339" y="352"/>
                      <a:pt x="731" y="333"/>
                      <a:pt x="134" y="314"/>
                    </a:cubicBezTo>
                    <a:cubicBezTo>
                      <a:pt x="0" y="314"/>
                      <a:pt x="0" y="514"/>
                      <a:pt x="134" y="514"/>
                    </a:cubicBezTo>
                    <a:cubicBezTo>
                      <a:pt x="722" y="569"/>
                      <a:pt x="1319" y="594"/>
                      <a:pt x="1916" y="594"/>
                    </a:cubicBezTo>
                    <a:cubicBezTo>
                      <a:pt x="2403" y="594"/>
                      <a:pt x="2890" y="577"/>
                      <a:pt x="3370" y="547"/>
                    </a:cubicBezTo>
                    <a:cubicBezTo>
                      <a:pt x="3870" y="514"/>
                      <a:pt x="4370" y="447"/>
                      <a:pt x="4871" y="380"/>
                    </a:cubicBezTo>
                    <a:cubicBezTo>
                      <a:pt x="5137" y="347"/>
                      <a:pt x="5404" y="314"/>
                      <a:pt x="5671" y="280"/>
                    </a:cubicBezTo>
                    <a:cubicBezTo>
                      <a:pt x="5938" y="247"/>
                      <a:pt x="6172" y="180"/>
                      <a:pt x="6405" y="80"/>
                    </a:cubicBezTo>
                    <a:cubicBezTo>
                      <a:pt x="6438" y="47"/>
                      <a:pt x="6405" y="13"/>
                      <a:pt x="6372" y="13"/>
                    </a:cubicBezTo>
                    <a:cubicBezTo>
                      <a:pt x="6309" y="4"/>
                      <a:pt x="6247" y="0"/>
                      <a:pt x="618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9" name="Google Shape;3639;p71"/>
              <p:cNvSpPr/>
              <p:nvPr/>
            </p:nvSpPr>
            <p:spPr>
              <a:xfrm flipH="1">
                <a:off x="7160195" y="2832225"/>
                <a:ext cx="203754" cy="22096"/>
              </a:xfrm>
              <a:custGeom>
                <a:rect b="b" l="l" r="r" t="t"/>
                <a:pathLst>
                  <a:path extrusionOk="0" h="933" w="8297">
                    <a:moveTo>
                      <a:pt x="8198" y="1"/>
                    </a:moveTo>
                    <a:cubicBezTo>
                      <a:pt x="8190" y="1"/>
                      <a:pt x="8182" y="2"/>
                      <a:pt x="8173" y="5"/>
                    </a:cubicBezTo>
                    <a:cubicBezTo>
                      <a:pt x="6838" y="339"/>
                      <a:pt x="5504" y="572"/>
                      <a:pt x="4136" y="639"/>
                    </a:cubicBezTo>
                    <a:cubicBezTo>
                      <a:pt x="2802" y="706"/>
                      <a:pt x="1434" y="639"/>
                      <a:pt x="100" y="739"/>
                    </a:cubicBezTo>
                    <a:cubicBezTo>
                      <a:pt x="0" y="739"/>
                      <a:pt x="0" y="872"/>
                      <a:pt x="100" y="872"/>
                    </a:cubicBezTo>
                    <a:cubicBezTo>
                      <a:pt x="673" y="914"/>
                      <a:pt x="1252" y="933"/>
                      <a:pt x="1831" y="933"/>
                    </a:cubicBezTo>
                    <a:cubicBezTo>
                      <a:pt x="2636" y="933"/>
                      <a:pt x="3442" y="897"/>
                      <a:pt x="4236" y="839"/>
                    </a:cubicBezTo>
                    <a:cubicBezTo>
                      <a:pt x="5571" y="739"/>
                      <a:pt x="6905" y="539"/>
                      <a:pt x="8206" y="172"/>
                    </a:cubicBezTo>
                    <a:cubicBezTo>
                      <a:pt x="8297" y="141"/>
                      <a:pt x="8278" y="1"/>
                      <a:pt x="8198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0" name="Google Shape;3640;p71"/>
              <p:cNvSpPr/>
              <p:nvPr/>
            </p:nvSpPr>
            <p:spPr>
              <a:xfrm flipH="1">
                <a:off x="7153417" y="2581115"/>
                <a:ext cx="84380" cy="45897"/>
              </a:xfrm>
              <a:custGeom>
                <a:rect b="b" l="l" r="r" t="t"/>
                <a:pathLst>
                  <a:path extrusionOk="0" h="1938" w="3436">
                    <a:moveTo>
                      <a:pt x="133" y="0"/>
                    </a:moveTo>
                    <a:cubicBezTo>
                      <a:pt x="33" y="0"/>
                      <a:pt x="0" y="67"/>
                      <a:pt x="33" y="134"/>
                    </a:cubicBezTo>
                    <a:cubicBezTo>
                      <a:pt x="200" y="401"/>
                      <a:pt x="400" y="634"/>
                      <a:pt x="667" y="801"/>
                    </a:cubicBezTo>
                    <a:cubicBezTo>
                      <a:pt x="901" y="1001"/>
                      <a:pt x="1168" y="1201"/>
                      <a:pt x="1434" y="1368"/>
                    </a:cubicBezTo>
                    <a:cubicBezTo>
                      <a:pt x="1968" y="1702"/>
                      <a:pt x="2569" y="1902"/>
                      <a:pt x="3202" y="1935"/>
                    </a:cubicBezTo>
                    <a:cubicBezTo>
                      <a:pt x="3212" y="1937"/>
                      <a:pt x="3222" y="1937"/>
                      <a:pt x="3231" y="1937"/>
                    </a:cubicBezTo>
                    <a:cubicBezTo>
                      <a:pt x="3435" y="1937"/>
                      <a:pt x="3427" y="1602"/>
                      <a:pt x="3236" y="1602"/>
                    </a:cubicBezTo>
                    <a:cubicBezTo>
                      <a:pt x="2635" y="1568"/>
                      <a:pt x="2035" y="1368"/>
                      <a:pt x="1568" y="1035"/>
                    </a:cubicBezTo>
                    <a:cubicBezTo>
                      <a:pt x="1301" y="868"/>
                      <a:pt x="1067" y="701"/>
                      <a:pt x="834" y="534"/>
                    </a:cubicBezTo>
                    <a:cubicBezTo>
                      <a:pt x="634" y="301"/>
                      <a:pt x="367" y="134"/>
                      <a:pt x="13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1" name="Google Shape;3641;p71"/>
              <p:cNvSpPr/>
              <p:nvPr/>
            </p:nvSpPr>
            <p:spPr>
              <a:xfrm flipH="1">
                <a:off x="6824103" y="2594519"/>
                <a:ext cx="106260" cy="117891"/>
              </a:xfrm>
              <a:custGeom>
                <a:rect b="b" l="l" r="r" t="t"/>
                <a:pathLst>
                  <a:path extrusionOk="0" h="4978" w="4327">
                    <a:moveTo>
                      <a:pt x="4213" y="0"/>
                    </a:moveTo>
                    <a:cubicBezTo>
                      <a:pt x="4182" y="0"/>
                      <a:pt x="4150" y="11"/>
                      <a:pt x="4126" y="35"/>
                    </a:cubicBezTo>
                    <a:cubicBezTo>
                      <a:pt x="3893" y="502"/>
                      <a:pt x="3659" y="936"/>
                      <a:pt x="3359" y="1369"/>
                    </a:cubicBezTo>
                    <a:cubicBezTo>
                      <a:pt x="3059" y="1803"/>
                      <a:pt x="2725" y="2203"/>
                      <a:pt x="2358" y="2603"/>
                    </a:cubicBezTo>
                    <a:cubicBezTo>
                      <a:pt x="1691" y="3437"/>
                      <a:pt x="924" y="4171"/>
                      <a:pt x="90" y="4838"/>
                    </a:cubicBezTo>
                    <a:cubicBezTo>
                      <a:pt x="1" y="4868"/>
                      <a:pt x="70" y="4977"/>
                      <a:pt x="134" y="4977"/>
                    </a:cubicBezTo>
                    <a:cubicBezTo>
                      <a:pt x="142" y="4977"/>
                      <a:pt x="149" y="4975"/>
                      <a:pt x="157" y="4972"/>
                    </a:cubicBezTo>
                    <a:cubicBezTo>
                      <a:pt x="1124" y="4471"/>
                      <a:pt x="1825" y="3571"/>
                      <a:pt x="2558" y="2770"/>
                    </a:cubicBezTo>
                    <a:cubicBezTo>
                      <a:pt x="3292" y="1970"/>
                      <a:pt x="3993" y="1102"/>
                      <a:pt x="4326" y="102"/>
                    </a:cubicBezTo>
                    <a:cubicBezTo>
                      <a:pt x="4326" y="37"/>
                      <a:pt x="4271" y="0"/>
                      <a:pt x="421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2" name="Google Shape;3642;p71"/>
              <p:cNvSpPr/>
              <p:nvPr/>
            </p:nvSpPr>
            <p:spPr>
              <a:xfrm flipH="1">
                <a:off x="6699866" y="2702655"/>
                <a:ext cx="34749" cy="16838"/>
              </a:xfrm>
              <a:custGeom>
                <a:rect b="b" l="l" r="r" t="t"/>
                <a:pathLst>
                  <a:path extrusionOk="0" h="711" w="1415">
                    <a:moveTo>
                      <a:pt x="1258" y="0"/>
                    </a:moveTo>
                    <a:cubicBezTo>
                      <a:pt x="1247" y="0"/>
                      <a:pt x="1236" y="2"/>
                      <a:pt x="1226" y="5"/>
                    </a:cubicBezTo>
                    <a:lnTo>
                      <a:pt x="925" y="139"/>
                    </a:lnTo>
                    <a:lnTo>
                      <a:pt x="658" y="272"/>
                    </a:lnTo>
                    <a:cubicBezTo>
                      <a:pt x="492" y="406"/>
                      <a:pt x="292" y="472"/>
                      <a:pt x="91" y="539"/>
                    </a:cubicBezTo>
                    <a:cubicBezTo>
                      <a:pt x="0" y="570"/>
                      <a:pt x="20" y="710"/>
                      <a:pt x="99" y="710"/>
                    </a:cubicBezTo>
                    <a:cubicBezTo>
                      <a:pt x="107" y="710"/>
                      <a:pt x="116" y="709"/>
                      <a:pt x="125" y="706"/>
                    </a:cubicBezTo>
                    <a:cubicBezTo>
                      <a:pt x="325" y="639"/>
                      <a:pt x="558" y="573"/>
                      <a:pt x="759" y="506"/>
                    </a:cubicBezTo>
                    <a:cubicBezTo>
                      <a:pt x="859" y="472"/>
                      <a:pt x="959" y="406"/>
                      <a:pt x="1059" y="372"/>
                    </a:cubicBezTo>
                    <a:cubicBezTo>
                      <a:pt x="1159" y="306"/>
                      <a:pt x="1259" y="239"/>
                      <a:pt x="1326" y="172"/>
                    </a:cubicBezTo>
                    <a:cubicBezTo>
                      <a:pt x="1415" y="113"/>
                      <a:pt x="1345" y="0"/>
                      <a:pt x="1258" y="0"/>
                    </a:cubicBezTo>
                    <a:close/>
                  </a:path>
                </a:pathLst>
              </a:custGeom>
              <a:solidFill>
                <a:srgbClr val="AD786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3" name="Google Shape;3643;p71"/>
              <p:cNvSpPr/>
              <p:nvPr/>
            </p:nvSpPr>
            <p:spPr>
              <a:xfrm flipH="1">
                <a:off x="6920760" y="2648469"/>
                <a:ext cx="12328" cy="8834"/>
              </a:xfrm>
              <a:custGeom>
                <a:rect b="b" l="l" r="r" t="t"/>
                <a:pathLst>
                  <a:path extrusionOk="0" h="373" w="502">
                    <a:moveTo>
                      <a:pt x="368" y="0"/>
                    </a:moveTo>
                    <a:cubicBezTo>
                      <a:pt x="359" y="0"/>
                      <a:pt x="351" y="8"/>
                      <a:pt x="334" y="25"/>
                    </a:cubicBezTo>
                    <a:lnTo>
                      <a:pt x="68" y="192"/>
                    </a:lnTo>
                    <a:cubicBezTo>
                      <a:pt x="34" y="192"/>
                      <a:pt x="34" y="225"/>
                      <a:pt x="1" y="259"/>
                    </a:cubicBezTo>
                    <a:cubicBezTo>
                      <a:pt x="1" y="259"/>
                      <a:pt x="1" y="292"/>
                      <a:pt x="1" y="325"/>
                    </a:cubicBezTo>
                    <a:cubicBezTo>
                      <a:pt x="24" y="349"/>
                      <a:pt x="65" y="373"/>
                      <a:pt x="110" y="373"/>
                    </a:cubicBezTo>
                    <a:cubicBezTo>
                      <a:pt x="129" y="373"/>
                      <a:pt x="148" y="368"/>
                      <a:pt x="168" y="359"/>
                    </a:cubicBezTo>
                    <a:lnTo>
                      <a:pt x="435" y="225"/>
                    </a:lnTo>
                    <a:cubicBezTo>
                      <a:pt x="468" y="192"/>
                      <a:pt x="468" y="159"/>
                      <a:pt x="501" y="159"/>
                    </a:cubicBezTo>
                    <a:cubicBezTo>
                      <a:pt x="501" y="125"/>
                      <a:pt x="501" y="92"/>
                      <a:pt x="501" y="59"/>
                    </a:cubicBezTo>
                    <a:cubicBezTo>
                      <a:pt x="468" y="25"/>
                      <a:pt x="435" y="25"/>
                      <a:pt x="401" y="25"/>
                    </a:cubicBezTo>
                    <a:cubicBezTo>
                      <a:pt x="384" y="8"/>
                      <a:pt x="376" y="0"/>
                      <a:pt x="368" y="0"/>
                    </a:cubicBezTo>
                    <a:close/>
                  </a:path>
                </a:pathLst>
              </a:custGeom>
              <a:solidFill>
                <a:srgbClr val="AD786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44" name="Google Shape;3644;p71"/>
            <p:cNvGrpSpPr/>
            <p:nvPr/>
          </p:nvGrpSpPr>
          <p:grpSpPr>
            <a:xfrm>
              <a:off x="6400155" y="1475856"/>
              <a:ext cx="2553795" cy="2731178"/>
              <a:chOff x="5707430" y="1589756"/>
              <a:chExt cx="2553795" cy="2731178"/>
            </a:xfrm>
          </p:grpSpPr>
          <p:sp>
            <p:nvSpPr>
              <p:cNvPr id="3645" name="Google Shape;3645;p71"/>
              <p:cNvSpPr/>
              <p:nvPr/>
            </p:nvSpPr>
            <p:spPr>
              <a:xfrm flipH="1" rot="-1384681">
                <a:off x="6693615" y="4006720"/>
                <a:ext cx="169543" cy="292696"/>
              </a:xfrm>
              <a:custGeom>
                <a:rect b="b" l="l" r="r" t="t"/>
                <a:pathLst>
                  <a:path extrusionOk="0" fill="none" h="10742" w="6072">
                    <a:moveTo>
                      <a:pt x="901" y="10741"/>
                    </a:moveTo>
                    <a:lnTo>
                      <a:pt x="1" y="8339"/>
                    </a:lnTo>
                    <a:lnTo>
                      <a:pt x="2402" y="8139"/>
                    </a:lnTo>
                    <a:lnTo>
                      <a:pt x="1702" y="5537"/>
                    </a:lnTo>
                    <a:lnTo>
                      <a:pt x="4270" y="5437"/>
                    </a:lnTo>
                    <a:lnTo>
                      <a:pt x="3503" y="2869"/>
                    </a:lnTo>
                    <a:lnTo>
                      <a:pt x="6072" y="2602"/>
                    </a:lnTo>
                    <a:lnTo>
                      <a:pt x="5371" y="0"/>
                    </a:ln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6" name="Google Shape;3646;p71"/>
              <p:cNvSpPr/>
              <p:nvPr/>
            </p:nvSpPr>
            <p:spPr>
              <a:xfrm>
                <a:off x="6327057" y="1589756"/>
                <a:ext cx="60911" cy="118378"/>
              </a:xfrm>
              <a:custGeom>
                <a:rect b="b" l="l" r="r" t="t"/>
                <a:pathLst>
                  <a:path extrusionOk="0" fill="none" h="4371" w="2169">
                    <a:moveTo>
                      <a:pt x="0" y="0"/>
                    </a:moveTo>
                    <a:cubicBezTo>
                      <a:pt x="1201" y="0"/>
                      <a:pt x="2168" y="968"/>
                      <a:pt x="2168" y="2202"/>
                    </a:cubicBezTo>
                    <a:cubicBezTo>
                      <a:pt x="2168" y="3403"/>
                      <a:pt x="1201" y="4370"/>
                      <a:pt x="0" y="4370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7" name="Google Shape;3647;p71"/>
              <p:cNvSpPr/>
              <p:nvPr/>
            </p:nvSpPr>
            <p:spPr>
              <a:xfrm flipH="1">
                <a:off x="7388954" y="2107934"/>
                <a:ext cx="139598" cy="217770"/>
              </a:xfrm>
              <a:custGeom>
                <a:rect b="b" l="l" r="r" t="t"/>
                <a:pathLst>
                  <a:path extrusionOk="0" fill="none" h="8041" w="4971">
                    <a:moveTo>
                      <a:pt x="835" y="8040"/>
                    </a:moveTo>
                    <a:lnTo>
                      <a:pt x="1" y="5371"/>
                    </a:lnTo>
                    <a:lnTo>
                      <a:pt x="2703" y="5572"/>
                    </a:lnTo>
                    <a:lnTo>
                      <a:pt x="2002" y="2670"/>
                    </a:lnTo>
                    <a:lnTo>
                      <a:pt x="4971" y="2569"/>
                    </a:lnTo>
                    <a:lnTo>
                      <a:pt x="4037" y="1"/>
                    </a:ln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8" name="Google Shape;3648;p71"/>
              <p:cNvSpPr/>
              <p:nvPr/>
            </p:nvSpPr>
            <p:spPr>
              <a:xfrm flipH="1">
                <a:off x="8085063" y="2325704"/>
                <a:ext cx="176162" cy="225868"/>
              </a:xfrm>
              <a:custGeom>
                <a:rect b="b" l="l" r="r" t="t"/>
                <a:pathLst>
                  <a:path extrusionOk="0" fill="none" h="8340" w="6273">
                    <a:moveTo>
                      <a:pt x="1702" y="4070"/>
                    </a:moveTo>
                    <a:cubicBezTo>
                      <a:pt x="2536" y="3036"/>
                      <a:pt x="3270" y="2035"/>
                      <a:pt x="4104" y="1001"/>
                    </a:cubicBezTo>
                    <a:cubicBezTo>
                      <a:pt x="4304" y="667"/>
                      <a:pt x="4638" y="367"/>
                      <a:pt x="5004" y="200"/>
                    </a:cubicBezTo>
                    <a:cubicBezTo>
                      <a:pt x="5371" y="0"/>
                      <a:pt x="5838" y="100"/>
                      <a:pt x="6072" y="467"/>
                    </a:cubicBezTo>
                    <a:cubicBezTo>
                      <a:pt x="6272" y="868"/>
                      <a:pt x="6039" y="1301"/>
                      <a:pt x="5872" y="1668"/>
                    </a:cubicBezTo>
                    <a:cubicBezTo>
                      <a:pt x="5471" y="2469"/>
                      <a:pt x="5305" y="3303"/>
                      <a:pt x="5271" y="4170"/>
                    </a:cubicBezTo>
                    <a:cubicBezTo>
                      <a:pt x="5338" y="4804"/>
                      <a:pt x="5305" y="5438"/>
                      <a:pt x="5238" y="6071"/>
                    </a:cubicBezTo>
                    <a:cubicBezTo>
                      <a:pt x="4771" y="8340"/>
                      <a:pt x="1" y="7472"/>
                      <a:pt x="1202" y="4837"/>
                    </a:cubicBezTo>
                    <a:cubicBezTo>
                      <a:pt x="1335" y="4570"/>
                      <a:pt x="1502" y="4303"/>
                      <a:pt x="1702" y="407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9" name="Google Shape;3649;p71"/>
              <p:cNvSpPr/>
              <p:nvPr/>
            </p:nvSpPr>
            <p:spPr>
              <a:xfrm>
                <a:off x="7761721" y="3128172"/>
                <a:ext cx="60911" cy="58769"/>
              </a:xfrm>
              <a:custGeom>
                <a:rect b="b" l="l" r="r" t="t"/>
                <a:pathLst>
                  <a:path extrusionOk="0" fill="none" h="2170" w="2169">
                    <a:moveTo>
                      <a:pt x="2168" y="1068"/>
                    </a:moveTo>
                    <a:cubicBezTo>
                      <a:pt x="2168" y="1669"/>
                      <a:pt x="1701" y="2169"/>
                      <a:pt x="1101" y="2169"/>
                    </a:cubicBezTo>
                    <a:cubicBezTo>
                      <a:pt x="500" y="2169"/>
                      <a:pt x="0" y="1669"/>
                      <a:pt x="0" y="1068"/>
                    </a:cubicBezTo>
                    <a:cubicBezTo>
                      <a:pt x="0" y="501"/>
                      <a:pt x="500" y="1"/>
                      <a:pt x="1101" y="1"/>
                    </a:cubicBezTo>
                    <a:cubicBezTo>
                      <a:pt x="1701" y="1"/>
                      <a:pt x="2168" y="501"/>
                      <a:pt x="2168" y="1068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0" name="Google Shape;3650;p71"/>
              <p:cNvSpPr/>
              <p:nvPr/>
            </p:nvSpPr>
            <p:spPr>
              <a:xfrm>
                <a:off x="5707430" y="3408119"/>
                <a:ext cx="60911" cy="58769"/>
              </a:xfrm>
              <a:custGeom>
                <a:rect b="b" l="l" r="r" t="t"/>
                <a:pathLst>
                  <a:path extrusionOk="0" fill="none" h="2170" w="2169">
                    <a:moveTo>
                      <a:pt x="2168" y="1068"/>
                    </a:moveTo>
                    <a:cubicBezTo>
                      <a:pt x="2168" y="1669"/>
                      <a:pt x="1701" y="2169"/>
                      <a:pt x="1101" y="2169"/>
                    </a:cubicBezTo>
                    <a:cubicBezTo>
                      <a:pt x="500" y="2169"/>
                      <a:pt x="0" y="1669"/>
                      <a:pt x="0" y="1068"/>
                    </a:cubicBezTo>
                    <a:cubicBezTo>
                      <a:pt x="0" y="501"/>
                      <a:pt x="500" y="1"/>
                      <a:pt x="1101" y="1"/>
                    </a:cubicBezTo>
                    <a:cubicBezTo>
                      <a:pt x="1701" y="1"/>
                      <a:pt x="2168" y="501"/>
                      <a:pt x="2168" y="1068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1" name="Google Shape;3651;p71"/>
              <p:cNvSpPr/>
              <p:nvPr/>
            </p:nvSpPr>
            <p:spPr>
              <a:xfrm>
                <a:off x="6090307" y="2839215"/>
                <a:ext cx="176162" cy="225868"/>
              </a:xfrm>
              <a:custGeom>
                <a:rect b="b" l="l" r="r" t="t"/>
                <a:pathLst>
                  <a:path extrusionOk="0" fill="none" h="8340" w="6273">
                    <a:moveTo>
                      <a:pt x="1702" y="4070"/>
                    </a:moveTo>
                    <a:cubicBezTo>
                      <a:pt x="2536" y="3036"/>
                      <a:pt x="3270" y="2035"/>
                      <a:pt x="4104" y="1001"/>
                    </a:cubicBezTo>
                    <a:cubicBezTo>
                      <a:pt x="4304" y="667"/>
                      <a:pt x="4638" y="367"/>
                      <a:pt x="5004" y="200"/>
                    </a:cubicBezTo>
                    <a:cubicBezTo>
                      <a:pt x="5371" y="0"/>
                      <a:pt x="5838" y="100"/>
                      <a:pt x="6072" y="467"/>
                    </a:cubicBezTo>
                    <a:cubicBezTo>
                      <a:pt x="6272" y="868"/>
                      <a:pt x="6039" y="1301"/>
                      <a:pt x="5872" y="1668"/>
                    </a:cubicBezTo>
                    <a:cubicBezTo>
                      <a:pt x="5471" y="2469"/>
                      <a:pt x="5305" y="3303"/>
                      <a:pt x="5271" y="4170"/>
                    </a:cubicBezTo>
                    <a:cubicBezTo>
                      <a:pt x="5338" y="4804"/>
                      <a:pt x="5305" y="5438"/>
                      <a:pt x="5238" y="6071"/>
                    </a:cubicBezTo>
                    <a:cubicBezTo>
                      <a:pt x="4771" y="8340"/>
                      <a:pt x="1" y="7472"/>
                      <a:pt x="1202" y="4837"/>
                    </a:cubicBezTo>
                    <a:cubicBezTo>
                      <a:pt x="1335" y="4570"/>
                      <a:pt x="1502" y="4303"/>
                      <a:pt x="1702" y="407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aphicFrame>
        <p:nvGraphicFramePr>
          <p:cNvPr id="3652" name="Google Shape;3652;p71"/>
          <p:cNvGraphicFramePr/>
          <p:nvPr/>
        </p:nvGraphicFramePr>
        <p:xfrm>
          <a:off x="356616" y="1639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{BD1F24AC-C064-4BB5-A474-50F83B3225D4}</a:tableStyleId>
              </a:tblPr>
              <a:tblGrid>
                <a:gridCol w="2228025"/>
                <a:gridCol w="3127025"/>
                <a:gridCol w="1834725"/>
              </a:tblGrid>
              <a:tr h="438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chemeClr val="accent2"/>
                          </a:solidFill>
                        </a:rPr>
                        <a:t>Metric</a:t>
                      </a:r>
                      <a:endParaRPr sz="2100">
                        <a:solidFill>
                          <a:schemeClr val="accent2"/>
                        </a:solidFill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chemeClr val="accent2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2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2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2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2100">
                          <a:solidFill>
                            <a:schemeClr val="accent2"/>
                          </a:solidFill>
                        </a:rPr>
                        <a:t>Derived </a:t>
                      </a:r>
                      <a:r>
                        <a:rPr i="1" lang="en" sz="2100">
                          <a:solidFill>
                            <a:schemeClr val="accent2"/>
                          </a:solidFill>
                        </a:rPr>
                        <a:t>Formula</a:t>
                      </a:r>
                      <a:endParaRPr i="1" sz="2100">
                        <a:solidFill>
                          <a:schemeClr val="accent2"/>
                        </a:solidFill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chemeClr val="accent2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2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2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2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chemeClr val="accent2"/>
                          </a:solidFill>
                        </a:rPr>
                        <a:t>Result</a:t>
                      </a:r>
                      <a:endParaRPr sz="2100">
                        <a:solidFill>
                          <a:schemeClr val="accent2"/>
                        </a:solidFill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chemeClr val="accent2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2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2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2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1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accent3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chemeClr val="accent1"/>
                          </a:solidFill>
                        </a:rPr>
                        <a:t>Effort (PM)</a:t>
                      </a:r>
                      <a:endParaRPr sz="2100">
                        <a:solidFill>
                          <a:schemeClr val="accent1"/>
                        </a:solidFill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2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accent3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" sz="2000">
                          <a:solidFill>
                            <a:schemeClr val="accent3"/>
                          </a:solidFill>
                        </a:rPr>
                        <a:t>Effort= </a:t>
                      </a:r>
                      <a:r>
                        <a:rPr i="1" lang="en" sz="2000">
                          <a:solidFill>
                            <a:schemeClr val="accent3"/>
                          </a:solidFill>
                        </a:rPr>
                        <a:t>(T</a:t>
                      </a:r>
                      <a:r>
                        <a:rPr baseline="-25000" i="1" lang="en" sz="2000">
                          <a:solidFill>
                            <a:schemeClr val="accent3"/>
                          </a:solidFill>
                        </a:rPr>
                        <a:t>DEV </a:t>
                      </a:r>
                      <a:r>
                        <a:rPr i="1" lang="en" sz="2000">
                          <a:solidFill>
                            <a:schemeClr val="accent3"/>
                          </a:solidFill>
                        </a:rPr>
                        <a:t>/ 2.5)</a:t>
                      </a:r>
                      <a:r>
                        <a:rPr baseline="30000" i="1" lang="en" sz="2000">
                          <a:solidFill>
                            <a:schemeClr val="accent3"/>
                          </a:solidFill>
                        </a:rPr>
                        <a:t>1/0.35</a:t>
                      </a:r>
                      <a:r>
                        <a:rPr i="1" lang="en" sz="2000">
                          <a:solidFill>
                            <a:schemeClr val="accent3"/>
                          </a:solidFill>
                        </a:rPr>
                        <a:t> </a:t>
                      </a:r>
                      <a:endParaRPr baseline="30000" i="1" sz="2300"/>
                    </a:p>
                  </a:txBody>
                  <a:tcPr marT="0" marB="0" marR="91425" marL="91425">
                    <a:lnL cap="flat" cmpd="sng" w="1905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2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accent3"/>
                          </a:solidFill>
                        </a:rPr>
                        <a:t>6.84 PM</a:t>
                      </a:r>
                      <a:endParaRPr sz="2100"/>
                    </a:p>
                  </a:txBody>
                  <a:tcPr marT="0" marB="0" marR="91425" marL="91425">
                    <a:lnL cap="flat" cmpd="sng" w="1905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2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2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accent3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chemeClr val="accent1"/>
                          </a:solidFill>
                        </a:rPr>
                        <a:t>Average Manning</a:t>
                      </a:r>
                      <a:endParaRPr sz="2100">
                        <a:solidFill>
                          <a:schemeClr val="accent1"/>
                        </a:solidFill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accent3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" sz="1800">
                          <a:solidFill>
                            <a:schemeClr val="accent3"/>
                          </a:solidFill>
                        </a:rPr>
                        <a:t> </a:t>
                      </a:r>
                      <a:r>
                        <a:rPr i="1" lang="en" sz="2000">
                          <a:solidFill>
                            <a:schemeClr val="accent3"/>
                          </a:solidFill>
                        </a:rPr>
                        <a:t>Effort ÷ T</a:t>
                      </a:r>
                      <a:r>
                        <a:rPr baseline="-25000" i="1" lang="en" sz="2000">
                          <a:solidFill>
                            <a:schemeClr val="accent3"/>
                          </a:solidFill>
                        </a:rPr>
                        <a:t>DEV</a:t>
                      </a:r>
                      <a:endParaRPr baseline="-25000" i="1" sz="2300"/>
                    </a:p>
                  </a:txBody>
                  <a:tcPr marT="0" marB="0" marR="91425" marL="91425">
                    <a:lnL cap="flat" cmpd="sng" w="1905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accent3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chemeClr val="accent3"/>
                          </a:solidFill>
                        </a:rPr>
                        <a:t>1.4 Persons</a:t>
                      </a:r>
                      <a:endParaRPr sz="2800"/>
                    </a:p>
                  </a:txBody>
                  <a:tcPr marT="0" marB="0" marR="91425" marL="91425">
                    <a:lnL cap="flat" cmpd="sng" w="1905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3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accent3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chemeClr val="accent1"/>
                          </a:solidFill>
                        </a:rPr>
                        <a:t>Project Size </a:t>
                      </a:r>
                      <a:endParaRPr sz="2100">
                        <a:solidFill>
                          <a:schemeClr val="accent1"/>
                        </a:solidFill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accent3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" sz="2000">
                          <a:solidFill>
                            <a:schemeClr val="accent3"/>
                          </a:solidFill>
                        </a:rPr>
                        <a:t>KLOC=</a:t>
                      </a:r>
                      <a:r>
                        <a:rPr i="1" lang="en" sz="2000">
                          <a:solidFill>
                            <a:schemeClr val="accent3"/>
                          </a:solidFill>
                        </a:rPr>
                        <a:t> (Effort /3.0)</a:t>
                      </a:r>
                      <a:r>
                        <a:rPr baseline="30000" i="1" lang="en" sz="2000">
                          <a:solidFill>
                            <a:schemeClr val="accent3"/>
                          </a:solidFill>
                        </a:rPr>
                        <a:t>1/1.12 </a:t>
                      </a:r>
                      <a:endParaRPr baseline="30000" i="1" sz="2300"/>
                    </a:p>
                  </a:txBody>
                  <a:tcPr marT="0" marB="0" marR="91425" marL="91425">
                    <a:lnL cap="flat" cmpd="sng" w="1905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accent3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accent3"/>
                          </a:solidFill>
                        </a:rPr>
                        <a:t>≈ </a:t>
                      </a:r>
                      <a:r>
                        <a:rPr b="1" lang="en" sz="1800">
                          <a:solidFill>
                            <a:schemeClr val="accent3"/>
                          </a:solidFill>
                        </a:rPr>
                        <a:t>2.09 KLOC (~2,090 LOC)</a:t>
                      </a:r>
                      <a:endParaRPr sz="2100"/>
                    </a:p>
                  </a:txBody>
                  <a:tcPr marT="0" marB="0" marR="91425" marL="91425">
                    <a:lnL cap="flat" cmpd="sng" w="1905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accent3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chemeClr val="accent1"/>
                          </a:solidFill>
                        </a:rPr>
                        <a:t>Productivity</a:t>
                      </a:r>
                      <a:endParaRPr sz="2100">
                        <a:solidFill>
                          <a:schemeClr val="accent1"/>
                        </a:solidFill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accent3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" sz="1800">
                          <a:solidFill>
                            <a:schemeClr val="accent3"/>
                          </a:solidFill>
                        </a:rPr>
                        <a:t>Productivity = LOC ÷ Effort</a:t>
                      </a:r>
                      <a:endParaRPr i="1" sz="2100"/>
                    </a:p>
                  </a:txBody>
                  <a:tcPr marT="0" marB="0" marR="91425" marL="91425">
                    <a:lnL cap="flat" cmpd="sng" w="1905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accent3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chemeClr val="accent3"/>
                          </a:solidFill>
                        </a:rPr>
                        <a:t>305 LOC/PM</a:t>
                      </a:r>
                      <a:endParaRPr sz="2100"/>
                    </a:p>
                  </a:txBody>
                  <a:tcPr marT="0" marB="0" marR="91425" marL="91425">
                    <a:lnL cap="flat" cmpd="sng" w="1905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53" name="Google Shape;3653;p71"/>
          <p:cNvSpPr txBox="1"/>
          <p:nvPr/>
        </p:nvSpPr>
        <p:spPr>
          <a:xfrm>
            <a:off x="444525" y="1174700"/>
            <a:ext cx="595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●"/>
            </a:pPr>
            <a:r>
              <a:rPr lang="en" sz="1800">
                <a:solidFill>
                  <a:schemeClr val="accent3"/>
                </a:solidFill>
              </a:rPr>
              <a:t>From Gantt chart → </a:t>
            </a:r>
            <a:r>
              <a:rPr b="1" lang="en" sz="1800">
                <a:solidFill>
                  <a:schemeClr val="accent3"/>
                </a:solidFill>
              </a:rPr>
              <a:t>147 days ≈ 4.90 months</a:t>
            </a:r>
            <a:endParaRPr sz="21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3654" name="Google Shape;3654;p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8" name="Shape 3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59" name="Google Shape;3659;p72"/>
          <p:cNvGrpSpPr/>
          <p:nvPr/>
        </p:nvGrpSpPr>
        <p:grpSpPr>
          <a:xfrm>
            <a:off x="6885768" y="1439004"/>
            <a:ext cx="2258236" cy="2371058"/>
            <a:chOff x="4456381" y="1028825"/>
            <a:chExt cx="3657062" cy="3359867"/>
          </a:xfrm>
        </p:grpSpPr>
        <p:grpSp>
          <p:nvGrpSpPr>
            <p:cNvPr id="3660" name="Google Shape;3660;p72"/>
            <p:cNvGrpSpPr/>
            <p:nvPr/>
          </p:nvGrpSpPr>
          <p:grpSpPr>
            <a:xfrm>
              <a:off x="4806350" y="1028825"/>
              <a:ext cx="2998000" cy="2881257"/>
              <a:chOff x="4758675" y="913000"/>
              <a:chExt cx="2998000" cy="2881257"/>
            </a:xfrm>
          </p:grpSpPr>
          <p:sp>
            <p:nvSpPr>
              <p:cNvPr id="3661" name="Google Shape;3661;p72"/>
              <p:cNvSpPr/>
              <p:nvPr/>
            </p:nvSpPr>
            <p:spPr>
              <a:xfrm>
                <a:off x="4958825" y="1196857"/>
                <a:ext cx="2597700" cy="25974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81775" lIns="81775" spcFirstLastPara="1" rIns="81775" wrap="square" tIns="817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52"/>
                  <a:buFont typeface="Arial"/>
                  <a:buNone/>
                </a:pPr>
                <a:r>
                  <a:t/>
                </a:r>
                <a:endParaRPr b="0" i="0" sz="125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662" name="Google Shape;3662;p72"/>
              <p:cNvGrpSpPr/>
              <p:nvPr/>
            </p:nvGrpSpPr>
            <p:grpSpPr>
              <a:xfrm>
                <a:off x="4758675" y="913000"/>
                <a:ext cx="2998000" cy="1732100"/>
                <a:chOff x="4799625" y="135925"/>
                <a:chExt cx="2998000" cy="1732100"/>
              </a:xfrm>
            </p:grpSpPr>
            <p:sp>
              <p:nvSpPr>
                <p:cNvPr id="3663" name="Google Shape;3663;p72"/>
                <p:cNvSpPr/>
                <p:nvPr/>
              </p:nvSpPr>
              <p:spPr>
                <a:xfrm>
                  <a:off x="4799625" y="371100"/>
                  <a:ext cx="31725" cy="850"/>
                </a:xfrm>
                <a:custGeom>
                  <a:rect b="b" l="l" r="r" t="t"/>
                  <a:pathLst>
                    <a:path extrusionOk="0" fill="none" h="34" w="1269">
                      <a:moveTo>
                        <a:pt x="1" y="1"/>
                      </a:moveTo>
                      <a:lnTo>
                        <a:pt x="1268" y="34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64" name="Google Shape;3664;p72"/>
                <p:cNvSpPr/>
                <p:nvPr/>
              </p:nvSpPr>
              <p:spPr>
                <a:xfrm>
                  <a:off x="4866350" y="373600"/>
                  <a:ext cx="246025" cy="6700"/>
                </a:xfrm>
                <a:custGeom>
                  <a:rect b="b" l="l" r="r" t="t"/>
                  <a:pathLst>
                    <a:path extrusionOk="0" fill="none" h="268" w="9841">
                      <a:moveTo>
                        <a:pt x="0" y="1"/>
                      </a:moveTo>
                      <a:lnTo>
                        <a:pt x="9841" y="267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65" name="Google Shape;3665;p72"/>
                <p:cNvSpPr/>
                <p:nvPr/>
              </p:nvSpPr>
              <p:spPr>
                <a:xfrm>
                  <a:off x="5129875" y="381100"/>
                  <a:ext cx="31700" cy="31725"/>
                </a:xfrm>
                <a:custGeom>
                  <a:rect b="b" l="l" r="r" t="t"/>
                  <a:pathLst>
                    <a:path extrusionOk="0" fill="none" h="1269" w="1268">
                      <a:moveTo>
                        <a:pt x="0" y="1"/>
                      </a:moveTo>
                      <a:lnTo>
                        <a:pt x="1268" y="34"/>
                      </a:lnTo>
                      <a:lnTo>
                        <a:pt x="1234" y="1268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66" name="Google Shape;3666;p72"/>
                <p:cNvSpPr/>
                <p:nvPr/>
              </p:nvSpPr>
              <p:spPr>
                <a:xfrm>
                  <a:off x="5151550" y="455325"/>
                  <a:ext cx="8350" cy="508725"/>
                </a:xfrm>
                <a:custGeom>
                  <a:rect b="b" l="l" r="r" t="t"/>
                  <a:pathLst>
                    <a:path extrusionOk="0" fill="none" h="20349" w="334">
                      <a:moveTo>
                        <a:pt x="334" y="1"/>
                      </a:moveTo>
                      <a:lnTo>
                        <a:pt x="0" y="20349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67" name="Google Shape;3667;p72"/>
                <p:cNvSpPr/>
                <p:nvPr/>
              </p:nvSpPr>
              <p:spPr>
                <a:xfrm>
                  <a:off x="5150725" y="984875"/>
                  <a:ext cx="31700" cy="33375"/>
                </a:xfrm>
                <a:custGeom>
                  <a:rect b="b" l="l" r="r" t="t"/>
                  <a:pathLst>
                    <a:path extrusionOk="0" fill="none" h="1335" w="1268">
                      <a:moveTo>
                        <a:pt x="33" y="0"/>
                      </a:moveTo>
                      <a:lnTo>
                        <a:pt x="0" y="1268"/>
                      </a:lnTo>
                      <a:lnTo>
                        <a:pt x="1268" y="1335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68" name="Google Shape;3668;p72"/>
                <p:cNvSpPr/>
                <p:nvPr/>
              </p:nvSpPr>
              <p:spPr>
                <a:xfrm>
                  <a:off x="5223275" y="1019900"/>
                  <a:ext cx="82575" cy="4200"/>
                </a:xfrm>
                <a:custGeom>
                  <a:rect b="b" l="l" r="r" t="t"/>
                  <a:pathLst>
                    <a:path extrusionOk="0" fill="none" h="168" w="3303">
                      <a:moveTo>
                        <a:pt x="0" y="0"/>
                      </a:moveTo>
                      <a:lnTo>
                        <a:pt x="3302" y="167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69" name="Google Shape;3669;p72"/>
                <p:cNvSpPr/>
                <p:nvPr/>
              </p:nvSpPr>
              <p:spPr>
                <a:xfrm>
                  <a:off x="5325850" y="995725"/>
                  <a:ext cx="31700" cy="30875"/>
                </a:xfrm>
                <a:custGeom>
                  <a:rect b="b" l="l" r="r" t="t"/>
                  <a:pathLst>
                    <a:path extrusionOk="0" fill="none" h="1235" w="1268">
                      <a:moveTo>
                        <a:pt x="0" y="1168"/>
                      </a:moveTo>
                      <a:lnTo>
                        <a:pt x="1268" y="1234"/>
                      </a:lnTo>
                      <a:lnTo>
                        <a:pt x="1268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70" name="Google Shape;3670;p72"/>
                <p:cNvSpPr/>
                <p:nvPr/>
              </p:nvSpPr>
              <p:spPr>
                <a:xfrm>
                  <a:off x="5357525" y="301050"/>
                  <a:ext cx="4200" cy="649650"/>
                </a:xfrm>
                <a:custGeom>
                  <a:rect b="b" l="l" r="r" t="t"/>
                  <a:pathLst>
                    <a:path extrusionOk="0" fill="none" h="25986" w="168">
                      <a:moveTo>
                        <a:pt x="1" y="25986"/>
                      </a:moveTo>
                      <a:lnTo>
                        <a:pt x="167" y="1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71" name="Google Shape;3671;p72"/>
                <p:cNvSpPr/>
                <p:nvPr/>
              </p:nvSpPr>
              <p:spPr>
                <a:xfrm>
                  <a:off x="5362525" y="247675"/>
                  <a:ext cx="31725" cy="30875"/>
                </a:xfrm>
                <a:custGeom>
                  <a:rect b="b" l="l" r="r" t="t"/>
                  <a:pathLst>
                    <a:path extrusionOk="0" fill="none" h="1235" w="1269">
                      <a:moveTo>
                        <a:pt x="1" y="1235"/>
                      </a:moveTo>
                      <a:lnTo>
                        <a:pt x="1" y="1"/>
                      </a:lnTo>
                      <a:lnTo>
                        <a:pt x="1268" y="1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72" name="Google Shape;3672;p72"/>
                <p:cNvSpPr/>
                <p:nvPr/>
              </p:nvSpPr>
              <p:spPr>
                <a:xfrm>
                  <a:off x="5424250" y="247675"/>
                  <a:ext cx="61725" cy="25"/>
                </a:xfrm>
                <a:custGeom>
                  <a:rect b="b" l="l" r="r" t="t"/>
                  <a:pathLst>
                    <a:path extrusionOk="0" fill="none" h="1" w="2469">
                      <a:moveTo>
                        <a:pt x="0" y="1"/>
                      </a:moveTo>
                      <a:lnTo>
                        <a:pt x="2469" y="1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73" name="Google Shape;3673;p72"/>
                <p:cNvSpPr/>
                <p:nvPr/>
              </p:nvSpPr>
              <p:spPr>
                <a:xfrm>
                  <a:off x="5501800" y="247675"/>
                  <a:ext cx="30875" cy="30875"/>
                </a:xfrm>
                <a:custGeom>
                  <a:rect b="b" l="l" r="r" t="t"/>
                  <a:pathLst>
                    <a:path extrusionOk="0" fill="none" h="1235" w="1235">
                      <a:moveTo>
                        <a:pt x="0" y="1"/>
                      </a:moveTo>
                      <a:lnTo>
                        <a:pt x="1235" y="1"/>
                      </a:lnTo>
                      <a:lnTo>
                        <a:pt x="1235" y="1235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74" name="Google Shape;3674;p72"/>
                <p:cNvSpPr/>
                <p:nvPr/>
              </p:nvSpPr>
              <p:spPr>
                <a:xfrm>
                  <a:off x="5528475" y="324400"/>
                  <a:ext cx="3375" cy="432000"/>
                </a:xfrm>
                <a:custGeom>
                  <a:rect b="b" l="l" r="r" t="t"/>
                  <a:pathLst>
                    <a:path extrusionOk="0" fill="none" h="17280" w="135">
                      <a:moveTo>
                        <a:pt x="134" y="1"/>
                      </a:moveTo>
                      <a:lnTo>
                        <a:pt x="1" y="1728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75" name="Google Shape;3675;p72"/>
                <p:cNvSpPr/>
                <p:nvPr/>
              </p:nvSpPr>
              <p:spPr>
                <a:xfrm>
                  <a:off x="5527650" y="778900"/>
                  <a:ext cx="31725" cy="30875"/>
                </a:xfrm>
                <a:custGeom>
                  <a:rect b="b" l="l" r="r" t="t"/>
                  <a:pathLst>
                    <a:path extrusionOk="0" fill="none" h="1235" w="1269">
                      <a:moveTo>
                        <a:pt x="0" y="0"/>
                      </a:moveTo>
                      <a:lnTo>
                        <a:pt x="0" y="1234"/>
                      </a:lnTo>
                      <a:lnTo>
                        <a:pt x="1268" y="1234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76" name="Google Shape;3676;p72"/>
                <p:cNvSpPr/>
                <p:nvPr/>
              </p:nvSpPr>
              <p:spPr>
                <a:xfrm>
                  <a:off x="5602700" y="809750"/>
                  <a:ext cx="413650" cy="25"/>
                </a:xfrm>
                <a:custGeom>
                  <a:rect b="b" l="l" r="r" t="t"/>
                  <a:pathLst>
                    <a:path extrusionOk="0" fill="none" h="1" w="16546">
                      <a:moveTo>
                        <a:pt x="1" y="0"/>
                      </a:moveTo>
                      <a:lnTo>
                        <a:pt x="16546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77" name="Google Shape;3677;p72"/>
                <p:cNvSpPr/>
                <p:nvPr/>
              </p:nvSpPr>
              <p:spPr>
                <a:xfrm>
                  <a:off x="6038025" y="809750"/>
                  <a:ext cx="31700" cy="31700"/>
                </a:xfrm>
                <a:custGeom>
                  <a:rect b="b" l="l" r="r" t="t"/>
                  <a:pathLst>
                    <a:path extrusionOk="0" fill="none" h="1268" w="1268">
                      <a:moveTo>
                        <a:pt x="0" y="0"/>
                      </a:moveTo>
                      <a:lnTo>
                        <a:pt x="1268" y="0"/>
                      </a:lnTo>
                      <a:lnTo>
                        <a:pt x="1268" y="1268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78" name="Google Shape;3678;p72"/>
                <p:cNvSpPr/>
                <p:nvPr/>
              </p:nvSpPr>
              <p:spPr>
                <a:xfrm>
                  <a:off x="6069700" y="883975"/>
                  <a:ext cx="25" cy="85075"/>
                </a:xfrm>
                <a:custGeom>
                  <a:rect b="b" l="l" r="r" t="t"/>
                  <a:pathLst>
                    <a:path extrusionOk="0" fill="none" h="3403" w="1">
                      <a:moveTo>
                        <a:pt x="1" y="0"/>
                      </a:moveTo>
                      <a:lnTo>
                        <a:pt x="1" y="3403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79" name="Google Shape;3679;p72"/>
                <p:cNvSpPr/>
                <p:nvPr/>
              </p:nvSpPr>
              <p:spPr>
                <a:xfrm>
                  <a:off x="6038025" y="990700"/>
                  <a:ext cx="31700" cy="30900"/>
                </a:xfrm>
                <a:custGeom>
                  <a:rect b="b" l="l" r="r" t="t"/>
                  <a:pathLst>
                    <a:path extrusionOk="0" fill="none" h="1236" w="1268">
                      <a:moveTo>
                        <a:pt x="1268" y="1"/>
                      </a:moveTo>
                      <a:lnTo>
                        <a:pt x="1268" y="1235"/>
                      </a:lnTo>
                      <a:lnTo>
                        <a:pt x="0" y="1202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80" name="Google Shape;3680;p72"/>
                <p:cNvSpPr/>
                <p:nvPr/>
              </p:nvSpPr>
              <p:spPr>
                <a:xfrm>
                  <a:off x="5561000" y="1012400"/>
                  <a:ext cx="432000" cy="7525"/>
                </a:xfrm>
                <a:custGeom>
                  <a:rect b="b" l="l" r="r" t="t"/>
                  <a:pathLst>
                    <a:path extrusionOk="0" fill="none" h="301" w="17280">
                      <a:moveTo>
                        <a:pt x="17280" y="300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81" name="Google Shape;3681;p72"/>
                <p:cNvSpPr/>
                <p:nvPr/>
              </p:nvSpPr>
              <p:spPr>
                <a:xfrm>
                  <a:off x="5506800" y="1011550"/>
                  <a:ext cx="31725" cy="30900"/>
                </a:xfrm>
                <a:custGeom>
                  <a:rect b="b" l="l" r="r" t="t"/>
                  <a:pathLst>
                    <a:path extrusionOk="0" fill="none" h="1236" w="1269">
                      <a:moveTo>
                        <a:pt x="1268" y="1"/>
                      </a:moveTo>
                      <a:lnTo>
                        <a:pt x="1" y="1"/>
                      </a:lnTo>
                      <a:lnTo>
                        <a:pt x="34" y="1235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82" name="Google Shape;3682;p72"/>
                <p:cNvSpPr/>
                <p:nvPr/>
              </p:nvSpPr>
              <p:spPr>
                <a:xfrm>
                  <a:off x="5507625" y="1085775"/>
                  <a:ext cx="9200" cy="626300"/>
                </a:xfrm>
                <a:custGeom>
                  <a:rect b="b" l="l" r="r" t="t"/>
                  <a:pathLst>
                    <a:path extrusionOk="0" fill="none" h="25052" w="368">
                      <a:moveTo>
                        <a:pt x="1" y="1"/>
                      </a:moveTo>
                      <a:lnTo>
                        <a:pt x="368" y="25052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83" name="Google Shape;3683;p72"/>
                <p:cNvSpPr/>
                <p:nvPr/>
              </p:nvSpPr>
              <p:spPr>
                <a:xfrm>
                  <a:off x="5516800" y="1733750"/>
                  <a:ext cx="31725" cy="31700"/>
                </a:xfrm>
                <a:custGeom>
                  <a:rect b="b" l="l" r="r" t="t"/>
                  <a:pathLst>
                    <a:path extrusionOk="0" fill="none" h="1268" w="1269">
                      <a:moveTo>
                        <a:pt x="1" y="0"/>
                      </a:moveTo>
                      <a:lnTo>
                        <a:pt x="34" y="1234"/>
                      </a:lnTo>
                      <a:lnTo>
                        <a:pt x="1268" y="1268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84" name="Google Shape;3684;p72"/>
                <p:cNvSpPr/>
                <p:nvPr/>
              </p:nvSpPr>
              <p:spPr>
                <a:xfrm>
                  <a:off x="5591025" y="1765425"/>
                  <a:ext cx="833950" cy="4200"/>
                </a:xfrm>
                <a:custGeom>
                  <a:rect b="b" l="l" r="r" t="t"/>
                  <a:pathLst>
                    <a:path extrusionOk="0" fill="none" h="168" w="33358">
                      <a:moveTo>
                        <a:pt x="1" y="1"/>
                      </a:moveTo>
                      <a:lnTo>
                        <a:pt x="33358" y="168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85" name="Google Shape;3685;p72"/>
                <p:cNvSpPr/>
                <p:nvPr/>
              </p:nvSpPr>
              <p:spPr>
                <a:xfrm>
                  <a:off x="6445800" y="1738750"/>
                  <a:ext cx="31725" cy="31700"/>
                </a:xfrm>
                <a:custGeom>
                  <a:rect b="b" l="l" r="r" t="t"/>
                  <a:pathLst>
                    <a:path extrusionOk="0" fill="none" h="1268" w="1269">
                      <a:moveTo>
                        <a:pt x="1" y="1235"/>
                      </a:moveTo>
                      <a:lnTo>
                        <a:pt x="1268" y="1268"/>
                      </a:lnTo>
                      <a:lnTo>
                        <a:pt x="1202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86" name="Google Shape;3686;p72"/>
                <p:cNvSpPr/>
                <p:nvPr/>
              </p:nvSpPr>
              <p:spPr>
                <a:xfrm>
                  <a:off x="6443300" y="1016575"/>
                  <a:ext cx="30875" cy="682175"/>
                </a:xfrm>
                <a:custGeom>
                  <a:rect b="b" l="l" r="r" t="t"/>
                  <a:pathLst>
                    <a:path extrusionOk="0" fill="none" h="27287" w="1235">
                      <a:moveTo>
                        <a:pt x="1235" y="27286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87" name="Google Shape;3687;p72"/>
                <p:cNvSpPr/>
                <p:nvPr/>
              </p:nvSpPr>
              <p:spPr>
                <a:xfrm>
                  <a:off x="6441625" y="928175"/>
                  <a:ext cx="50900" cy="68400"/>
                </a:xfrm>
                <a:custGeom>
                  <a:rect b="b" l="l" r="r" t="t"/>
                  <a:pathLst>
                    <a:path extrusionOk="0" fill="none" h="2736" w="2036">
                      <a:moveTo>
                        <a:pt x="34" y="2735"/>
                      </a:moveTo>
                      <a:lnTo>
                        <a:pt x="1" y="1468"/>
                      </a:lnTo>
                      <a:lnTo>
                        <a:pt x="2036" y="1268"/>
                      </a:lnTo>
                      <a:lnTo>
                        <a:pt x="2002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88" name="Google Shape;3688;p72"/>
                <p:cNvSpPr/>
                <p:nvPr/>
              </p:nvSpPr>
              <p:spPr>
                <a:xfrm>
                  <a:off x="6473325" y="314400"/>
                  <a:ext cx="17525" cy="574600"/>
                </a:xfrm>
                <a:custGeom>
                  <a:rect b="b" l="l" r="r" t="t"/>
                  <a:pathLst>
                    <a:path extrusionOk="0" fill="none" h="22984" w="701">
                      <a:moveTo>
                        <a:pt x="701" y="22983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89" name="Google Shape;3689;p72"/>
                <p:cNvSpPr/>
                <p:nvPr/>
              </p:nvSpPr>
              <p:spPr>
                <a:xfrm>
                  <a:off x="6472500" y="262700"/>
                  <a:ext cx="30875" cy="31700"/>
                </a:xfrm>
                <a:custGeom>
                  <a:rect b="b" l="l" r="r" t="t"/>
                  <a:pathLst>
                    <a:path extrusionOk="0" fill="none" h="1268" w="1235">
                      <a:moveTo>
                        <a:pt x="33" y="1268"/>
                      </a:moveTo>
                      <a:lnTo>
                        <a:pt x="0" y="0"/>
                      </a:lnTo>
                      <a:lnTo>
                        <a:pt x="1234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90" name="Google Shape;3690;p72"/>
                <p:cNvSpPr/>
                <p:nvPr/>
              </p:nvSpPr>
              <p:spPr>
                <a:xfrm>
                  <a:off x="6541700" y="262700"/>
                  <a:ext cx="458700" cy="25"/>
                </a:xfrm>
                <a:custGeom>
                  <a:rect b="b" l="l" r="r" t="t"/>
                  <a:pathLst>
                    <a:path extrusionOk="0" fill="none" h="1" w="18348">
                      <a:moveTo>
                        <a:pt x="1" y="0"/>
                      </a:moveTo>
                      <a:lnTo>
                        <a:pt x="18347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91" name="Google Shape;3691;p72"/>
                <p:cNvSpPr/>
                <p:nvPr/>
              </p:nvSpPr>
              <p:spPr>
                <a:xfrm>
                  <a:off x="7018725" y="262700"/>
                  <a:ext cx="31700" cy="31700"/>
                </a:xfrm>
                <a:custGeom>
                  <a:rect b="b" l="l" r="r" t="t"/>
                  <a:pathLst>
                    <a:path extrusionOk="0" fill="none" h="1268" w="1268">
                      <a:moveTo>
                        <a:pt x="0" y="0"/>
                      </a:moveTo>
                      <a:lnTo>
                        <a:pt x="1268" y="0"/>
                      </a:lnTo>
                      <a:lnTo>
                        <a:pt x="1268" y="1268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92" name="Google Shape;3692;p72"/>
                <p:cNvSpPr/>
                <p:nvPr/>
              </p:nvSpPr>
              <p:spPr>
                <a:xfrm>
                  <a:off x="7051225" y="335250"/>
                  <a:ext cx="9200" cy="995725"/>
                </a:xfrm>
                <a:custGeom>
                  <a:rect b="b" l="l" r="r" t="t"/>
                  <a:pathLst>
                    <a:path extrusionOk="0" fill="none" h="39829" w="368">
                      <a:moveTo>
                        <a:pt x="1" y="0"/>
                      </a:moveTo>
                      <a:lnTo>
                        <a:pt x="368" y="39829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93" name="Google Shape;3693;p72"/>
                <p:cNvSpPr/>
                <p:nvPr/>
              </p:nvSpPr>
              <p:spPr>
                <a:xfrm>
                  <a:off x="7060400" y="1351800"/>
                  <a:ext cx="31725" cy="30875"/>
                </a:xfrm>
                <a:custGeom>
                  <a:rect b="b" l="l" r="r" t="t"/>
                  <a:pathLst>
                    <a:path extrusionOk="0" fill="none" h="1235" w="1269">
                      <a:moveTo>
                        <a:pt x="1" y="1"/>
                      </a:moveTo>
                      <a:lnTo>
                        <a:pt x="1" y="1235"/>
                      </a:lnTo>
                      <a:lnTo>
                        <a:pt x="1268" y="1235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94" name="Google Shape;3694;p72"/>
                <p:cNvSpPr/>
                <p:nvPr/>
              </p:nvSpPr>
              <p:spPr>
                <a:xfrm>
                  <a:off x="7119625" y="1382650"/>
                  <a:ext cx="55900" cy="25"/>
                </a:xfrm>
                <a:custGeom>
                  <a:rect b="b" l="l" r="r" t="t"/>
                  <a:pathLst>
                    <a:path extrusionOk="0" fill="none" h="1" w="2236">
                      <a:moveTo>
                        <a:pt x="0" y="1"/>
                      </a:moveTo>
                      <a:lnTo>
                        <a:pt x="2235" y="1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95" name="Google Shape;3695;p72"/>
                <p:cNvSpPr/>
                <p:nvPr/>
              </p:nvSpPr>
              <p:spPr>
                <a:xfrm>
                  <a:off x="7189675" y="1351800"/>
                  <a:ext cx="30875" cy="30875"/>
                </a:xfrm>
                <a:custGeom>
                  <a:rect b="b" l="l" r="r" t="t"/>
                  <a:pathLst>
                    <a:path extrusionOk="0" fill="none" h="1235" w="1235">
                      <a:moveTo>
                        <a:pt x="0" y="1235"/>
                      </a:moveTo>
                      <a:lnTo>
                        <a:pt x="1234" y="1235"/>
                      </a:lnTo>
                      <a:lnTo>
                        <a:pt x="1234" y="1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96" name="Google Shape;3696;p72"/>
                <p:cNvSpPr/>
                <p:nvPr/>
              </p:nvSpPr>
              <p:spPr>
                <a:xfrm>
                  <a:off x="7220525" y="1274250"/>
                  <a:ext cx="31725" cy="31700"/>
                </a:xfrm>
                <a:custGeom>
                  <a:rect b="b" l="l" r="r" t="t"/>
                  <a:pathLst>
                    <a:path extrusionOk="0" fill="none" h="1268" w="1269">
                      <a:moveTo>
                        <a:pt x="0" y="1268"/>
                      </a:moveTo>
                      <a:lnTo>
                        <a:pt x="0" y="0"/>
                      </a:lnTo>
                      <a:lnTo>
                        <a:pt x="1268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97" name="Google Shape;3697;p72"/>
                <p:cNvSpPr/>
                <p:nvPr/>
              </p:nvSpPr>
              <p:spPr>
                <a:xfrm>
                  <a:off x="7288900" y="1274250"/>
                  <a:ext cx="258550" cy="25"/>
                </a:xfrm>
                <a:custGeom>
                  <a:rect b="b" l="l" r="r" t="t"/>
                  <a:pathLst>
                    <a:path extrusionOk="0" fill="none" h="1" w="10342">
                      <a:moveTo>
                        <a:pt x="1" y="0"/>
                      </a:moveTo>
                      <a:lnTo>
                        <a:pt x="10341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98" name="Google Shape;3698;p72"/>
                <p:cNvSpPr/>
                <p:nvPr/>
              </p:nvSpPr>
              <p:spPr>
                <a:xfrm>
                  <a:off x="7565775" y="1274250"/>
                  <a:ext cx="31700" cy="25"/>
                </a:xfrm>
                <a:custGeom>
                  <a:rect b="b" l="l" r="r" t="t"/>
                  <a:pathLst>
                    <a:path extrusionOk="0" fill="none" h="1" w="1268">
                      <a:moveTo>
                        <a:pt x="0" y="0"/>
                      </a:moveTo>
                      <a:lnTo>
                        <a:pt x="1268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99" name="Google Shape;3699;p72"/>
                <p:cNvSpPr/>
                <p:nvPr/>
              </p:nvSpPr>
              <p:spPr>
                <a:xfrm>
                  <a:off x="5509300" y="1416850"/>
                  <a:ext cx="237700" cy="25"/>
                </a:xfrm>
                <a:custGeom>
                  <a:rect b="b" l="l" r="r" t="t"/>
                  <a:pathLst>
                    <a:path extrusionOk="0" fill="none" h="1" w="9508">
                      <a:moveTo>
                        <a:pt x="9507" y="0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00" name="Google Shape;3700;p72"/>
                <p:cNvSpPr/>
                <p:nvPr/>
              </p:nvSpPr>
              <p:spPr>
                <a:xfrm>
                  <a:off x="5646900" y="1351800"/>
                  <a:ext cx="136800" cy="105925"/>
                </a:xfrm>
                <a:custGeom>
                  <a:rect b="b" l="l" r="r" t="t"/>
                  <a:pathLst>
                    <a:path extrusionOk="0" h="4237" w="5472">
                      <a:moveTo>
                        <a:pt x="2736" y="1"/>
                      </a:moveTo>
                      <a:cubicBezTo>
                        <a:pt x="1" y="1"/>
                        <a:pt x="1" y="4237"/>
                        <a:pt x="2736" y="4237"/>
                      </a:cubicBezTo>
                      <a:cubicBezTo>
                        <a:pt x="5471" y="4237"/>
                        <a:pt x="5471" y="1"/>
                        <a:pt x="273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01" name="Google Shape;3701;p72"/>
                <p:cNvSpPr/>
                <p:nvPr/>
              </p:nvSpPr>
              <p:spPr>
                <a:xfrm>
                  <a:off x="7624150" y="1269250"/>
                  <a:ext cx="173475" cy="134275"/>
                </a:xfrm>
                <a:custGeom>
                  <a:rect b="b" l="l" r="r" t="t"/>
                  <a:pathLst>
                    <a:path extrusionOk="0" h="5371" w="6939">
                      <a:moveTo>
                        <a:pt x="3469" y="0"/>
                      </a:moveTo>
                      <a:cubicBezTo>
                        <a:pt x="0" y="0"/>
                        <a:pt x="0" y="5371"/>
                        <a:pt x="3469" y="5371"/>
                      </a:cubicBezTo>
                      <a:cubicBezTo>
                        <a:pt x="6939" y="5371"/>
                        <a:pt x="6939" y="0"/>
                        <a:pt x="346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02" name="Google Shape;3702;p72"/>
                <p:cNvSpPr/>
                <p:nvPr/>
              </p:nvSpPr>
              <p:spPr>
                <a:xfrm>
                  <a:off x="5491800" y="205975"/>
                  <a:ext cx="97575" cy="98425"/>
                </a:xfrm>
                <a:custGeom>
                  <a:rect b="b" l="l" r="r" t="t"/>
                  <a:pathLst>
                    <a:path extrusionOk="0" h="3937" w="3903">
                      <a:moveTo>
                        <a:pt x="1968" y="1"/>
                      </a:moveTo>
                      <a:cubicBezTo>
                        <a:pt x="867" y="1"/>
                        <a:pt x="0" y="901"/>
                        <a:pt x="0" y="1969"/>
                      </a:cubicBezTo>
                      <a:cubicBezTo>
                        <a:pt x="0" y="3036"/>
                        <a:pt x="867" y="3937"/>
                        <a:pt x="1968" y="3937"/>
                      </a:cubicBezTo>
                      <a:cubicBezTo>
                        <a:pt x="3036" y="3937"/>
                        <a:pt x="3903" y="3070"/>
                        <a:pt x="3903" y="1969"/>
                      </a:cubicBezTo>
                      <a:cubicBezTo>
                        <a:pt x="3903" y="901"/>
                        <a:pt x="3036" y="1"/>
                        <a:pt x="196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03" name="Google Shape;3703;p72"/>
                <p:cNvSpPr/>
                <p:nvPr/>
              </p:nvSpPr>
              <p:spPr>
                <a:xfrm>
                  <a:off x="6986200" y="198475"/>
                  <a:ext cx="128450" cy="128450"/>
                </a:xfrm>
                <a:custGeom>
                  <a:rect b="b" l="l" r="r" t="t"/>
                  <a:pathLst>
                    <a:path extrusionOk="0" h="5138" w="5138">
                      <a:moveTo>
                        <a:pt x="2569" y="1"/>
                      </a:moveTo>
                      <a:cubicBezTo>
                        <a:pt x="1134" y="1"/>
                        <a:pt x="0" y="1168"/>
                        <a:pt x="0" y="2569"/>
                      </a:cubicBezTo>
                      <a:cubicBezTo>
                        <a:pt x="0" y="4003"/>
                        <a:pt x="1134" y="5138"/>
                        <a:pt x="2569" y="5138"/>
                      </a:cubicBezTo>
                      <a:cubicBezTo>
                        <a:pt x="4003" y="5138"/>
                        <a:pt x="5137" y="4003"/>
                        <a:pt x="5137" y="2569"/>
                      </a:cubicBezTo>
                      <a:cubicBezTo>
                        <a:pt x="5137" y="1168"/>
                        <a:pt x="4003" y="1"/>
                        <a:pt x="256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04" name="Google Shape;3704;p72"/>
                <p:cNvSpPr/>
                <p:nvPr/>
              </p:nvSpPr>
              <p:spPr>
                <a:xfrm>
                  <a:off x="6716000" y="490350"/>
                  <a:ext cx="297725" cy="1275100"/>
                </a:xfrm>
                <a:custGeom>
                  <a:rect b="b" l="l" r="r" t="t"/>
                  <a:pathLst>
                    <a:path extrusionOk="0" fill="none" h="51004" w="11909">
                      <a:moveTo>
                        <a:pt x="1201" y="1"/>
                      </a:moveTo>
                      <a:cubicBezTo>
                        <a:pt x="1201" y="2436"/>
                        <a:pt x="701" y="22684"/>
                        <a:pt x="2035" y="22750"/>
                      </a:cubicBezTo>
                      <a:cubicBezTo>
                        <a:pt x="4203" y="22817"/>
                        <a:pt x="6939" y="22217"/>
                        <a:pt x="7039" y="25185"/>
                      </a:cubicBezTo>
                      <a:cubicBezTo>
                        <a:pt x="7105" y="26386"/>
                        <a:pt x="7773" y="30723"/>
                        <a:pt x="6171" y="31156"/>
                      </a:cubicBezTo>
                      <a:cubicBezTo>
                        <a:pt x="5604" y="31290"/>
                        <a:pt x="5004" y="31123"/>
                        <a:pt x="4437" y="31090"/>
                      </a:cubicBezTo>
                      <a:cubicBezTo>
                        <a:pt x="0" y="30656"/>
                        <a:pt x="1401" y="34125"/>
                        <a:pt x="1401" y="36927"/>
                      </a:cubicBezTo>
                      <a:cubicBezTo>
                        <a:pt x="1401" y="40463"/>
                        <a:pt x="467" y="45466"/>
                        <a:pt x="1401" y="48869"/>
                      </a:cubicBezTo>
                      <a:cubicBezTo>
                        <a:pt x="2002" y="51004"/>
                        <a:pt x="3036" y="50370"/>
                        <a:pt x="5404" y="50370"/>
                      </a:cubicBezTo>
                      <a:lnTo>
                        <a:pt x="11909" y="50370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05" name="Google Shape;3705;p72"/>
                <p:cNvSpPr/>
                <p:nvPr/>
              </p:nvSpPr>
              <p:spPr>
                <a:xfrm>
                  <a:off x="5208250" y="135925"/>
                  <a:ext cx="2300000" cy="1040775"/>
                </a:xfrm>
                <a:custGeom>
                  <a:rect b="b" l="l" r="r" t="t"/>
                  <a:pathLst>
                    <a:path extrusionOk="0" fill="none" h="41631" w="92000">
                      <a:moveTo>
                        <a:pt x="91032" y="41631"/>
                      </a:moveTo>
                      <a:cubicBezTo>
                        <a:pt x="91066" y="33958"/>
                        <a:pt x="91299" y="29989"/>
                        <a:pt x="91333" y="22317"/>
                      </a:cubicBezTo>
                      <a:cubicBezTo>
                        <a:pt x="91333" y="19982"/>
                        <a:pt x="92000" y="601"/>
                        <a:pt x="90765" y="601"/>
                      </a:cubicBezTo>
                      <a:cubicBezTo>
                        <a:pt x="73687" y="635"/>
                        <a:pt x="56574" y="635"/>
                        <a:pt x="39462" y="668"/>
                      </a:cubicBezTo>
                      <a:cubicBezTo>
                        <a:pt x="30889" y="701"/>
                        <a:pt x="22350" y="701"/>
                        <a:pt x="13777" y="735"/>
                      </a:cubicBezTo>
                      <a:cubicBezTo>
                        <a:pt x="11742" y="735"/>
                        <a:pt x="9674" y="735"/>
                        <a:pt x="7639" y="735"/>
                      </a:cubicBezTo>
                      <a:cubicBezTo>
                        <a:pt x="6339" y="735"/>
                        <a:pt x="1969" y="1"/>
                        <a:pt x="968" y="735"/>
                      </a:cubicBezTo>
                      <a:cubicBezTo>
                        <a:pt x="1" y="1469"/>
                        <a:pt x="401" y="3637"/>
                        <a:pt x="401" y="4938"/>
                      </a:cubicBezTo>
                      <a:cubicBezTo>
                        <a:pt x="401" y="13344"/>
                        <a:pt x="434" y="21750"/>
                        <a:pt x="434" y="30156"/>
                      </a:cubicBez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06" name="Google Shape;3706;p72"/>
                <p:cNvSpPr/>
                <p:nvPr/>
              </p:nvSpPr>
              <p:spPr>
                <a:xfrm>
                  <a:off x="5058975" y="507025"/>
                  <a:ext cx="381125" cy="617975"/>
                </a:xfrm>
                <a:custGeom>
                  <a:rect b="b" l="l" r="r" t="t"/>
                  <a:pathLst>
                    <a:path extrusionOk="0" fill="none" h="24719" w="15245">
                      <a:moveTo>
                        <a:pt x="1" y="1"/>
                      </a:moveTo>
                      <a:lnTo>
                        <a:pt x="501" y="22283"/>
                      </a:lnTo>
                      <a:cubicBezTo>
                        <a:pt x="534" y="23351"/>
                        <a:pt x="368" y="24518"/>
                        <a:pt x="1402" y="24518"/>
                      </a:cubicBezTo>
                      <a:lnTo>
                        <a:pt x="15245" y="24718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07" name="Google Shape;3707;p72"/>
                <p:cNvSpPr/>
                <p:nvPr/>
              </p:nvSpPr>
              <p:spPr>
                <a:xfrm>
                  <a:off x="5429250" y="338575"/>
                  <a:ext cx="35875" cy="1509450"/>
                </a:xfrm>
                <a:custGeom>
                  <a:rect b="b" l="l" r="r" t="t"/>
                  <a:pathLst>
                    <a:path extrusionOk="0" fill="none" h="60378" w="1435">
                      <a:moveTo>
                        <a:pt x="0" y="1"/>
                      </a:moveTo>
                      <a:cubicBezTo>
                        <a:pt x="467" y="20148"/>
                        <a:pt x="934" y="40263"/>
                        <a:pt x="1435" y="60377"/>
                      </a:cubicBez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08" name="Google Shape;3708;p72"/>
                <p:cNvSpPr/>
                <p:nvPr/>
              </p:nvSpPr>
              <p:spPr>
                <a:xfrm>
                  <a:off x="4875525" y="1289250"/>
                  <a:ext cx="373625" cy="25"/>
                </a:xfrm>
                <a:custGeom>
                  <a:rect b="b" l="l" r="r" t="t"/>
                  <a:pathLst>
                    <a:path extrusionOk="0" fill="none" h="1" w="14945">
                      <a:moveTo>
                        <a:pt x="0" y="1"/>
                      </a:moveTo>
                      <a:lnTo>
                        <a:pt x="14944" y="1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09" name="Google Shape;3709;p72"/>
                <p:cNvSpPr/>
                <p:nvPr/>
              </p:nvSpPr>
              <p:spPr>
                <a:xfrm>
                  <a:off x="4885525" y="1681200"/>
                  <a:ext cx="373625" cy="25"/>
                </a:xfrm>
                <a:custGeom>
                  <a:rect b="b" l="l" r="r" t="t"/>
                  <a:pathLst>
                    <a:path extrusionOk="0" fill="none" h="1" w="14945">
                      <a:moveTo>
                        <a:pt x="0" y="1"/>
                      </a:moveTo>
                      <a:lnTo>
                        <a:pt x="14944" y="1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10" name="Google Shape;3710;p72"/>
                <p:cNvSpPr/>
                <p:nvPr/>
              </p:nvSpPr>
              <p:spPr>
                <a:xfrm>
                  <a:off x="5074825" y="1463550"/>
                  <a:ext cx="373625" cy="25"/>
                </a:xfrm>
                <a:custGeom>
                  <a:rect b="b" l="l" r="r" t="t"/>
                  <a:pathLst>
                    <a:path extrusionOk="0" fill="none" h="1" w="14945">
                      <a:moveTo>
                        <a:pt x="1" y="0"/>
                      </a:moveTo>
                      <a:lnTo>
                        <a:pt x="14945" y="0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11" name="Google Shape;3711;p72"/>
                <p:cNvSpPr/>
                <p:nvPr/>
              </p:nvSpPr>
              <p:spPr>
                <a:xfrm>
                  <a:off x="7127950" y="271025"/>
                  <a:ext cx="212675" cy="993250"/>
                </a:xfrm>
                <a:custGeom>
                  <a:rect b="b" l="l" r="r" t="t"/>
                  <a:pathLst>
                    <a:path extrusionOk="0" fill="none" h="39730" w="8507">
                      <a:moveTo>
                        <a:pt x="8507" y="1"/>
                      </a:moveTo>
                      <a:lnTo>
                        <a:pt x="8507" y="4070"/>
                      </a:lnTo>
                      <a:cubicBezTo>
                        <a:pt x="8507" y="4971"/>
                        <a:pt x="7740" y="5738"/>
                        <a:pt x="6839" y="5738"/>
                      </a:cubicBezTo>
                      <a:lnTo>
                        <a:pt x="735" y="5738"/>
                      </a:lnTo>
                      <a:cubicBezTo>
                        <a:pt x="334" y="5738"/>
                        <a:pt x="1" y="6072"/>
                        <a:pt x="1" y="6472"/>
                      </a:cubicBezTo>
                      <a:lnTo>
                        <a:pt x="1" y="39729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12" name="Google Shape;3712;p72"/>
                <p:cNvSpPr/>
                <p:nvPr/>
              </p:nvSpPr>
              <p:spPr>
                <a:xfrm>
                  <a:off x="7134625" y="1356800"/>
                  <a:ext cx="344450" cy="511225"/>
                </a:xfrm>
                <a:custGeom>
                  <a:rect b="b" l="l" r="r" t="t"/>
                  <a:pathLst>
                    <a:path extrusionOk="0" fill="none" h="20449" w="13778">
                      <a:moveTo>
                        <a:pt x="13777" y="1"/>
                      </a:moveTo>
                      <a:lnTo>
                        <a:pt x="13777" y="20449"/>
                      </a:lnTo>
                      <a:lnTo>
                        <a:pt x="1" y="20449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13" name="Google Shape;3713;p72"/>
                <p:cNvSpPr/>
                <p:nvPr/>
              </p:nvSpPr>
              <p:spPr>
                <a:xfrm>
                  <a:off x="7132950" y="1099125"/>
                  <a:ext cx="174325" cy="25"/>
                </a:xfrm>
                <a:custGeom>
                  <a:rect b="b" l="l" r="r" t="t"/>
                  <a:pathLst>
                    <a:path extrusionOk="0" fill="none" h="1" w="6973">
                      <a:moveTo>
                        <a:pt x="1" y="0"/>
                      </a:moveTo>
                      <a:lnTo>
                        <a:pt x="6973" y="0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14" name="Google Shape;3714;p72"/>
                <p:cNvSpPr/>
                <p:nvPr/>
              </p:nvSpPr>
              <p:spPr>
                <a:xfrm>
                  <a:off x="7210525" y="903150"/>
                  <a:ext cx="288550" cy="25"/>
                </a:xfrm>
                <a:custGeom>
                  <a:rect b="b" l="l" r="r" t="t"/>
                  <a:pathLst>
                    <a:path extrusionOk="0" fill="none" h="1" w="11542">
                      <a:moveTo>
                        <a:pt x="0" y="0"/>
                      </a:moveTo>
                      <a:lnTo>
                        <a:pt x="11542" y="0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15" name="Google Shape;3715;p72"/>
                <p:cNvSpPr/>
                <p:nvPr/>
              </p:nvSpPr>
              <p:spPr>
                <a:xfrm>
                  <a:off x="7328925" y="1646175"/>
                  <a:ext cx="149300" cy="25"/>
                </a:xfrm>
                <a:custGeom>
                  <a:rect b="b" l="l" r="r" t="t"/>
                  <a:pathLst>
                    <a:path extrusionOk="0" fill="none" h="1" w="5972">
                      <a:moveTo>
                        <a:pt x="1" y="1"/>
                      </a:moveTo>
                      <a:lnTo>
                        <a:pt x="5972" y="1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16" name="Google Shape;3716;p72"/>
                <p:cNvSpPr/>
                <p:nvPr/>
              </p:nvSpPr>
              <p:spPr>
                <a:xfrm>
                  <a:off x="7269725" y="557075"/>
                  <a:ext cx="219350" cy="25"/>
                </a:xfrm>
                <a:custGeom>
                  <a:rect b="b" l="l" r="r" t="t"/>
                  <a:pathLst>
                    <a:path extrusionOk="0" fill="none" h="1" w="8774">
                      <a:moveTo>
                        <a:pt x="1" y="0"/>
                      </a:moveTo>
                      <a:lnTo>
                        <a:pt x="8773" y="0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17" name="Google Shape;3717;p72"/>
                <p:cNvSpPr/>
                <p:nvPr/>
              </p:nvSpPr>
              <p:spPr>
                <a:xfrm>
                  <a:off x="7142975" y="712175"/>
                  <a:ext cx="174300" cy="25"/>
                </a:xfrm>
                <a:custGeom>
                  <a:rect b="b" l="l" r="r" t="t"/>
                  <a:pathLst>
                    <a:path extrusionOk="0" fill="none" h="1" w="6972">
                      <a:moveTo>
                        <a:pt x="0" y="1"/>
                      </a:moveTo>
                      <a:lnTo>
                        <a:pt x="6972" y="1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18" name="Google Shape;3718;p72"/>
                <p:cNvSpPr/>
                <p:nvPr/>
              </p:nvSpPr>
              <p:spPr>
                <a:xfrm>
                  <a:off x="6374075" y="154275"/>
                  <a:ext cx="25" cy="1486925"/>
                </a:xfrm>
                <a:custGeom>
                  <a:rect b="b" l="l" r="r" t="t"/>
                  <a:pathLst>
                    <a:path extrusionOk="0" fill="none" h="59477" w="1">
                      <a:moveTo>
                        <a:pt x="1" y="59477"/>
                      </a:moveTo>
                      <a:lnTo>
                        <a:pt x="1" y="1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19" name="Google Shape;3719;p72"/>
                <p:cNvSpPr/>
                <p:nvPr/>
              </p:nvSpPr>
              <p:spPr>
                <a:xfrm>
                  <a:off x="5610200" y="1504400"/>
                  <a:ext cx="668850" cy="171000"/>
                </a:xfrm>
                <a:custGeom>
                  <a:rect b="b" l="l" r="r" t="t"/>
                  <a:pathLst>
                    <a:path extrusionOk="0" fill="none" h="6840" w="26754">
                      <a:moveTo>
                        <a:pt x="635" y="1"/>
                      </a:moveTo>
                      <a:cubicBezTo>
                        <a:pt x="635" y="1168"/>
                        <a:pt x="1" y="4871"/>
                        <a:pt x="635" y="5772"/>
                      </a:cubicBezTo>
                      <a:cubicBezTo>
                        <a:pt x="1368" y="6839"/>
                        <a:pt x="4304" y="6305"/>
                        <a:pt x="5705" y="6305"/>
                      </a:cubicBezTo>
                      <a:lnTo>
                        <a:pt x="26753" y="6305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20" name="Google Shape;3720;p72"/>
                <p:cNvSpPr/>
                <p:nvPr/>
              </p:nvSpPr>
              <p:spPr>
                <a:xfrm>
                  <a:off x="5593525" y="247675"/>
                  <a:ext cx="798925" cy="1236750"/>
                </a:xfrm>
                <a:custGeom>
                  <a:rect b="b" l="l" r="r" t="t"/>
                  <a:pathLst>
                    <a:path extrusionOk="0" fill="none" h="49470" w="31957">
                      <a:moveTo>
                        <a:pt x="23784" y="1"/>
                      </a:moveTo>
                      <a:lnTo>
                        <a:pt x="23784" y="5371"/>
                      </a:lnTo>
                      <a:cubicBezTo>
                        <a:pt x="23784" y="5371"/>
                        <a:pt x="16379" y="5571"/>
                        <a:pt x="14144" y="5571"/>
                      </a:cubicBezTo>
                      <a:lnTo>
                        <a:pt x="8040" y="5571"/>
                      </a:lnTo>
                      <a:cubicBezTo>
                        <a:pt x="6138" y="5571"/>
                        <a:pt x="3370" y="5671"/>
                        <a:pt x="1735" y="5705"/>
                      </a:cubicBezTo>
                      <a:cubicBezTo>
                        <a:pt x="1001" y="5738"/>
                        <a:pt x="434" y="6339"/>
                        <a:pt x="368" y="7072"/>
                      </a:cubicBezTo>
                      <a:cubicBezTo>
                        <a:pt x="234" y="9641"/>
                        <a:pt x="1" y="15412"/>
                        <a:pt x="801" y="17580"/>
                      </a:cubicBezTo>
                      <a:cubicBezTo>
                        <a:pt x="1368" y="19148"/>
                        <a:pt x="935" y="18814"/>
                        <a:pt x="2936" y="18981"/>
                      </a:cubicBezTo>
                      <a:cubicBezTo>
                        <a:pt x="4971" y="19148"/>
                        <a:pt x="7072" y="18981"/>
                        <a:pt x="9107" y="18981"/>
                      </a:cubicBezTo>
                      <a:lnTo>
                        <a:pt x="18214" y="18981"/>
                      </a:lnTo>
                      <a:cubicBezTo>
                        <a:pt x="19348" y="18981"/>
                        <a:pt x="21816" y="18514"/>
                        <a:pt x="22784" y="18981"/>
                      </a:cubicBezTo>
                      <a:cubicBezTo>
                        <a:pt x="24185" y="19648"/>
                        <a:pt x="23784" y="20215"/>
                        <a:pt x="23784" y="22050"/>
                      </a:cubicBezTo>
                      <a:lnTo>
                        <a:pt x="23784" y="36293"/>
                      </a:lnTo>
                      <a:cubicBezTo>
                        <a:pt x="23784" y="37928"/>
                        <a:pt x="24385" y="40630"/>
                        <a:pt x="23017" y="41364"/>
                      </a:cubicBezTo>
                      <a:cubicBezTo>
                        <a:pt x="22483" y="41664"/>
                        <a:pt x="20916" y="41364"/>
                        <a:pt x="20315" y="41364"/>
                      </a:cubicBezTo>
                      <a:lnTo>
                        <a:pt x="9674" y="41364"/>
                      </a:lnTo>
                      <a:cubicBezTo>
                        <a:pt x="8807" y="41364"/>
                        <a:pt x="8106" y="42064"/>
                        <a:pt x="8073" y="42931"/>
                      </a:cubicBezTo>
                      <a:cubicBezTo>
                        <a:pt x="8040" y="44599"/>
                        <a:pt x="7940" y="46300"/>
                        <a:pt x="8040" y="47935"/>
                      </a:cubicBezTo>
                      <a:cubicBezTo>
                        <a:pt x="8073" y="48802"/>
                        <a:pt x="8840" y="49469"/>
                        <a:pt x="9741" y="49436"/>
                      </a:cubicBezTo>
                      <a:cubicBezTo>
                        <a:pt x="17113" y="49036"/>
                        <a:pt x="24552" y="49436"/>
                        <a:pt x="31957" y="49436"/>
                      </a:cubicBez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21" name="Google Shape;3721;p72"/>
                <p:cNvSpPr/>
                <p:nvPr/>
              </p:nvSpPr>
              <p:spPr>
                <a:xfrm>
                  <a:off x="5636050" y="1092450"/>
                  <a:ext cx="386975" cy="233525"/>
                </a:xfrm>
                <a:custGeom>
                  <a:rect b="b" l="l" r="r" t="t"/>
                  <a:pathLst>
                    <a:path extrusionOk="0" fill="none" h="9341" w="15479">
                      <a:moveTo>
                        <a:pt x="1" y="9341"/>
                      </a:moveTo>
                      <a:cubicBezTo>
                        <a:pt x="1" y="7239"/>
                        <a:pt x="68" y="5138"/>
                        <a:pt x="34" y="3003"/>
                      </a:cubicBezTo>
                      <a:cubicBezTo>
                        <a:pt x="1" y="401"/>
                        <a:pt x="68" y="434"/>
                        <a:pt x="2736" y="267"/>
                      </a:cubicBezTo>
                      <a:cubicBezTo>
                        <a:pt x="6973" y="1"/>
                        <a:pt x="11242" y="468"/>
                        <a:pt x="15479" y="468"/>
                      </a:cubicBez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22" name="Google Shape;3722;p72"/>
                <p:cNvSpPr/>
                <p:nvPr/>
              </p:nvSpPr>
              <p:spPr>
                <a:xfrm>
                  <a:off x="5419250" y="898150"/>
                  <a:ext cx="555400" cy="25"/>
                </a:xfrm>
                <a:custGeom>
                  <a:rect b="b" l="l" r="r" t="t"/>
                  <a:pathLst>
                    <a:path extrusionOk="0" fill="none" h="1" w="22216">
                      <a:moveTo>
                        <a:pt x="22216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23" name="Google Shape;3723;p72"/>
                <p:cNvSpPr/>
                <p:nvPr/>
              </p:nvSpPr>
              <p:spPr>
                <a:xfrm>
                  <a:off x="5806175" y="547050"/>
                  <a:ext cx="583775" cy="25"/>
                </a:xfrm>
                <a:custGeom>
                  <a:rect b="b" l="l" r="r" t="t"/>
                  <a:pathLst>
                    <a:path extrusionOk="0" fill="none" h="1" w="23351">
                      <a:moveTo>
                        <a:pt x="1" y="1"/>
                      </a:moveTo>
                      <a:lnTo>
                        <a:pt x="23351" y="1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24" name="Google Shape;3724;p72"/>
                <p:cNvSpPr/>
                <p:nvPr/>
              </p:nvSpPr>
              <p:spPr>
                <a:xfrm>
                  <a:off x="7656675" y="957550"/>
                  <a:ext cx="118575" cy="280975"/>
                </a:xfrm>
                <a:custGeom>
                  <a:rect b="b" l="l" r="r" t="t"/>
                  <a:pathLst>
                    <a:path extrusionOk="0" h="11239" w="4743">
                      <a:moveTo>
                        <a:pt x="1935" y="1"/>
                      </a:moveTo>
                      <a:cubicBezTo>
                        <a:pt x="1910" y="1"/>
                        <a:pt x="1885" y="9"/>
                        <a:pt x="1868" y="26"/>
                      </a:cubicBezTo>
                      <a:cubicBezTo>
                        <a:pt x="1768" y="159"/>
                        <a:pt x="1768" y="360"/>
                        <a:pt x="1768" y="526"/>
                      </a:cubicBezTo>
                      <a:cubicBezTo>
                        <a:pt x="1802" y="760"/>
                        <a:pt x="1802" y="993"/>
                        <a:pt x="1802" y="1194"/>
                      </a:cubicBezTo>
                      <a:cubicBezTo>
                        <a:pt x="1835" y="1661"/>
                        <a:pt x="1835" y="2128"/>
                        <a:pt x="1868" y="2595"/>
                      </a:cubicBezTo>
                      <a:cubicBezTo>
                        <a:pt x="1868" y="3462"/>
                        <a:pt x="1902" y="4362"/>
                        <a:pt x="1935" y="5263"/>
                      </a:cubicBezTo>
                      <a:cubicBezTo>
                        <a:pt x="1968" y="6130"/>
                        <a:pt x="2002" y="7031"/>
                        <a:pt x="2002" y="7932"/>
                      </a:cubicBezTo>
                      <a:cubicBezTo>
                        <a:pt x="2035" y="8699"/>
                        <a:pt x="2002" y="9499"/>
                        <a:pt x="2035" y="10300"/>
                      </a:cubicBezTo>
                      <a:cubicBezTo>
                        <a:pt x="1768" y="9833"/>
                        <a:pt x="1501" y="9333"/>
                        <a:pt x="1234" y="8832"/>
                      </a:cubicBezTo>
                      <a:cubicBezTo>
                        <a:pt x="1034" y="8499"/>
                        <a:pt x="868" y="8165"/>
                        <a:pt x="701" y="7832"/>
                      </a:cubicBezTo>
                      <a:cubicBezTo>
                        <a:pt x="601" y="7665"/>
                        <a:pt x="501" y="7498"/>
                        <a:pt x="401" y="7331"/>
                      </a:cubicBezTo>
                      <a:cubicBezTo>
                        <a:pt x="367" y="7231"/>
                        <a:pt x="300" y="7164"/>
                        <a:pt x="200" y="7131"/>
                      </a:cubicBezTo>
                      <a:lnTo>
                        <a:pt x="167" y="7098"/>
                      </a:lnTo>
                      <a:cubicBezTo>
                        <a:pt x="155" y="7074"/>
                        <a:pt x="131" y="7063"/>
                        <a:pt x="104" y="7063"/>
                      </a:cubicBezTo>
                      <a:cubicBezTo>
                        <a:pt x="56" y="7063"/>
                        <a:pt x="0" y="7100"/>
                        <a:pt x="0" y="7164"/>
                      </a:cubicBezTo>
                      <a:cubicBezTo>
                        <a:pt x="34" y="7231"/>
                        <a:pt x="0" y="7265"/>
                        <a:pt x="0" y="7331"/>
                      </a:cubicBezTo>
                      <a:cubicBezTo>
                        <a:pt x="0" y="7398"/>
                        <a:pt x="67" y="7498"/>
                        <a:pt x="67" y="7565"/>
                      </a:cubicBezTo>
                      <a:cubicBezTo>
                        <a:pt x="134" y="7732"/>
                        <a:pt x="200" y="7898"/>
                        <a:pt x="300" y="8065"/>
                      </a:cubicBezTo>
                      <a:cubicBezTo>
                        <a:pt x="434" y="8399"/>
                        <a:pt x="601" y="8766"/>
                        <a:pt x="767" y="9099"/>
                      </a:cubicBezTo>
                      <a:cubicBezTo>
                        <a:pt x="1134" y="9766"/>
                        <a:pt x="1468" y="10433"/>
                        <a:pt x="1868" y="11101"/>
                      </a:cubicBezTo>
                      <a:cubicBezTo>
                        <a:pt x="1916" y="11196"/>
                        <a:pt x="2002" y="11238"/>
                        <a:pt x="2089" y="11238"/>
                      </a:cubicBezTo>
                      <a:cubicBezTo>
                        <a:pt x="2185" y="11238"/>
                        <a:pt x="2283" y="11188"/>
                        <a:pt x="2335" y="11101"/>
                      </a:cubicBezTo>
                      <a:cubicBezTo>
                        <a:pt x="2402" y="11034"/>
                        <a:pt x="2435" y="10967"/>
                        <a:pt x="2469" y="10900"/>
                      </a:cubicBezTo>
                      <a:cubicBezTo>
                        <a:pt x="2535" y="10867"/>
                        <a:pt x="2569" y="10800"/>
                        <a:pt x="2602" y="10700"/>
                      </a:cubicBezTo>
                      <a:cubicBezTo>
                        <a:pt x="3269" y="9633"/>
                        <a:pt x="3970" y="8532"/>
                        <a:pt x="4604" y="7431"/>
                      </a:cubicBezTo>
                      <a:cubicBezTo>
                        <a:pt x="4742" y="7200"/>
                        <a:pt x="4560" y="7000"/>
                        <a:pt x="4369" y="7000"/>
                      </a:cubicBezTo>
                      <a:cubicBezTo>
                        <a:pt x="4284" y="7000"/>
                        <a:pt x="4198" y="7039"/>
                        <a:pt x="4137" y="7131"/>
                      </a:cubicBezTo>
                      <a:cubicBezTo>
                        <a:pt x="3603" y="7965"/>
                        <a:pt x="3102" y="8799"/>
                        <a:pt x="2602" y="9633"/>
                      </a:cubicBezTo>
                      <a:cubicBezTo>
                        <a:pt x="2569" y="9066"/>
                        <a:pt x="2535" y="8499"/>
                        <a:pt x="2535" y="7932"/>
                      </a:cubicBezTo>
                      <a:cubicBezTo>
                        <a:pt x="2502" y="7031"/>
                        <a:pt x="2469" y="6130"/>
                        <a:pt x="2435" y="5263"/>
                      </a:cubicBezTo>
                      <a:cubicBezTo>
                        <a:pt x="2402" y="4362"/>
                        <a:pt x="2335" y="3462"/>
                        <a:pt x="2302" y="2595"/>
                      </a:cubicBezTo>
                      <a:cubicBezTo>
                        <a:pt x="2269" y="2128"/>
                        <a:pt x="2235" y="1661"/>
                        <a:pt x="2202" y="1194"/>
                      </a:cubicBezTo>
                      <a:cubicBezTo>
                        <a:pt x="2202" y="993"/>
                        <a:pt x="2168" y="760"/>
                        <a:pt x="2168" y="526"/>
                      </a:cubicBezTo>
                      <a:cubicBezTo>
                        <a:pt x="2135" y="360"/>
                        <a:pt x="2135" y="159"/>
                        <a:pt x="2002" y="26"/>
                      </a:cubicBezTo>
                      <a:cubicBezTo>
                        <a:pt x="1985" y="9"/>
                        <a:pt x="1960" y="1"/>
                        <a:pt x="1935" y="1"/>
                      </a:cubicBezTo>
                      <a:close/>
                    </a:path>
                  </a:pathLst>
                </a:custGeom>
                <a:solidFill>
                  <a:srgbClr val="5CC9BF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25" name="Google Shape;3725;p72"/>
                <p:cNvSpPr/>
                <p:nvPr/>
              </p:nvSpPr>
              <p:spPr>
                <a:xfrm>
                  <a:off x="4846325" y="323575"/>
                  <a:ext cx="2311675" cy="1534450"/>
                </a:xfrm>
                <a:custGeom>
                  <a:rect b="b" l="l" r="r" t="t"/>
                  <a:pathLst>
                    <a:path extrusionOk="0" fill="none" h="61378" w="92467">
                      <a:moveTo>
                        <a:pt x="1" y="5004"/>
                      </a:moveTo>
                      <a:cubicBezTo>
                        <a:pt x="268" y="15211"/>
                        <a:pt x="601" y="25452"/>
                        <a:pt x="1001" y="35692"/>
                      </a:cubicBezTo>
                      <a:cubicBezTo>
                        <a:pt x="1168" y="40796"/>
                        <a:pt x="1402" y="45933"/>
                        <a:pt x="1602" y="51037"/>
                      </a:cubicBezTo>
                      <a:cubicBezTo>
                        <a:pt x="1769" y="54506"/>
                        <a:pt x="234" y="61211"/>
                        <a:pt x="5004" y="61211"/>
                      </a:cubicBezTo>
                      <a:cubicBezTo>
                        <a:pt x="33858" y="61211"/>
                        <a:pt x="62679" y="61311"/>
                        <a:pt x="91533" y="61377"/>
                      </a:cubicBezTo>
                      <a:cubicBezTo>
                        <a:pt x="91599" y="57942"/>
                        <a:pt x="92166" y="54539"/>
                        <a:pt x="92166" y="51103"/>
                      </a:cubicBezTo>
                      <a:cubicBezTo>
                        <a:pt x="92166" y="50103"/>
                        <a:pt x="92467" y="47301"/>
                        <a:pt x="91633" y="46567"/>
                      </a:cubicBezTo>
                      <a:cubicBezTo>
                        <a:pt x="90899" y="45933"/>
                        <a:pt x="87430" y="46533"/>
                        <a:pt x="86429" y="46500"/>
                      </a:cubicBezTo>
                      <a:cubicBezTo>
                        <a:pt x="85762" y="43665"/>
                        <a:pt x="86229" y="40096"/>
                        <a:pt x="86196" y="37127"/>
                      </a:cubicBezTo>
                      <a:cubicBezTo>
                        <a:pt x="86162" y="32557"/>
                        <a:pt x="86095" y="28020"/>
                        <a:pt x="86029" y="23484"/>
                      </a:cubicBezTo>
                      <a:cubicBezTo>
                        <a:pt x="85995" y="19047"/>
                        <a:pt x="85962" y="14611"/>
                        <a:pt x="85895" y="10174"/>
                      </a:cubicBezTo>
                      <a:cubicBezTo>
                        <a:pt x="85895" y="7973"/>
                        <a:pt x="85995" y="5704"/>
                        <a:pt x="85829" y="3536"/>
                      </a:cubicBezTo>
                      <a:cubicBezTo>
                        <a:pt x="85528" y="0"/>
                        <a:pt x="80658" y="1301"/>
                        <a:pt x="77956" y="1234"/>
                      </a:cubicBezTo>
                      <a:cubicBezTo>
                        <a:pt x="74887" y="1201"/>
                        <a:pt x="71819" y="1101"/>
                        <a:pt x="68750" y="1068"/>
                      </a:cubicBezTo>
                      <a:cubicBezTo>
                        <a:pt x="69417" y="1134"/>
                        <a:pt x="69317" y="48702"/>
                        <a:pt x="69350" y="51370"/>
                      </a:cubicBezTo>
                      <a:lnTo>
                        <a:pt x="69384" y="54573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726" name="Google Shape;3726;p72"/>
            <p:cNvGrpSpPr/>
            <p:nvPr/>
          </p:nvGrpSpPr>
          <p:grpSpPr>
            <a:xfrm>
              <a:off x="4456381" y="1942093"/>
              <a:ext cx="3657062" cy="2446599"/>
              <a:chOff x="4456381" y="1942093"/>
              <a:chExt cx="3657062" cy="2446599"/>
            </a:xfrm>
          </p:grpSpPr>
          <p:grpSp>
            <p:nvGrpSpPr>
              <p:cNvPr id="3727" name="Google Shape;3727;p72"/>
              <p:cNvGrpSpPr/>
              <p:nvPr/>
            </p:nvGrpSpPr>
            <p:grpSpPr>
              <a:xfrm>
                <a:off x="4456381" y="1942093"/>
                <a:ext cx="3657062" cy="2405081"/>
                <a:chOff x="4429144" y="1824993"/>
                <a:chExt cx="3657062" cy="2405081"/>
              </a:xfrm>
            </p:grpSpPr>
            <p:sp>
              <p:nvSpPr>
                <p:cNvPr id="3728" name="Google Shape;3728;p72"/>
                <p:cNvSpPr/>
                <p:nvPr/>
              </p:nvSpPr>
              <p:spPr>
                <a:xfrm>
                  <a:off x="6702839" y="2842405"/>
                  <a:ext cx="111650" cy="294704"/>
                </a:xfrm>
                <a:custGeom>
                  <a:rect b="b" l="l" r="r" t="t"/>
                  <a:pathLst>
                    <a:path extrusionOk="0" h="14177" w="5371">
                      <a:moveTo>
                        <a:pt x="2414" y="0"/>
                      </a:moveTo>
                      <a:cubicBezTo>
                        <a:pt x="2139" y="0"/>
                        <a:pt x="1843" y="100"/>
                        <a:pt x="1535" y="332"/>
                      </a:cubicBezTo>
                      <a:cubicBezTo>
                        <a:pt x="234" y="1333"/>
                        <a:pt x="234" y="3802"/>
                        <a:pt x="334" y="5236"/>
                      </a:cubicBezTo>
                      <a:cubicBezTo>
                        <a:pt x="501" y="7571"/>
                        <a:pt x="0" y="9806"/>
                        <a:pt x="134" y="12108"/>
                      </a:cubicBezTo>
                      <a:cubicBezTo>
                        <a:pt x="167" y="12875"/>
                        <a:pt x="467" y="13709"/>
                        <a:pt x="1168" y="14042"/>
                      </a:cubicBezTo>
                      <a:cubicBezTo>
                        <a:pt x="1367" y="14134"/>
                        <a:pt x="1594" y="14177"/>
                        <a:pt x="1826" y="14177"/>
                      </a:cubicBezTo>
                      <a:cubicBezTo>
                        <a:pt x="2101" y="14177"/>
                        <a:pt x="2383" y="14117"/>
                        <a:pt x="2636" y="14009"/>
                      </a:cubicBezTo>
                      <a:cubicBezTo>
                        <a:pt x="5371" y="13042"/>
                        <a:pt x="5171" y="9672"/>
                        <a:pt x="4237" y="7504"/>
                      </a:cubicBezTo>
                      <a:cubicBezTo>
                        <a:pt x="4203" y="7438"/>
                        <a:pt x="4170" y="7371"/>
                        <a:pt x="4170" y="7337"/>
                      </a:cubicBezTo>
                      <a:cubicBezTo>
                        <a:pt x="4037" y="7071"/>
                        <a:pt x="3937" y="6770"/>
                        <a:pt x="3937" y="6470"/>
                      </a:cubicBezTo>
                      <a:cubicBezTo>
                        <a:pt x="3903" y="6203"/>
                        <a:pt x="3970" y="5936"/>
                        <a:pt x="4037" y="5670"/>
                      </a:cubicBezTo>
                      <a:cubicBezTo>
                        <a:pt x="4303" y="4502"/>
                        <a:pt x="4337" y="3301"/>
                        <a:pt x="4203" y="2134"/>
                      </a:cubicBezTo>
                      <a:cubicBezTo>
                        <a:pt x="4074" y="1177"/>
                        <a:pt x="3364" y="0"/>
                        <a:pt x="2414" y="0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29" name="Google Shape;3729;p72"/>
                <p:cNvSpPr/>
                <p:nvPr/>
              </p:nvSpPr>
              <p:spPr>
                <a:xfrm>
                  <a:off x="6440958" y="2144527"/>
                  <a:ext cx="379081" cy="812376"/>
                </a:xfrm>
                <a:custGeom>
                  <a:rect b="b" l="l" r="r" t="t"/>
                  <a:pathLst>
                    <a:path extrusionOk="0" h="39080" w="18236">
                      <a:moveTo>
                        <a:pt x="2970" y="0"/>
                      </a:moveTo>
                      <a:cubicBezTo>
                        <a:pt x="1" y="0"/>
                        <a:pt x="2352" y="4659"/>
                        <a:pt x="4326" y="8219"/>
                      </a:cubicBezTo>
                      <a:cubicBezTo>
                        <a:pt x="5226" y="9821"/>
                        <a:pt x="6060" y="11222"/>
                        <a:pt x="6327" y="11889"/>
                      </a:cubicBezTo>
                      <a:cubicBezTo>
                        <a:pt x="9029" y="19094"/>
                        <a:pt x="10997" y="31303"/>
                        <a:pt x="10830" y="39075"/>
                      </a:cubicBezTo>
                      <a:cubicBezTo>
                        <a:pt x="10925" y="39078"/>
                        <a:pt x="11022" y="39079"/>
                        <a:pt x="11121" y="39079"/>
                      </a:cubicBezTo>
                      <a:cubicBezTo>
                        <a:pt x="12544" y="39079"/>
                        <a:pt x="14373" y="38793"/>
                        <a:pt x="16011" y="38793"/>
                      </a:cubicBezTo>
                      <a:cubicBezTo>
                        <a:pt x="16825" y="38793"/>
                        <a:pt x="17591" y="38863"/>
                        <a:pt x="18236" y="39075"/>
                      </a:cubicBezTo>
                      <a:cubicBezTo>
                        <a:pt x="18069" y="31369"/>
                        <a:pt x="17035" y="20528"/>
                        <a:pt x="16034" y="13156"/>
                      </a:cubicBezTo>
                      <a:cubicBezTo>
                        <a:pt x="14867" y="4750"/>
                        <a:pt x="12031" y="781"/>
                        <a:pt x="3258" y="14"/>
                      </a:cubicBezTo>
                      <a:cubicBezTo>
                        <a:pt x="3157" y="5"/>
                        <a:pt x="3061" y="0"/>
                        <a:pt x="297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30" name="Google Shape;3730;p72"/>
                <p:cNvSpPr/>
                <p:nvPr/>
              </p:nvSpPr>
              <p:spPr>
                <a:xfrm>
                  <a:off x="6627255" y="3843655"/>
                  <a:ext cx="151873" cy="255894"/>
                </a:xfrm>
                <a:custGeom>
                  <a:rect b="b" l="l" r="r" t="t"/>
                  <a:pathLst>
                    <a:path extrusionOk="0" h="12310" w="7306">
                      <a:moveTo>
                        <a:pt x="6939" y="1"/>
                      </a:moveTo>
                      <a:lnTo>
                        <a:pt x="0" y="468"/>
                      </a:lnTo>
                      <a:cubicBezTo>
                        <a:pt x="67" y="1468"/>
                        <a:pt x="1235" y="12310"/>
                        <a:pt x="1235" y="12310"/>
                      </a:cubicBezTo>
                      <a:lnTo>
                        <a:pt x="7306" y="11742"/>
                      </a:lnTo>
                      <a:lnTo>
                        <a:pt x="6939" y="1"/>
                      </a:ln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31" name="Google Shape;3731;p72"/>
                <p:cNvSpPr/>
                <p:nvPr/>
              </p:nvSpPr>
              <p:spPr>
                <a:xfrm>
                  <a:off x="6487189" y="4049763"/>
                  <a:ext cx="311355" cy="120817"/>
                </a:xfrm>
                <a:custGeom>
                  <a:rect b="b" l="l" r="r" t="t"/>
                  <a:pathLst>
                    <a:path extrusionOk="0" h="5812" w="14978">
                      <a:moveTo>
                        <a:pt x="7939" y="1"/>
                      </a:moveTo>
                      <a:cubicBezTo>
                        <a:pt x="7877" y="1"/>
                        <a:pt x="7821" y="9"/>
                        <a:pt x="7773" y="26"/>
                      </a:cubicBezTo>
                      <a:cubicBezTo>
                        <a:pt x="7472" y="126"/>
                        <a:pt x="7039" y="827"/>
                        <a:pt x="6705" y="1027"/>
                      </a:cubicBezTo>
                      <a:cubicBezTo>
                        <a:pt x="6238" y="1327"/>
                        <a:pt x="5704" y="1527"/>
                        <a:pt x="5171" y="1727"/>
                      </a:cubicBezTo>
                      <a:cubicBezTo>
                        <a:pt x="4137" y="2161"/>
                        <a:pt x="3136" y="2661"/>
                        <a:pt x="2235" y="3262"/>
                      </a:cubicBezTo>
                      <a:cubicBezTo>
                        <a:pt x="1635" y="3695"/>
                        <a:pt x="334" y="4529"/>
                        <a:pt x="67" y="5230"/>
                      </a:cubicBezTo>
                      <a:cubicBezTo>
                        <a:pt x="0" y="5430"/>
                        <a:pt x="67" y="5730"/>
                        <a:pt x="301" y="5797"/>
                      </a:cubicBezTo>
                      <a:cubicBezTo>
                        <a:pt x="323" y="5808"/>
                        <a:pt x="345" y="5812"/>
                        <a:pt x="368" y="5812"/>
                      </a:cubicBezTo>
                      <a:cubicBezTo>
                        <a:pt x="415" y="5812"/>
                        <a:pt x="467" y="5797"/>
                        <a:pt x="534" y="5797"/>
                      </a:cubicBezTo>
                      <a:lnTo>
                        <a:pt x="13743" y="5530"/>
                      </a:lnTo>
                      <a:cubicBezTo>
                        <a:pt x="14177" y="5530"/>
                        <a:pt x="14444" y="5430"/>
                        <a:pt x="14611" y="5263"/>
                      </a:cubicBezTo>
                      <a:cubicBezTo>
                        <a:pt x="14978" y="4963"/>
                        <a:pt x="14878" y="4363"/>
                        <a:pt x="14744" y="3629"/>
                      </a:cubicBezTo>
                      <a:cubicBezTo>
                        <a:pt x="14677" y="3295"/>
                        <a:pt x="14544" y="2962"/>
                        <a:pt x="14477" y="2628"/>
                      </a:cubicBezTo>
                      <a:cubicBezTo>
                        <a:pt x="14344" y="2128"/>
                        <a:pt x="14511" y="1160"/>
                        <a:pt x="14277" y="760"/>
                      </a:cubicBezTo>
                      <a:cubicBezTo>
                        <a:pt x="14144" y="527"/>
                        <a:pt x="13944" y="460"/>
                        <a:pt x="13710" y="426"/>
                      </a:cubicBezTo>
                      <a:cubicBezTo>
                        <a:pt x="13325" y="406"/>
                        <a:pt x="12792" y="374"/>
                        <a:pt x="12284" y="374"/>
                      </a:cubicBezTo>
                      <a:cubicBezTo>
                        <a:pt x="11955" y="374"/>
                        <a:pt x="11637" y="387"/>
                        <a:pt x="11375" y="426"/>
                      </a:cubicBezTo>
                      <a:cubicBezTo>
                        <a:pt x="11075" y="456"/>
                        <a:pt x="10775" y="473"/>
                        <a:pt x="10472" y="473"/>
                      </a:cubicBezTo>
                      <a:cubicBezTo>
                        <a:pt x="10101" y="473"/>
                        <a:pt x="9726" y="448"/>
                        <a:pt x="9340" y="393"/>
                      </a:cubicBezTo>
                      <a:cubicBezTo>
                        <a:pt x="8993" y="335"/>
                        <a:pt x="8344" y="1"/>
                        <a:pt x="793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32" name="Google Shape;3732;p72"/>
                <p:cNvSpPr/>
                <p:nvPr/>
              </p:nvSpPr>
              <p:spPr>
                <a:xfrm>
                  <a:off x="6439336" y="2598630"/>
                  <a:ext cx="366837" cy="1407231"/>
                </a:xfrm>
                <a:custGeom>
                  <a:rect b="b" l="l" r="r" t="t"/>
                  <a:pathLst>
                    <a:path extrusionOk="0" h="67696" w="17647">
                      <a:moveTo>
                        <a:pt x="3867" y="1"/>
                      </a:moveTo>
                      <a:cubicBezTo>
                        <a:pt x="1779" y="1"/>
                        <a:pt x="521" y="1059"/>
                        <a:pt x="334" y="2986"/>
                      </a:cubicBezTo>
                      <a:cubicBezTo>
                        <a:pt x="1" y="6022"/>
                        <a:pt x="401" y="9224"/>
                        <a:pt x="368" y="12260"/>
                      </a:cubicBezTo>
                      <a:cubicBezTo>
                        <a:pt x="334" y="15529"/>
                        <a:pt x="634" y="18831"/>
                        <a:pt x="935" y="22100"/>
                      </a:cubicBezTo>
                      <a:cubicBezTo>
                        <a:pt x="935" y="28438"/>
                        <a:pt x="1568" y="34776"/>
                        <a:pt x="2269" y="41080"/>
                      </a:cubicBezTo>
                      <a:cubicBezTo>
                        <a:pt x="3003" y="47785"/>
                        <a:pt x="4537" y="54023"/>
                        <a:pt x="6038" y="60594"/>
                      </a:cubicBezTo>
                      <a:cubicBezTo>
                        <a:pt x="6405" y="62195"/>
                        <a:pt x="6739" y="63797"/>
                        <a:pt x="7239" y="65364"/>
                      </a:cubicBezTo>
                      <a:cubicBezTo>
                        <a:pt x="7439" y="65898"/>
                        <a:pt x="7639" y="66465"/>
                        <a:pt x="8040" y="66865"/>
                      </a:cubicBezTo>
                      <a:cubicBezTo>
                        <a:pt x="8573" y="67399"/>
                        <a:pt x="9374" y="67533"/>
                        <a:pt x="10141" y="67599"/>
                      </a:cubicBezTo>
                      <a:cubicBezTo>
                        <a:pt x="10850" y="67662"/>
                        <a:pt x="11566" y="67695"/>
                        <a:pt x="12286" y="67695"/>
                      </a:cubicBezTo>
                      <a:cubicBezTo>
                        <a:pt x="13091" y="67695"/>
                        <a:pt x="13901" y="67654"/>
                        <a:pt x="14711" y="67566"/>
                      </a:cubicBezTo>
                      <a:cubicBezTo>
                        <a:pt x="15245" y="67499"/>
                        <a:pt x="15812" y="67432"/>
                        <a:pt x="16212" y="67066"/>
                      </a:cubicBezTo>
                      <a:cubicBezTo>
                        <a:pt x="16779" y="66599"/>
                        <a:pt x="16879" y="65798"/>
                        <a:pt x="16979" y="65097"/>
                      </a:cubicBezTo>
                      <a:cubicBezTo>
                        <a:pt x="17647" y="58259"/>
                        <a:pt x="16879" y="51521"/>
                        <a:pt x="16346" y="44716"/>
                      </a:cubicBezTo>
                      <a:cubicBezTo>
                        <a:pt x="15812" y="38045"/>
                        <a:pt x="15245" y="31373"/>
                        <a:pt x="14444" y="24735"/>
                      </a:cubicBezTo>
                      <a:cubicBezTo>
                        <a:pt x="13977" y="20799"/>
                        <a:pt x="12977" y="16930"/>
                        <a:pt x="12610" y="12993"/>
                      </a:cubicBezTo>
                      <a:cubicBezTo>
                        <a:pt x="12243" y="9157"/>
                        <a:pt x="12109" y="5388"/>
                        <a:pt x="9174" y="2353"/>
                      </a:cubicBezTo>
                      <a:cubicBezTo>
                        <a:pt x="7873" y="1018"/>
                        <a:pt x="6172" y="151"/>
                        <a:pt x="4337" y="18"/>
                      </a:cubicBezTo>
                      <a:cubicBezTo>
                        <a:pt x="4176" y="6"/>
                        <a:pt x="4019" y="1"/>
                        <a:pt x="386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33" name="Google Shape;3733;p72"/>
                <p:cNvSpPr/>
                <p:nvPr/>
              </p:nvSpPr>
              <p:spPr>
                <a:xfrm>
                  <a:off x="6140474" y="3861678"/>
                  <a:ext cx="162288" cy="246893"/>
                </a:xfrm>
                <a:custGeom>
                  <a:rect b="b" l="l" r="r" t="t"/>
                  <a:pathLst>
                    <a:path extrusionOk="0" h="11877" w="7807">
                      <a:moveTo>
                        <a:pt x="7806" y="1"/>
                      </a:moveTo>
                      <a:lnTo>
                        <a:pt x="234" y="1002"/>
                      </a:lnTo>
                      <a:cubicBezTo>
                        <a:pt x="201" y="2036"/>
                        <a:pt x="1" y="11876"/>
                        <a:pt x="1" y="11876"/>
                      </a:cubicBezTo>
                      <a:lnTo>
                        <a:pt x="6138" y="11476"/>
                      </a:lnTo>
                      <a:lnTo>
                        <a:pt x="7806" y="1"/>
                      </a:ln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34" name="Google Shape;3734;p72"/>
                <p:cNvSpPr/>
                <p:nvPr/>
              </p:nvSpPr>
              <p:spPr>
                <a:xfrm>
                  <a:off x="6420628" y="2047719"/>
                  <a:ext cx="113728" cy="142872"/>
                </a:xfrm>
                <a:custGeom>
                  <a:rect b="b" l="l" r="r" t="t"/>
                  <a:pathLst>
                    <a:path extrusionOk="0" h="6873" w="5471">
                      <a:moveTo>
                        <a:pt x="0" y="1"/>
                      </a:moveTo>
                      <a:lnTo>
                        <a:pt x="0" y="6872"/>
                      </a:lnTo>
                      <a:lnTo>
                        <a:pt x="5471" y="6872"/>
                      </a:lnTo>
                      <a:lnTo>
                        <a:pt x="5471" y="1"/>
                      </a:ln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35" name="Google Shape;3735;p72"/>
                <p:cNvSpPr/>
                <p:nvPr/>
              </p:nvSpPr>
              <p:spPr>
                <a:xfrm>
                  <a:off x="6078756" y="2536267"/>
                  <a:ext cx="532576" cy="1461049"/>
                </a:xfrm>
                <a:custGeom>
                  <a:rect b="b" l="l" r="r" t="t"/>
                  <a:pathLst>
                    <a:path extrusionOk="0" h="70285" w="25620">
                      <a:moveTo>
                        <a:pt x="18183" y="1"/>
                      </a:moveTo>
                      <a:cubicBezTo>
                        <a:pt x="15078" y="1"/>
                        <a:pt x="12495" y="3553"/>
                        <a:pt x="11442" y="6253"/>
                      </a:cubicBezTo>
                      <a:cubicBezTo>
                        <a:pt x="4304" y="24566"/>
                        <a:pt x="1" y="46382"/>
                        <a:pt x="568" y="66029"/>
                      </a:cubicBezTo>
                      <a:cubicBezTo>
                        <a:pt x="601" y="66696"/>
                        <a:pt x="635" y="67397"/>
                        <a:pt x="1002" y="67931"/>
                      </a:cubicBezTo>
                      <a:cubicBezTo>
                        <a:pt x="1502" y="68665"/>
                        <a:pt x="2436" y="68898"/>
                        <a:pt x="3303" y="69098"/>
                      </a:cubicBezTo>
                      <a:cubicBezTo>
                        <a:pt x="4704" y="69398"/>
                        <a:pt x="6105" y="69732"/>
                        <a:pt x="7540" y="70066"/>
                      </a:cubicBezTo>
                      <a:cubicBezTo>
                        <a:pt x="8015" y="70175"/>
                        <a:pt x="8520" y="70285"/>
                        <a:pt x="9011" y="70285"/>
                      </a:cubicBezTo>
                      <a:cubicBezTo>
                        <a:pt x="9417" y="70285"/>
                        <a:pt x="9813" y="70210"/>
                        <a:pt x="10175" y="69999"/>
                      </a:cubicBezTo>
                      <a:cubicBezTo>
                        <a:pt x="10909" y="69599"/>
                        <a:pt x="11242" y="68731"/>
                        <a:pt x="11509" y="67931"/>
                      </a:cubicBezTo>
                      <a:cubicBezTo>
                        <a:pt x="13978" y="60759"/>
                        <a:pt x="14745" y="53053"/>
                        <a:pt x="15979" y="45615"/>
                      </a:cubicBezTo>
                      <a:cubicBezTo>
                        <a:pt x="17046" y="39143"/>
                        <a:pt x="18247" y="32672"/>
                        <a:pt x="19782" y="26267"/>
                      </a:cubicBezTo>
                      <a:cubicBezTo>
                        <a:pt x="20249" y="24266"/>
                        <a:pt x="20782" y="22265"/>
                        <a:pt x="21350" y="20297"/>
                      </a:cubicBezTo>
                      <a:cubicBezTo>
                        <a:pt x="21350" y="20230"/>
                        <a:pt x="22417" y="16494"/>
                        <a:pt x="22751" y="14326"/>
                      </a:cubicBezTo>
                      <a:cubicBezTo>
                        <a:pt x="22751" y="13925"/>
                        <a:pt x="22717" y="13492"/>
                        <a:pt x="23017" y="13225"/>
                      </a:cubicBezTo>
                      <a:cubicBezTo>
                        <a:pt x="23084" y="13191"/>
                        <a:pt x="23151" y="13158"/>
                        <a:pt x="23218" y="13125"/>
                      </a:cubicBezTo>
                      <a:cubicBezTo>
                        <a:pt x="23484" y="12524"/>
                        <a:pt x="23785" y="11991"/>
                        <a:pt x="24085" y="11424"/>
                      </a:cubicBezTo>
                      <a:cubicBezTo>
                        <a:pt x="25619" y="8488"/>
                        <a:pt x="23284" y="2317"/>
                        <a:pt x="20449" y="649"/>
                      </a:cubicBezTo>
                      <a:cubicBezTo>
                        <a:pt x="19673" y="198"/>
                        <a:pt x="18913" y="1"/>
                        <a:pt x="1818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36" name="Google Shape;3736;p72"/>
                <p:cNvSpPr/>
                <p:nvPr/>
              </p:nvSpPr>
              <p:spPr>
                <a:xfrm>
                  <a:off x="6224373" y="2143965"/>
                  <a:ext cx="504138" cy="786433"/>
                </a:xfrm>
                <a:custGeom>
                  <a:rect b="b" l="l" r="r" t="t"/>
                  <a:pathLst>
                    <a:path extrusionOk="0" h="37832" w="24252">
                      <a:moveTo>
                        <a:pt x="13377" y="1"/>
                      </a:moveTo>
                      <a:cubicBezTo>
                        <a:pt x="13277" y="1"/>
                        <a:pt x="13177" y="3"/>
                        <a:pt x="13077" y="7"/>
                      </a:cubicBezTo>
                      <a:cubicBezTo>
                        <a:pt x="12601" y="27"/>
                        <a:pt x="12129" y="32"/>
                        <a:pt x="11657" y="32"/>
                      </a:cubicBezTo>
                      <a:cubicBezTo>
                        <a:pt x="11157" y="32"/>
                        <a:pt x="10659" y="26"/>
                        <a:pt x="10159" y="26"/>
                      </a:cubicBezTo>
                      <a:cubicBezTo>
                        <a:pt x="9544" y="26"/>
                        <a:pt x="8928" y="35"/>
                        <a:pt x="8307" y="74"/>
                      </a:cubicBezTo>
                      <a:cubicBezTo>
                        <a:pt x="5772" y="241"/>
                        <a:pt x="4904" y="1842"/>
                        <a:pt x="3870" y="4010"/>
                      </a:cubicBezTo>
                      <a:cubicBezTo>
                        <a:pt x="3437" y="4944"/>
                        <a:pt x="3103" y="5911"/>
                        <a:pt x="2903" y="6912"/>
                      </a:cubicBezTo>
                      <a:cubicBezTo>
                        <a:pt x="2336" y="9747"/>
                        <a:pt x="2536" y="12683"/>
                        <a:pt x="2536" y="15585"/>
                      </a:cubicBezTo>
                      <a:cubicBezTo>
                        <a:pt x="2536" y="19888"/>
                        <a:pt x="1002" y="33398"/>
                        <a:pt x="1" y="37601"/>
                      </a:cubicBezTo>
                      <a:cubicBezTo>
                        <a:pt x="1751" y="37770"/>
                        <a:pt x="3583" y="37831"/>
                        <a:pt x="5459" y="37831"/>
                      </a:cubicBezTo>
                      <a:cubicBezTo>
                        <a:pt x="10244" y="37831"/>
                        <a:pt x="15316" y="37435"/>
                        <a:pt x="20046" y="37435"/>
                      </a:cubicBezTo>
                      <a:cubicBezTo>
                        <a:pt x="21486" y="37435"/>
                        <a:pt x="22893" y="37472"/>
                        <a:pt x="24252" y="37567"/>
                      </a:cubicBezTo>
                      <a:cubicBezTo>
                        <a:pt x="24085" y="35866"/>
                        <a:pt x="23484" y="25225"/>
                        <a:pt x="23318" y="23524"/>
                      </a:cubicBezTo>
                      <a:cubicBezTo>
                        <a:pt x="23017" y="20055"/>
                        <a:pt x="22751" y="16586"/>
                        <a:pt x="22550" y="13117"/>
                      </a:cubicBezTo>
                      <a:cubicBezTo>
                        <a:pt x="22484" y="11816"/>
                        <a:pt x="22550" y="10448"/>
                        <a:pt x="22350" y="9180"/>
                      </a:cubicBezTo>
                      <a:cubicBezTo>
                        <a:pt x="22217" y="8213"/>
                        <a:pt x="21716" y="7312"/>
                        <a:pt x="21183" y="6478"/>
                      </a:cubicBezTo>
                      <a:cubicBezTo>
                        <a:pt x="20616" y="5511"/>
                        <a:pt x="20082" y="4544"/>
                        <a:pt x="19582" y="3576"/>
                      </a:cubicBezTo>
                      <a:cubicBezTo>
                        <a:pt x="19315" y="3076"/>
                        <a:pt x="19081" y="2576"/>
                        <a:pt x="18848" y="2042"/>
                      </a:cubicBezTo>
                      <a:cubicBezTo>
                        <a:pt x="18548" y="1408"/>
                        <a:pt x="18481" y="975"/>
                        <a:pt x="17714" y="774"/>
                      </a:cubicBezTo>
                      <a:cubicBezTo>
                        <a:pt x="16310" y="431"/>
                        <a:pt x="14819" y="1"/>
                        <a:pt x="1337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37" name="Google Shape;3737;p72"/>
                <p:cNvSpPr/>
                <p:nvPr/>
              </p:nvSpPr>
              <p:spPr>
                <a:xfrm>
                  <a:off x="5844398" y="2107359"/>
                  <a:ext cx="210806" cy="319857"/>
                </a:xfrm>
                <a:custGeom>
                  <a:rect b="b" l="l" r="r" t="t"/>
                  <a:pathLst>
                    <a:path extrusionOk="0" h="15387" w="10141">
                      <a:moveTo>
                        <a:pt x="2035" y="0"/>
                      </a:moveTo>
                      <a:cubicBezTo>
                        <a:pt x="1802" y="0"/>
                        <a:pt x="1635" y="267"/>
                        <a:pt x="1601" y="501"/>
                      </a:cubicBezTo>
                      <a:cubicBezTo>
                        <a:pt x="1601" y="701"/>
                        <a:pt x="1701" y="934"/>
                        <a:pt x="1802" y="1134"/>
                      </a:cubicBezTo>
                      <a:lnTo>
                        <a:pt x="2669" y="2936"/>
                      </a:lnTo>
                      <a:cubicBezTo>
                        <a:pt x="2702" y="3002"/>
                        <a:pt x="2736" y="3069"/>
                        <a:pt x="2702" y="3136"/>
                      </a:cubicBezTo>
                      <a:cubicBezTo>
                        <a:pt x="2669" y="3203"/>
                        <a:pt x="2635" y="3236"/>
                        <a:pt x="2569" y="3269"/>
                      </a:cubicBezTo>
                      <a:cubicBezTo>
                        <a:pt x="2202" y="3503"/>
                        <a:pt x="1802" y="3636"/>
                        <a:pt x="1468" y="3870"/>
                      </a:cubicBezTo>
                      <a:cubicBezTo>
                        <a:pt x="1101" y="4137"/>
                        <a:pt x="834" y="4670"/>
                        <a:pt x="601" y="5071"/>
                      </a:cubicBezTo>
                      <a:cubicBezTo>
                        <a:pt x="0" y="6171"/>
                        <a:pt x="734" y="7039"/>
                        <a:pt x="1368" y="7839"/>
                      </a:cubicBezTo>
                      <a:cubicBezTo>
                        <a:pt x="2135" y="8773"/>
                        <a:pt x="2736" y="9841"/>
                        <a:pt x="3303" y="10941"/>
                      </a:cubicBezTo>
                      <a:cubicBezTo>
                        <a:pt x="3770" y="11775"/>
                        <a:pt x="4203" y="12643"/>
                        <a:pt x="4637" y="13410"/>
                      </a:cubicBezTo>
                      <a:cubicBezTo>
                        <a:pt x="5137" y="14277"/>
                        <a:pt x="5771" y="15244"/>
                        <a:pt x="6772" y="15378"/>
                      </a:cubicBezTo>
                      <a:cubicBezTo>
                        <a:pt x="6840" y="15384"/>
                        <a:pt x="6908" y="15386"/>
                        <a:pt x="6975" y="15386"/>
                      </a:cubicBezTo>
                      <a:cubicBezTo>
                        <a:pt x="7298" y="15386"/>
                        <a:pt x="7602" y="15322"/>
                        <a:pt x="7906" y="15211"/>
                      </a:cubicBezTo>
                      <a:cubicBezTo>
                        <a:pt x="8740" y="15011"/>
                        <a:pt x="9674" y="14577"/>
                        <a:pt x="9907" y="13777"/>
                      </a:cubicBezTo>
                      <a:cubicBezTo>
                        <a:pt x="10141" y="13110"/>
                        <a:pt x="9841" y="12409"/>
                        <a:pt x="9540" y="11775"/>
                      </a:cubicBezTo>
                      <a:cubicBezTo>
                        <a:pt x="7639" y="7739"/>
                        <a:pt x="4737" y="4403"/>
                        <a:pt x="2602" y="501"/>
                      </a:cubicBezTo>
                      <a:cubicBezTo>
                        <a:pt x="2469" y="267"/>
                        <a:pt x="2302" y="0"/>
                        <a:pt x="2035" y="0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38" name="Google Shape;3738;p72"/>
                <p:cNvSpPr/>
                <p:nvPr/>
              </p:nvSpPr>
              <p:spPr>
                <a:xfrm>
                  <a:off x="5926218" y="2220775"/>
                  <a:ext cx="472916" cy="407830"/>
                </a:xfrm>
                <a:custGeom>
                  <a:rect b="b" l="l" r="r" t="t"/>
                  <a:pathLst>
                    <a:path extrusionOk="0" h="19619" w="22750">
                      <a:moveTo>
                        <a:pt x="18846" y="1"/>
                      </a:moveTo>
                      <a:cubicBezTo>
                        <a:pt x="18769" y="1"/>
                        <a:pt x="18692" y="5"/>
                        <a:pt x="18614" y="15"/>
                      </a:cubicBezTo>
                      <a:cubicBezTo>
                        <a:pt x="18047" y="82"/>
                        <a:pt x="17546" y="415"/>
                        <a:pt x="17079" y="749"/>
                      </a:cubicBezTo>
                      <a:cubicBezTo>
                        <a:pt x="13677" y="3217"/>
                        <a:pt x="10641" y="6253"/>
                        <a:pt x="8540" y="9889"/>
                      </a:cubicBezTo>
                      <a:cubicBezTo>
                        <a:pt x="8607" y="9755"/>
                        <a:pt x="7639" y="8454"/>
                        <a:pt x="7506" y="8287"/>
                      </a:cubicBezTo>
                      <a:cubicBezTo>
                        <a:pt x="7139" y="7754"/>
                        <a:pt x="6805" y="7187"/>
                        <a:pt x="6438" y="6653"/>
                      </a:cubicBezTo>
                      <a:cubicBezTo>
                        <a:pt x="5805" y="5719"/>
                        <a:pt x="5237" y="4752"/>
                        <a:pt x="4604" y="3784"/>
                      </a:cubicBezTo>
                      <a:cubicBezTo>
                        <a:pt x="3103" y="5052"/>
                        <a:pt x="1568" y="6286"/>
                        <a:pt x="0" y="7487"/>
                      </a:cubicBezTo>
                      <a:cubicBezTo>
                        <a:pt x="901" y="9388"/>
                        <a:pt x="1868" y="11290"/>
                        <a:pt x="2902" y="13124"/>
                      </a:cubicBezTo>
                      <a:cubicBezTo>
                        <a:pt x="3536" y="14158"/>
                        <a:pt x="4070" y="15192"/>
                        <a:pt x="4937" y="16026"/>
                      </a:cubicBezTo>
                      <a:cubicBezTo>
                        <a:pt x="5871" y="16894"/>
                        <a:pt x="6772" y="17761"/>
                        <a:pt x="7739" y="18595"/>
                      </a:cubicBezTo>
                      <a:cubicBezTo>
                        <a:pt x="8240" y="19028"/>
                        <a:pt x="8807" y="19495"/>
                        <a:pt x="9474" y="19596"/>
                      </a:cubicBezTo>
                      <a:cubicBezTo>
                        <a:pt x="9580" y="19611"/>
                        <a:pt x="9685" y="19619"/>
                        <a:pt x="9790" y="19619"/>
                      </a:cubicBezTo>
                      <a:cubicBezTo>
                        <a:pt x="10577" y="19619"/>
                        <a:pt x="11332" y="19203"/>
                        <a:pt x="12009" y="18762"/>
                      </a:cubicBezTo>
                      <a:cubicBezTo>
                        <a:pt x="14444" y="17227"/>
                        <a:pt x="16679" y="15326"/>
                        <a:pt x="18614" y="13191"/>
                      </a:cubicBezTo>
                      <a:cubicBezTo>
                        <a:pt x="21149" y="10389"/>
                        <a:pt x="22750" y="6019"/>
                        <a:pt x="21482" y="2450"/>
                      </a:cubicBezTo>
                      <a:cubicBezTo>
                        <a:pt x="21074" y="1255"/>
                        <a:pt x="20102" y="1"/>
                        <a:pt x="1884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39" name="Google Shape;3739;p72"/>
                <p:cNvSpPr/>
                <p:nvPr/>
              </p:nvSpPr>
              <p:spPr>
                <a:xfrm>
                  <a:off x="6148103" y="2147707"/>
                  <a:ext cx="357815" cy="384839"/>
                </a:xfrm>
                <a:custGeom>
                  <a:rect b="b" l="l" r="r" t="t"/>
                  <a:pathLst>
                    <a:path extrusionOk="0" h="18513" w="17213">
                      <a:moveTo>
                        <a:pt x="11615" y="0"/>
                      </a:moveTo>
                      <a:cubicBezTo>
                        <a:pt x="10286" y="0"/>
                        <a:pt x="8922" y="502"/>
                        <a:pt x="7906" y="1395"/>
                      </a:cubicBezTo>
                      <a:cubicBezTo>
                        <a:pt x="5038" y="3930"/>
                        <a:pt x="2202" y="6599"/>
                        <a:pt x="301" y="9934"/>
                      </a:cubicBezTo>
                      <a:cubicBezTo>
                        <a:pt x="167" y="10201"/>
                        <a:pt x="34" y="10435"/>
                        <a:pt x="34" y="10702"/>
                      </a:cubicBezTo>
                      <a:cubicBezTo>
                        <a:pt x="1" y="11035"/>
                        <a:pt x="167" y="11302"/>
                        <a:pt x="301" y="11569"/>
                      </a:cubicBezTo>
                      <a:cubicBezTo>
                        <a:pt x="935" y="12636"/>
                        <a:pt x="1635" y="13704"/>
                        <a:pt x="2669" y="14404"/>
                      </a:cubicBezTo>
                      <a:cubicBezTo>
                        <a:pt x="3403" y="14938"/>
                        <a:pt x="4304" y="15238"/>
                        <a:pt x="5104" y="15672"/>
                      </a:cubicBezTo>
                      <a:cubicBezTo>
                        <a:pt x="5905" y="16105"/>
                        <a:pt x="6672" y="16773"/>
                        <a:pt x="6872" y="17673"/>
                      </a:cubicBezTo>
                      <a:cubicBezTo>
                        <a:pt x="6939" y="17873"/>
                        <a:pt x="6939" y="18074"/>
                        <a:pt x="7072" y="18240"/>
                      </a:cubicBezTo>
                      <a:cubicBezTo>
                        <a:pt x="7124" y="18327"/>
                        <a:pt x="7212" y="18404"/>
                        <a:pt x="7308" y="18445"/>
                      </a:cubicBezTo>
                      <a:lnTo>
                        <a:pt x="7308" y="18445"/>
                      </a:lnTo>
                      <a:cubicBezTo>
                        <a:pt x="9520" y="16431"/>
                        <a:pt x="11726" y="14412"/>
                        <a:pt x="13410" y="11969"/>
                      </a:cubicBezTo>
                      <a:cubicBezTo>
                        <a:pt x="15278" y="9301"/>
                        <a:pt x="17213" y="5364"/>
                        <a:pt x="15512" y="2229"/>
                      </a:cubicBezTo>
                      <a:cubicBezTo>
                        <a:pt x="14667" y="684"/>
                        <a:pt x="13165" y="0"/>
                        <a:pt x="11615" y="0"/>
                      </a:cubicBezTo>
                      <a:close/>
                      <a:moveTo>
                        <a:pt x="7873" y="18174"/>
                      </a:moveTo>
                      <a:lnTo>
                        <a:pt x="7573" y="18441"/>
                      </a:lnTo>
                      <a:cubicBezTo>
                        <a:pt x="7533" y="18464"/>
                        <a:pt x="7489" y="18475"/>
                        <a:pt x="7445" y="18475"/>
                      </a:cubicBezTo>
                      <a:cubicBezTo>
                        <a:pt x="7399" y="18475"/>
                        <a:pt x="7352" y="18464"/>
                        <a:pt x="7308" y="18445"/>
                      </a:cubicBezTo>
                      <a:lnTo>
                        <a:pt x="7308" y="18445"/>
                      </a:lnTo>
                      <a:cubicBezTo>
                        <a:pt x="7285" y="18466"/>
                        <a:pt x="7262" y="18486"/>
                        <a:pt x="7239" y="18507"/>
                      </a:cubicBezTo>
                      <a:cubicBezTo>
                        <a:pt x="7266" y="18511"/>
                        <a:pt x="7294" y="18512"/>
                        <a:pt x="7321" y="18512"/>
                      </a:cubicBezTo>
                      <a:cubicBezTo>
                        <a:pt x="7559" y="18512"/>
                        <a:pt x="7783" y="18383"/>
                        <a:pt x="7873" y="18174"/>
                      </a:cubicBezTo>
                      <a:close/>
                    </a:path>
                  </a:pathLst>
                </a:custGeom>
                <a:solidFill>
                  <a:srgbClr val="C46345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40" name="Google Shape;3740;p72"/>
                <p:cNvSpPr/>
                <p:nvPr/>
              </p:nvSpPr>
              <p:spPr>
                <a:xfrm>
                  <a:off x="6389405" y="1940934"/>
                  <a:ext cx="133851" cy="174220"/>
                </a:xfrm>
                <a:custGeom>
                  <a:rect b="b" l="l" r="r" t="t"/>
                  <a:pathLst>
                    <a:path extrusionOk="0" h="8381" w="6439">
                      <a:moveTo>
                        <a:pt x="2236" y="1"/>
                      </a:moveTo>
                      <a:cubicBezTo>
                        <a:pt x="1836" y="1"/>
                        <a:pt x="1402" y="67"/>
                        <a:pt x="1168" y="367"/>
                      </a:cubicBezTo>
                      <a:cubicBezTo>
                        <a:pt x="1068" y="501"/>
                        <a:pt x="1035" y="634"/>
                        <a:pt x="1002" y="801"/>
                      </a:cubicBezTo>
                      <a:cubicBezTo>
                        <a:pt x="768" y="1535"/>
                        <a:pt x="568" y="2302"/>
                        <a:pt x="401" y="3069"/>
                      </a:cubicBezTo>
                      <a:cubicBezTo>
                        <a:pt x="134" y="4237"/>
                        <a:pt x="1" y="5438"/>
                        <a:pt x="168" y="6605"/>
                      </a:cubicBezTo>
                      <a:cubicBezTo>
                        <a:pt x="268" y="7339"/>
                        <a:pt x="868" y="7806"/>
                        <a:pt x="1502" y="8106"/>
                      </a:cubicBezTo>
                      <a:cubicBezTo>
                        <a:pt x="1926" y="8288"/>
                        <a:pt x="2384" y="8380"/>
                        <a:pt x="2842" y="8380"/>
                      </a:cubicBezTo>
                      <a:cubicBezTo>
                        <a:pt x="3394" y="8380"/>
                        <a:pt x="3945" y="8246"/>
                        <a:pt x="4437" y="7973"/>
                      </a:cubicBezTo>
                      <a:cubicBezTo>
                        <a:pt x="5105" y="7606"/>
                        <a:pt x="5538" y="7006"/>
                        <a:pt x="5672" y="6238"/>
                      </a:cubicBezTo>
                      <a:cubicBezTo>
                        <a:pt x="5772" y="5738"/>
                        <a:pt x="5805" y="5238"/>
                        <a:pt x="5905" y="4771"/>
                      </a:cubicBezTo>
                      <a:cubicBezTo>
                        <a:pt x="6039" y="4037"/>
                        <a:pt x="6439" y="3336"/>
                        <a:pt x="6372" y="2569"/>
                      </a:cubicBezTo>
                      <a:cubicBezTo>
                        <a:pt x="6339" y="1668"/>
                        <a:pt x="5672" y="901"/>
                        <a:pt x="4871" y="501"/>
                      </a:cubicBezTo>
                      <a:cubicBezTo>
                        <a:pt x="4071" y="67"/>
                        <a:pt x="3137" y="1"/>
                        <a:pt x="2236" y="1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41" name="Google Shape;3741;p72"/>
                <p:cNvSpPr/>
                <p:nvPr/>
              </p:nvSpPr>
              <p:spPr>
                <a:xfrm>
                  <a:off x="6386640" y="1915698"/>
                  <a:ext cx="187940" cy="187919"/>
                </a:xfrm>
                <a:custGeom>
                  <a:rect b="b" l="l" r="r" t="t"/>
                  <a:pathLst>
                    <a:path extrusionOk="0" h="9040" w="9041">
                      <a:moveTo>
                        <a:pt x="4517" y="1"/>
                      </a:moveTo>
                      <a:cubicBezTo>
                        <a:pt x="4123" y="1"/>
                        <a:pt x="3730" y="33"/>
                        <a:pt x="3336" y="80"/>
                      </a:cubicBezTo>
                      <a:cubicBezTo>
                        <a:pt x="2402" y="214"/>
                        <a:pt x="1435" y="414"/>
                        <a:pt x="834" y="1081"/>
                      </a:cubicBezTo>
                      <a:cubicBezTo>
                        <a:pt x="468" y="1481"/>
                        <a:pt x="1" y="2415"/>
                        <a:pt x="668" y="2682"/>
                      </a:cubicBezTo>
                      <a:cubicBezTo>
                        <a:pt x="1071" y="2872"/>
                        <a:pt x="1525" y="3045"/>
                        <a:pt x="1970" y="3045"/>
                      </a:cubicBezTo>
                      <a:cubicBezTo>
                        <a:pt x="2150" y="3045"/>
                        <a:pt x="2329" y="3017"/>
                        <a:pt x="2502" y="2949"/>
                      </a:cubicBezTo>
                      <a:cubicBezTo>
                        <a:pt x="2664" y="2889"/>
                        <a:pt x="2983" y="2719"/>
                        <a:pt x="3181" y="2719"/>
                      </a:cubicBezTo>
                      <a:cubicBezTo>
                        <a:pt x="3311" y="2719"/>
                        <a:pt x="3389" y="2791"/>
                        <a:pt x="3336" y="3016"/>
                      </a:cubicBezTo>
                      <a:cubicBezTo>
                        <a:pt x="3236" y="3449"/>
                        <a:pt x="2669" y="3783"/>
                        <a:pt x="2836" y="4283"/>
                      </a:cubicBezTo>
                      <a:cubicBezTo>
                        <a:pt x="2903" y="4617"/>
                        <a:pt x="3270" y="4784"/>
                        <a:pt x="3503" y="5017"/>
                      </a:cubicBezTo>
                      <a:cubicBezTo>
                        <a:pt x="3803" y="5284"/>
                        <a:pt x="3937" y="5718"/>
                        <a:pt x="3903" y="6118"/>
                      </a:cubicBezTo>
                      <a:cubicBezTo>
                        <a:pt x="3903" y="6151"/>
                        <a:pt x="3870" y="6185"/>
                        <a:pt x="3870" y="6218"/>
                      </a:cubicBezTo>
                      <a:cubicBezTo>
                        <a:pt x="3837" y="6418"/>
                        <a:pt x="3803" y="6585"/>
                        <a:pt x="3870" y="6785"/>
                      </a:cubicBezTo>
                      <a:cubicBezTo>
                        <a:pt x="3970" y="7085"/>
                        <a:pt x="4337" y="7185"/>
                        <a:pt x="4604" y="7386"/>
                      </a:cubicBezTo>
                      <a:cubicBezTo>
                        <a:pt x="4971" y="7686"/>
                        <a:pt x="5171" y="8086"/>
                        <a:pt x="5538" y="8386"/>
                      </a:cubicBezTo>
                      <a:cubicBezTo>
                        <a:pt x="5896" y="8660"/>
                        <a:pt x="6493" y="9040"/>
                        <a:pt x="6993" y="9040"/>
                      </a:cubicBezTo>
                      <a:cubicBezTo>
                        <a:pt x="7286" y="9040"/>
                        <a:pt x="7546" y="8910"/>
                        <a:pt x="7706" y="8553"/>
                      </a:cubicBezTo>
                      <a:cubicBezTo>
                        <a:pt x="7806" y="8286"/>
                        <a:pt x="7839" y="8019"/>
                        <a:pt x="7873" y="7719"/>
                      </a:cubicBezTo>
                      <a:cubicBezTo>
                        <a:pt x="8040" y="6819"/>
                        <a:pt x="8540" y="6051"/>
                        <a:pt x="8773" y="5184"/>
                      </a:cubicBezTo>
                      <a:cubicBezTo>
                        <a:pt x="9040" y="4150"/>
                        <a:pt x="8907" y="2982"/>
                        <a:pt x="8340" y="2048"/>
                      </a:cubicBezTo>
                      <a:cubicBezTo>
                        <a:pt x="7806" y="1114"/>
                        <a:pt x="6872" y="414"/>
                        <a:pt x="5838" y="147"/>
                      </a:cubicBezTo>
                      <a:cubicBezTo>
                        <a:pt x="5398" y="41"/>
                        <a:pt x="4957" y="1"/>
                        <a:pt x="451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42" name="Google Shape;3742;p72"/>
                <p:cNvSpPr/>
                <p:nvPr/>
              </p:nvSpPr>
              <p:spPr>
                <a:xfrm>
                  <a:off x="6437258" y="2013046"/>
                  <a:ext cx="61739" cy="43009"/>
                </a:xfrm>
                <a:custGeom>
                  <a:rect b="b" l="l" r="r" t="t"/>
                  <a:pathLst>
                    <a:path extrusionOk="0" h="2069" w="2970">
                      <a:moveTo>
                        <a:pt x="1502" y="1"/>
                      </a:moveTo>
                      <a:cubicBezTo>
                        <a:pt x="1" y="1"/>
                        <a:pt x="1" y="2069"/>
                        <a:pt x="1502" y="2069"/>
                      </a:cubicBezTo>
                      <a:cubicBezTo>
                        <a:pt x="2969" y="2069"/>
                        <a:pt x="2969" y="1"/>
                        <a:pt x="1502" y="1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43" name="Google Shape;3743;p72"/>
                <p:cNvSpPr/>
                <p:nvPr/>
              </p:nvSpPr>
              <p:spPr>
                <a:xfrm>
                  <a:off x="5969892" y="4059305"/>
                  <a:ext cx="314141" cy="110964"/>
                </a:xfrm>
                <a:custGeom>
                  <a:rect b="b" l="l" r="r" t="t"/>
                  <a:pathLst>
                    <a:path extrusionOk="0" h="5338" w="15112">
                      <a:moveTo>
                        <a:pt x="8540" y="1"/>
                      </a:moveTo>
                      <a:cubicBezTo>
                        <a:pt x="7806" y="1"/>
                        <a:pt x="7306" y="1168"/>
                        <a:pt x="6506" y="1469"/>
                      </a:cubicBezTo>
                      <a:cubicBezTo>
                        <a:pt x="5238" y="1969"/>
                        <a:pt x="3904" y="2236"/>
                        <a:pt x="2669" y="2803"/>
                      </a:cubicBezTo>
                      <a:cubicBezTo>
                        <a:pt x="1635" y="3270"/>
                        <a:pt x="368" y="4170"/>
                        <a:pt x="1" y="5338"/>
                      </a:cubicBezTo>
                      <a:lnTo>
                        <a:pt x="14044" y="5338"/>
                      </a:lnTo>
                      <a:cubicBezTo>
                        <a:pt x="14645" y="5338"/>
                        <a:pt x="15112" y="4771"/>
                        <a:pt x="15012" y="4170"/>
                      </a:cubicBezTo>
                      <a:cubicBezTo>
                        <a:pt x="14845" y="3370"/>
                        <a:pt x="14745" y="2536"/>
                        <a:pt x="14845" y="1702"/>
                      </a:cubicBezTo>
                      <a:cubicBezTo>
                        <a:pt x="14845" y="1502"/>
                        <a:pt x="14878" y="1302"/>
                        <a:pt x="14845" y="1102"/>
                      </a:cubicBezTo>
                      <a:cubicBezTo>
                        <a:pt x="14811" y="935"/>
                        <a:pt x="14678" y="735"/>
                        <a:pt x="14478" y="668"/>
                      </a:cubicBezTo>
                      <a:cubicBezTo>
                        <a:pt x="14411" y="635"/>
                        <a:pt x="14344" y="626"/>
                        <a:pt x="14278" y="626"/>
                      </a:cubicBezTo>
                      <a:cubicBezTo>
                        <a:pt x="14211" y="626"/>
                        <a:pt x="14144" y="635"/>
                        <a:pt x="14078" y="635"/>
                      </a:cubicBezTo>
                      <a:cubicBezTo>
                        <a:pt x="13901" y="655"/>
                        <a:pt x="13727" y="663"/>
                        <a:pt x="13556" y="663"/>
                      </a:cubicBezTo>
                      <a:cubicBezTo>
                        <a:pt x="12949" y="663"/>
                        <a:pt x="12367" y="564"/>
                        <a:pt x="11772" y="564"/>
                      </a:cubicBezTo>
                      <a:cubicBezTo>
                        <a:pt x="11706" y="564"/>
                        <a:pt x="11641" y="565"/>
                        <a:pt x="11576" y="568"/>
                      </a:cubicBezTo>
                      <a:cubicBezTo>
                        <a:pt x="11109" y="568"/>
                        <a:pt x="10642" y="568"/>
                        <a:pt x="10175" y="501"/>
                      </a:cubicBezTo>
                      <a:cubicBezTo>
                        <a:pt x="9641" y="401"/>
                        <a:pt x="9041" y="34"/>
                        <a:pt x="854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44" name="Google Shape;3744;p72"/>
                <p:cNvSpPr/>
                <p:nvPr/>
              </p:nvSpPr>
              <p:spPr>
                <a:xfrm>
                  <a:off x="5922060" y="2171800"/>
                  <a:ext cx="50638" cy="58267"/>
                </a:xfrm>
                <a:custGeom>
                  <a:rect b="b" l="l" r="r" t="t"/>
                  <a:pathLst>
                    <a:path extrusionOk="0" h="2803" w="2436">
                      <a:moveTo>
                        <a:pt x="640" y="1"/>
                      </a:moveTo>
                      <a:cubicBezTo>
                        <a:pt x="326" y="1"/>
                        <a:pt x="55" y="140"/>
                        <a:pt x="34" y="570"/>
                      </a:cubicBezTo>
                      <a:cubicBezTo>
                        <a:pt x="0" y="736"/>
                        <a:pt x="34" y="903"/>
                        <a:pt x="134" y="1037"/>
                      </a:cubicBezTo>
                      <a:cubicBezTo>
                        <a:pt x="200" y="1137"/>
                        <a:pt x="300" y="1203"/>
                        <a:pt x="401" y="1270"/>
                      </a:cubicBezTo>
                      <a:cubicBezTo>
                        <a:pt x="567" y="1370"/>
                        <a:pt x="667" y="1504"/>
                        <a:pt x="801" y="1637"/>
                      </a:cubicBezTo>
                      <a:cubicBezTo>
                        <a:pt x="868" y="1737"/>
                        <a:pt x="934" y="1804"/>
                        <a:pt x="1001" y="1904"/>
                      </a:cubicBezTo>
                      <a:cubicBezTo>
                        <a:pt x="1131" y="2190"/>
                        <a:pt x="1343" y="2803"/>
                        <a:pt x="1684" y="2803"/>
                      </a:cubicBezTo>
                      <a:cubicBezTo>
                        <a:pt x="1779" y="2803"/>
                        <a:pt x="1885" y="2755"/>
                        <a:pt x="2002" y="2638"/>
                      </a:cubicBezTo>
                      <a:cubicBezTo>
                        <a:pt x="2135" y="2504"/>
                        <a:pt x="2202" y="2304"/>
                        <a:pt x="2269" y="2104"/>
                      </a:cubicBezTo>
                      <a:cubicBezTo>
                        <a:pt x="2369" y="1637"/>
                        <a:pt x="2435" y="1137"/>
                        <a:pt x="2202" y="736"/>
                      </a:cubicBezTo>
                      <a:cubicBezTo>
                        <a:pt x="2002" y="469"/>
                        <a:pt x="1701" y="303"/>
                        <a:pt x="1368" y="169"/>
                      </a:cubicBezTo>
                      <a:cubicBezTo>
                        <a:pt x="1301" y="136"/>
                        <a:pt x="1234" y="136"/>
                        <a:pt x="1168" y="103"/>
                      </a:cubicBezTo>
                      <a:cubicBezTo>
                        <a:pt x="1002" y="43"/>
                        <a:pt x="814" y="1"/>
                        <a:pt x="640" y="1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45" name="Google Shape;3745;p72"/>
                <p:cNvSpPr/>
                <p:nvPr/>
              </p:nvSpPr>
              <p:spPr>
                <a:xfrm>
                  <a:off x="6036059" y="4091214"/>
                  <a:ext cx="27481" cy="43695"/>
                </a:xfrm>
                <a:custGeom>
                  <a:rect b="b" l="l" r="r" t="t"/>
                  <a:pathLst>
                    <a:path extrusionOk="0" h="2102" w="1322">
                      <a:moveTo>
                        <a:pt x="206" y="1"/>
                      </a:moveTo>
                      <a:cubicBezTo>
                        <a:pt x="101" y="1"/>
                        <a:pt x="0" y="93"/>
                        <a:pt x="20" y="234"/>
                      </a:cubicBezTo>
                      <a:cubicBezTo>
                        <a:pt x="87" y="767"/>
                        <a:pt x="354" y="1335"/>
                        <a:pt x="687" y="1768"/>
                      </a:cubicBezTo>
                      <a:cubicBezTo>
                        <a:pt x="787" y="1902"/>
                        <a:pt x="887" y="2102"/>
                        <a:pt x="1088" y="2102"/>
                      </a:cubicBezTo>
                      <a:cubicBezTo>
                        <a:pt x="1188" y="2102"/>
                        <a:pt x="1254" y="2035"/>
                        <a:pt x="1288" y="1935"/>
                      </a:cubicBezTo>
                      <a:cubicBezTo>
                        <a:pt x="1321" y="1835"/>
                        <a:pt x="1288" y="1735"/>
                        <a:pt x="1221" y="1668"/>
                      </a:cubicBezTo>
                      <a:cubicBezTo>
                        <a:pt x="1088" y="1435"/>
                        <a:pt x="887" y="1201"/>
                        <a:pt x="754" y="968"/>
                      </a:cubicBezTo>
                      <a:cubicBezTo>
                        <a:pt x="621" y="701"/>
                        <a:pt x="487" y="401"/>
                        <a:pt x="387" y="134"/>
                      </a:cubicBezTo>
                      <a:cubicBezTo>
                        <a:pt x="347" y="41"/>
                        <a:pt x="276" y="1"/>
                        <a:pt x="206" y="1"/>
                      </a:cubicBezTo>
                      <a:close/>
                    </a:path>
                  </a:pathLst>
                </a:custGeom>
                <a:solidFill>
                  <a:srgbClr val="5CC9BF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46" name="Google Shape;3746;p72"/>
                <p:cNvSpPr/>
                <p:nvPr/>
              </p:nvSpPr>
              <p:spPr>
                <a:xfrm>
                  <a:off x="6066970" y="4087971"/>
                  <a:ext cx="29144" cy="29227"/>
                </a:xfrm>
                <a:custGeom>
                  <a:rect b="b" l="l" r="r" t="t"/>
                  <a:pathLst>
                    <a:path extrusionOk="0" h="1406" w="1402">
                      <a:moveTo>
                        <a:pt x="175" y="1"/>
                      </a:moveTo>
                      <a:cubicBezTo>
                        <a:pt x="130" y="1"/>
                        <a:pt x="87" y="17"/>
                        <a:pt x="68" y="56"/>
                      </a:cubicBezTo>
                      <a:cubicBezTo>
                        <a:pt x="1" y="123"/>
                        <a:pt x="1" y="223"/>
                        <a:pt x="68" y="290"/>
                      </a:cubicBezTo>
                      <a:cubicBezTo>
                        <a:pt x="201" y="423"/>
                        <a:pt x="334" y="557"/>
                        <a:pt x="468" y="723"/>
                      </a:cubicBezTo>
                      <a:cubicBezTo>
                        <a:pt x="535" y="790"/>
                        <a:pt x="601" y="890"/>
                        <a:pt x="668" y="957"/>
                      </a:cubicBezTo>
                      <a:cubicBezTo>
                        <a:pt x="658" y="936"/>
                        <a:pt x="654" y="928"/>
                        <a:pt x="654" y="928"/>
                      </a:cubicBezTo>
                      <a:lnTo>
                        <a:pt x="654" y="928"/>
                      </a:lnTo>
                      <a:cubicBezTo>
                        <a:pt x="655" y="928"/>
                        <a:pt x="678" y="967"/>
                        <a:pt x="701" y="990"/>
                      </a:cubicBezTo>
                      <a:cubicBezTo>
                        <a:pt x="701" y="990"/>
                        <a:pt x="735" y="1024"/>
                        <a:pt x="735" y="1024"/>
                      </a:cubicBezTo>
                      <a:cubicBezTo>
                        <a:pt x="768" y="1090"/>
                        <a:pt x="801" y="1124"/>
                        <a:pt x="835" y="1157"/>
                      </a:cubicBezTo>
                      <a:cubicBezTo>
                        <a:pt x="891" y="1269"/>
                        <a:pt x="995" y="1406"/>
                        <a:pt x="1126" y="1406"/>
                      </a:cubicBezTo>
                      <a:cubicBezTo>
                        <a:pt x="1150" y="1406"/>
                        <a:pt x="1176" y="1401"/>
                        <a:pt x="1202" y="1390"/>
                      </a:cubicBezTo>
                      <a:cubicBezTo>
                        <a:pt x="1335" y="1357"/>
                        <a:pt x="1402" y="1224"/>
                        <a:pt x="1369" y="1090"/>
                      </a:cubicBezTo>
                      <a:lnTo>
                        <a:pt x="1369" y="1090"/>
                      </a:lnTo>
                      <a:lnTo>
                        <a:pt x="1369" y="1124"/>
                      </a:lnTo>
                      <a:cubicBezTo>
                        <a:pt x="1369" y="1057"/>
                        <a:pt x="1335" y="990"/>
                        <a:pt x="1268" y="923"/>
                      </a:cubicBezTo>
                      <a:cubicBezTo>
                        <a:pt x="1168" y="757"/>
                        <a:pt x="1002" y="590"/>
                        <a:pt x="835" y="456"/>
                      </a:cubicBezTo>
                      <a:cubicBezTo>
                        <a:pt x="668" y="290"/>
                        <a:pt x="468" y="123"/>
                        <a:pt x="268" y="23"/>
                      </a:cubicBezTo>
                      <a:cubicBezTo>
                        <a:pt x="240" y="9"/>
                        <a:pt x="207" y="1"/>
                        <a:pt x="175" y="1"/>
                      </a:cubicBezTo>
                      <a:close/>
                    </a:path>
                  </a:pathLst>
                </a:custGeom>
                <a:solidFill>
                  <a:srgbClr val="5CC9BF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47" name="Google Shape;3747;p72"/>
                <p:cNvSpPr/>
                <p:nvPr/>
              </p:nvSpPr>
              <p:spPr>
                <a:xfrm>
                  <a:off x="6101643" y="4076226"/>
                  <a:ext cx="35048" cy="22866"/>
                </a:xfrm>
                <a:custGeom>
                  <a:rect b="b" l="l" r="r" t="t"/>
                  <a:pathLst>
                    <a:path extrusionOk="0" h="1100" w="1686">
                      <a:moveTo>
                        <a:pt x="193" y="1"/>
                      </a:moveTo>
                      <a:cubicBezTo>
                        <a:pt x="132" y="1"/>
                        <a:pt x="76" y="24"/>
                        <a:pt x="34" y="87"/>
                      </a:cubicBezTo>
                      <a:cubicBezTo>
                        <a:pt x="1" y="188"/>
                        <a:pt x="34" y="288"/>
                        <a:pt x="101" y="354"/>
                      </a:cubicBezTo>
                      <a:cubicBezTo>
                        <a:pt x="301" y="488"/>
                        <a:pt x="501" y="621"/>
                        <a:pt x="701" y="755"/>
                      </a:cubicBezTo>
                      <a:cubicBezTo>
                        <a:pt x="935" y="888"/>
                        <a:pt x="1135" y="1021"/>
                        <a:pt x="1368" y="1088"/>
                      </a:cubicBezTo>
                      <a:cubicBezTo>
                        <a:pt x="1393" y="1096"/>
                        <a:pt x="1416" y="1100"/>
                        <a:pt x="1438" y="1100"/>
                      </a:cubicBezTo>
                      <a:cubicBezTo>
                        <a:pt x="1597" y="1100"/>
                        <a:pt x="1686" y="905"/>
                        <a:pt x="1569" y="788"/>
                      </a:cubicBezTo>
                      <a:cubicBezTo>
                        <a:pt x="1368" y="588"/>
                        <a:pt x="1168" y="488"/>
                        <a:pt x="935" y="354"/>
                      </a:cubicBezTo>
                      <a:cubicBezTo>
                        <a:pt x="735" y="254"/>
                        <a:pt x="501" y="121"/>
                        <a:pt x="301" y="21"/>
                      </a:cubicBezTo>
                      <a:cubicBezTo>
                        <a:pt x="264" y="9"/>
                        <a:pt x="228" y="1"/>
                        <a:pt x="193" y="1"/>
                      </a:cubicBezTo>
                      <a:close/>
                    </a:path>
                  </a:pathLst>
                </a:custGeom>
                <a:solidFill>
                  <a:srgbClr val="5CC9BF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48" name="Google Shape;3748;p72"/>
                <p:cNvSpPr/>
                <p:nvPr/>
              </p:nvSpPr>
              <p:spPr>
                <a:xfrm>
                  <a:off x="6581481" y="4067973"/>
                  <a:ext cx="29851" cy="30890"/>
                </a:xfrm>
                <a:custGeom>
                  <a:rect b="b" l="l" r="r" t="t"/>
                  <a:pathLst>
                    <a:path extrusionOk="0" h="1486" w="1436">
                      <a:moveTo>
                        <a:pt x="184" y="1"/>
                      </a:moveTo>
                      <a:cubicBezTo>
                        <a:pt x="143" y="1"/>
                        <a:pt x="101" y="17"/>
                        <a:pt x="68" y="51"/>
                      </a:cubicBezTo>
                      <a:cubicBezTo>
                        <a:pt x="34" y="84"/>
                        <a:pt x="1" y="184"/>
                        <a:pt x="34" y="251"/>
                      </a:cubicBezTo>
                      <a:cubicBezTo>
                        <a:pt x="168" y="484"/>
                        <a:pt x="334" y="718"/>
                        <a:pt x="535" y="918"/>
                      </a:cubicBezTo>
                      <a:cubicBezTo>
                        <a:pt x="601" y="1018"/>
                        <a:pt x="701" y="1118"/>
                        <a:pt x="801" y="1218"/>
                      </a:cubicBezTo>
                      <a:cubicBezTo>
                        <a:pt x="835" y="1285"/>
                        <a:pt x="868" y="1318"/>
                        <a:pt x="935" y="1352"/>
                      </a:cubicBezTo>
                      <a:cubicBezTo>
                        <a:pt x="968" y="1385"/>
                        <a:pt x="1002" y="1418"/>
                        <a:pt x="1035" y="1418"/>
                      </a:cubicBezTo>
                      <a:cubicBezTo>
                        <a:pt x="1068" y="1452"/>
                        <a:pt x="1102" y="1485"/>
                        <a:pt x="1168" y="1485"/>
                      </a:cubicBezTo>
                      <a:cubicBezTo>
                        <a:pt x="1235" y="1485"/>
                        <a:pt x="1302" y="1485"/>
                        <a:pt x="1369" y="1452"/>
                      </a:cubicBezTo>
                      <a:cubicBezTo>
                        <a:pt x="1402" y="1385"/>
                        <a:pt x="1435" y="1318"/>
                        <a:pt x="1402" y="1252"/>
                      </a:cubicBezTo>
                      <a:lnTo>
                        <a:pt x="1402" y="1218"/>
                      </a:lnTo>
                      <a:cubicBezTo>
                        <a:pt x="1402" y="1185"/>
                        <a:pt x="1369" y="1152"/>
                        <a:pt x="1369" y="1118"/>
                      </a:cubicBezTo>
                      <a:cubicBezTo>
                        <a:pt x="1335" y="1085"/>
                        <a:pt x="1302" y="1052"/>
                        <a:pt x="1268" y="1018"/>
                      </a:cubicBezTo>
                      <a:cubicBezTo>
                        <a:pt x="1235" y="985"/>
                        <a:pt x="1168" y="951"/>
                        <a:pt x="1135" y="885"/>
                      </a:cubicBezTo>
                      <a:cubicBezTo>
                        <a:pt x="1035" y="818"/>
                        <a:pt x="935" y="718"/>
                        <a:pt x="835" y="618"/>
                      </a:cubicBezTo>
                      <a:cubicBezTo>
                        <a:pt x="635" y="451"/>
                        <a:pt x="468" y="251"/>
                        <a:pt x="301" y="51"/>
                      </a:cubicBezTo>
                      <a:cubicBezTo>
                        <a:pt x="268" y="17"/>
                        <a:pt x="226" y="1"/>
                        <a:pt x="184" y="1"/>
                      </a:cubicBezTo>
                      <a:close/>
                    </a:path>
                  </a:pathLst>
                </a:custGeom>
                <a:solidFill>
                  <a:srgbClr val="5CC9BF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49" name="Google Shape;3749;p72"/>
                <p:cNvSpPr/>
                <p:nvPr/>
              </p:nvSpPr>
              <p:spPr>
                <a:xfrm>
                  <a:off x="6613827" y="4055210"/>
                  <a:ext cx="34258" cy="34902"/>
                </a:xfrm>
                <a:custGeom>
                  <a:rect b="b" l="l" r="r" t="t"/>
                  <a:pathLst>
                    <a:path extrusionOk="0" h="1679" w="1648">
                      <a:moveTo>
                        <a:pt x="163" y="0"/>
                      </a:moveTo>
                      <a:cubicBezTo>
                        <a:pt x="67" y="0"/>
                        <a:pt x="1" y="126"/>
                        <a:pt x="79" y="231"/>
                      </a:cubicBezTo>
                      <a:cubicBezTo>
                        <a:pt x="313" y="465"/>
                        <a:pt x="546" y="732"/>
                        <a:pt x="780" y="998"/>
                      </a:cubicBezTo>
                      <a:cubicBezTo>
                        <a:pt x="880" y="1132"/>
                        <a:pt x="1013" y="1232"/>
                        <a:pt x="1147" y="1365"/>
                      </a:cubicBezTo>
                      <a:cubicBezTo>
                        <a:pt x="1147" y="1365"/>
                        <a:pt x="1147" y="1399"/>
                        <a:pt x="1180" y="1399"/>
                      </a:cubicBezTo>
                      <a:lnTo>
                        <a:pt x="1180" y="1432"/>
                      </a:lnTo>
                      <a:lnTo>
                        <a:pt x="1180" y="1465"/>
                      </a:lnTo>
                      <a:cubicBezTo>
                        <a:pt x="1180" y="1465"/>
                        <a:pt x="1180" y="1499"/>
                        <a:pt x="1180" y="1532"/>
                      </a:cubicBezTo>
                      <a:cubicBezTo>
                        <a:pt x="1214" y="1565"/>
                        <a:pt x="1214" y="1599"/>
                        <a:pt x="1247" y="1632"/>
                      </a:cubicBezTo>
                      <a:cubicBezTo>
                        <a:pt x="1292" y="1662"/>
                        <a:pt x="1344" y="1679"/>
                        <a:pt x="1393" y="1679"/>
                      </a:cubicBezTo>
                      <a:cubicBezTo>
                        <a:pt x="1453" y="1679"/>
                        <a:pt x="1510" y="1654"/>
                        <a:pt x="1547" y="1599"/>
                      </a:cubicBezTo>
                      <a:cubicBezTo>
                        <a:pt x="1647" y="1532"/>
                        <a:pt x="1647" y="1399"/>
                        <a:pt x="1614" y="1299"/>
                      </a:cubicBezTo>
                      <a:cubicBezTo>
                        <a:pt x="1580" y="1199"/>
                        <a:pt x="1514" y="1132"/>
                        <a:pt x="1447" y="1065"/>
                      </a:cubicBezTo>
                      <a:cubicBezTo>
                        <a:pt x="1380" y="998"/>
                        <a:pt x="1280" y="932"/>
                        <a:pt x="1214" y="865"/>
                      </a:cubicBezTo>
                      <a:cubicBezTo>
                        <a:pt x="1080" y="732"/>
                        <a:pt x="913" y="565"/>
                        <a:pt x="747" y="431"/>
                      </a:cubicBezTo>
                      <a:cubicBezTo>
                        <a:pt x="580" y="298"/>
                        <a:pt x="413" y="164"/>
                        <a:pt x="246" y="31"/>
                      </a:cubicBezTo>
                      <a:cubicBezTo>
                        <a:pt x="218" y="10"/>
                        <a:pt x="189" y="0"/>
                        <a:pt x="163" y="0"/>
                      </a:cubicBezTo>
                      <a:close/>
                    </a:path>
                  </a:pathLst>
                </a:custGeom>
                <a:solidFill>
                  <a:srgbClr val="5CC9BF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50" name="Google Shape;3750;p72"/>
                <p:cNvSpPr/>
                <p:nvPr/>
              </p:nvSpPr>
              <p:spPr>
                <a:xfrm>
                  <a:off x="6557825" y="4082254"/>
                  <a:ext cx="34777" cy="34798"/>
                </a:xfrm>
                <a:custGeom>
                  <a:rect b="b" l="l" r="r" t="t"/>
                  <a:pathLst>
                    <a:path extrusionOk="0" h="1674" w="1673">
                      <a:moveTo>
                        <a:pt x="183" y="0"/>
                      </a:moveTo>
                      <a:cubicBezTo>
                        <a:pt x="80" y="0"/>
                        <a:pt x="0" y="119"/>
                        <a:pt x="105" y="198"/>
                      </a:cubicBezTo>
                      <a:cubicBezTo>
                        <a:pt x="338" y="465"/>
                        <a:pt x="572" y="731"/>
                        <a:pt x="805" y="998"/>
                      </a:cubicBezTo>
                      <a:cubicBezTo>
                        <a:pt x="905" y="1098"/>
                        <a:pt x="1039" y="1232"/>
                        <a:pt x="1139" y="1365"/>
                      </a:cubicBezTo>
                      <a:cubicBezTo>
                        <a:pt x="1172" y="1365"/>
                        <a:pt x="1172" y="1399"/>
                        <a:pt x="1206" y="1399"/>
                      </a:cubicBezTo>
                      <a:lnTo>
                        <a:pt x="1206" y="1432"/>
                      </a:lnTo>
                      <a:cubicBezTo>
                        <a:pt x="1206" y="1465"/>
                        <a:pt x="1206" y="1499"/>
                        <a:pt x="1206" y="1499"/>
                      </a:cubicBezTo>
                      <a:cubicBezTo>
                        <a:pt x="1239" y="1532"/>
                        <a:pt x="1239" y="1599"/>
                        <a:pt x="1272" y="1599"/>
                      </a:cubicBezTo>
                      <a:cubicBezTo>
                        <a:pt x="1322" y="1649"/>
                        <a:pt x="1381" y="1674"/>
                        <a:pt x="1435" y="1674"/>
                      </a:cubicBezTo>
                      <a:cubicBezTo>
                        <a:pt x="1489" y="1674"/>
                        <a:pt x="1539" y="1649"/>
                        <a:pt x="1573" y="1599"/>
                      </a:cubicBezTo>
                      <a:cubicBezTo>
                        <a:pt x="1673" y="1532"/>
                        <a:pt x="1673" y="1399"/>
                        <a:pt x="1639" y="1299"/>
                      </a:cubicBezTo>
                      <a:cubicBezTo>
                        <a:pt x="1606" y="1198"/>
                        <a:pt x="1539" y="1132"/>
                        <a:pt x="1472" y="1065"/>
                      </a:cubicBezTo>
                      <a:cubicBezTo>
                        <a:pt x="1406" y="998"/>
                        <a:pt x="1306" y="898"/>
                        <a:pt x="1239" y="832"/>
                      </a:cubicBezTo>
                      <a:cubicBezTo>
                        <a:pt x="1072" y="698"/>
                        <a:pt x="939" y="565"/>
                        <a:pt x="772" y="431"/>
                      </a:cubicBezTo>
                      <a:cubicBezTo>
                        <a:pt x="605" y="298"/>
                        <a:pt x="438" y="164"/>
                        <a:pt x="272" y="31"/>
                      </a:cubicBezTo>
                      <a:cubicBezTo>
                        <a:pt x="243" y="9"/>
                        <a:pt x="212" y="0"/>
                        <a:pt x="183" y="0"/>
                      </a:cubicBezTo>
                      <a:close/>
                    </a:path>
                  </a:pathLst>
                </a:custGeom>
                <a:solidFill>
                  <a:srgbClr val="5CC9BF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51" name="Google Shape;3751;p72"/>
                <p:cNvSpPr/>
                <p:nvPr/>
              </p:nvSpPr>
              <p:spPr>
                <a:xfrm>
                  <a:off x="6638356" y="4084977"/>
                  <a:ext cx="21" cy="21"/>
                </a:xfrm>
                <a:custGeom>
                  <a:rect b="b" l="l" r="r" t="t"/>
                  <a:pathLst>
                    <a:path extrusionOk="0" h="1" w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CC9BF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52" name="Google Shape;3752;p72"/>
                <p:cNvSpPr/>
                <p:nvPr/>
              </p:nvSpPr>
              <p:spPr>
                <a:xfrm>
                  <a:off x="6638356" y="4084977"/>
                  <a:ext cx="21" cy="21"/>
                </a:xfrm>
                <a:custGeom>
                  <a:rect b="b" l="l" r="r" t="t"/>
                  <a:pathLst>
                    <a:path extrusionOk="0" h="1" w="1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CC9BF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53" name="Google Shape;3753;p72"/>
                <p:cNvSpPr/>
                <p:nvPr/>
              </p:nvSpPr>
              <p:spPr>
                <a:xfrm>
                  <a:off x="6267029" y="2386472"/>
                  <a:ext cx="123436" cy="152954"/>
                </a:xfrm>
                <a:custGeom>
                  <a:rect b="b" l="l" r="r" t="t"/>
                  <a:pathLst>
                    <a:path extrusionOk="0" h="7358" w="5938">
                      <a:moveTo>
                        <a:pt x="5774" y="1"/>
                      </a:moveTo>
                      <a:cubicBezTo>
                        <a:pt x="5744" y="1"/>
                        <a:pt x="5714" y="15"/>
                        <a:pt x="5688" y="50"/>
                      </a:cubicBezTo>
                      <a:cubicBezTo>
                        <a:pt x="5187" y="583"/>
                        <a:pt x="4821" y="1250"/>
                        <a:pt x="4387" y="1851"/>
                      </a:cubicBezTo>
                      <a:cubicBezTo>
                        <a:pt x="3953" y="2485"/>
                        <a:pt x="3453" y="3085"/>
                        <a:pt x="2986" y="3719"/>
                      </a:cubicBezTo>
                      <a:cubicBezTo>
                        <a:pt x="2519" y="4319"/>
                        <a:pt x="2052" y="4886"/>
                        <a:pt x="1552" y="5453"/>
                      </a:cubicBezTo>
                      <a:cubicBezTo>
                        <a:pt x="1051" y="6054"/>
                        <a:pt x="551" y="6621"/>
                        <a:pt x="50" y="7221"/>
                      </a:cubicBezTo>
                      <a:cubicBezTo>
                        <a:pt x="1" y="7271"/>
                        <a:pt x="62" y="7357"/>
                        <a:pt x="124" y="7357"/>
                      </a:cubicBezTo>
                      <a:cubicBezTo>
                        <a:pt x="145" y="7357"/>
                        <a:pt x="167" y="7347"/>
                        <a:pt x="184" y="7321"/>
                      </a:cubicBezTo>
                      <a:cubicBezTo>
                        <a:pt x="784" y="6821"/>
                        <a:pt x="1285" y="6221"/>
                        <a:pt x="1818" y="5654"/>
                      </a:cubicBezTo>
                      <a:cubicBezTo>
                        <a:pt x="2319" y="5086"/>
                        <a:pt x="2786" y="4519"/>
                        <a:pt x="3253" y="3919"/>
                      </a:cubicBezTo>
                      <a:cubicBezTo>
                        <a:pt x="3720" y="3352"/>
                        <a:pt x="4187" y="2751"/>
                        <a:pt x="4620" y="2151"/>
                      </a:cubicBezTo>
                      <a:cubicBezTo>
                        <a:pt x="4854" y="1851"/>
                        <a:pt x="5054" y="1517"/>
                        <a:pt x="5288" y="1184"/>
                      </a:cubicBezTo>
                      <a:cubicBezTo>
                        <a:pt x="5521" y="883"/>
                        <a:pt x="5721" y="550"/>
                        <a:pt x="5888" y="216"/>
                      </a:cubicBezTo>
                      <a:cubicBezTo>
                        <a:pt x="5937" y="118"/>
                        <a:pt x="5859" y="1"/>
                        <a:pt x="5774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54" name="Google Shape;3754;p72"/>
                <p:cNvSpPr/>
                <p:nvPr/>
              </p:nvSpPr>
              <p:spPr>
                <a:xfrm>
                  <a:off x="7550506" y="1824993"/>
                  <a:ext cx="22908" cy="13242"/>
                </a:xfrm>
                <a:custGeom>
                  <a:rect b="b" l="l" r="r" t="t"/>
                  <a:pathLst>
                    <a:path extrusionOk="0" h="637" w="1102">
                      <a:moveTo>
                        <a:pt x="768" y="0"/>
                      </a:moveTo>
                      <a:cubicBezTo>
                        <a:pt x="635" y="0"/>
                        <a:pt x="535" y="0"/>
                        <a:pt x="435" y="67"/>
                      </a:cubicBezTo>
                      <a:cubicBezTo>
                        <a:pt x="335" y="100"/>
                        <a:pt x="234" y="167"/>
                        <a:pt x="168" y="234"/>
                      </a:cubicBezTo>
                      <a:cubicBezTo>
                        <a:pt x="134" y="300"/>
                        <a:pt x="101" y="334"/>
                        <a:pt x="68" y="367"/>
                      </a:cubicBezTo>
                      <a:cubicBezTo>
                        <a:pt x="34" y="434"/>
                        <a:pt x="1" y="500"/>
                        <a:pt x="1" y="567"/>
                      </a:cubicBezTo>
                      <a:cubicBezTo>
                        <a:pt x="1" y="608"/>
                        <a:pt x="52" y="637"/>
                        <a:pt x="99" y="637"/>
                      </a:cubicBezTo>
                      <a:cubicBezTo>
                        <a:pt x="128" y="637"/>
                        <a:pt x="155" y="626"/>
                        <a:pt x="168" y="601"/>
                      </a:cubicBezTo>
                      <a:cubicBezTo>
                        <a:pt x="201" y="567"/>
                        <a:pt x="201" y="534"/>
                        <a:pt x="234" y="467"/>
                      </a:cubicBezTo>
                      <a:cubicBezTo>
                        <a:pt x="268" y="434"/>
                        <a:pt x="268" y="400"/>
                        <a:pt x="301" y="367"/>
                      </a:cubicBezTo>
                      <a:cubicBezTo>
                        <a:pt x="368" y="300"/>
                        <a:pt x="435" y="267"/>
                        <a:pt x="535" y="234"/>
                      </a:cubicBezTo>
                      <a:cubicBezTo>
                        <a:pt x="619" y="170"/>
                        <a:pt x="731" y="147"/>
                        <a:pt x="843" y="147"/>
                      </a:cubicBezTo>
                      <a:cubicBezTo>
                        <a:pt x="908" y="147"/>
                        <a:pt x="974" y="155"/>
                        <a:pt x="1035" y="167"/>
                      </a:cubicBezTo>
                      <a:cubicBezTo>
                        <a:pt x="1068" y="167"/>
                        <a:pt x="1102" y="100"/>
                        <a:pt x="1068" y="67"/>
                      </a:cubicBezTo>
                      <a:cubicBezTo>
                        <a:pt x="968" y="33"/>
                        <a:pt x="868" y="0"/>
                        <a:pt x="768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55" name="Google Shape;3755;p72"/>
                <p:cNvSpPr/>
                <p:nvPr/>
              </p:nvSpPr>
              <p:spPr>
                <a:xfrm>
                  <a:off x="6105697" y="2575472"/>
                  <a:ext cx="38956" cy="16256"/>
                </a:xfrm>
                <a:custGeom>
                  <a:rect b="b" l="l" r="r" t="t"/>
                  <a:pathLst>
                    <a:path extrusionOk="0" h="782" w="1874">
                      <a:moveTo>
                        <a:pt x="216" y="0"/>
                      </a:moveTo>
                      <a:cubicBezTo>
                        <a:pt x="103" y="0"/>
                        <a:pt x="1" y="126"/>
                        <a:pt x="106" y="231"/>
                      </a:cubicBezTo>
                      <a:cubicBezTo>
                        <a:pt x="423" y="548"/>
                        <a:pt x="887" y="782"/>
                        <a:pt x="1349" y="782"/>
                      </a:cubicBezTo>
                      <a:cubicBezTo>
                        <a:pt x="1469" y="782"/>
                        <a:pt x="1590" y="766"/>
                        <a:pt x="1707" y="731"/>
                      </a:cubicBezTo>
                      <a:cubicBezTo>
                        <a:pt x="1874" y="698"/>
                        <a:pt x="1841" y="498"/>
                        <a:pt x="1674" y="464"/>
                      </a:cubicBezTo>
                      <a:cubicBezTo>
                        <a:pt x="1440" y="464"/>
                        <a:pt x="1173" y="464"/>
                        <a:pt x="940" y="398"/>
                      </a:cubicBezTo>
                      <a:cubicBezTo>
                        <a:pt x="706" y="298"/>
                        <a:pt x="473" y="198"/>
                        <a:pt x="306" y="31"/>
                      </a:cubicBezTo>
                      <a:cubicBezTo>
                        <a:pt x="278" y="9"/>
                        <a:pt x="246" y="0"/>
                        <a:pt x="216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56" name="Google Shape;3756;p72"/>
                <p:cNvSpPr/>
                <p:nvPr/>
              </p:nvSpPr>
              <p:spPr>
                <a:xfrm>
                  <a:off x="6100666" y="2419919"/>
                  <a:ext cx="25091" cy="33509"/>
                </a:xfrm>
                <a:custGeom>
                  <a:rect b="b" l="l" r="r" t="t"/>
                  <a:pathLst>
                    <a:path extrusionOk="0" h="1612" w="1207">
                      <a:moveTo>
                        <a:pt x="139" y="0"/>
                      </a:moveTo>
                      <a:cubicBezTo>
                        <a:pt x="70" y="0"/>
                        <a:pt x="1" y="71"/>
                        <a:pt x="48" y="142"/>
                      </a:cubicBezTo>
                      <a:cubicBezTo>
                        <a:pt x="215" y="409"/>
                        <a:pt x="348" y="642"/>
                        <a:pt x="515" y="876"/>
                      </a:cubicBezTo>
                      <a:lnTo>
                        <a:pt x="748" y="1243"/>
                      </a:lnTo>
                      <a:cubicBezTo>
                        <a:pt x="815" y="1343"/>
                        <a:pt x="915" y="1476"/>
                        <a:pt x="1015" y="1576"/>
                      </a:cubicBezTo>
                      <a:cubicBezTo>
                        <a:pt x="1040" y="1601"/>
                        <a:pt x="1065" y="1612"/>
                        <a:pt x="1088" y="1612"/>
                      </a:cubicBezTo>
                      <a:cubicBezTo>
                        <a:pt x="1157" y="1612"/>
                        <a:pt x="1207" y="1518"/>
                        <a:pt x="1182" y="1443"/>
                      </a:cubicBezTo>
                      <a:cubicBezTo>
                        <a:pt x="1115" y="1309"/>
                        <a:pt x="1048" y="1209"/>
                        <a:pt x="982" y="1076"/>
                      </a:cubicBezTo>
                      <a:lnTo>
                        <a:pt x="715" y="742"/>
                      </a:lnTo>
                      <a:cubicBezTo>
                        <a:pt x="548" y="509"/>
                        <a:pt x="381" y="275"/>
                        <a:pt x="215" y="42"/>
                      </a:cubicBezTo>
                      <a:cubicBezTo>
                        <a:pt x="195" y="12"/>
                        <a:pt x="167" y="0"/>
                        <a:pt x="13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57" name="Google Shape;3757;p72"/>
                <p:cNvSpPr/>
                <p:nvPr/>
              </p:nvSpPr>
              <p:spPr>
                <a:xfrm>
                  <a:off x="6418528" y="2101559"/>
                  <a:ext cx="37833" cy="11101"/>
                </a:xfrm>
                <a:custGeom>
                  <a:rect b="b" l="l" r="r" t="t"/>
                  <a:pathLst>
                    <a:path extrusionOk="0" h="534" w="1820">
                      <a:moveTo>
                        <a:pt x="1659" y="1"/>
                      </a:moveTo>
                      <a:cubicBezTo>
                        <a:pt x="1642" y="1"/>
                        <a:pt x="1623" y="4"/>
                        <a:pt x="1602" y="12"/>
                      </a:cubicBezTo>
                      <a:cubicBezTo>
                        <a:pt x="1369" y="79"/>
                        <a:pt x="1135" y="146"/>
                        <a:pt x="868" y="213"/>
                      </a:cubicBezTo>
                      <a:cubicBezTo>
                        <a:pt x="635" y="279"/>
                        <a:pt x="368" y="279"/>
                        <a:pt x="134" y="313"/>
                      </a:cubicBezTo>
                      <a:cubicBezTo>
                        <a:pt x="1" y="313"/>
                        <a:pt x="1" y="513"/>
                        <a:pt x="134" y="513"/>
                      </a:cubicBezTo>
                      <a:cubicBezTo>
                        <a:pt x="243" y="526"/>
                        <a:pt x="354" y="533"/>
                        <a:pt x="464" y="533"/>
                      </a:cubicBezTo>
                      <a:cubicBezTo>
                        <a:pt x="896" y="533"/>
                        <a:pt x="1331" y="432"/>
                        <a:pt x="1702" y="246"/>
                      </a:cubicBezTo>
                      <a:cubicBezTo>
                        <a:pt x="1819" y="187"/>
                        <a:pt x="1782" y="1"/>
                        <a:pt x="1659" y="1"/>
                      </a:cubicBezTo>
                      <a:close/>
                    </a:path>
                  </a:pathLst>
                </a:custGeom>
                <a:solidFill>
                  <a:srgbClr val="C46345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58" name="Google Shape;3758;p72"/>
                <p:cNvSpPr/>
                <p:nvPr/>
              </p:nvSpPr>
              <p:spPr>
                <a:xfrm>
                  <a:off x="6651036" y="2315899"/>
                  <a:ext cx="71592" cy="618366"/>
                </a:xfrm>
                <a:custGeom>
                  <a:rect b="b" l="l" r="r" t="t"/>
                  <a:pathLst>
                    <a:path extrusionOk="0" h="29747" w="3444">
                      <a:moveTo>
                        <a:pt x="121" y="1"/>
                      </a:moveTo>
                      <a:cubicBezTo>
                        <a:pt x="60" y="1"/>
                        <a:pt x="0" y="71"/>
                        <a:pt x="24" y="142"/>
                      </a:cubicBezTo>
                      <a:cubicBezTo>
                        <a:pt x="858" y="1743"/>
                        <a:pt x="858" y="3678"/>
                        <a:pt x="1025" y="5446"/>
                      </a:cubicBezTo>
                      <a:cubicBezTo>
                        <a:pt x="1191" y="7381"/>
                        <a:pt x="1325" y="9315"/>
                        <a:pt x="1492" y="11250"/>
                      </a:cubicBezTo>
                      <a:cubicBezTo>
                        <a:pt x="1825" y="15186"/>
                        <a:pt x="2159" y="19089"/>
                        <a:pt x="2492" y="22992"/>
                      </a:cubicBezTo>
                      <a:cubicBezTo>
                        <a:pt x="2693" y="25193"/>
                        <a:pt x="2893" y="27395"/>
                        <a:pt x="3059" y="29597"/>
                      </a:cubicBezTo>
                      <a:cubicBezTo>
                        <a:pt x="3076" y="29697"/>
                        <a:pt x="3176" y="29747"/>
                        <a:pt x="3268" y="29747"/>
                      </a:cubicBezTo>
                      <a:cubicBezTo>
                        <a:pt x="3360" y="29747"/>
                        <a:pt x="3443" y="29697"/>
                        <a:pt x="3426" y="29597"/>
                      </a:cubicBezTo>
                      <a:cubicBezTo>
                        <a:pt x="3093" y="25627"/>
                        <a:pt x="2726" y="21691"/>
                        <a:pt x="2359" y="17755"/>
                      </a:cubicBezTo>
                      <a:lnTo>
                        <a:pt x="2359" y="17721"/>
                      </a:lnTo>
                      <a:cubicBezTo>
                        <a:pt x="1992" y="13785"/>
                        <a:pt x="1658" y="9816"/>
                        <a:pt x="1258" y="5846"/>
                      </a:cubicBezTo>
                      <a:cubicBezTo>
                        <a:pt x="1091" y="3912"/>
                        <a:pt x="1125" y="1810"/>
                        <a:pt x="191" y="42"/>
                      </a:cubicBezTo>
                      <a:cubicBezTo>
                        <a:pt x="171" y="13"/>
                        <a:pt x="146" y="1"/>
                        <a:pt x="121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59" name="Google Shape;3759;p72"/>
                <p:cNvSpPr/>
                <p:nvPr/>
              </p:nvSpPr>
              <p:spPr>
                <a:xfrm>
                  <a:off x="6456278" y="2957152"/>
                  <a:ext cx="66291" cy="261403"/>
                </a:xfrm>
                <a:custGeom>
                  <a:rect b="b" l="l" r="r" t="t"/>
                  <a:pathLst>
                    <a:path extrusionOk="0" h="12575" w="3189">
                      <a:moveTo>
                        <a:pt x="3035" y="0"/>
                      </a:moveTo>
                      <a:cubicBezTo>
                        <a:pt x="2999" y="0"/>
                        <a:pt x="2967" y="15"/>
                        <a:pt x="2955" y="50"/>
                      </a:cubicBezTo>
                      <a:cubicBezTo>
                        <a:pt x="2755" y="517"/>
                        <a:pt x="2688" y="1084"/>
                        <a:pt x="2555" y="1584"/>
                      </a:cubicBezTo>
                      <a:cubicBezTo>
                        <a:pt x="2421" y="2084"/>
                        <a:pt x="2321" y="2585"/>
                        <a:pt x="2188" y="3085"/>
                      </a:cubicBezTo>
                      <a:cubicBezTo>
                        <a:pt x="1954" y="4119"/>
                        <a:pt x="1687" y="5153"/>
                        <a:pt x="1454" y="6187"/>
                      </a:cubicBezTo>
                      <a:cubicBezTo>
                        <a:pt x="954" y="8289"/>
                        <a:pt x="487" y="10357"/>
                        <a:pt x="20" y="12425"/>
                      </a:cubicBezTo>
                      <a:cubicBezTo>
                        <a:pt x="0" y="12522"/>
                        <a:pt x="71" y="12574"/>
                        <a:pt x="141" y="12574"/>
                      </a:cubicBezTo>
                      <a:cubicBezTo>
                        <a:pt x="190" y="12574"/>
                        <a:pt x="239" y="12547"/>
                        <a:pt x="253" y="12492"/>
                      </a:cubicBezTo>
                      <a:cubicBezTo>
                        <a:pt x="753" y="10424"/>
                        <a:pt x="1254" y="8355"/>
                        <a:pt x="1754" y="6287"/>
                      </a:cubicBezTo>
                      <a:cubicBezTo>
                        <a:pt x="1988" y="5253"/>
                        <a:pt x="2255" y="4186"/>
                        <a:pt x="2488" y="3152"/>
                      </a:cubicBezTo>
                      <a:cubicBezTo>
                        <a:pt x="2588" y="2651"/>
                        <a:pt x="2722" y="2151"/>
                        <a:pt x="2822" y="1651"/>
                      </a:cubicBezTo>
                      <a:cubicBezTo>
                        <a:pt x="2955" y="1150"/>
                        <a:pt x="3155" y="617"/>
                        <a:pt x="3189" y="116"/>
                      </a:cubicBezTo>
                      <a:cubicBezTo>
                        <a:pt x="3189" y="51"/>
                        <a:pt x="3104" y="0"/>
                        <a:pt x="3035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60" name="Google Shape;3760;p72"/>
                <p:cNvSpPr/>
                <p:nvPr/>
              </p:nvSpPr>
              <p:spPr>
                <a:xfrm>
                  <a:off x="6447984" y="3489998"/>
                  <a:ext cx="568289" cy="701890"/>
                </a:xfrm>
                <a:custGeom>
                  <a:rect b="b" l="l" r="r" t="t"/>
                  <a:pathLst>
                    <a:path extrusionOk="0" h="33765" w="27338">
                      <a:moveTo>
                        <a:pt x="22334" y="11743"/>
                      </a:moveTo>
                      <a:cubicBezTo>
                        <a:pt x="22501" y="12644"/>
                        <a:pt x="22701" y="13578"/>
                        <a:pt x="22901" y="14512"/>
                      </a:cubicBezTo>
                      <a:cubicBezTo>
                        <a:pt x="23235" y="16113"/>
                        <a:pt x="23535" y="17714"/>
                        <a:pt x="23869" y="19349"/>
                      </a:cubicBezTo>
                      <a:cubicBezTo>
                        <a:pt x="22835" y="18948"/>
                        <a:pt x="21734" y="18615"/>
                        <a:pt x="20700" y="18248"/>
                      </a:cubicBezTo>
                      <a:cubicBezTo>
                        <a:pt x="19432" y="17814"/>
                        <a:pt x="18165" y="17381"/>
                        <a:pt x="16930" y="16947"/>
                      </a:cubicBezTo>
                      <a:cubicBezTo>
                        <a:pt x="15896" y="16613"/>
                        <a:pt x="14862" y="16246"/>
                        <a:pt x="13828" y="15880"/>
                      </a:cubicBezTo>
                      <a:cubicBezTo>
                        <a:pt x="15463" y="15246"/>
                        <a:pt x="17097" y="14612"/>
                        <a:pt x="18665" y="13811"/>
                      </a:cubicBezTo>
                      <a:cubicBezTo>
                        <a:pt x="19699" y="13311"/>
                        <a:pt x="20700" y="12744"/>
                        <a:pt x="21634" y="12077"/>
                      </a:cubicBezTo>
                      <a:cubicBezTo>
                        <a:pt x="21867" y="11977"/>
                        <a:pt x="22101" y="11843"/>
                        <a:pt x="22334" y="11743"/>
                      </a:cubicBezTo>
                      <a:close/>
                      <a:moveTo>
                        <a:pt x="5289" y="13511"/>
                      </a:moveTo>
                      <a:cubicBezTo>
                        <a:pt x="5422" y="13611"/>
                        <a:pt x="5556" y="13645"/>
                        <a:pt x="5722" y="13711"/>
                      </a:cubicBezTo>
                      <a:cubicBezTo>
                        <a:pt x="6023" y="13845"/>
                        <a:pt x="6356" y="13978"/>
                        <a:pt x="6690" y="14112"/>
                      </a:cubicBezTo>
                      <a:cubicBezTo>
                        <a:pt x="7324" y="14345"/>
                        <a:pt x="7991" y="14545"/>
                        <a:pt x="8624" y="14779"/>
                      </a:cubicBezTo>
                      <a:cubicBezTo>
                        <a:pt x="9759" y="15179"/>
                        <a:pt x="10926" y="15579"/>
                        <a:pt x="12094" y="15980"/>
                      </a:cubicBezTo>
                      <a:cubicBezTo>
                        <a:pt x="12060" y="15980"/>
                        <a:pt x="12027" y="15980"/>
                        <a:pt x="11994" y="16013"/>
                      </a:cubicBezTo>
                      <a:cubicBezTo>
                        <a:pt x="9659" y="16914"/>
                        <a:pt x="7324" y="17848"/>
                        <a:pt x="5122" y="19115"/>
                      </a:cubicBezTo>
                      <a:cubicBezTo>
                        <a:pt x="4655" y="19349"/>
                        <a:pt x="4155" y="19582"/>
                        <a:pt x="3688" y="19816"/>
                      </a:cubicBezTo>
                      <a:cubicBezTo>
                        <a:pt x="4188" y="17714"/>
                        <a:pt x="4755" y="15613"/>
                        <a:pt x="5289" y="13511"/>
                      </a:cubicBezTo>
                      <a:close/>
                      <a:moveTo>
                        <a:pt x="8620" y="0"/>
                      </a:moveTo>
                      <a:cubicBezTo>
                        <a:pt x="8531" y="0"/>
                        <a:pt x="8445" y="49"/>
                        <a:pt x="8391" y="168"/>
                      </a:cubicBezTo>
                      <a:cubicBezTo>
                        <a:pt x="8124" y="669"/>
                        <a:pt x="7991" y="1202"/>
                        <a:pt x="7824" y="1736"/>
                      </a:cubicBezTo>
                      <a:cubicBezTo>
                        <a:pt x="7690" y="2303"/>
                        <a:pt x="7524" y="2837"/>
                        <a:pt x="7357" y="3371"/>
                      </a:cubicBezTo>
                      <a:cubicBezTo>
                        <a:pt x="7057" y="4438"/>
                        <a:pt x="6723" y="5505"/>
                        <a:pt x="6423" y="6573"/>
                      </a:cubicBezTo>
                      <a:cubicBezTo>
                        <a:pt x="5822" y="8708"/>
                        <a:pt x="5255" y="10843"/>
                        <a:pt x="4688" y="13011"/>
                      </a:cubicBezTo>
                      <a:cubicBezTo>
                        <a:pt x="3521" y="17314"/>
                        <a:pt x="2420" y="21684"/>
                        <a:pt x="1486" y="26054"/>
                      </a:cubicBezTo>
                      <a:cubicBezTo>
                        <a:pt x="1219" y="27254"/>
                        <a:pt x="952" y="28489"/>
                        <a:pt x="685" y="29723"/>
                      </a:cubicBezTo>
                      <a:cubicBezTo>
                        <a:pt x="452" y="30924"/>
                        <a:pt x="185" y="32158"/>
                        <a:pt x="18" y="33392"/>
                      </a:cubicBezTo>
                      <a:cubicBezTo>
                        <a:pt x="0" y="33500"/>
                        <a:pt x="100" y="33560"/>
                        <a:pt x="200" y="33560"/>
                      </a:cubicBezTo>
                      <a:cubicBezTo>
                        <a:pt x="285" y="33560"/>
                        <a:pt x="370" y="33517"/>
                        <a:pt x="385" y="33425"/>
                      </a:cubicBezTo>
                      <a:cubicBezTo>
                        <a:pt x="719" y="32358"/>
                        <a:pt x="919" y="31291"/>
                        <a:pt x="1186" y="30190"/>
                      </a:cubicBezTo>
                      <a:cubicBezTo>
                        <a:pt x="1453" y="29122"/>
                        <a:pt x="1686" y="28055"/>
                        <a:pt x="1953" y="26954"/>
                      </a:cubicBezTo>
                      <a:cubicBezTo>
                        <a:pt x="2387" y="25120"/>
                        <a:pt x="2820" y="23285"/>
                        <a:pt x="3287" y="21417"/>
                      </a:cubicBezTo>
                      <a:cubicBezTo>
                        <a:pt x="3454" y="21317"/>
                        <a:pt x="3487" y="21083"/>
                        <a:pt x="3387" y="20950"/>
                      </a:cubicBezTo>
                      <a:cubicBezTo>
                        <a:pt x="3487" y="20883"/>
                        <a:pt x="3554" y="20816"/>
                        <a:pt x="3621" y="20783"/>
                      </a:cubicBezTo>
                      <a:cubicBezTo>
                        <a:pt x="3754" y="20683"/>
                        <a:pt x="3888" y="20583"/>
                        <a:pt x="4021" y="20483"/>
                      </a:cubicBezTo>
                      <a:cubicBezTo>
                        <a:pt x="4321" y="20283"/>
                        <a:pt x="4622" y="20116"/>
                        <a:pt x="4922" y="19916"/>
                      </a:cubicBezTo>
                      <a:cubicBezTo>
                        <a:pt x="5522" y="19549"/>
                        <a:pt x="6156" y="19215"/>
                        <a:pt x="6790" y="18882"/>
                      </a:cubicBezTo>
                      <a:cubicBezTo>
                        <a:pt x="8057" y="18215"/>
                        <a:pt x="9392" y="17647"/>
                        <a:pt x="10726" y="17114"/>
                      </a:cubicBezTo>
                      <a:cubicBezTo>
                        <a:pt x="11460" y="16814"/>
                        <a:pt x="12194" y="16547"/>
                        <a:pt x="12928" y="16246"/>
                      </a:cubicBezTo>
                      <a:cubicBezTo>
                        <a:pt x="15296" y="17047"/>
                        <a:pt x="17631" y="17881"/>
                        <a:pt x="19999" y="18682"/>
                      </a:cubicBezTo>
                      <a:cubicBezTo>
                        <a:pt x="20733" y="18948"/>
                        <a:pt x="21434" y="19182"/>
                        <a:pt x="22134" y="19449"/>
                      </a:cubicBezTo>
                      <a:cubicBezTo>
                        <a:pt x="22768" y="19649"/>
                        <a:pt x="23402" y="19882"/>
                        <a:pt x="24002" y="20083"/>
                      </a:cubicBezTo>
                      <a:cubicBezTo>
                        <a:pt x="24469" y="22284"/>
                        <a:pt x="24903" y="24486"/>
                        <a:pt x="25370" y="26687"/>
                      </a:cubicBezTo>
                      <a:cubicBezTo>
                        <a:pt x="25570" y="27821"/>
                        <a:pt x="25803" y="28956"/>
                        <a:pt x="26037" y="30090"/>
                      </a:cubicBezTo>
                      <a:cubicBezTo>
                        <a:pt x="26137" y="30657"/>
                        <a:pt x="26270" y="31257"/>
                        <a:pt x="26370" y="31824"/>
                      </a:cubicBezTo>
                      <a:cubicBezTo>
                        <a:pt x="26504" y="32391"/>
                        <a:pt x="26571" y="33025"/>
                        <a:pt x="26771" y="33559"/>
                      </a:cubicBezTo>
                      <a:cubicBezTo>
                        <a:pt x="26817" y="33697"/>
                        <a:pt x="26941" y="33765"/>
                        <a:pt x="27061" y="33765"/>
                      </a:cubicBezTo>
                      <a:cubicBezTo>
                        <a:pt x="27202" y="33765"/>
                        <a:pt x="27338" y="33672"/>
                        <a:pt x="27338" y="33492"/>
                      </a:cubicBezTo>
                      <a:cubicBezTo>
                        <a:pt x="27304" y="32992"/>
                        <a:pt x="27204" y="32491"/>
                        <a:pt x="27104" y="31991"/>
                      </a:cubicBezTo>
                      <a:cubicBezTo>
                        <a:pt x="27004" y="31491"/>
                        <a:pt x="26904" y="30990"/>
                        <a:pt x="26804" y="30490"/>
                      </a:cubicBezTo>
                      <a:cubicBezTo>
                        <a:pt x="26604" y="29456"/>
                        <a:pt x="26370" y="28422"/>
                        <a:pt x="26170" y="27388"/>
                      </a:cubicBezTo>
                      <a:cubicBezTo>
                        <a:pt x="25770" y="25353"/>
                        <a:pt x="25370" y="23352"/>
                        <a:pt x="24936" y="21317"/>
                      </a:cubicBezTo>
                      <a:cubicBezTo>
                        <a:pt x="24869" y="20883"/>
                        <a:pt x="24769" y="20450"/>
                        <a:pt x="24669" y="20016"/>
                      </a:cubicBezTo>
                      <a:cubicBezTo>
                        <a:pt x="24736" y="19916"/>
                        <a:pt x="24703" y="19749"/>
                        <a:pt x="24603" y="19649"/>
                      </a:cubicBezTo>
                      <a:cubicBezTo>
                        <a:pt x="23869" y="16146"/>
                        <a:pt x="23135" y="12644"/>
                        <a:pt x="22401" y="9141"/>
                      </a:cubicBezTo>
                      <a:cubicBezTo>
                        <a:pt x="22167" y="8007"/>
                        <a:pt x="21901" y="6906"/>
                        <a:pt x="21667" y="5772"/>
                      </a:cubicBezTo>
                      <a:cubicBezTo>
                        <a:pt x="21400" y="4605"/>
                        <a:pt x="21200" y="3437"/>
                        <a:pt x="20833" y="2303"/>
                      </a:cubicBezTo>
                      <a:cubicBezTo>
                        <a:pt x="20801" y="2224"/>
                        <a:pt x="20716" y="2182"/>
                        <a:pt x="20636" y="2182"/>
                      </a:cubicBezTo>
                      <a:cubicBezTo>
                        <a:pt x="20548" y="2182"/>
                        <a:pt x="20466" y="2232"/>
                        <a:pt x="20466" y="2337"/>
                      </a:cubicBezTo>
                      <a:cubicBezTo>
                        <a:pt x="20566" y="3371"/>
                        <a:pt x="20800" y="4338"/>
                        <a:pt x="21000" y="5339"/>
                      </a:cubicBezTo>
                      <a:cubicBezTo>
                        <a:pt x="21200" y="6373"/>
                        <a:pt x="21434" y="7407"/>
                        <a:pt x="21634" y="8441"/>
                      </a:cubicBezTo>
                      <a:cubicBezTo>
                        <a:pt x="21834" y="9375"/>
                        <a:pt x="22034" y="10309"/>
                        <a:pt x="22201" y="11243"/>
                      </a:cubicBezTo>
                      <a:cubicBezTo>
                        <a:pt x="21634" y="11476"/>
                        <a:pt x="21100" y="11777"/>
                        <a:pt x="20533" y="12043"/>
                      </a:cubicBezTo>
                      <a:cubicBezTo>
                        <a:pt x="19933" y="12344"/>
                        <a:pt x="19299" y="12644"/>
                        <a:pt x="18698" y="12911"/>
                      </a:cubicBezTo>
                      <a:cubicBezTo>
                        <a:pt x="17431" y="13511"/>
                        <a:pt x="16163" y="14112"/>
                        <a:pt x="14896" y="14679"/>
                      </a:cubicBezTo>
                      <a:cubicBezTo>
                        <a:pt x="14228" y="14979"/>
                        <a:pt x="13595" y="15279"/>
                        <a:pt x="12928" y="15579"/>
                      </a:cubicBezTo>
                      <a:cubicBezTo>
                        <a:pt x="11727" y="15179"/>
                        <a:pt x="10526" y="14779"/>
                        <a:pt x="9325" y="14378"/>
                      </a:cubicBezTo>
                      <a:cubicBezTo>
                        <a:pt x="8624" y="14145"/>
                        <a:pt x="7957" y="13911"/>
                        <a:pt x="7257" y="13678"/>
                      </a:cubicBezTo>
                      <a:cubicBezTo>
                        <a:pt x="6890" y="13578"/>
                        <a:pt x="6523" y="13444"/>
                        <a:pt x="6189" y="13344"/>
                      </a:cubicBezTo>
                      <a:cubicBezTo>
                        <a:pt x="5923" y="13278"/>
                        <a:pt x="5656" y="13178"/>
                        <a:pt x="5389" y="13178"/>
                      </a:cubicBezTo>
                      <a:cubicBezTo>
                        <a:pt x="5889" y="11310"/>
                        <a:pt x="6390" y="9475"/>
                        <a:pt x="6923" y="7607"/>
                      </a:cubicBezTo>
                      <a:cubicBezTo>
                        <a:pt x="7257" y="6439"/>
                        <a:pt x="7590" y="5239"/>
                        <a:pt x="7924" y="4071"/>
                      </a:cubicBezTo>
                      <a:cubicBezTo>
                        <a:pt x="8091" y="3471"/>
                        <a:pt x="8291" y="2870"/>
                        <a:pt x="8458" y="2270"/>
                      </a:cubicBezTo>
                      <a:cubicBezTo>
                        <a:pt x="8658" y="1669"/>
                        <a:pt x="8891" y="1069"/>
                        <a:pt x="8958" y="435"/>
                      </a:cubicBezTo>
                      <a:cubicBezTo>
                        <a:pt x="9003" y="210"/>
                        <a:pt x="8805" y="0"/>
                        <a:pt x="862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61" name="Google Shape;3761;p72"/>
                <p:cNvSpPr/>
                <p:nvPr/>
              </p:nvSpPr>
              <p:spPr>
                <a:xfrm>
                  <a:off x="6346666" y="2806421"/>
                  <a:ext cx="793043" cy="756436"/>
                </a:xfrm>
                <a:custGeom>
                  <a:rect b="b" l="l" r="r" t="t"/>
                  <a:pathLst>
                    <a:path extrusionOk="0" h="36389" w="38150">
                      <a:moveTo>
                        <a:pt x="28504" y="0"/>
                      </a:moveTo>
                      <a:cubicBezTo>
                        <a:pt x="27240" y="0"/>
                        <a:pt x="25981" y="201"/>
                        <a:pt x="24840" y="562"/>
                      </a:cubicBezTo>
                      <a:cubicBezTo>
                        <a:pt x="20437" y="1963"/>
                        <a:pt x="18836" y="6066"/>
                        <a:pt x="17935" y="10369"/>
                      </a:cubicBezTo>
                      <a:cubicBezTo>
                        <a:pt x="17234" y="13839"/>
                        <a:pt x="16968" y="17441"/>
                        <a:pt x="15833" y="20810"/>
                      </a:cubicBezTo>
                      <a:cubicBezTo>
                        <a:pt x="15400" y="22078"/>
                        <a:pt x="14833" y="23345"/>
                        <a:pt x="14066" y="24480"/>
                      </a:cubicBezTo>
                      <a:cubicBezTo>
                        <a:pt x="12831" y="26348"/>
                        <a:pt x="11163" y="27849"/>
                        <a:pt x="9095" y="28549"/>
                      </a:cubicBezTo>
                      <a:cubicBezTo>
                        <a:pt x="7461" y="29083"/>
                        <a:pt x="5626" y="29116"/>
                        <a:pt x="4125" y="29950"/>
                      </a:cubicBezTo>
                      <a:cubicBezTo>
                        <a:pt x="1" y="32223"/>
                        <a:pt x="2168" y="36331"/>
                        <a:pt x="6072" y="36331"/>
                      </a:cubicBezTo>
                      <a:cubicBezTo>
                        <a:pt x="6178" y="36331"/>
                        <a:pt x="6285" y="36327"/>
                        <a:pt x="6393" y="36321"/>
                      </a:cubicBezTo>
                      <a:cubicBezTo>
                        <a:pt x="8420" y="36208"/>
                        <a:pt x="10457" y="36148"/>
                        <a:pt x="12493" y="36148"/>
                      </a:cubicBezTo>
                      <a:cubicBezTo>
                        <a:pt x="14043" y="36148"/>
                        <a:pt x="15592" y="36183"/>
                        <a:pt x="17134" y="36255"/>
                      </a:cubicBezTo>
                      <a:cubicBezTo>
                        <a:pt x="18513" y="36308"/>
                        <a:pt x="19883" y="36389"/>
                        <a:pt x="21248" y="36389"/>
                      </a:cubicBezTo>
                      <a:cubicBezTo>
                        <a:pt x="22459" y="36389"/>
                        <a:pt x="23666" y="36325"/>
                        <a:pt x="24873" y="36121"/>
                      </a:cubicBezTo>
                      <a:cubicBezTo>
                        <a:pt x="27175" y="35754"/>
                        <a:pt x="30978" y="34420"/>
                        <a:pt x="32012" y="32118"/>
                      </a:cubicBezTo>
                      <a:cubicBezTo>
                        <a:pt x="34447" y="26915"/>
                        <a:pt x="36148" y="21377"/>
                        <a:pt x="37182" y="15707"/>
                      </a:cubicBezTo>
                      <a:cubicBezTo>
                        <a:pt x="37983" y="11203"/>
                        <a:pt x="38149" y="6033"/>
                        <a:pt x="35114" y="2597"/>
                      </a:cubicBezTo>
                      <a:cubicBezTo>
                        <a:pt x="33459" y="766"/>
                        <a:pt x="30973" y="0"/>
                        <a:pt x="2850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62" name="Google Shape;3762;p72"/>
                <p:cNvSpPr/>
                <p:nvPr/>
              </p:nvSpPr>
              <p:spPr>
                <a:xfrm>
                  <a:off x="4801801" y="3523091"/>
                  <a:ext cx="568309" cy="701744"/>
                </a:xfrm>
                <a:custGeom>
                  <a:rect b="b" l="l" r="r" t="t"/>
                  <a:pathLst>
                    <a:path extrusionOk="0" h="33758" w="27339">
                      <a:moveTo>
                        <a:pt x="22302" y="11719"/>
                      </a:moveTo>
                      <a:cubicBezTo>
                        <a:pt x="22502" y="12653"/>
                        <a:pt x="22702" y="13554"/>
                        <a:pt x="22869" y="14488"/>
                      </a:cubicBezTo>
                      <a:cubicBezTo>
                        <a:pt x="23203" y="16089"/>
                        <a:pt x="23536" y="17723"/>
                        <a:pt x="23870" y="19325"/>
                      </a:cubicBezTo>
                      <a:cubicBezTo>
                        <a:pt x="22836" y="18924"/>
                        <a:pt x="21735" y="18591"/>
                        <a:pt x="20701" y="18224"/>
                      </a:cubicBezTo>
                      <a:lnTo>
                        <a:pt x="20668" y="18224"/>
                      </a:lnTo>
                      <a:cubicBezTo>
                        <a:pt x="19433" y="17790"/>
                        <a:pt x="18166" y="17390"/>
                        <a:pt x="16932" y="16956"/>
                      </a:cubicBezTo>
                      <a:cubicBezTo>
                        <a:pt x="15897" y="16589"/>
                        <a:pt x="14863" y="16222"/>
                        <a:pt x="13829" y="15889"/>
                      </a:cubicBezTo>
                      <a:cubicBezTo>
                        <a:pt x="15464" y="15255"/>
                        <a:pt x="17098" y="14588"/>
                        <a:pt x="18666" y="13821"/>
                      </a:cubicBezTo>
                      <a:cubicBezTo>
                        <a:pt x="19700" y="13287"/>
                        <a:pt x="20701" y="12720"/>
                        <a:pt x="21635" y="12053"/>
                      </a:cubicBezTo>
                      <a:cubicBezTo>
                        <a:pt x="21868" y="11953"/>
                        <a:pt x="22102" y="11852"/>
                        <a:pt x="22302" y="11719"/>
                      </a:cubicBezTo>
                      <a:close/>
                      <a:moveTo>
                        <a:pt x="5290" y="13520"/>
                      </a:moveTo>
                      <a:cubicBezTo>
                        <a:pt x="5423" y="13587"/>
                        <a:pt x="5523" y="13654"/>
                        <a:pt x="5690" y="13720"/>
                      </a:cubicBezTo>
                      <a:cubicBezTo>
                        <a:pt x="6024" y="13854"/>
                        <a:pt x="6357" y="13954"/>
                        <a:pt x="6691" y="14087"/>
                      </a:cubicBezTo>
                      <a:cubicBezTo>
                        <a:pt x="7325" y="14321"/>
                        <a:pt x="7958" y="14554"/>
                        <a:pt x="8592" y="14755"/>
                      </a:cubicBezTo>
                      <a:cubicBezTo>
                        <a:pt x="9760" y="15155"/>
                        <a:pt x="10927" y="15555"/>
                        <a:pt x="12095" y="15955"/>
                      </a:cubicBezTo>
                      <a:cubicBezTo>
                        <a:pt x="12061" y="15955"/>
                        <a:pt x="12028" y="15989"/>
                        <a:pt x="11995" y="15989"/>
                      </a:cubicBezTo>
                      <a:cubicBezTo>
                        <a:pt x="9660" y="16889"/>
                        <a:pt x="7325" y="17857"/>
                        <a:pt x="5123" y="19124"/>
                      </a:cubicBezTo>
                      <a:cubicBezTo>
                        <a:pt x="4656" y="19358"/>
                        <a:pt x="4156" y="19591"/>
                        <a:pt x="3655" y="19825"/>
                      </a:cubicBezTo>
                      <a:cubicBezTo>
                        <a:pt x="4189" y="17723"/>
                        <a:pt x="4723" y="15588"/>
                        <a:pt x="5290" y="13520"/>
                      </a:cubicBezTo>
                      <a:close/>
                      <a:moveTo>
                        <a:pt x="8603" y="1"/>
                      </a:moveTo>
                      <a:cubicBezTo>
                        <a:pt x="8508" y="1"/>
                        <a:pt x="8416" y="52"/>
                        <a:pt x="8359" y="177"/>
                      </a:cubicBezTo>
                      <a:cubicBezTo>
                        <a:pt x="8125" y="678"/>
                        <a:pt x="7992" y="1212"/>
                        <a:pt x="7825" y="1745"/>
                      </a:cubicBezTo>
                      <a:cubicBezTo>
                        <a:pt x="7658" y="2279"/>
                        <a:pt x="7491" y="2813"/>
                        <a:pt x="7358" y="3380"/>
                      </a:cubicBezTo>
                      <a:cubicBezTo>
                        <a:pt x="7024" y="4414"/>
                        <a:pt x="6724" y="5481"/>
                        <a:pt x="6424" y="6549"/>
                      </a:cubicBezTo>
                      <a:cubicBezTo>
                        <a:pt x="5824" y="8684"/>
                        <a:pt x="5223" y="10852"/>
                        <a:pt x="4656" y="12987"/>
                      </a:cubicBezTo>
                      <a:cubicBezTo>
                        <a:pt x="3522" y="17323"/>
                        <a:pt x="2421" y="21660"/>
                        <a:pt x="1454" y="26029"/>
                      </a:cubicBezTo>
                      <a:cubicBezTo>
                        <a:pt x="1187" y="27264"/>
                        <a:pt x="920" y="28464"/>
                        <a:pt x="687" y="29699"/>
                      </a:cubicBezTo>
                      <a:cubicBezTo>
                        <a:pt x="453" y="30933"/>
                        <a:pt x="153" y="32134"/>
                        <a:pt x="19" y="33368"/>
                      </a:cubicBezTo>
                      <a:cubicBezTo>
                        <a:pt x="1" y="33498"/>
                        <a:pt x="96" y="33566"/>
                        <a:pt x="196" y="33566"/>
                      </a:cubicBezTo>
                      <a:cubicBezTo>
                        <a:pt x="275" y="33566"/>
                        <a:pt x="357" y="33523"/>
                        <a:pt x="386" y="33435"/>
                      </a:cubicBezTo>
                      <a:cubicBezTo>
                        <a:pt x="720" y="32367"/>
                        <a:pt x="920" y="31266"/>
                        <a:pt x="1187" y="30199"/>
                      </a:cubicBezTo>
                      <a:cubicBezTo>
                        <a:pt x="1420" y="29098"/>
                        <a:pt x="1687" y="28031"/>
                        <a:pt x="1954" y="26963"/>
                      </a:cubicBezTo>
                      <a:cubicBezTo>
                        <a:pt x="2388" y="25095"/>
                        <a:pt x="2821" y="23261"/>
                        <a:pt x="3255" y="21426"/>
                      </a:cubicBezTo>
                      <a:cubicBezTo>
                        <a:pt x="3422" y="21293"/>
                        <a:pt x="3489" y="21059"/>
                        <a:pt x="3389" y="20926"/>
                      </a:cubicBezTo>
                      <a:cubicBezTo>
                        <a:pt x="3455" y="20859"/>
                        <a:pt x="3555" y="20826"/>
                        <a:pt x="3622" y="20759"/>
                      </a:cubicBezTo>
                      <a:cubicBezTo>
                        <a:pt x="3755" y="20659"/>
                        <a:pt x="3889" y="20559"/>
                        <a:pt x="4022" y="20492"/>
                      </a:cubicBezTo>
                      <a:cubicBezTo>
                        <a:pt x="4323" y="20292"/>
                        <a:pt x="4623" y="20092"/>
                        <a:pt x="4923" y="19925"/>
                      </a:cubicBezTo>
                      <a:cubicBezTo>
                        <a:pt x="5523" y="19525"/>
                        <a:pt x="6157" y="19191"/>
                        <a:pt x="6791" y="18858"/>
                      </a:cubicBezTo>
                      <a:cubicBezTo>
                        <a:pt x="8059" y="18224"/>
                        <a:pt x="9393" y="17657"/>
                        <a:pt x="10727" y="17090"/>
                      </a:cubicBezTo>
                      <a:cubicBezTo>
                        <a:pt x="11428" y="16823"/>
                        <a:pt x="12161" y="16522"/>
                        <a:pt x="12895" y="16256"/>
                      </a:cubicBezTo>
                      <a:cubicBezTo>
                        <a:pt x="15264" y="17056"/>
                        <a:pt x="17632" y="17857"/>
                        <a:pt x="20000" y="18691"/>
                      </a:cubicBezTo>
                      <a:cubicBezTo>
                        <a:pt x="20701" y="18924"/>
                        <a:pt x="21435" y="19191"/>
                        <a:pt x="22135" y="19425"/>
                      </a:cubicBezTo>
                      <a:cubicBezTo>
                        <a:pt x="22769" y="19625"/>
                        <a:pt x="23369" y="19892"/>
                        <a:pt x="24003" y="20092"/>
                      </a:cubicBezTo>
                      <a:cubicBezTo>
                        <a:pt x="24437" y="22293"/>
                        <a:pt x="24904" y="24462"/>
                        <a:pt x="25338" y="26663"/>
                      </a:cubicBezTo>
                      <a:cubicBezTo>
                        <a:pt x="25571" y="27797"/>
                        <a:pt x="25805" y="28931"/>
                        <a:pt x="26005" y="30066"/>
                      </a:cubicBezTo>
                      <a:cubicBezTo>
                        <a:pt x="26138" y="30633"/>
                        <a:pt x="26238" y="31233"/>
                        <a:pt x="26372" y="31800"/>
                      </a:cubicBezTo>
                      <a:cubicBezTo>
                        <a:pt x="26472" y="32401"/>
                        <a:pt x="26538" y="33001"/>
                        <a:pt x="26772" y="33568"/>
                      </a:cubicBezTo>
                      <a:cubicBezTo>
                        <a:pt x="26818" y="33691"/>
                        <a:pt x="26942" y="33757"/>
                        <a:pt x="27062" y="33757"/>
                      </a:cubicBezTo>
                      <a:cubicBezTo>
                        <a:pt x="27203" y="33757"/>
                        <a:pt x="27339" y="33666"/>
                        <a:pt x="27339" y="33468"/>
                      </a:cubicBezTo>
                      <a:cubicBezTo>
                        <a:pt x="27306" y="32968"/>
                        <a:pt x="27172" y="32467"/>
                        <a:pt x="27072" y="32000"/>
                      </a:cubicBezTo>
                      <a:lnTo>
                        <a:pt x="27105" y="32000"/>
                      </a:lnTo>
                      <a:cubicBezTo>
                        <a:pt x="27005" y="31500"/>
                        <a:pt x="26905" y="30966"/>
                        <a:pt x="26805" y="30466"/>
                      </a:cubicBezTo>
                      <a:cubicBezTo>
                        <a:pt x="26572" y="29432"/>
                        <a:pt x="26372" y="28398"/>
                        <a:pt x="26171" y="27364"/>
                      </a:cubicBezTo>
                      <a:cubicBezTo>
                        <a:pt x="25771" y="25362"/>
                        <a:pt x="25338" y="23327"/>
                        <a:pt x="24937" y="21326"/>
                      </a:cubicBezTo>
                      <a:cubicBezTo>
                        <a:pt x="24837" y="20859"/>
                        <a:pt x="24770" y="20459"/>
                        <a:pt x="24670" y="20025"/>
                      </a:cubicBezTo>
                      <a:cubicBezTo>
                        <a:pt x="24737" y="19892"/>
                        <a:pt x="24704" y="19725"/>
                        <a:pt x="24604" y="19625"/>
                      </a:cubicBezTo>
                      <a:cubicBezTo>
                        <a:pt x="23870" y="16122"/>
                        <a:pt x="23136" y="12620"/>
                        <a:pt x="22402" y="9117"/>
                      </a:cubicBezTo>
                      <a:cubicBezTo>
                        <a:pt x="22135" y="8016"/>
                        <a:pt x="21902" y="6882"/>
                        <a:pt x="21668" y="5748"/>
                      </a:cubicBezTo>
                      <a:cubicBezTo>
                        <a:pt x="21401" y="4614"/>
                        <a:pt x="21201" y="3413"/>
                        <a:pt x="20801" y="2279"/>
                      </a:cubicBezTo>
                      <a:cubicBezTo>
                        <a:pt x="20787" y="2207"/>
                        <a:pt x="20716" y="2172"/>
                        <a:pt x="20643" y="2172"/>
                      </a:cubicBezTo>
                      <a:cubicBezTo>
                        <a:pt x="20548" y="2172"/>
                        <a:pt x="20448" y="2232"/>
                        <a:pt x="20467" y="2346"/>
                      </a:cubicBezTo>
                      <a:cubicBezTo>
                        <a:pt x="20567" y="3346"/>
                        <a:pt x="20801" y="4347"/>
                        <a:pt x="21001" y="5314"/>
                      </a:cubicBezTo>
                      <a:cubicBezTo>
                        <a:pt x="21201" y="6349"/>
                        <a:pt x="21401" y="7383"/>
                        <a:pt x="21635" y="8417"/>
                      </a:cubicBezTo>
                      <a:cubicBezTo>
                        <a:pt x="21802" y="9351"/>
                        <a:pt x="22002" y="10285"/>
                        <a:pt x="22202" y="11219"/>
                      </a:cubicBezTo>
                      <a:cubicBezTo>
                        <a:pt x="21635" y="11486"/>
                        <a:pt x="21101" y="11752"/>
                        <a:pt x="20534" y="12019"/>
                      </a:cubicBezTo>
                      <a:cubicBezTo>
                        <a:pt x="19900" y="12319"/>
                        <a:pt x="19300" y="12620"/>
                        <a:pt x="18666" y="12920"/>
                      </a:cubicBezTo>
                      <a:cubicBezTo>
                        <a:pt x="17399" y="13520"/>
                        <a:pt x="16164" y="14087"/>
                        <a:pt x="14897" y="14654"/>
                      </a:cubicBezTo>
                      <a:cubicBezTo>
                        <a:pt x="14230" y="14988"/>
                        <a:pt x="13562" y="15255"/>
                        <a:pt x="12895" y="15555"/>
                      </a:cubicBezTo>
                      <a:cubicBezTo>
                        <a:pt x="11728" y="15155"/>
                        <a:pt x="10527" y="14755"/>
                        <a:pt x="9326" y="14354"/>
                      </a:cubicBezTo>
                      <a:cubicBezTo>
                        <a:pt x="8626" y="14121"/>
                        <a:pt x="7925" y="13887"/>
                        <a:pt x="7225" y="13687"/>
                      </a:cubicBezTo>
                      <a:cubicBezTo>
                        <a:pt x="6891" y="13554"/>
                        <a:pt x="6524" y="13454"/>
                        <a:pt x="6157" y="13354"/>
                      </a:cubicBezTo>
                      <a:cubicBezTo>
                        <a:pt x="5949" y="13294"/>
                        <a:pt x="5688" y="13182"/>
                        <a:pt x="5468" y="13182"/>
                      </a:cubicBezTo>
                      <a:cubicBezTo>
                        <a:pt x="5441" y="13182"/>
                        <a:pt x="5415" y="13183"/>
                        <a:pt x="5390" y="13187"/>
                      </a:cubicBezTo>
                      <a:cubicBezTo>
                        <a:pt x="5857" y="11319"/>
                        <a:pt x="6391" y="9451"/>
                        <a:pt x="6891" y="7616"/>
                      </a:cubicBezTo>
                      <a:cubicBezTo>
                        <a:pt x="7225" y="6415"/>
                        <a:pt x="7558" y="5248"/>
                        <a:pt x="7925" y="4080"/>
                      </a:cubicBezTo>
                      <a:cubicBezTo>
                        <a:pt x="8092" y="3480"/>
                        <a:pt x="8259" y="2879"/>
                        <a:pt x="8459" y="2279"/>
                      </a:cubicBezTo>
                      <a:cubicBezTo>
                        <a:pt x="8626" y="1645"/>
                        <a:pt x="8859" y="1045"/>
                        <a:pt x="8959" y="411"/>
                      </a:cubicBezTo>
                      <a:cubicBezTo>
                        <a:pt x="8981" y="191"/>
                        <a:pt x="8786" y="1"/>
                        <a:pt x="860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63" name="Google Shape;3763;p72"/>
                <p:cNvSpPr/>
                <p:nvPr/>
              </p:nvSpPr>
              <p:spPr>
                <a:xfrm>
                  <a:off x="5779915" y="2963242"/>
                  <a:ext cx="135223" cy="116306"/>
                </a:xfrm>
                <a:custGeom>
                  <a:rect b="b" l="l" r="r" t="t"/>
                  <a:pathLst>
                    <a:path extrusionOk="0" h="5595" w="6505">
                      <a:moveTo>
                        <a:pt x="5066" y="0"/>
                      </a:moveTo>
                      <a:cubicBezTo>
                        <a:pt x="4863" y="0"/>
                        <a:pt x="4670" y="53"/>
                        <a:pt x="4503" y="157"/>
                      </a:cubicBezTo>
                      <a:lnTo>
                        <a:pt x="3036" y="957"/>
                      </a:lnTo>
                      <a:cubicBezTo>
                        <a:pt x="2965" y="981"/>
                        <a:pt x="2894" y="1005"/>
                        <a:pt x="2823" y="1005"/>
                      </a:cubicBezTo>
                      <a:cubicBezTo>
                        <a:pt x="2794" y="1005"/>
                        <a:pt x="2765" y="1001"/>
                        <a:pt x="2735" y="991"/>
                      </a:cubicBezTo>
                      <a:lnTo>
                        <a:pt x="400" y="290"/>
                      </a:lnTo>
                      <a:lnTo>
                        <a:pt x="0" y="3960"/>
                      </a:lnTo>
                      <a:lnTo>
                        <a:pt x="6505" y="5594"/>
                      </a:lnTo>
                      <a:lnTo>
                        <a:pt x="6238" y="1791"/>
                      </a:lnTo>
                      <a:lnTo>
                        <a:pt x="5437" y="57"/>
                      </a:lnTo>
                      <a:cubicBezTo>
                        <a:pt x="5312" y="19"/>
                        <a:pt x="5187" y="0"/>
                        <a:pt x="5066" y="0"/>
                      </a:cubicBezTo>
                      <a:close/>
                    </a:path>
                  </a:pathLst>
                </a:custGeom>
                <a:solidFill>
                  <a:srgbClr val="EDC4AC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64" name="Google Shape;3764;p72"/>
                <p:cNvSpPr/>
                <p:nvPr/>
              </p:nvSpPr>
              <p:spPr>
                <a:xfrm>
                  <a:off x="4662816" y="2841802"/>
                  <a:ext cx="728103" cy="790902"/>
                </a:xfrm>
                <a:custGeom>
                  <a:rect b="b" l="l" r="r" t="t"/>
                  <a:pathLst>
                    <a:path extrusionOk="0" h="38047" w="35026">
                      <a:moveTo>
                        <a:pt x="11090" y="1"/>
                      </a:moveTo>
                      <a:cubicBezTo>
                        <a:pt x="9152" y="1"/>
                        <a:pt x="7298" y="510"/>
                        <a:pt x="5872" y="1829"/>
                      </a:cubicBezTo>
                      <a:cubicBezTo>
                        <a:pt x="3937" y="3597"/>
                        <a:pt x="3370" y="6399"/>
                        <a:pt x="3036" y="9001"/>
                      </a:cubicBezTo>
                      <a:cubicBezTo>
                        <a:pt x="1935" y="17841"/>
                        <a:pt x="1" y="32084"/>
                        <a:pt x="10108" y="36254"/>
                      </a:cubicBezTo>
                      <a:cubicBezTo>
                        <a:pt x="12309" y="37188"/>
                        <a:pt x="14745" y="37521"/>
                        <a:pt x="17113" y="37722"/>
                      </a:cubicBezTo>
                      <a:cubicBezTo>
                        <a:pt x="19522" y="37934"/>
                        <a:pt x="21932" y="38046"/>
                        <a:pt x="24342" y="38046"/>
                      </a:cubicBezTo>
                      <a:cubicBezTo>
                        <a:pt x="25335" y="38046"/>
                        <a:pt x="26327" y="38027"/>
                        <a:pt x="27320" y="37988"/>
                      </a:cubicBezTo>
                      <a:cubicBezTo>
                        <a:pt x="29388" y="37888"/>
                        <a:pt x="31423" y="37722"/>
                        <a:pt x="33391" y="37154"/>
                      </a:cubicBezTo>
                      <a:cubicBezTo>
                        <a:pt x="33858" y="37021"/>
                        <a:pt x="34392" y="36821"/>
                        <a:pt x="34659" y="36387"/>
                      </a:cubicBezTo>
                      <a:cubicBezTo>
                        <a:pt x="35026" y="35854"/>
                        <a:pt x="34826" y="35053"/>
                        <a:pt x="34392" y="34553"/>
                      </a:cubicBezTo>
                      <a:cubicBezTo>
                        <a:pt x="33958" y="34052"/>
                        <a:pt x="33324" y="33752"/>
                        <a:pt x="32724" y="33485"/>
                      </a:cubicBezTo>
                      <a:cubicBezTo>
                        <a:pt x="29555" y="31984"/>
                        <a:pt x="24251" y="29916"/>
                        <a:pt x="22317" y="26880"/>
                      </a:cubicBezTo>
                      <a:cubicBezTo>
                        <a:pt x="22283" y="26814"/>
                        <a:pt x="22250" y="26714"/>
                        <a:pt x="22183" y="26647"/>
                      </a:cubicBezTo>
                      <a:lnTo>
                        <a:pt x="22217" y="26647"/>
                      </a:lnTo>
                      <a:cubicBezTo>
                        <a:pt x="21583" y="25446"/>
                        <a:pt x="21750" y="24212"/>
                        <a:pt x="21750" y="22844"/>
                      </a:cubicBezTo>
                      <a:lnTo>
                        <a:pt x="21750" y="16206"/>
                      </a:lnTo>
                      <a:cubicBezTo>
                        <a:pt x="21750" y="12103"/>
                        <a:pt x="23317" y="6432"/>
                        <a:pt x="19982" y="3163"/>
                      </a:cubicBezTo>
                      <a:cubicBezTo>
                        <a:pt x="18914" y="2129"/>
                        <a:pt x="17513" y="1462"/>
                        <a:pt x="16112" y="962"/>
                      </a:cubicBezTo>
                      <a:cubicBezTo>
                        <a:pt x="14528" y="387"/>
                        <a:pt x="12778" y="1"/>
                        <a:pt x="1109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65" name="Google Shape;3765;p72"/>
                <p:cNvSpPr/>
                <p:nvPr/>
              </p:nvSpPr>
              <p:spPr>
                <a:xfrm>
                  <a:off x="5615569" y="3769465"/>
                  <a:ext cx="145637" cy="440362"/>
                </a:xfrm>
                <a:custGeom>
                  <a:rect b="b" l="l" r="r" t="t"/>
                  <a:pathLst>
                    <a:path extrusionOk="0" h="21184" w="7006">
                      <a:moveTo>
                        <a:pt x="4537" y="0"/>
                      </a:moveTo>
                      <a:cubicBezTo>
                        <a:pt x="4070" y="34"/>
                        <a:pt x="3636" y="234"/>
                        <a:pt x="3236" y="467"/>
                      </a:cubicBezTo>
                      <a:cubicBezTo>
                        <a:pt x="2069" y="1201"/>
                        <a:pt x="1235" y="2402"/>
                        <a:pt x="768" y="3703"/>
                      </a:cubicBezTo>
                      <a:cubicBezTo>
                        <a:pt x="301" y="5004"/>
                        <a:pt x="167" y="6405"/>
                        <a:pt x="100" y="7773"/>
                      </a:cubicBezTo>
                      <a:cubicBezTo>
                        <a:pt x="0" y="10008"/>
                        <a:pt x="167" y="12243"/>
                        <a:pt x="467" y="14478"/>
                      </a:cubicBezTo>
                      <a:cubicBezTo>
                        <a:pt x="601" y="15378"/>
                        <a:pt x="534" y="16279"/>
                        <a:pt x="668" y="17179"/>
                      </a:cubicBezTo>
                      <a:cubicBezTo>
                        <a:pt x="801" y="18314"/>
                        <a:pt x="901" y="19448"/>
                        <a:pt x="868" y="20549"/>
                      </a:cubicBezTo>
                      <a:cubicBezTo>
                        <a:pt x="868" y="20710"/>
                        <a:pt x="4805" y="21184"/>
                        <a:pt x="5481" y="21184"/>
                      </a:cubicBezTo>
                      <a:cubicBezTo>
                        <a:pt x="5504" y="21184"/>
                        <a:pt x="5523" y="21183"/>
                        <a:pt x="5538" y="21182"/>
                      </a:cubicBezTo>
                      <a:cubicBezTo>
                        <a:pt x="5771" y="18414"/>
                        <a:pt x="6005" y="15678"/>
                        <a:pt x="6238" y="12943"/>
                      </a:cubicBezTo>
                      <a:cubicBezTo>
                        <a:pt x="6472" y="10241"/>
                        <a:pt x="6505" y="7539"/>
                        <a:pt x="6805" y="4837"/>
                      </a:cubicBezTo>
                      <a:cubicBezTo>
                        <a:pt x="6905" y="3837"/>
                        <a:pt x="7005" y="2802"/>
                        <a:pt x="6705" y="1835"/>
                      </a:cubicBezTo>
                      <a:cubicBezTo>
                        <a:pt x="6405" y="868"/>
                        <a:pt x="5538" y="0"/>
                        <a:pt x="4537" y="0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66" name="Google Shape;3766;p72"/>
                <p:cNvSpPr/>
                <p:nvPr/>
              </p:nvSpPr>
              <p:spPr>
                <a:xfrm>
                  <a:off x="5053912" y="3233417"/>
                  <a:ext cx="749597" cy="330542"/>
                </a:xfrm>
                <a:custGeom>
                  <a:rect b="b" l="l" r="r" t="t"/>
                  <a:pathLst>
                    <a:path extrusionOk="0" h="15901" w="36060">
                      <a:moveTo>
                        <a:pt x="3502" y="0"/>
                      </a:moveTo>
                      <a:cubicBezTo>
                        <a:pt x="3164" y="0"/>
                        <a:pt x="2890" y="31"/>
                        <a:pt x="2702" y="102"/>
                      </a:cubicBezTo>
                      <a:cubicBezTo>
                        <a:pt x="0" y="1070"/>
                        <a:pt x="2368" y="6540"/>
                        <a:pt x="2435" y="9543"/>
                      </a:cubicBezTo>
                      <a:cubicBezTo>
                        <a:pt x="2535" y="12411"/>
                        <a:pt x="4503" y="15413"/>
                        <a:pt x="7606" y="15513"/>
                      </a:cubicBezTo>
                      <a:lnTo>
                        <a:pt x="7806" y="15513"/>
                      </a:lnTo>
                      <a:cubicBezTo>
                        <a:pt x="12442" y="15513"/>
                        <a:pt x="17112" y="15547"/>
                        <a:pt x="21749" y="15580"/>
                      </a:cubicBezTo>
                      <a:cubicBezTo>
                        <a:pt x="23951" y="15580"/>
                        <a:pt x="26152" y="15814"/>
                        <a:pt x="28354" y="15847"/>
                      </a:cubicBezTo>
                      <a:cubicBezTo>
                        <a:pt x="29048" y="15847"/>
                        <a:pt x="29811" y="15900"/>
                        <a:pt x="30575" y="15900"/>
                      </a:cubicBezTo>
                      <a:cubicBezTo>
                        <a:pt x="31721" y="15900"/>
                        <a:pt x="32870" y="15780"/>
                        <a:pt x="33791" y="15180"/>
                      </a:cubicBezTo>
                      <a:cubicBezTo>
                        <a:pt x="35359" y="14146"/>
                        <a:pt x="36059" y="12278"/>
                        <a:pt x="35792" y="10510"/>
                      </a:cubicBezTo>
                      <a:lnTo>
                        <a:pt x="35792" y="10510"/>
                      </a:lnTo>
                      <a:lnTo>
                        <a:pt x="35826" y="10543"/>
                      </a:lnTo>
                      <a:cubicBezTo>
                        <a:pt x="35759" y="10176"/>
                        <a:pt x="35559" y="9843"/>
                        <a:pt x="35525" y="9476"/>
                      </a:cubicBezTo>
                      <a:cubicBezTo>
                        <a:pt x="35192" y="2571"/>
                        <a:pt x="17379" y="1937"/>
                        <a:pt x="12709" y="1604"/>
                      </a:cubicBezTo>
                      <a:cubicBezTo>
                        <a:pt x="11309" y="1516"/>
                        <a:pt x="5853" y="0"/>
                        <a:pt x="3502" y="0"/>
                      </a:cubicBezTo>
                      <a:close/>
                    </a:path>
                  </a:pathLst>
                </a:custGeom>
                <a:solidFill>
                  <a:srgbClr val="73CABE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67" name="Google Shape;3767;p72"/>
                <p:cNvSpPr/>
                <p:nvPr/>
              </p:nvSpPr>
              <p:spPr>
                <a:xfrm>
                  <a:off x="4847263" y="3269575"/>
                  <a:ext cx="949989" cy="417413"/>
                </a:xfrm>
                <a:custGeom>
                  <a:rect b="b" l="l" r="r" t="t"/>
                  <a:pathLst>
                    <a:path extrusionOk="0" h="20080" w="45700">
                      <a:moveTo>
                        <a:pt x="5116" y="0"/>
                      </a:moveTo>
                      <a:cubicBezTo>
                        <a:pt x="3127" y="0"/>
                        <a:pt x="1212" y="384"/>
                        <a:pt x="468" y="2003"/>
                      </a:cubicBezTo>
                      <a:cubicBezTo>
                        <a:pt x="1" y="3037"/>
                        <a:pt x="1" y="4204"/>
                        <a:pt x="167" y="5338"/>
                      </a:cubicBezTo>
                      <a:cubicBezTo>
                        <a:pt x="301" y="6339"/>
                        <a:pt x="568" y="7306"/>
                        <a:pt x="1068" y="8207"/>
                      </a:cubicBezTo>
                      <a:cubicBezTo>
                        <a:pt x="2002" y="9942"/>
                        <a:pt x="3803" y="11076"/>
                        <a:pt x="5605" y="11976"/>
                      </a:cubicBezTo>
                      <a:cubicBezTo>
                        <a:pt x="9608" y="13911"/>
                        <a:pt x="13410" y="14078"/>
                        <a:pt x="17713" y="14612"/>
                      </a:cubicBezTo>
                      <a:cubicBezTo>
                        <a:pt x="21549" y="15112"/>
                        <a:pt x="25319" y="16446"/>
                        <a:pt x="29222" y="16846"/>
                      </a:cubicBezTo>
                      <a:cubicBezTo>
                        <a:pt x="32824" y="17180"/>
                        <a:pt x="35926" y="19148"/>
                        <a:pt x="39429" y="19949"/>
                      </a:cubicBezTo>
                      <a:cubicBezTo>
                        <a:pt x="39629" y="19982"/>
                        <a:pt x="39796" y="20015"/>
                        <a:pt x="39963" y="20049"/>
                      </a:cubicBezTo>
                      <a:cubicBezTo>
                        <a:pt x="40161" y="20070"/>
                        <a:pt x="40355" y="20080"/>
                        <a:pt x="40547" y="20080"/>
                      </a:cubicBezTo>
                      <a:cubicBezTo>
                        <a:pt x="42807" y="20080"/>
                        <a:pt x="44577" y="18650"/>
                        <a:pt x="45100" y="16313"/>
                      </a:cubicBezTo>
                      <a:cubicBezTo>
                        <a:pt x="45700" y="13511"/>
                        <a:pt x="44132" y="10909"/>
                        <a:pt x="41197" y="8941"/>
                      </a:cubicBezTo>
                      <a:cubicBezTo>
                        <a:pt x="37694" y="6639"/>
                        <a:pt x="23651" y="3203"/>
                        <a:pt x="21716" y="2470"/>
                      </a:cubicBezTo>
                      <a:cubicBezTo>
                        <a:pt x="17713" y="868"/>
                        <a:pt x="13677" y="501"/>
                        <a:pt x="9441" y="301"/>
                      </a:cubicBezTo>
                      <a:cubicBezTo>
                        <a:pt x="8319" y="242"/>
                        <a:pt x="6695" y="0"/>
                        <a:pt x="5116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68" name="Google Shape;3768;p72"/>
                <p:cNvSpPr/>
                <p:nvPr/>
              </p:nvSpPr>
              <p:spPr>
                <a:xfrm>
                  <a:off x="5445673" y="3417782"/>
                  <a:ext cx="349500" cy="675490"/>
                </a:xfrm>
                <a:custGeom>
                  <a:rect b="b" l="l" r="r" t="t"/>
                  <a:pathLst>
                    <a:path extrusionOk="0" h="32495" w="16813">
                      <a:moveTo>
                        <a:pt x="5734" y="1"/>
                      </a:moveTo>
                      <a:cubicBezTo>
                        <a:pt x="4102" y="1"/>
                        <a:pt x="2519" y="925"/>
                        <a:pt x="1669" y="2542"/>
                      </a:cubicBezTo>
                      <a:cubicBezTo>
                        <a:pt x="1" y="5710"/>
                        <a:pt x="1869" y="9847"/>
                        <a:pt x="2369" y="13082"/>
                      </a:cubicBezTo>
                      <a:cubicBezTo>
                        <a:pt x="2703" y="15351"/>
                        <a:pt x="2636" y="17586"/>
                        <a:pt x="3170" y="19854"/>
                      </a:cubicBezTo>
                      <a:cubicBezTo>
                        <a:pt x="3704" y="22222"/>
                        <a:pt x="4504" y="24557"/>
                        <a:pt x="5338" y="26826"/>
                      </a:cubicBezTo>
                      <a:cubicBezTo>
                        <a:pt x="5772" y="28060"/>
                        <a:pt x="6305" y="29528"/>
                        <a:pt x="7173" y="30662"/>
                      </a:cubicBezTo>
                      <a:cubicBezTo>
                        <a:pt x="7640" y="31262"/>
                        <a:pt x="8173" y="31762"/>
                        <a:pt x="8874" y="32096"/>
                      </a:cubicBezTo>
                      <a:cubicBezTo>
                        <a:pt x="9449" y="32368"/>
                        <a:pt x="10166" y="32494"/>
                        <a:pt x="10921" y="32494"/>
                      </a:cubicBezTo>
                      <a:cubicBezTo>
                        <a:pt x="12485" y="32494"/>
                        <a:pt x="14211" y="31951"/>
                        <a:pt x="15178" y="31029"/>
                      </a:cubicBezTo>
                      <a:cubicBezTo>
                        <a:pt x="16813" y="29528"/>
                        <a:pt x="15278" y="25525"/>
                        <a:pt x="14978" y="23623"/>
                      </a:cubicBezTo>
                      <a:cubicBezTo>
                        <a:pt x="14511" y="20755"/>
                        <a:pt x="14011" y="17886"/>
                        <a:pt x="13444" y="15017"/>
                      </a:cubicBezTo>
                      <a:cubicBezTo>
                        <a:pt x="12577" y="10514"/>
                        <a:pt x="12410" y="4009"/>
                        <a:pt x="8440" y="940"/>
                      </a:cubicBezTo>
                      <a:cubicBezTo>
                        <a:pt x="7606" y="300"/>
                        <a:pt x="6662" y="1"/>
                        <a:pt x="573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69" name="Google Shape;3769;p72"/>
                <p:cNvSpPr/>
                <p:nvPr/>
              </p:nvSpPr>
              <p:spPr>
                <a:xfrm>
                  <a:off x="5143360" y="2676624"/>
                  <a:ext cx="536026" cy="483746"/>
                </a:xfrm>
                <a:custGeom>
                  <a:rect b="b" l="l" r="r" t="t"/>
                  <a:pathLst>
                    <a:path extrusionOk="0" h="23271" w="25786">
                      <a:moveTo>
                        <a:pt x="2485" y="1"/>
                      </a:moveTo>
                      <a:cubicBezTo>
                        <a:pt x="1859" y="1"/>
                        <a:pt x="1342" y="233"/>
                        <a:pt x="1134" y="869"/>
                      </a:cubicBezTo>
                      <a:cubicBezTo>
                        <a:pt x="0" y="4138"/>
                        <a:pt x="1768" y="8307"/>
                        <a:pt x="3369" y="11310"/>
                      </a:cubicBezTo>
                      <a:cubicBezTo>
                        <a:pt x="4537" y="13578"/>
                        <a:pt x="5804" y="17080"/>
                        <a:pt x="7706" y="18748"/>
                      </a:cubicBezTo>
                      <a:cubicBezTo>
                        <a:pt x="11141" y="21750"/>
                        <a:pt x="15978" y="22451"/>
                        <a:pt x="20281" y="23218"/>
                      </a:cubicBezTo>
                      <a:cubicBezTo>
                        <a:pt x="20494" y="23254"/>
                        <a:pt x="20704" y="23270"/>
                        <a:pt x="20913" y="23270"/>
                      </a:cubicBezTo>
                      <a:cubicBezTo>
                        <a:pt x="22248" y="23270"/>
                        <a:pt x="23525" y="22619"/>
                        <a:pt x="24851" y="22418"/>
                      </a:cubicBezTo>
                      <a:cubicBezTo>
                        <a:pt x="25018" y="22017"/>
                        <a:pt x="25785" y="16947"/>
                        <a:pt x="25518" y="16914"/>
                      </a:cubicBezTo>
                      <a:cubicBezTo>
                        <a:pt x="23650" y="16647"/>
                        <a:pt x="21382" y="15880"/>
                        <a:pt x="19614" y="15413"/>
                      </a:cubicBezTo>
                      <a:cubicBezTo>
                        <a:pt x="17212" y="14745"/>
                        <a:pt x="14644" y="14378"/>
                        <a:pt x="12943" y="12244"/>
                      </a:cubicBezTo>
                      <a:cubicBezTo>
                        <a:pt x="10541" y="9175"/>
                        <a:pt x="10207" y="5172"/>
                        <a:pt x="7539" y="2403"/>
                      </a:cubicBezTo>
                      <a:cubicBezTo>
                        <a:pt x="7205" y="2070"/>
                        <a:pt x="6038" y="1469"/>
                        <a:pt x="5671" y="1202"/>
                      </a:cubicBezTo>
                      <a:cubicBezTo>
                        <a:pt x="4974" y="695"/>
                        <a:pt x="3567" y="1"/>
                        <a:pt x="248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70" name="Google Shape;3770;p72"/>
                <p:cNvSpPr/>
                <p:nvPr/>
              </p:nvSpPr>
              <p:spPr>
                <a:xfrm>
                  <a:off x="4836870" y="2666355"/>
                  <a:ext cx="465993" cy="689168"/>
                </a:xfrm>
                <a:custGeom>
                  <a:rect b="b" l="l" r="r" t="t"/>
                  <a:pathLst>
                    <a:path extrusionOk="0" h="33153" w="22417">
                      <a:moveTo>
                        <a:pt x="14987" y="0"/>
                      </a:moveTo>
                      <a:cubicBezTo>
                        <a:pt x="13073" y="0"/>
                        <a:pt x="11168" y="218"/>
                        <a:pt x="9307" y="929"/>
                      </a:cubicBezTo>
                      <a:cubicBezTo>
                        <a:pt x="4070" y="2997"/>
                        <a:pt x="2802" y="7467"/>
                        <a:pt x="2202" y="12638"/>
                      </a:cubicBezTo>
                      <a:cubicBezTo>
                        <a:pt x="1935" y="14806"/>
                        <a:pt x="2202" y="16073"/>
                        <a:pt x="1935" y="18242"/>
                      </a:cubicBezTo>
                      <a:cubicBezTo>
                        <a:pt x="1368" y="23045"/>
                        <a:pt x="0" y="28449"/>
                        <a:pt x="367" y="33152"/>
                      </a:cubicBezTo>
                      <a:cubicBezTo>
                        <a:pt x="7105" y="32185"/>
                        <a:pt x="14444" y="30851"/>
                        <a:pt x="20748" y="28249"/>
                      </a:cubicBezTo>
                      <a:cubicBezTo>
                        <a:pt x="20815" y="28249"/>
                        <a:pt x="20515" y="25247"/>
                        <a:pt x="20515" y="24946"/>
                      </a:cubicBezTo>
                      <a:cubicBezTo>
                        <a:pt x="20482" y="23846"/>
                        <a:pt x="20515" y="22711"/>
                        <a:pt x="20582" y="21611"/>
                      </a:cubicBezTo>
                      <a:cubicBezTo>
                        <a:pt x="20748" y="19376"/>
                        <a:pt x="21049" y="17174"/>
                        <a:pt x="21349" y="14973"/>
                      </a:cubicBezTo>
                      <a:cubicBezTo>
                        <a:pt x="21582" y="13038"/>
                        <a:pt x="21816" y="11103"/>
                        <a:pt x="21949" y="9168"/>
                      </a:cubicBezTo>
                      <a:cubicBezTo>
                        <a:pt x="22083" y="7234"/>
                        <a:pt x="21883" y="5299"/>
                        <a:pt x="21983" y="3398"/>
                      </a:cubicBezTo>
                      <a:cubicBezTo>
                        <a:pt x="21983" y="3331"/>
                        <a:pt x="21983" y="3298"/>
                        <a:pt x="21983" y="3231"/>
                      </a:cubicBezTo>
                      <a:cubicBezTo>
                        <a:pt x="21983" y="2931"/>
                        <a:pt x="22416" y="3164"/>
                        <a:pt x="22283" y="2897"/>
                      </a:cubicBezTo>
                      <a:cubicBezTo>
                        <a:pt x="22116" y="2597"/>
                        <a:pt x="21416" y="1830"/>
                        <a:pt x="21149" y="1630"/>
                      </a:cubicBezTo>
                      <a:cubicBezTo>
                        <a:pt x="19714" y="662"/>
                        <a:pt x="17980" y="62"/>
                        <a:pt x="16245" y="29"/>
                      </a:cubicBezTo>
                      <a:cubicBezTo>
                        <a:pt x="15826" y="11"/>
                        <a:pt x="15406" y="0"/>
                        <a:pt x="1498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71" name="Google Shape;3771;p72"/>
                <p:cNvSpPr/>
                <p:nvPr/>
              </p:nvSpPr>
              <p:spPr>
                <a:xfrm>
                  <a:off x="5087879" y="2444262"/>
                  <a:ext cx="178918" cy="276287"/>
                </a:xfrm>
                <a:custGeom>
                  <a:rect b="b" l="l" r="r" t="t"/>
                  <a:pathLst>
                    <a:path extrusionOk="0" h="13291" w="8607">
                      <a:moveTo>
                        <a:pt x="5096" y="0"/>
                      </a:moveTo>
                      <a:cubicBezTo>
                        <a:pt x="4219" y="0"/>
                        <a:pt x="3244" y="375"/>
                        <a:pt x="2469" y="539"/>
                      </a:cubicBezTo>
                      <a:cubicBezTo>
                        <a:pt x="968" y="839"/>
                        <a:pt x="1" y="2306"/>
                        <a:pt x="301" y="3808"/>
                      </a:cubicBezTo>
                      <a:cubicBezTo>
                        <a:pt x="401" y="4208"/>
                        <a:pt x="468" y="4608"/>
                        <a:pt x="568" y="5042"/>
                      </a:cubicBezTo>
                      <a:cubicBezTo>
                        <a:pt x="701" y="5609"/>
                        <a:pt x="634" y="6076"/>
                        <a:pt x="1001" y="6576"/>
                      </a:cubicBezTo>
                      <a:cubicBezTo>
                        <a:pt x="1135" y="6743"/>
                        <a:pt x="1302" y="6910"/>
                        <a:pt x="1368" y="7143"/>
                      </a:cubicBezTo>
                      <a:cubicBezTo>
                        <a:pt x="1402" y="7243"/>
                        <a:pt x="1402" y="7377"/>
                        <a:pt x="1402" y="7510"/>
                      </a:cubicBezTo>
                      <a:cubicBezTo>
                        <a:pt x="1435" y="8644"/>
                        <a:pt x="1001" y="9812"/>
                        <a:pt x="701" y="10913"/>
                      </a:cubicBezTo>
                      <a:cubicBezTo>
                        <a:pt x="601" y="11346"/>
                        <a:pt x="601" y="11780"/>
                        <a:pt x="701" y="12180"/>
                      </a:cubicBezTo>
                      <a:cubicBezTo>
                        <a:pt x="1455" y="12995"/>
                        <a:pt x="2727" y="13291"/>
                        <a:pt x="3852" y="13291"/>
                      </a:cubicBezTo>
                      <a:cubicBezTo>
                        <a:pt x="3971" y="13291"/>
                        <a:pt x="4088" y="13287"/>
                        <a:pt x="4204" y="13281"/>
                      </a:cubicBezTo>
                      <a:cubicBezTo>
                        <a:pt x="4671" y="13248"/>
                        <a:pt x="5171" y="13148"/>
                        <a:pt x="5671" y="12981"/>
                      </a:cubicBezTo>
                      <a:cubicBezTo>
                        <a:pt x="5838" y="12681"/>
                        <a:pt x="5972" y="12380"/>
                        <a:pt x="6038" y="12013"/>
                      </a:cubicBezTo>
                      <a:cubicBezTo>
                        <a:pt x="6172" y="10979"/>
                        <a:pt x="6205" y="9879"/>
                        <a:pt x="6272" y="8845"/>
                      </a:cubicBezTo>
                      <a:cubicBezTo>
                        <a:pt x="6305" y="8678"/>
                        <a:pt x="6305" y="8544"/>
                        <a:pt x="6372" y="8444"/>
                      </a:cubicBezTo>
                      <a:cubicBezTo>
                        <a:pt x="6439" y="8277"/>
                        <a:pt x="6605" y="8211"/>
                        <a:pt x="6705" y="8111"/>
                      </a:cubicBezTo>
                      <a:cubicBezTo>
                        <a:pt x="8607" y="6743"/>
                        <a:pt x="7906" y="4008"/>
                        <a:pt x="7306" y="2106"/>
                      </a:cubicBezTo>
                      <a:cubicBezTo>
                        <a:pt x="7139" y="1573"/>
                        <a:pt x="6939" y="1006"/>
                        <a:pt x="6572" y="605"/>
                      </a:cubicBezTo>
                      <a:cubicBezTo>
                        <a:pt x="6170" y="152"/>
                        <a:pt x="5653" y="0"/>
                        <a:pt x="5096" y="0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72" name="Google Shape;3772;p72"/>
                <p:cNvSpPr/>
                <p:nvPr/>
              </p:nvSpPr>
              <p:spPr>
                <a:xfrm>
                  <a:off x="4992194" y="3109067"/>
                  <a:ext cx="414669" cy="91818"/>
                </a:xfrm>
                <a:custGeom>
                  <a:rect b="b" l="l" r="r" t="t"/>
                  <a:pathLst>
                    <a:path extrusionOk="0" h="4417" w="19948">
                      <a:moveTo>
                        <a:pt x="2832" y="1"/>
                      </a:moveTo>
                      <a:cubicBezTo>
                        <a:pt x="2533" y="1"/>
                        <a:pt x="2242" y="40"/>
                        <a:pt x="1968" y="147"/>
                      </a:cubicBezTo>
                      <a:cubicBezTo>
                        <a:pt x="1535" y="314"/>
                        <a:pt x="1168" y="647"/>
                        <a:pt x="868" y="981"/>
                      </a:cubicBezTo>
                      <a:cubicBezTo>
                        <a:pt x="401" y="1514"/>
                        <a:pt x="0" y="2248"/>
                        <a:pt x="67" y="2982"/>
                      </a:cubicBezTo>
                      <a:cubicBezTo>
                        <a:pt x="231" y="4243"/>
                        <a:pt x="1544" y="4355"/>
                        <a:pt x="2617" y="4355"/>
                      </a:cubicBezTo>
                      <a:cubicBezTo>
                        <a:pt x="2851" y="4355"/>
                        <a:pt x="3073" y="4350"/>
                        <a:pt x="3269" y="4350"/>
                      </a:cubicBezTo>
                      <a:cubicBezTo>
                        <a:pt x="5882" y="4350"/>
                        <a:pt x="8521" y="4270"/>
                        <a:pt x="11136" y="4270"/>
                      </a:cubicBezTo>
                      <a:cubicBezTo>
                        <a:pt x="12661" y="4270"/>
                        <a:pt x="14179" y="4297"/>
                        <a:pt x="15678" y="4383"/>
                      </a:cubicBezTo>
                      <a:cubicBezTo>
                        <a:pt x="15889" y="4394"/>
                        <a:pt x="16101" y="4398"/>
                        <a:pt x="16311" y="4398"/>
                      </a:cubicBezTo>
                      <a:cubicBezTo>
                        <a:pt x="16731" y="4398"/>
                        <a:pt x="17146" y="4383"/>
                        <a:pt x="17546" y="4383"/>
                      </a:cubicBezTo>
                      <a:cubicBezTo>
                        <a:pt x="18313" y="4350"/>
                        <a:pt x="19214" y="4417"/>
                        <a:pt x="19948" y="4250"/>
                      </a:cubicBezTo>
                      <a:cubicBezTo>
                        <a:pt x="19948" y="2882"/>
                        <a:pt x="18614" y="1848"/>
                        <a:pt x="17446" y="1514"/>
                      </a:cubicBezTo>
                      <a:cubicBezTo>
                        <a:pt x="16445" y="1214"/>
                        <a:pt x="15478" y="1181"/>
                        <a:pt x="14477" y="1181"/>
                      </a:cubicBezTo>
                      <a:cubicBezTo>
                        <a:pt x="13777" y="1181"/>
                        <a:pt x="13043" y="1181"/>
                        <a:pt x="12309" y="1148"/>
                      </a:cubicBezTo>
                      <a:cubicBezTo>
                        <a:pt x="11342" y="1047"/>
                        <a:pt x="10374" y="781"/>
                        <a:pt x="9407" y="647"/>
                      </a:cubicBezTo>
                      <a:cubicBezTo>
                        <a:pt x="7773" y="380"/>
                        <a:pt x="6105" y="480"/>
                        <a:pt x="4470" y="214"/>
                      </a:cubicBezTo>
                      <a:cubicBezTo>
                        <a:pt x="3934" y="128"/>
                        <a:pt x="3370" y="1"/>
                        <a:pt x="2832" y="1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73" name="Google Shape;3773;p72"/>
                <p:cNvSpPr/>
                <p:nvPr/>
              </p:nvSpPr>
              <p:spPr>
                <a:xfrm>
                  <a:off x="4809139" y="2676645"/>
                  <a:ext cx="409119" cy="535943"/>
                </a:xfrm>
                <a:custGeom>
                  <a:rect b="b" l="l" r="r" t="t"/>
                  <a:pathLst>
                    <a:path extrusionOk="0" h="25782" w="19681">
                      <a:moveTo>
                        <a:pt x="12576" y="1"/>
                      </a:moveTo>
                      <a:lnTo>
                        <a:pt x="12576" y="1"/>
                      </a:lnTo>
                      <a:cubicBezTo>
                        <a:pt x="10774" y="201"/>
                        <a:pt x="9040" y="1001"/>
                        <a:pt x="7572" y="2069"/>
                      </a:cubicBezTo>
                      <a:cubicBezTo>
                        <a:pt x="3869" y="4804"/>
                        <a:pt x="1368" y="9107"/>
                        <a:pt x="500" y="13577"/>
                      </a:cubicBezTo>
                      <a:cubicBezTo>
                        <a:pt x="0" y="16212"/>
                        <a:pt x="100" y="19014"/>
                        <a:pt x="1334" y="21382"/>
                      </a:cubicBezTo>
                      <a:cubicBezTo>
                        <a:pt x="3197" y="24879"/>
                        <a:pt x="6981" y="25687"/>
                        <a:pt x="10584" y="25687"/>
                      </a:cubicBezTo>
                      <a:cubicBezTo>
                        <a:pt x="10659" y="25687"/>
                        <a:pt x="10733" y="25686"/>
                        <a:pt x="10808" y="25686"/>
                      </a:cubicBezTo>
                      <a:cubicBezTo>
                        <a:pt x="11200" y="25686"/>
                        <a:pt x="13000" y="25782"/>
                        <a:pt x="14767" y="25782"/>
                      </a:cubicBezTo>
                      <a:cubicBezTo>
                        <a:pt x="16607" y="25782"/>
                        <a:pt x="18410" y="25677"/>
                        <a:pt x="18547" y="25252"/>
                      </a:cubicBezTo>
                      <a:cubicBezTo>
                        <a:pt x="18580" y="25152"/>
                        <a:pt x="18780" y="24618"/>
                        <a:pt x="18813" y="24518"/>
                      </a:cubicBezTo>
                      <a:cubicBezTo>
                        <a:pt x="18980" y="23651"/>
                        <a:pt x="19547" y="21583"/>
                        <a:pt x="19681" y="20715"/>
                      </a:cubicBezTo>
                      <a:lnTo>
                        <a:pt x="7405" y="19715"/>
                      </a:lnTo>
                      <a:cubicBezTo>
                        <a:pt x="7706" y="17847"/>
                        <a:pt x="8273" y="15945"/>
                        <a:pt x="8706" y="14244"/>
                      </a:cubicBezTo>
                      <a:cubicBezTo>
                        <a:pt x="9940" y="9474"/>
                        <a:pt x="11708" y="4837"/>
                        <a:pt x="12576" y="1"/>
                      </a:cubicBezTo>
                      <a:close/>
                    </a:path>
                  </a:pathLst>
                </a:custGeom>
                <a:solidFill>
                  <a:srgbClr val="C46345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74" name="Google Shape;3774;p72"/>
                <p:cNvSpPr/>
                <p:nvPr/>
              </p:nvSpPr>
              <p:spPr>
                <a:xfrm>
                  <a:off x="4953363" y="2428837"/>
                  <a:ext cx="305119" cy="299257"/>
                </a:xfrm>
                <a:custGeom>
                  <a:rect b="b" l="l" r="r" t="t"/>
                  <a:pathLst>
                    <a:path extrusionOk="0" h="14396" w="14678">
                      <a:moveTo>
                        <a:pt x="12356" y="0"/>
                      </a:moveTo>
                      <a:cubicBezTo>
                        <a:pt x="11957" y="0"/>
                        <a:pt x="11553" y="76"/>
                        <a:pt x="11175" y="213"/>
                      </a:cubicBezTo>
                      <a:cubicBezTo>
                        <a:pt x="10641" y="447"/>
                        <a:pt x="10174" y="780"/>
                        <a:pt x="9641" y="980"/>
                      </a:cubicBezTo>
                      <a:cubicBezTo>
                        <a:pt x="9040" y="1180"/>
                        <a:pt x="8373" y="1214"/>
                        <a:pt x="7739" y="1381"/>
                      </a:cubicBezTo>
                      <a:cubicBezTo>
                        <a:pt x="6438" y="1681"/>
                        <a:pt x="5337" y="2682"/>
                        <a:pt x="4870" y="3949"/>
                      </a:cubicBezTo>
                      <a:cubicBezTo>
                        <a:pt x="4637" y="4616"/>
                        <a:pt x="4537" y="5350"/>
                        <a:pt x="4203" y="5951"/>
                      </a:cubicBezTo>
                      <a:cubicBezTo>
                        <a:pt x="3736" y="6818"/>
                        <a:pt x="2836" y="7352"/>
                        <a:pt x="2269" y="8119"/>
                      </a:cubicBezTo>
                      <a:cubicBezTo>
                        <a:pt x="2002" y="8419"/>
                        <a:pt x="1835" y="8786"/>
                        <a:pt x="1635" y="9120"/>
                      </a:cubicBezTo>
                      <a:cubicBezTo>
                        <a:pt x="1268" y="9687"/>
                        <a:pt x="801" y="10187"/>
                        <a:pt x="501" y="10754"/>
                      </a:cubicBezTo>
                      <a:cubicBezTo>
                        <a:pt x="167" y="11354"/>
                        <a:pt x="0" y="12088"/>
                        <a:pt x="267" y="12689"/>
                      </a:cubicBezTo>
                      <a:cubicBezTo>
                        <a:pt x="467" y="13156"/>
                        <a:pt x="901" y="13489"/>
                        <a:pt x="1335" y="13689"/>
                      </a:cubicBezTo>
                      <a:cubicBezTo>
                        <a:pt x="1802" y="13890"/>
                        <a:pt x="2335" y="13990"/>
                        <a:pt x="2802" y="14156"/>
                      </a:cubicBezTo>
                      <a:cubicBezTo>
                        <a:pt x="3169" y="14303"/>
                        <a:pt x="3535" y="14396"/>
                        <a:pt x="3914" y="14396"/>
                      </a:cubicBezTo>
                      <a:cubicBezTo>
                        <a:pt x="4053" y="14396"/>
                        <a:pt x="4194" y="14383"/>
                        <a:pt x="4337" y="14357"/>
                      </a:cubicBezTo>
                      <a:cubicBezTo>
                        <a:pt x="5504" y="14123"/>
                        <a:pt x="6438" y="13222"/>
                        <a:pt x="7005" y="12188"/>
                      </a:cubicBezTo>
                      <a:cubicBezTo>
                        <a:pt x="7539" y="11154"/>
                        <a:pt x="7873" y="9853"/>
                        <a:pt x="8173" y="8753"/>
                      </a:cubicBezTo>
                      <a:cubicBezTo>
                        <a:pt x="8373" y="8052"/>
                        <a:pt x="8306" y="7352"/>
                        <a:pt x="8240" y="6684"/>
                      </a:cubicBezTo>
                      <a:cubicBezTo>
                        <a:pt x="8206" y="6184"/>
                        <a:pt x="7973" y="5550"/>
                        <a:pt x="8406" y="5150"/>
                      </a:cubicBezTo>
                      <a:cubicBezTo>
                        <a:pt x="8573" y="4983"/>
                        <a:pt x="8840" y="4950"/>
                        <a:pt x="9073" y="4950"/>
                      </a:cubicBezTo>
                      <a:cubicBezTo>
                        <a:pt x="9219" y="4968"/>
                        <a:pt x="9375" y="4996"/>
                        <a:pt x="9525" y="4996"/>
                      </a:cubicBezTo>
                      <a:cubicBezTo>
                        <a:pt x="9649" y="4996"/>
                        <a:pt x="9768" y="4977"/>
                        <a:pt x="9874" y="4917"/>
                      </a:cubicBezTo>
                      <a:cubicBezTo>
                        <a:pt x="10174" y="4750"/>
                        <a:pt x="10174" y="4316"/>
                        <a:pt x="10241" y="3983"/>
                      </a:cubicBezTo>
                      <a:cubicBezTo>
                        <a:pt x="10441" y="3215"/>
                        <a:pt x="11175" y="2982"/>
                        <a:pt x="11909" y="2915"/>
                      </a:cubicBezTo>
                      <a:cubicBezTo>
                        <a:pt x="12476" y="2882"/>
                        <a:pt x="13043" y="2915"/>
                        <a:pt x="13577" y="2815"/>
                      </a:cubicBezTo>
                      <a:cubicBezTo>
                        <a:pt x="14210" y="2682"/>
                        <a:pt x="14544" y="2348"/>
                        <a:pt x="14577" y="1948"/>
                      </a:cubicBezTo>
                      <a:cubicBezTo>
                        <a:pt x="14677" y="1314"/>
                        <a:pt x="14144" y="547"/>
                        <a:pt x="13443" y="213"/>
                      </a:cubicBezTo>
                      <a:cubicBezTo>
                        <a:pt x="13103" y="67"/>
                        <a:pt x="12732" y="0"/>
                        <a:pt x="1235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75" name="Google Shape;3775;p72"/>
                <p:cNvSpPr/>
                <p:nvPr/>
              </p:nvSpPr>
              <p:spPr>
                <a:xfrm>
                  <a:off x="5385348" y="3186999"/>
                  <a:ext cx="427869" cy="15279"/>
                </a:xfrm>
                <a:custGeom>
                  <a:rect b="b" l="l" r="r" t="t"/>
                  <a:pathLst>
                    <a:path extrusionOk="0" h="735" w="20583">
                      <a:moveTo>
                        <a:pt x="701" y="0"/>
                      </a:moveTo>
                      <a:cubicBezTo>
                        <a:pt x="301" y="0"/>
                        <a:pt x="1" y="334"/>
                        <a:pt x="1" y="734"/>
                      </a:cubicBezTo>
                      <a:lnTo>
                        <a:pt x="20582" y="734"/>
                      </a:lnTo>
                      <a:lnTo>
                        <a:pt x="20582" y="0"/>
                      </a:lnTo>
                      <a:close/>
                    </a:path>
                  </a:pathLst>
                </a:custGeom>
                <a:solidFill>
                  <a:srgbClr val="4764A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76" name="Google Shape;3776;p72"/>
                <p:cNvSpPr/>
                <p:nvPr/>
              </p:nvSpPr>
              <p:spPr>
                <a:xfrm>
                  <a:off x="5458852" y="2947776"/>
                  <a:ext cx="504824" cy="239243"/>
                </a:xfrm>
                <a:custGeom>
                  <a:rect b="b" l="l" r="r" t="t"/>
                  <a:pathLst>
                    <a:path extrusionOk="0" h="11509" w="24285">
                      <a:moveTo>
                        <a:pt x="4604" y="0"/>
                      </a:moveTo>
                      <a:cubicBezTo>
                        <a:pt x="4170" y="0"/>
                        <a:pt x="3803" y="267"/>
                        <a:pt x="3670" y="634"/>
                      </a:cubicBezTo>
                      <a:lnTo>
                        <a:pt x="1" y="11508"/>
                      </a:lnTo>
                      <a:lnTo>
                        <a:pt x="20615" y="11508"/>
                      </a:lnTo>
                      <a:lnTo>
                        <a:pt x="24118" y="1168"/>
                      </a:lnTo>
                      <a:cubicBezTo>
                        <a:pt x="24285" y="567"/>
                        <a:pt x="23818" y="0"/>
                        <a:pt x="23184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77" name="Google Shape;3777;p72"/>
                <p:cNvSpPr/>
                <p:nvPr/>
              </p:nvSpPr>
              <p:spPr>
                <a:xfrm>
                  <a:off x="5456774" y="3186999"/>
                  <a:ext cx="430634" cy="15279"/>
                </a:xfrm>
                <a:custGeom>
                  <a:rect b="b" l="l" r="r" t="t"/>
                  <a:pathLst>
                    <a:path extrusionOk="0" h="735" w="20716">
                      <a:moveTo>
                        <a:pt x="1" y="0"/>
                      </a:moveTo>
                      <a:lnTo>
                        <a:pt x="1" y="734"/>
                      </a:lnTo>
                      <a:lnTo>
                        <a:pt x="20715" y="734"/>
                      </a:lnTo>
                      <a:lnTo>
                        <a:pt x="20715" y="0"/>
                      </a:lnTo>
                      <a:close/>
                    </a:path>
                  </a:pathLst>
                </a:custGeom>
                <a:solidFill>
                  <a:srgbClr val="4764A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78" name="Google Shape;3778;p72"/>
                <p:cNvSpPr/>
                <p:nvPr/>
              </p:nvSpPr>
              <p:spPr>
                <a:xfrm>
                  <a:off x="5698075" y="3045540"/>
                  <a:ext cx="34694" cy="30599"/>
                </a:xfrm>
                <a:custGeom>
                  <a:rect b="b" l="l" r="r" t="t"/>
                  <a:pathLst>
                    <a:path extrusionOk="0" h="1472" w="1669">
                      <a:moveTo>
                        <a:pt x="868" y="1"/>
                      </a:moveTo>
                      <a:cubicBezTo>
                        <a:pt x="435" y="1"/>
                        <a:pt x="68" y="334"/>
                        <a:pt x="34" y="734"/>
                      </a:cubicBezTo>
                      <a:cubicBezTo>
                        <a:pt x="1" y="1135"/>
                        <a:pt x="368" y="1435"/>
                        <a:pt x="768" y="1468"/>
                      </a:cubicBezTo>
                      <a:cubicBezTo>
                        <a:pt x="794" y="1470"/>
                        <a:pt x="819" y="1471"/>
                        <a:pt x="844" y="1471"/>
                      </a:cubicBezTo>
                      <a:cubicBezTo>
                        <a:pt x="1218" y="1471"/>
                        <a:pt x="1573" y="1245"/>
                        <a:pt x="1635" y="901"/>
                      </a:cubicBezTo>
                      <a:cubicBezTo>
                        <a:pt x="1669" y="501"/>
                        <a:pt x="1435" y="134"/>
                        <a:pt x="1035" y="34"/>
                      </a:cubicBezTo>
                      <a:lnTo>
                        <a:pt x="935" y="34"/>
                      </a:lnTo>
                      <a:cubicBezTo>
                        <a:pt x="935" y="1"/>
                        <a:pt x="902" y="1"/>
                        <a:pt x="868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79" name="Google Shape;3779;p72"/>
                <p:cNvSpPr/>
                <p:nvPr/>
              </p:nvSpPr>
              <p:spPr>
                <a:xfrm>
                  <a:off x="5105901" y="2519242"/>
                  <a:ext cx="52551" cy="52260"/>
                </a:xfrm>
                <a:custGeom>
                  <a:rect b="b" l="l" r="r" t="t"/>
                  <a:pathLst>
                    <a:path extrusionOk="0" h="2514" w="2528">
                      <a:moveTo>
                        <a:pt x="1402" y="0"/>
                      </a:moveTo>
                      <a:cubicBezTo>
                        <a:pt x="1235" y="0"/>
                        <a:pt x="1035" y="67"/>
                        <a:pt x="868" y="134"/>
                      </a:cubicBezTo>
                      <a:cubicBezTo>
                        <a:pt x="1" y="434"/>
                        <a:pt x="34" y="1602"/>
                        <a:pt x="568" y="2202"/>
                      </a:cubicBezTo>
                      <a:cubicBezTo>
                        <a:pt x="769" y="2421"/>
                        <a:pt x="1000" y="2513"/>
                        <a:pt x="1231" y="2513"/>
                      </a:cubicBezTo>
                      <a:cubicBezTo>
                        <a:pt x="1880" y="2513"/>
                        <a:pt x="2527" y="1781"/>
                        <a:pt x="2503" y="1068"/>
                      </a:cubicBezTo>
                      <a:cubicBezTo>
                        <a:pt x="2469" y="534"/>
                        <a:pt x="1969" y="0"/>
                        <a:pt x="1402" y="0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80" name="Google Shape;3780;p72"/>
                <p:cNvSpPr/>
                <p:nvPr/>
              </p:nvSpPr>
              <p:spPr>
                <a:xfrm>
                  <a:off x="5723747" y="3758343"/>
                  <a:ext cx="146323" cy="295453"/>
                </a:xfrm>
                <a:custGeom>
                  <a:rect b="b" l="l" r="r" t="t"/>
                  <a:pathLst>
                    <a:path extrusionOk="0" h="14213" w="7039">
                      <a:moveTo>
                        <a:pt x="3768" y="1"/>
                      </a:moveTo>
                      <a:cubicBezTo>
                        <a:pt x="3746" y="1"/>
                        <a:pt x="3724" y="1"/>
                        <a:pt x="3703" y="2"/>
                      </a:cubicBezTo>
                      <a:cubicBezTo>
                        <a:pt x="2702" y="35"/>
                        <a:pt x="1268" y="1369"/>
                        <a:pt x="801" y="2270"/>
                      </a:cubicBezTo>
                      <a:cubicBezTo>
                        <a:pt x="0" y="3738"/>
                        <a:pt x="667" y="6006"/>
                        <a:pt x="1034" y="7507"/>
                      </a:cubicBezTo>
                      <a:cubicBezTo>
                        <a:pt x="1234" y="8374"/>
                        <a:pt x="1434" y="9242"/>
                        <a:pt x="1668" y="10109"/>
                      </a:cubicBezTo>
                      <a:cubicBezTo>
                        <a:pt x="1868" y="10910"/>
                        <a:pt x="2068" y="11744"/>
                        <a:pt x="2268" y="12577"/>
                      </a:cubicBezTo>
                      <a:cubicBezTo>
                        <a:pt x="2640" y="14155"/>
                        <a:pt x="3125" y="14212"/>
                        <a:pt x="4551" y="14212"/>
                      </a:cubicBezTo>
                      <a:cubicBezTo>
                        <a:pt x="4662" y="14212"/>
                        <a:pt x="4780" y="14212"/>
                        <a:pt x="4904" y="14212"/>
                      </a:cubicBezTo>
                      <a:cubicBezTo>
                        <a:pt x="7038" y="14212"/>
                        <a:pt x="6505" y="12244"/>
                        <a:pt x="6505" y="10676"/>
                      </a:cubicBezTo>
                      <a:cubicBezTo>
                        <a:pt x="6505" y="8475"/>
                        <a:pt x="6805" y="3704"/>
                        <a:pt x="6672" y="1469"/>
                      </a:cubicBezTo>
                      <a:cubicBezTo>
                        <a:pt x="6656" y="1263"/>
                        <a:pt x="6622" y="1190"/>
                        <a:pt x="6573" y="1190"/>
                      </a:cubicBezTo>
                      <a:cubicBezTo>
                        <a:pt x="6454" y="1190"/>
                        <a:pt x="6250" y="1631"/>
                        <a:pt x="6039" y="1631"/>
                      </a:cubicBezTo>
                      <a:cubicBezTo>
                        <a:pt x="5960" y="1631"/>
                        <a:pt x="5881" y="1570"/>
                        <a:pt x="5804" y="1403"/>
                      </a:cubicBezTo>
                      <a:cubicBezTo>
                        <a:pt x="5414" y="654"/>
                        <a:pt x="4642" y="1"/>
                        <a:pt x="3768" y="1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81" name="Google Shape;3781;p72"/>
                <p:cNvSpPr/>
                <p:nvPr/>
              </p:nvSpPr>
              <p:spPr>
                <a:xfrm>
                  <a:off x="5758400" y="3963662"/>
                  <a:ext cx="307904" cy="118551"/>
                </a:xfrm>
                <a:custGeom>
                  <a:rect b="b" l="l" r="r" t="t"/>
                  <a:pathLst>
                    <a:path extrusionOk="0" h="5703" w="14812">
                      <a:moveTo>
                        <a:pt x="4875" y="1"/>
                      </a:moveTo>
                      <a:cubicBezTo>
                        <a:pt x="4197" y="1"/>
                        <a:pt x="3213" y="318"/>
                        <a:pt x="2703" y="399"/>
                      </a:cubicBezTo>
                      <a:cubicBezTo>
                        <a:pt x="1802" y="499"/>
                        <a:pt x="902" y="632"/>
                        <a:pt x="1" y="766"/>
                      </a:cubicBezTo>
                      <a:cubicBezTo>
                        <a:pt x="101" y="1867"/>
                        <a:pt x="234" y="2934"/>
                        <a:pt x="401" y="4001"/>
                      </a:cubicBezTo>
                      <a:cubicBezTo>
                        <a:pt x="501" y="4468"/>
                        <a:pt x="535" y="5035"/>
                        <a:pt x="701" y="5436"/>
                      </a:cubicBezTo>
                      <a:cubicBezTo>
                        <a:pt x="768" y="5536"/>
                        <a:pt x="802" y="5636"/>
                        <a:pt x="868" y="5703"/>
                      </a:cubicBezTo>
                      <a:cubicBezTo>
                        <a:pt x="1369" y="5603"/>
                        <a:pt x="1869" y="5536"/>
                        <a:pt x="2369" y="5502"/>
                      </a:cubicBezTo>
                      <a:cubicBezTo>
                        <a:pt x="3604" y="5369"/>
                        <a:pt x="4871" y="5336"/>
                        <a:pt x="6105" y="5269"/>
                      </a:cubicBezTo>
                      <a:cubicBezTo>
                        <a:pt x="7206" y="5169"/>
                        <a:pt x="8307" y="5069"/>
                        <a:pt x="9408" y="4935"/>
                      </a:cubicBezTo>
                      <a:cubicBezTo>
                        <a:pt x="11109" y="4769"/>
                        <a:pt x="13110" y="4935"/>
                        <a:pt x="14478" y="3701"/>
                      </a:cubicBezTo>
                      <a:cubicBezTo>
                        <a:pt x="14578" y="3634"/>
                        <a:pt x="14678" y="3534"/>
                        <a:pt x="14711" y="3434"/>
                      </a:cubicBezTo>
                      <a:cubicBezTo>
                        <a:pt x="14812" y="3067"/>
                        <a:pt x="14445" y="2801"/>
                        <a:pt x="14111" y="2667"/>
                      </a:cubicBezTo>
                      <a:cubicBezTo>
                        <a:pt x="12610" y="2067"/>
                        <a:pt x="10942" y="2133"/>
                        <a:pt x="9341" y="1867"/>
                      </a:cubicBezTo>
                      <a:cubicBezTo>
                        <a:pt x="8507" y="1700"/>
                        <a:pt x="7673" y="1466"/>
                        <a:pt x="6873" y="1133"/>
                      </a:cubicBezTo>
                      <a:cubicBezTo>
                        <a:pt x="6506" y="966"/>
                        <a:pt x="6039" y="799"/>
                        <a:pt x="5738" y="532"/>
                      </a:cubicBezTo>
                      <a:cubicBezTo>
                        <a:pt x="5572" y="432"/>
                        <a:pt x="5472" y="132"/>
                        <a:pt x="5305" y="65"/>
                      </a:cubicBezTo>
                      <a:cubicBezTo>
                        <a:pt x="5187" y="19"/>
                        <a:pt x="5040" y="1"/>
                        <a:pt x="487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82" name="Google Shape;3782;p72"/>
                <p:cNvSpPr/>
                <p:nvPr/>
              </p:nvSpPr>
              <p:spPr>
                <a:xfrm>
                  <a:off x="5595468" y="3303001"/>
                  <a:ext cx="294704" cy="622087"/>
                </a:xfrm>
                <a:custGeom>
                  <a:rect b="b" l="l" r="r" t="t"/>
                  <a:pathLst>
                    <a:path extrusionOk="0" h="29926" w="14177">
                      <a:moveTo>
                        <a:pt x="1364" y="1"/>
                      </a:moveTo>
                      <a:cubicBezTo>
                        <a:pt x="1286" y="1"/>
                        <a:pt x="1209" y="9"/>
                        <a:pt x="1134" y="28"/>
                      </a:cubicBezTo>
                      <a:cubicBezTo>
                        <a:pt x="300" y="194"/>
                        <a:pt x="100" y="1295"/>
                        <a:pt x="234" y="2129"/>
                      </a:cubicBezTo>
                      <a:cubicBezTo>
                        <a:pt x="400" y="3563"/>
                        <a:pt x="0" y="4864"/>
                        <a:pt x="100" y="6332"/>
                      </a:cubicBezTo>
                      <a:cubicBezTo>
                        <a:pt x="200" y="7700"/>
                        <a:pt x="534" y="9067"/>
                        <a:pt x="901" y="10402"/>
                      </a:cubicBezTo>
                      <a:cubicBezTo>
                        <a:pt x="1801" y="13804"/>
                        <a:pt x="1901" y="17774"/>
                        <a:pt x="2902" y="21143"/>
                      </a:cubicBezTo>
                      <a:cubicBezTo>
                        <a:pt x="2902" y="21209"/>
                        <a:pt x="2935" y="21243"/>
                        <a:pt x="2935" y="21276"/>
                      </a:cubicBezTo>
                      <a:cubicBezTo>
                        <a:pt x="3569" y="23745"/>
                        <a:pt x="4036" y="26213"/>
                        <a:pt x="4603" y="28681"/>
                      </a:cubicBezTo>
                      <a:cubicBezTo>
                        <a:pt x="4670" y="29015"/>
                        <a:pt x="4703" y="29816"/>
                        <a:pt x="5137" y="29916"/>
                      </a:cubicBezTo>
                      <a:cubicBezTo>
                        <a:pt x="5162" y="29923"/>
                        <a:pt x="5189" y="29926"/>
                        <a:pt x="5217" y="29926"/>
                      </a:cubicBezTo>
                      <a:cubicBezTo>
                        <a:pt x="5590" y="29926"/>
                        <a:pt x="6158" y="29335"/>
                        <a:pt x="6438" y="29148"/>
                      </a:cubicBezTo>
                      <a:cubicBezTo>
                        <a:pt x="7172" y="28681"/>
                        <a:pt x="7906" y="28748"/>
                        <a:pt x="8773" y="28648"/>
                      </a:cubicBezTo>
                      <a:cubicBezTo>
                        <a:pt x="9874" y="28515"/>
                        <a:pt x="10908" y="28214"/>
                        <a:pt x="11909" y="27814"/>
                      </a:cubicBezTo>
                      <a:cubicBezTo>
                        <a:pt x="12676" y="27481"/>
                        <a:pt x="13443" y="27014"/>
                        <a:pt x="13843" y="26280"/>
                      </a:cubicBezTo>
                      <a:cubicBezTo>
                        <a:pt x="14110" y="25779"/>
                        <a:pt x="14143" y="25179"/>
                        <a:pt x="14177" y="24578"/>
                      </a:cubicBezTo>
                      <a:cubicBezTo>
                        <a:pt x="14177" y="23011"/>
                        <a:pt x="13877" y="21510"/>
                        <a:pt x="13676" y="19975"/>
                      </a:cubicBezTo>
                      <a:cubicBezTo>
                        <a:pt x="13476" y="18407"/>
                        <a:pt x="13209" y="16840"/>
                        <a:pt x="12876" y="15272"/>
                      </a:cubicBezTo>
                      <a:cubicBezTo>
                        <a:pt x="12009" y="11236"/>
                        <a:pt x="11008" y="5865"/>
                        <a:pt x="7906" y="2896"/>
                      </a:cubicBezTo>
                      <a:cubicBezTo>
                        <a:pt x="7105" y="2129"/>
                        <a:pt x="6171" y="1562"/>
                        <a:pt x="5137" y="1128"/>
                      </a:cubicBezTo>
                      <a:cubicBezTo>
                        <a:pt x="4103" y="695"/>
                        <a:pt x="3036" y="395"/>
                        <a:pt x="1968" y="128"/>
                      </a:cubicBezTo>
                      <a:cubicBezTo>
                        <a:pt x="1776" y="56"/>
                        <a:pt x="1566" y="1"/>
                        <a:pt x="1364" y="1"/>
                      </a:cubicBezTo>
                      <a:close/>
                    </a:path>
                  </a:pathLst>
                </a:custGeom>
                <a:solidFill>
                  <a:srgbClr val="73CABE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83" name="Google Shape;3783;p72"/>
                <p:cNvSpPr/>
                <p:nvPr/>
              </p:nvSpPr>
              <p:spPr>
                <a:xfrm rot="2078284">
                  <a:off x="5162159" y="2609088"/>
                  <a:ext cx="63109" cy="20828"/>
                </a:xfrm>
                <a:custGeom>
                  <a:rect b="b" l="l" r="r" t="t"/>
                  <a:pathLst>
                    <a:path extrusionOk="0" h="1002" w="3036">
                      <a:moveTo>
                        <a:pt x="2535" y="1"/>
                      </a:moveTo>
                      <a:cubicBezTo>
                        <a:pt x="2269" y="101"/>
                        <a:pt x="2035" y="201"/>
                        <a:pt x="1768" y="301"/>
                      </a:cubicBezTo>
                      <a:cubicBezTo>
                        <a:pt x="1568" y="368"/>
                        <a:pt x="1368" y="434"/>
                        <a:pt x="1168" y="501"/>
                      </a:cubicBezTo>
                      <a:cubicBezTo>
                        <a:pt x="968" y="534"/>
                        <a:pt x="801" y="601"/>
                        <a:pt x="601" y="601"/>
                      </a:cubicBezTo>
                      <a:cubicBezTo>
                        <a:pt x="501" y="601"/>
                        <a:pt x="367" y="634"/>
                        <a:pt x="267" y="668"/>
                      </a:cubicBezTo>
                      <a:cubicBezTo>
                        <a:pt x="0" y="801"/>
                        <a:pt x="134" y="935"/>
                        <a:pt x="300" y="1001"/>
                      </a:cubicBezTo>
                      <a:lnTo>
                        <a:pt x="334" y="1001"/>
                      </a:lnTo>
                      <a:cubicBezTo>
                        <a:pt x="1234" y="968"/>
                        <a:pt x="2168" y="901"/>
                        <a:pt x="3036" y="668"/>
                      </a:cubicBezTo>
                      <a:cubicBezTo>
                        <a:pt x="3036" y="434"/>
                        <a:pt x="2836" y="234"/>
                        <a:pt x="2702" y="34"/>
                      </a:cubicBezTo>
                      <a:cubicBezTo>
                        <a:pt x="2669" y="34"/>
                        <a:pt x="2669" y="1"/>
                        <a:pt x="2635" y="1"/>
                      </a:cubicBezTo>
                      <a:close/>
                    </a:path>
                  </a:pathLst>
                </a:custGeom>
                <a:solidFill>
                  <a:srgbClr val="C46345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84" name="Google Shape;3784;p72"/>
                <p:cNvSpPr/>
                <p:nvPr/>
              </p:nvSpPr>
              <p:spPr>
                <a:xfrm>
                  <a:off x="5596549" y="3500953"/>
                  <a:ext cx="141584" cy="414149"/>
                </a:xfrm>
                <a:custGeom>
                  <a:rect b="b" l="l" r="r" t="t"/>
                  <a:pathLst>
                    <a:path extrusionOk="0" h="19923" w="6811">
                      <a:moveTo>
                        <a:pt x="154" y="1"/>
                      </a:moveTo>
                      <a:cubicBezTo>
                        <a:pt x="72" y="1"/>
                        <a:pt x="0" y="79"/>
                        <a:pt x="48" y="175"/>
                      </a:cubicBezTo>
                      <a:cubicBezTo>
                        <a:pt x="1316" y="2443"/>
                        <a:pt x="1616" y="5112"/>
                        <a:pt x="2183" y="7614"/>
                      </a:cubicBezTo>
                      <a:cubicBezTo>
                        <a:pt x="2817" y="10249"/>
                        <a:pt x="3517" y="12884"/>
                        <a:pt x="4351" y="15486"/>
                      </a:cubicBezTo>
                      <a:cubicBezTo>
                        <a:pt x="4818" y="16954"/>
                        <a:pt x="5319" y="18421"/>
                        <a:pt x="5886" y="19856"/>
                      </a:cubicBezTo>
                      <a:cubicBezTo>
                        <a:pt x="5919" y="19889"/>
                        <a:pt x="5952" y="19923"/>
                        <a:pt x="6019" y="19923"/>
                      </a:cubicBezTo>
                      <a:cubicBezTo>
                        <a:pt x="6253" y="19856"/>
                        <a:pt x="6486" y="19756"/>
                        <a:pt x="6720" y="19689"/>
                      </a:cubicBezTo>
                      <a:cubicBezTo>
                        <a:pt x="6811" y="19659"/>
                        <a:pt x="6791" y="19518"/>
                        <a:pt x="6686" y="19518"/>
                      </a:cubicBezTo>
                      <a:cubicBezTo>
                        <a:pt x="6676" y="19518"/>
                        <a:pt x="6665" y="19519"/>
                        <a:pt x="6653" y="19522"/>
                      </a:cubicBezTo>
                      <a:lnTo>
                        <a:pt x="6052" y="19689"/>
                      </a:lnTo>
                      <a:cubicBezTo>
                        <a:pt x="5152" y="17120"/>
                        <a:pt x="4284" y="14519"/>
                        <a:pt x="3551" y="11883"/>
                      </a:cubicBezTo>
                      <a:cubicBezTo>
                        <a:pt x="2817" y="9282"/>
                        <a:pt x="2283" y="6646"/>
                        <a:pt x="1683" y="4044"/>
                      </a:cubicBezTo>
                      <a:cubicBezTo>
                        <a:pt x="1349" y="2643"/>
                        <a:pt x="982" y="1276"/>
                        <a:pt x="248" y="42"/>
                      </a:cubicBezTo>
                      <a:cubicBezTo>
                        <a:pt x="220" y="13"/>
                        <a:pt x="186" y="1"/>
                        <a:pt x="154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85" name="Google Shape;3785;p72"/>
                <p:cNvSpPr/>
                <p:nvPr/>
              </p:nvSpPr>
              <p:spPr>
                <a:xfrm>
                  <a:off x="5197450" y="3342282"/>
                  <a:ext cx="403569" cy="159024"/>
                </a:xfrm>
                <a:custGeom>
                  <a:rect b="b" l="l" r="r" t="t"/>
                  <a:pathLst>
                    <a:path extrusionOk="0" h="7650" w="19414">
                      <a:moveTo>
                        <a:pt x="204" y="0"/>
                      </a:moveTo>
                      <a:cubicBezTo>
                        <a:pt x="0" y="0"/>
                        <a:pt x="10" y="337"/>
                        <a:pt x="234" y="369"/>
                      </a:cubicBezTo>
                      <a:cubicBezTo>
                        <a:pt x="3136" y="803"/>
                        <a:pt x="6038" y="1403"/>
                        <a:pt x="8906" y="2137"/>
                      </a:cubicBezTo>
                      <a:cubicBezTo>
                        <a:pt x="10274" y="2471"/>
                        <a:pt x="11675" y="2871"/>
                        <a:pt x="13043" y="3271"/>
                      </a:cubicBezTo>
                      <a:cubicBezTo>
                        <a:pt x="14344" y="3672"/>
                        <a:pt x="15678" y="4072"/>
                        <a:pt x="16845" y="4739"/>
                      </a:cubicBezTo>
                      <a:cubicBezTo>
                        <a:pt x="17412" y="5073"/>
                        <a:pt x="17946" y="5473"/>
                        <a:pt x="18346" y="5973"/>
                      </a:cubicBezTo>
                      <a:cubicBezTo>
                        <a:pt x="18780" y="6474"/>
                        <a:pt x="18980" y="7007"/>
                        <a:pt x="19214" y="7575"/>
                      </a:cubicBezTo>
                      <a:cubicBezTo>
                        <a:pt x="19230" y="7625"/>
                        <a:pt x="19280" y="7650"/>
                        <a:pt x="19326" y="7650"/>
                      </a:cubicBezTo>
                      <a:cubicBezTo>
                        <a:pt x="19372" y="7650"/>
                        <a:pt x="19414" y="7625"/>
                        <a:pt x="19414" y="7575"/>
                      </a:cubicBezTo>
                      <a:cubicBezTo>
                        <a:pt x="19414" y="6574"/>
                        <a:pt x="18580" y="5606"/>
                        <a:pt x="17746" y="4939"/>
                      </a:cubicBezTo>
                      <a:cubicBezTo>
                        <a:pt x="16712" y="4139"/>
                        <a:pt x="15411" y="3672"/>
                        <a:pt x="14143" y="3271"/>
                      </a:cubicBezTo>
                      <a:cubicBezTo>
                        <a:pt x="11241" y="2337"/>
                        <a:pt x="8306" y="1570"/>
                        <a:pt x="5304" y="936"/>
                      </a:cubicBezTo>
                      <a:cubicBezTo>
                        <a:pt x="3636" y="603"/>
                        <a:pt x="1935" y="269"/>
                        <a:pt x="234" y="2"/>
                      </a:cubicBezTo>
                      <a:cubicBezTo>
                        <a:pt x="223" y="1"/>
                        <a:pt x="214" y="0"/>
                        <a:pt x="204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86" name="Google Shape;3786;p72"/>
                <p:cNvSpPr/>
                <p:nvPr/>
              </p:nvSpPr>
              <p:spPr>
                <a:xfrm>
                  <a:off x="5897780" y="3977028"/>
                  <a:ext cx="13200" cy="33260"/>
                </a:xfrm>
                <a:custGeom>
                  <a:rect b="b" l="l" r="r" t="t"/>
                  <a:pathLst>
                    <a:path extrusionOk="0" h="1600" w="635">
                      <a:moveTo>
                        <a:pt x="586" y="1"/>
                      </a:moveTo>
                      <a:cubicBezTo>
                        <a:pt x="568" y="1"/>
                        <a:pt x="548" y="9"/>
                        <a:pt x="534" y="23"/>
                      </a:cubicBezTo>
                      <a:cubicBezTo>
                        <a:pt x="468" y="89"/>
                        <a:pt x="434" y="156"/>
                        <a:pt x="401" y="189"/>
                      </a:cubicBezTo>
                      <a:cubicBezTo>
                        <a:pt x="368" y="256"/>
                        <a:pt x="334" y="323"/>
                        <a:pt x="301" y="390"/>
                      </a:cubicBezTo>
                      <a:cubicBezTo>
                        <a:pt x="234" y="523"/>
                        <a:pt x="168" y="690"/>
                        <a:pt x="134" y="823"/>
                      </a:cubicBezTo>
                      <a:cubicBezTo>
                        <a:pt x="101" y="923"/>
                        <a:pt x="34" y="1057"/>
                        <a:pt x="1" y="1157"/>
                      </a:cubicBezTo>
                      <a:cubicBezTo>
                        <a:pt x="1" y="1257"/>
                        <a:pt x="1" y="1357"/>
                        <a:pt x="34" y="1457"/>
                      </a:cubicBezTo>
                      <a:cubicBezTo>
                        <a:pt x="89" y="1539"/>
                        <a:pt x="166" y="1599"/>
                        <a:pt x="248" y="1599"/>
                      </a:cubicBezTo>
                      <a:cubicBezTo>
                        <a:pt x="266" y="1599"/>
                        <a:pt x="283" y="1596"/>
                        <a:pt x="301" y="1590"/>
                      </a:cubicBezTo>
                      <a:cubicBezTo>
                        <a:pt x="434" y="1590"/>
                        <a:pt x="534" y="1524"/>
                        <a:pt x="534" y="1390"/>
                      </a:cubicBezTo>
                      <a:lnTo>
                        <a:pt x="534" y="1357"/>
                      </a:lnTo>
                      <a:lnTo>
                        <a:pt x="534" y="1290"/>
                      </a:lnTo>
                      <a:cubicBezTo>
                        <a:pt x="534" y="1290"/>
                        <a:pt x="534" y="1257"/>
                        <a:pt x="501" y="1224"/>
                      </a:cubicBezTo>
                      <a:lnTo>
                        <a:pt x="501" y="1190"/>
                      </a:lnTo>
                      <a:lnTo>
                        <a:pt x="501" y="1157"/>
                      </a:lnTo>
                      <a:cubicBezTo>
                        <a:pt x="501" y="1157"/>
                        <a:pt x="534" y="1123"/>
                        <a:pt x="534" y="1123"/>
                      </a:cubicBezTo>
                      <a:lnTo>
                        <a:pt x="534" y="1023"/>
                      </a:lnTo>
                      <a:lnTo>
                        <a:pt x="568" y="790"/>
                      </a:lnTo>
                      <a:cubicBezTo>
                        <a:pt x="601" y="690"/>
                        <a:pt x="601" y="556"/>
                        <a:pt x="635" y="456"/>
                      </a:cubicBezTo>
                      <a:cubicBezTo>
                        <a:pt x="635" y="323"/>
                        <a:pt x="635" y="189"/>
                        <a:pt x="635" y="56"/>
                      </a:cubicBezTo>
                      <a:cubicBezTo>
                        <a:pt x="635" y="17"/>
                        <a:pt x="612" y="1"/>
                        <a:pt x="586" y="1"/>
                      </a:cubicBezTo>
                      <a:close/>
                    </a:path>
                  </a:pathLst>
                </a:custGeom>
                <a:solidFill>
                  <a:srgbClr val="73CABE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87" name="Google Shape;3787;p72"/>
                <p:cNvSpPr/>
                <p:nvPr/>
              </p:nvSpPr>
              <p:spPr>
                <a:xfrm>
                  <a:off x="5926218" y="3980271"/>
                  <a:ext cx="12493" cy="30183"/>
                </a:xfrm>
                <a:custGeom>
                  <a:rect b="b" l="l" r="r" t="t"/>
                  <a:pathLst>
                    <a:path extrusionOk="0" h="1452" w="601">
                      <a:moveTo>
                        <a:pt x="301" y="0"/>
                      </a:moveTo>
                      <a:cubicBezTo>
                        <a:pt x="201" y="0"/>
                        <a:pt x="134" y="67"/>
                        <a:pt x="134" y="167"/>
                      </a:cubicBezTo>
                      <a:lnTo>
                        <a:pt x="134" y="234"/>
                      </a:lnTo>
                      <a:cubicBezTo>
                        <a:pt x="134" y="234"/>
                        <a:pt x="134" y="267"/>
                        <a:pt x="134" y="267"/>
                      </a:cubicBezTo>
                      <a:cubicBezTo>
                        <a:pt x="100" y="334"/>
                        <a:pt x="100" y="367"/>
                        <a:pt x="100" y="400"/>
                      </a:cubicBezTo>
                      <a:cubicBezTo>
                        <a:pt x="67" y="500"/>
                        <a:pt x="67" y="601"/>
                        <a:pt x="67" y="701"/>
                      </a:cubicBezTo>
                      <a:lnTo>
                        <a:pt x="0" y="1001"/>
                      </a:lnTo>
                      <a:cubicBezTo>
                        <a:pt x="0" y="1068"/>
                        <a:pt x="0" y="1134"/>
                        <a:pt x="34" y="1201"/>
                      </a:cubicBezTo>
                      <a:cubicBezTo>
                        <a:pt x="34" y="1301"/>
                        <a:pt x="100" y="1368"/>
                        <a:pt x="201" y="1401"/>
                      </a:cubicBezTo>
                      <a:cubicBezTo>
                        <a:pt x="234" y="1434"/>
                        <a:pt x="276" y="1451"/>
                        <a:pt x="317" y="1451"/>
                      </a:cubicBezTo>
                      <a:cubicBezTo>
                        <a:pt x="359" y="1451"/>
                        <a:pt x="401" y="1434"/>
                        <a:pt x="434" y="1401"/>
                      </a:cubicBezTo>
                      <a:cubicBezTo>
                        <a:pt x="501" y="1368"/>
                        <a:pt x="567" y="1301"/>
                        <a:pt x="601" y="1201"/>
                      </a:cubicBezTo>
                      <a:cubicBezTo>
                        <a:pt x="601" y="1134"/>
                        <a:pt x="601" y="1068"/>
                        <a:pt x="601" y="1001"/>
                      </a:cubicBezTo>
                      <a:cubicBezTo>
                        <a:pt x="601" y="901"/>
                        <a:pt x="567" y="834"/>
                        <a:pt x="567" y="734"/>
                      </a:cubicBezTo>
                      <a:cubicBezTo>
                        <a:pt x="567" y="634"/>
                        <a:pt x="534" y="534"/>
                        <a:pt x="501" y="434"/>
                      </a:cubicBezTo>
                      <a:cubicBezTo>
                        <a:pt x="501" y="367"/>
                        <a:pt x="501" y="334"/>
                        <a:pt x="501" y="300"/>
                      </a:cubicBezTo>
                      <a:cubicBezTo>
                        <a:pt x="501" y="267"/>
                        <a:pt x="467" y="267"/>
                        <a:pt x="467" y="234"/>
                      </a:cubicBezTo>
                      <a:cubicBezTo>
                        <a:pt x="467" y="234"/>
                        <a:pt x="467" y="234"/>
                        <a:pt x="467" y="200"/>
                      </a:cubicBezTo>
                      <a:lnTo>
                        <a:pt x="467" y="167"/>
                      </a:lnTo>
                      <a:cubicBezTo>
                        <a:pt x="467" y="100"/>
                        <a:pt x="401" y="0"/>
                        <a:pt x="301" y="0"/>
                      </a:cubicBezTo>
                      <a:close/>
                    </a:path>
                  </a:pathLst>
                </a:custGeom>
                <a:solidFill>
                  <a:srgbClr val="73CABE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88" name="Google Shape;3788;p72"/>
                <p:cNvSpPr/>
                <p:nvPr/>
              </p:nvSpPr>
              <p:spPr>
                <a:xfrm>
                  <a:off x="5960184" y="3989521"/>
                  <a:ext cx="13200" cy="29352"/>
                </a:xfrm>
                <a:custGeom>
                  <a:rect b="b" l="l" r="r" t="t"/>
                  <a:pathLst>
                    <a:path extrusionOk="0" h="1412" w="635">
                      <a:moveTo>
                        <a:pt x="248" y="0"/>
                      </a:moveTo>
                      <a:cubicBezTo>
                        <a:pt x="223" y="0"/>
                        <a:pt x="195" y="8"/>
                        <a:pt x="168" y="22"/>
                      </a:cubicBezTo>
                      <a:cubicBezTo>
                        <a:pt x="134" y="55"/>
                        <a:pt x="101" y="122"/>
                        <a:pt x="101" y="156"/>
                      </a:cubicBezTo>
                      <a:cubicBezTo>
                        <a:pt x="134" y="189"/>
                        <a:pt x="134" y="222"/>
                        <a:pt x="134" y="222"/>
                      </a:cubicBezTo>
                      <a:cubicBezTo>
                        <a:pt x="134" y="256"/>
                        <a:pt x="134" y="256"/>
                        <a:pt x="134" y="256"/>
                      </a:cubicBezTo>
                      <a:lnTo>
                        <a:pt x="134" y="289"/>
                      </a:lnTo>
                      <a:cubicBezTo>
                        <a:pt x="134" y="322"/>
                        <a:pt x="134" y="356"/>
                        <a:pt x="134" y="389"/>
                      </a:cubicBezTo>
                      <a:cubicBezTo>
                        <a:pt x="134" y="400"/>
                        <a:pt x="134" y="413"/>
                        <a:pt x="134" y="422"/>
                      </a:cubicBezTo>
                      <a:lnTo>
                        <a:pt x="134" y="522"/>
                      </a:lnTo>
                      <a:lnTo>
                        <a:pt x="134" y="589"/>
                      </a:lnTo>
                      <a:lnTo>
                        <a:pt x="134" y="623"/>
                      </a:lnTo>
                      <a:cubicBezTo>
                        <a:pt x="134" y="689"/>
                        <a:pt x="101" y="789"/>
                        <a:pt x="68" y="856"/>
                      </a:cubicBezTo>
                      <a:cubicBezTo>
                        <a:pt x="34" y="956"/>
                        <a:pt x="34" y="1056"/>
                        <a:pt x="34" y="1156"/>
                      </a:cubicBezTo>
                      <a:cubicBezTo>
                        <a:pt x="1" y="1256"/>
                        <a:pt x="101" y="1356"/>
                        <a:pt x="168" y="1390"/>
                      </a:cubicBezTo>
                      <a:cubicBezTo>
                        <a:pt x="209" y="1404"/>
                        <a:pt x="251" y="1412"/>
                        <a:pt x="290" y="1412"/>
                      </a:cubicBezTo>
                      <a:cubicBezTo>
                        <a:pt x="345" y="1412"/>
                        <a:pt x="395" y="1395"/>
                        <a:pt x="435" y="1356"/>
                      </a:cubicBezTo>
                      <a:cubicBezTo>
                        <a:pt x="468" y="1290"/>
                        <a:pt x="535" y="1256"/>
                        <a:pt x="568" y="1190"/>
                      </a:cubicBezTo>
                      <a:cubicBezTo>
                        <a:pt x="601" y="1123"/>
                        <a:pt x="635" y="1023"/>
                        <a:pt x="635" y="923"/>
                      </a:cubicBezTo>
                      <a:cubicBezTo>
                        <a:pt x="635" y="823"/>
                        <a:pt x="635" y="723"/>
                        <a:pt x="601" y="589"/>
                      </a:cubicBezTo>
                      <a:lnTo>
                        <a:pt x="601" y="623"/>
                      </a:lnTo>
                      <a:cubicBezTo>
                        <a:pt x="601" y="522"/>
                        <a:pt x="568" y="422"/>
                        <a:pt x="535" y="322"/>
                      </a:cubicBezTo>
                      <a:cubicBezTo>
                        <a:pt x="501" y="256"/>
                        <a:pt x="468" y="222"/>
                        <a:pt x="435" y="156"/>
                      </a:cubicBezTo>
                      <a:cubicBezTo>
                        <a:pt x="401" y="156"/>
                        <a:pt x="401" y="122"/>
                        <a:pt x="401" y="122"/>
                      </a:cubicBezTo>
                      <a:cubicBezTo>
                        <a:pt x="368" y="89"/>
                        <a:pt x="368" y="55"/>
                        <a:pt x="334" y="55"/>
                      </a:cubicBezTo>
                      <a:cubicBezTo>
                        <a:pt x="315" y="16"/>
                        <a:pt x="284" y="0"/>
                        <a:pt x="248" y="0"/>
                      </a:cubicBezTo>
                      <a:close/>
                    </a:path>
                  </a:pathLst>
                </a:custGeom>
                <a:solidFill>
                  <a:srgbClr val="73CABE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89" name="Google Shape;3789;p72"/>
                <p:cNvSpPr/>
                <p:nvPr/>
              </p:nvSpPr>
              <p:spPr>
                <a:xfrm>
                  <a:off x="5122739" y="2529573"/>
                  <a:ext cx="24799" cy="19145"/>
                </a:xfrm>
                <a:custGeom>
                  <a:rect b="b" l="l" r="r" t="t"/>
                  <a:pathLst>
                    <a:path extrusionOk="0" h="921" w="1193">
                      <a:moveTo>
                        <a:pt x="391" y="0"/>
                      </a:moveTo>
                      <a:cubicBezTo>
                        <a:pt x="280" y="0"/>
                        <a:pt x="167" y="32"/>
                        <a:pt x="58" y="104"/>
                      </a:cubicBezTo>
                      <a:cubicBezTo>
                        <a:pt x="1" y="133"/>
                        <a:pt x="42" y="211"/>
                        <a:pt x="97" y="211"/>
                      </a:cubicBezTo>
                      <a:cubicBezTo>
                        <a:pt x="106" y="211"/>
                        <a:pt x="116" y="209"/>
                        <a:pt x="125" y="204"/>
                      </a:cubicBezTo>
                      <a:cubicBezTo>
                        <a:pt x="171" y="185"/>
                        <a:pt x="223" y="177"/>
                        <a:pt x="277" y="177"/>
                      </a:cubicBezTo>
                      <a:cubicBezTo>
                        <a:pt x="414" y="177"/>
                        <a:pt x="562" y="232"/>
                        <a:pt x="659" y="304"/>
                      </a:cubicBezTo>
                      <a:cubicBezTo>
                        <a:pt x="725" y="371"/>
                        <a:pt x="792" y="471"/>
                        <a:pt x="859" y="538"/>
                      </a:cubicBezTo>
                      <a:cubicBezTo>
                        <a:pt x="892" y="638"/>
                        <a:pt x="925" y="771"/>
                        <a:pt x="959" y="871"/>
                      </a:cubicBezTo>
                      <a:cubicBezTo>
                        <a:pt x="982" y="906"/>
                        <a:pt x="1017" y="921"/>
                        <a:pt x="1054" y="921"/>
                      </a:cubicBezTo>
                      <a:cubicBezTo>
                        <a:pt x="1122" y="921"/>
                        <a:pt x="1192" y="870"/>
                        <a:pt x="1192" y="804"/>
                      </a:cubicBezTo>
                      <a:cubicBezTo>
                        <a:pt x="1166" y="412"/>
                        <a:pt x="792" y="0"/>
                        <a:pt x="391" y="0"/>
                      </a:cubicBezTo>
                      <a:close/>
                    </a:path>
                  </a:pathLst>
                </a:custGeom>
                <a:solidFill>
                  <a:srgbClr val="C46345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90" name="Google Shape;3790;p72"/>
                <p:cNvSpPr/>
                <p:nvPr/>
              </p:nvSpPr>
              <p:spPr>
                <a:xfrm>
                  <a:off x="4884951" y="3180700"/>
                  <a:ext cx="297074" cy="50306"/>
                </a:xfrm>
                <a:custGeom>
                  <a:rect b="b" l="l" r="r" t="t"/>
                  <a:pathLst>
                    <a:path extrusionOk="0" h="2420" w="14291">
                      <a:moveTo>
                        <a:pt x="222" y="0"/>
                      </a:moveTo>
                      <a:cubicBezTo>
                        <a:pt x="49" y="0"/>
                        <a:pt x="1" y="239"/>
                        <a:pt x="189" y="270"/>
                      </a:cubicBezTo>
                      <a:cubicBezTo>
                        <a:pt x="3825" y="1204"/>
                        <a:pt x="7561" y="1871"/>
                        <a:pt x="11264" y="2272"/>
                      </a:cubicBezTo>
                      <a:cubicBezTo>
                        <a:pt x="11800" y="2346"/>
                        <a:pt x="12347" y="2420"/>
                        <a:pt x="12893" y="2420"/>
                      </a:cubicBezTo>
                      <a:cubicBezTo>
                        <a:pt x="13331" y="2420"/>
                        <a:pt x="13768" y="2372"/>
                        <a:pt x="14199" y="2238"/>
                      </a:cubicBezTo>
                      <a:cubicBezTo>
                        <a:pt x="14290" y="2177"/>
                        <a:pt x="14271" y="2034"/>
                        <a:pt x="14166" y="2034"/>
                      </a:cubicBezTo>
                      <a:cubicBezTo>
                        <a:pt x="14155" y="2034"/>
                        <a:pt x="14144" y="2035"/>
                        <a:pt x="14132" y="2038"/>
                      </a:cubicBezTo>
                      <a:cubicBezTo>
                        <a:pt x="13768" y="2155"/>
                        <a:pt x="13392" y="2195"/>
                        <a:pt x="13013" y="2195"/>
                      </a:cubicBezTo>
                      <a:cubicBezTo>
                        <a:pt x="12525" y="2195"/>
                        <a:pt x="12034" y="2128"/>
                        <a:pt x="11564" y="2071"/>
                      </a:cubicBezTo>
                      <a:cubicBezTo>
                        <a:pt x="10597" y="1938"/>
                        <a:pt x="9663" y="1805"/>
                        <a:pt x="8729" y="1671"/>
                      </a:cubicBezTo>
                      <a:cubicBezTo>
                        <a:pt x="6927" y="1404"/>
                        <a:pt x="5126" y="1071"/>
                        <a:pt x="3325" y="704"/>
                      </a:cubicBezTo>
                      <a:cubicBezTo>
                        <a:pt x="2291" y="470"/>
                        <a:pt x="1290" y="237"/>
                        <a:pt x="256" y="3"/>
                      </a:cubicBezTo>
                      <a:cubicBezTo>
                        <a:pt x="244" y="1"/>
                        <a:pt x="233" y="0"/>
                        <a:pt x="222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91" name="Google Shape;3791;p72"/>
                <p:cNvSpPr/>
                <p:nvPr/>
              </p:nvSpPr>
              <p:spPr>
                <a:xfrm>
                  <a:off x="4972071" y="2815838"/>
                  <a:ext cx="250136" cy="299132"/>
                </a:xfrm>
                <a:custGeom>
                  <a:rect b="b" l="l" r="r" t="t"/>
                  <a:pathLst>
                    <a:path extrusionOk="0" h="14390" w="12033">
                      <a:moveTo>
                        <a:pt x="3309" y="0"/>
                      </a:moveTo>
                      <a:cubicBezTo>
                        <a:pt x="3283" y="0"/>
                        <a:pt x="3257" y="12"/>
                        <a:pt x="3237" y="43"/>
                      </a:cubicBezTo>
                      <a:cubicBezTo>
                        <a:pt x="2770" y="610"/>
                        <a:pt x="2469" y="1310"/>
                        <a:pt x="2136" y="1944"/>
                      </a:cubicBezTo>
                      <a:cubicBezTo>
                        <a:pt x="1802" y="2611"/>
                        <a:pt x="1502" y="3245"/>
                        <a:pt x="1202" y="3912"/>
                      </a:cubicBezTo>
                      <a:cubicBezTo>
                        <a:pt x="668" y="5246"/>
                        <a:pt x="234" y="6647"/>
                        <a:pt x="134" y="8082"/>
                      </a:cubicBezTo>
                      <a:cubicBezTo>
                        <a:pt x="68" y="8682"/>
                        <a:pt x="1" y="9449"/>
                        <a:pt x="301" y="10016"/>
                      </a:cubicBezTo>
                      <a:cubicBezTo>
                        <a:pt x="635" y="10550"/>
                        <a:pt x="1369" y="10684"/>
                        <a:pt x="1902" y="10884"/>
                      </a:cubicBezTo>
                      <a:cubicBezTo>
                        <a:pt x="3470" y="11417"/>
                        <a:pt x="5038" y="11985"/>
                        <a:pt x="6606" y="12552"/>
                      </a:cubicBezTo>
                      <a:cubicBezTo>
                        <a:pt x="7440" y="12852"/>
                        <a:pt x="8307" y="13152"/>
                        <a:pt x="9141" y="13452"/>
                      </a:cubicBezTo>
                      <a:cubicBezTo>
                        <a:pt x="10041" y="13752"/>
                        <a:pt x="10909" y="14119"/>
                        <a:pt x="11809" y="14386"/>
                      </a:cubicBezTo>
                      <a:cubicBezTo>
                        <a:pt x="11820" y="14389"/>
                        <a:pt x="11829" y="14390"/>
                        <a:pt x="11839" y="14390"/>
                      </a:cubicBezTo>
                      <a:cubicBezTo>
                        <a:pt x="11957" y="14390"/>
                        <a:pt x="12033" y="14214"/>
                        <a:pt x="11909" y="14153"/>
                      </a:cubicBezTo>
                      <a:cubicBezTo>
                        <a:pt x="11242" y="13853"/>
                        <a:pt x="10508" y="13619"/>
                        <a:pt x="9808" y="13386"/>
                      </a:cubicBezTo>
                      <a:cubicBezTo>
                        <a:pt x="9074" y="13119"/>
                        <a:pt x="8340" y="12852"/>
                        <a:pt x="7606" y="12585"/>
                      </a:cubicBezTo>
                      <a:cubicBezTo>
                        <a:pt x="6172" y="12085"/>
                        <a:pt x="4704" y="11551"/>
                        <a:pt x="3237" y="11017"/>
                      </a:cubicBezTo>
                      <a:cubicBezTo>
                        <a:pt x="2536" y="10784"/>
                        <a:pt x="1836" y="10550"/>
                        <a:pt x="1135" y="10283"/>
                      </a:cubicBezTo>
                      <a:cubicBezTo>
                        <a:pt x="768" y="10117"/>
                        <a:pt x="535" y="9916"/>
                        <a:pt x="468" y="9516"/>
                      </a:cubicBezTo>
                      <a:cubicBezTo>
                        <a:pt x="368" y="9216"/>
                        <a:pt x="401" y="8849"/>
                        <a:pt x="401" y="8515"/>
                      </a:cubicBezTo>
                      <a:cubicBezTo>
                        <a:pt x="468" y="7114"/>
                        <a:pt x="835" y="5713"/>
                        <a:pt x="1335" y="4412"/>
                      </a:cubicBezTo>
                      <a:cubicBezTo>
                        <a:pt x="1635" y="3645"/>
                        <a:pt x="1969" y="2911"/>
                        <a:pt x="2336" y="2211"/>
                      </a:cubicBezTo>
                      <a:cubicBezTo>
                        <a:pt x="2703" y="1510"/>
                        <a:pt x="3137" y="843"/>
                        <a:pt x="3403" y="109"/>
                      </a:cubicBezTo>
                      <a:cubicBezTo>
                        <a:pt x="3427" y="63"/>
                        <a:pt x="3369" y="0"/>
                        <a:pt x="330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92" name="Google Shape;3792;p72"/>
                <p:cNvSpPr/>
                <p:nvPr/>
              </p:nvSpPr>
              <p:spPr>
                <a:xfrm>
                  <a:off x="5270933" y="2833196"/>
                  <a:ext cx="18064" cy="190871"/>
                </a:xfrm>
                <a:custGeom>
                  <a:rect b="b" l="l" r="r" t="t"/>
                  <a:pathLst>
                    <a:path extrusionOk="0" h="9182" w="869">
                      <a:moveTo>
                        <a:pt x="707" y="0"/>
                      </a:moveTo>
                      <a:cubicBezTo>
                        <a:pt x="656" y="0"/>
                        <a:pt x="588" y="48"/>
                        <a:pt x="568" y="108"/>
                      </a:cubicBezTo>
                      <a:cubicBezTo>
                        <a:pt x="535" y="742"/>
                        <a:pt x="568" y="1409"/>
                        <a:pt x="535" y="2043"/>
                      </a:cubicBezTo>
                      <a:cubicBezTo>
                        <a:pt x="535" y="2744"/>
                        <a:pt x="501" y="3411"/>
                        <a:pt x="468" y="4078"/>
                      </a:cubicBezTo>
                      <a:cubicBezTo>
                        <a:pt x="401" y="5412"/>
                        <a:pt x="134" y="7881"/>
                        <a:pt x="1" y="9181"/>
                      </a:cubicBezTo>
                      <a:cubicBezTo>
                        <a:pt x="268" y="7881"/>
                        <a:pt x="635" y="5412"/>
                        <a:pt x="735" y="4078"/>
                      </a:cubicBezTo>
                      <a:cubicBezTo>
                        <a:pt x="768" y="3411"/>
                        <a:pt x="801" y="2710"/>
                        <a:pt x="801" y="2043"/>
                      </a:cubicBezTo>
                      <a:cubicBezTo>
                        <a:pt x="835" y="1409"/>
                        <a:pt x="868" y="709"/>
                        <a:pt x="768" y="75"/>
                      </a:cubicBezTo>
                      <a:cubicBezTo>
                        <a:pt x="768" y="22"/>
                        <a:pt x="741" y="0"/>
                        <a:pt x="707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93" name="Google Shape;3793;p72"/>
                <p:cNvSpPr/>
                <p:nvPr/>
              </p:nvSpPr>
              <p:spPr>
                <a:xfrm>
                  <a:off x="5480575" y="3583957"/>
                  <a:ext cx="25901" cy="48539"/>
                </a:xfrm>
                <a:custGeom>
                  <a:rect b="b" l="l" r="r" t="t"/>
                  <a:pathLst>
                    <a:path extrusionOk="0" h="2335" w="1246">
                      <a:moveTo>
                        <a:pt x="1061" y="1"/>
                      </a:moveTo>
                      <a:cubicBezTo>
                        <a:pt x="1010" y="1"/>
                        <a:pt x="959" y="26"/>
                        <a:pt x="924" y="85"/>
                      </a:cubicBezTo>
                      <a:cubicBezTo>
                        <a:pt x="724" y="418"/>
                        <a:pt x="590" y="785"/>
                        <a:pt x="457" y="1119"/>
                      </a:cubicBezTo>
                      <a:cubicBezTo>
                        <a:pt x="290" y="1486"/>
                        <a:pt x="157" y="1853"/>
                        <a:pt x="23" y="2186"/>
                      </a:cubicBezTo>
                      <a:cubicBezTo>
                        <a:pt x="1" y="2275"/>
                        <a:pt x="68" y="2335"/>
                        <a:pt x="134" y="2335"/>
                      </a:cubicBezTo>
                      <a:cubicBezTo>
                        <a:pt x="168" y="2335"/>
                        <a:pt x="201" y="2320"/>
                        <a:pt x="223" y="2286"/>
                      </a:cubicBezTo>
                      <a:cubicBezTo>
                        <a:pt x="390" y="1953"/>
                        <a:pt x="590" y="1619"/>
                        <a:pt x="757" y="1252"/>
                      </a:cubicBezTo>
                      <a:cubicBezTo>
                        <a:pt x="924" y="919"/>
                        <a:pt x="1091" y="585"/>
                        <a:pt x="1224" y="218"/>
                      </a:cubicBezTo>
                      <a:cubicBezTo>
                        <a:pt x="1246" y="88"/>
                        <a:pt x="1155" y="1"/>
                        <a:pt x="1061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94" name="Google Shape;3794;p72"/>
                <p:cNvSpPr/>
                <p:nvPr/>
              </p:nvSpPr>
              <p:spPr>
                <a:xfrm>
                  <a:off x="5201877" y="2571751"/>
                  <a:ext cx="40536" cy="12535"/>
                </a:xfrm>
                <a:custGeom>
                  <a:rect b="b" l="l" r="r" t="t"/>
                  <a:pathLst>
                    <a:path extrusionOk="0" h="603" w="1950">
                      <a:moveTo>
                        <a:pt x="1858" y="1"/>
                      </a:moveTo>
                      <a:cubicBezTo>
                        <a:pt x="1846" y="1"/>
                        <a:pt x="1834" y="3"/>
                        <a:pt x="1822" y="10"/>
                      </a:cubicBezTo>
                      <a:cubicBezTo>
                        <a:pt x="1688" y="76"/>
                        <a:pt x="1588" y="210"/>
                        <a:pt x="1455" y="276"/>
                      </a:cubicBezTo>
                      <a:cubicBezTo>
                        <a:pt x="1321" y="343"/>
                        <a:pt x="1155" y="377"/>
                        <a:pt x="1021" y="410"/>
                      </a:cubicBezTo>
                      <a:cubicBezTo>
                        <a:pt x="921" y="432"/>
                        <a:pt x="817" y="443"/>
                        <a:pt x="714" y="443"/>
                      </a:cubicBezTo>
                      <a:cubicBezTo>
                        <a:pt x="506" y="443"/>
                        <a:pt x="298" y="399"/>
                        <a:pt x="121" y="310"/>
                      </a:cubicBezTo>
                      <a:cubicBezTo>
                        <a:pt x="101" y="297"/>
                        <a:pt x="84" y="291"/>
                        <a:pt x="70" y="291"/>
                      </a:cubicBezTo>
                      <a:cubicBezTo>
                        <a:pt x="11" y="291"/>
                        <a:pt x="0" y="383"/>
                        <a:pt x="54" y="410"/>
                      </a:cubicBezTo>
                      <a:cubicBezTo>
                        <a:pt x="277" y="534"/>
                        <a:pt x="518" y="602"/>
                        <a:pt x="763" y="602"/>
                      </a:cubicBezTo>
                      <a:cubicBezTo>
                        <a:pt x="849" y="602"/>
                        <a:pt x="935" y="594"/>
                        <a:pt x="1021" y="577"/>
                      </a:cubicBezTo>
                      <a:cubicBezTo>
                        <a:pt x="1188" y="577"/>
                        <a:pt x="1355" y="510"/>
                        <a:pt x="1522" y="443"/>
                      </a:cubicBezTo>
                      <a:cubicBezTo>
                        <a:pt x="1688" y="377"/>
                        <a:pt x="1855" y="276"/>
                        <a:pt x="1922" y="110"/>
                      </a:cubicBezTo>
                      <a:cubicBezTo>
                        <a:pt x="1949" y="55"/>
                        <a:pt x="1910" y="1"/>
                        <a:pt x="1858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95" name="Google Shape;3795;p72"/>
                <p:cNvSpPr/>
                <p:nvPr/>
              </p:nvSpPr>
              <p:spPr>
                <a:xfrm>
                  <a:off x="4855578" y="3100315"/>
                  <a:ext cx="29851" cy="31930"/>
                </a:xfrm>
                <a:custGeom>
                  <a:rect b="b" l="l" r="r" t="t"/>
                  <a:pathLst>
                    <a:path extrusionOk="0" h="1536" w="1436">
                      <a:moveTo>
                        <a:pt x="134" y="1"/>
                      </a:moveTo>
                      <a:cubicBezTo>
                        <a:pt x="84" y="1"/>
                        <a:pt x="34" y="34"/>
                        <a:pt x="34" y="101"/>
                      </a:cubicBezTo>
                      <a:cubicBezTo>
                        <a:pt x="1" y="434"/>
                        <a:pt x="134" y="801"/>
                        <a:pt x="368" y="1068"/>
                      </a:cubicBezTo>
                      <a:cubicBezTo>
                        <a:pt x="468" y="1202"/>
                        <a:pt x="601" y="1335"/>
                        <a:pt x="768" y="1402"/>
                      </a:cubicBezTo>
                      <a:cubicBezTo>
                        <a:pt x="835" y="1435"/>
                        <a:pt x="935" y="1468"/>
                        <a:pt x="1035" y="1502"/>
                      </a:cubicBezTo>
                      <a:cubicBezTo>
                        <a:pt x="1068" y="1535"/>
                        <a:pt x="1102" y="1535"/>
                        <a:pt x="1168" y="1535"/>
                      </a:cubicBezTo>
                      <a:lnTo>
                        <a:pt x="1302" y="1535"/>
                      </a:lnTo>
                      <a:cubicBezTo>
                        <a:pt x="1435" y="1502"/>
                        <a:pt x="1402" y="1335"/>
                        <a:pt x="1302" y="1302"/>
                      </a:cubicBezTo>
                      <a:cubicBezTo>
                        <a:pt x="1269" y="1268"/>
                        <a:pt x="1235" y="1268"/>
                        <a:pt x="1202" y="1235"/>
                      </a:cubicBezTo>
                      <a:lnTo>
                        <a:pt x="1102" y="1235"/>
                      </a:lnTo>
                      <a:cubicBezTo>
                        <a:pt x="1035" y="1202"/>
                        <a:pt x="968" y="1202"/>
                        <a:pt x="902" y="1168"/>
                      </a:cubicBezTo>
                      <a:cubicBezTo>
                        <a:pt x="768" y="1102"/>
                        <a:pt x="635" y="1001"/>
                        <a:pt x="535" y="901"/>
                      </a:cubicBezTo>
                      <a:cubicBezTo>
                        <a:pt x="335" y="668"/>
                        <a:pt x="234" y="401"/>
                        <a:pt x="234" y="101"/>
                      </a:cubicBezTo>
                      <a:cubicBezTo>
                        <a:pt x="234" y="34"/>
                        <a:pt x="184" y="1"/>
                        <a:pt x="134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96" name="Google Shape;3796;p72"/>
                <p:cNvSpPr/>
                <p:nvPr/>
              </p:nvSpPr>
              <p:spPr>
                <a:xfrm>
                  <a:off x="7327233" y="3485840"/>
                  <a:ext cx="568289" cy="701890"/>
                </a:xfrm>
                <a:custGeom>
                  <a:rect b="b" l="l" r="r" t="t"/>
                  <a:pathLst>
                    <a:path extrusionOk="0" h="33765" w="27338">
                      <a:moveTo>
                        <a:pt x="22301" y="11743"/>
                      </a:moveTo>
                      <a:cubicBezTo>
                        <a:pt x="22501" y="12644"/>
                        <a:pt x="22701" y="13578"/>
                        <a:pt x="22868" y="14512"/>
                      </a:cubicBezTo>
                      <a:cubicBezTo>
                        <a:pt x="23201" y="16113"/>
                        <a:pt x="23535" y="17714"/>
                        <a:pt x="23869" y="19349"/>
                      </a:cubicBezTo>
                      <a:cubicBezTo>
                        <a:pt x="22834" y="18948"/>
                        <a:pt x="21734" y="18615"/>
                        <a:pt x="20700" y="18248"/>
                      </a:cubicBezTo>
                      <a:lnTo>
                        <a:pt x="20666" y="18248"/>
                      </a:lnTo>
                      <a:cubicBezTo>
                        <a:pt x="19432" y="17814"/>
                        <a:pt x="18164" y="17380"/>
                        <a:pt x="16930" y="16947"/>
                      </a:cubicBezTo>
                      <a:cubicBezTo>
                        <a:pt x="15896" y="16613"/>
                        <a:pt x="14862" y="16246"/>
                        <a:pt x="13828" y="15879"/>
                      </a:cubicBezTo>
                      <a:cubicBezTo>
                        <a:pt x="15463" y="15246"/>
                        <a:pt x="17097" y="14612"/>
                        <a:pt x="18665" y="13811"/>
                      </a:cubicBezTo>
                      <a:cubicBezTo>
                        <a:pt x="19699" y="13311"/>
                        <a:pt x="20700" y="12744"/>
                        <a:pt x="21634" y="12077"/>
                      </a:cubicBezTo>
                      <a:cubicBezTo>
                        <a:pt x="21867" y="11977"/>
                        <a:pt x="22101" y="11843"/>
                        <a:pt x="22301" y="11743"/>
                      </a:cubicBezTo>
                      <a:close/>
                      <a:moveTo>
                        <a:pt x="5289" y="13511"/>
                      </a:moveTo>
                      <a:cubicBezTo>
                        <a:pt x="5389" y="13611"/>
                        <a:pt x="5522" y="13644"/>
                        <a:pt x="5689" y="13711"/>
                      </a:cubicBezTo>
                      <a:cubicBezTo>
                        <a:pt x="6022" y="13845"/>
                        <a:pt x="6356" y="13978"/>
                        <a:pt x="6690" y="14111"/>
                      </a:cubicBezTo>
                      <a:cubicBezTo>
                        <a:pt x="7323" y="14345"/>
                        <a:pt x="7957" y="14545"/>
                        <a:pt x="8591" y="14779"/>
                      </a:cubicBezTo>
                      <a:cubicBezTo>
                        <a:pt x="9758" y="15179"/>
                        <a:pt x="10926" y="15579"/>
                        <a:pt x="12060" y="15979"/>
                      </a:cubicBezTo>
                      <a:cubicBezTo>
                        <a:pt x="12060" y="15979"/>
                        <a:pt x="12027" y="15979"/>
                        <a:pt x="11993" y="16013"/>
                      </a:cubicBezTo>
                      <a:cubicBezTo>
                        <a:pt x="9658" y="16913"/>
                        <a:pt x="7323" y="17847"/>
                        <a:pt x="5122" y="19115"/>
                      </a:cubicBezTo>
                      <a:cubicBezTo>
                        <a:pt x="4621" y="19349"/>
                        <a:pt x="4154" y="19582"/>
                        <a:pt x="3654" y="19816"/>
                      </a:cubicBezTo>
                      <a:cubicBezTo>
                        <a:pt x="4188" y="17714"/>
                        <a:pt x="4722" y="15613"/>
                        <a:pt x="5289" y="13511"/>
                      </a:cubicBezTo>
                      <a:close/>
                      <a:moveTo>
                        <a:pt x="8603" y="0"/>
                      </a:moveTo>
                      <a:cubicBezTo>
                        <a:pt x="8512" y="0"/>
                        <a:pt x="8423" y="49"/>
                        <a:pt x="8357" y="168"/>
                      </a:cubicBezTo>
                      <a:cubicBezTo>
                        <a:pt x="8124" y="669"/>
                        <a:pt x="7991" y="1202"/>
                        <a:pt x="7824" y="1736"/>
                      </a:cubicBezTo>
                      <a:cubicBezTo>
                        <a:pt x="7657" y="2303"/>
                        <a:pt x="7524" y="2837"/>
                        <a:pt x="7357" y="3370"/>
                      </a:cubicBezTo>
                      <a:cubicBezTo>
                        <a:pt x="7023" y="4438"/>
                        <a:pt x="6723" y="5505"/>
                        <a:pt x="6423" y="6573"/>
                      </a:cubicBezTo>
                      <a:cubicBezTo>
                        <a:pt x="5822" y="8708"/>
                        <a:pt x="5222" y="10842"/>
                        <a:pt x="4655" y="13011"/>
                      </a:cubicBezTo>
                      <a:cubicBezTo>
                        <a:pt x="3521" y="17314"/>
                        <a:pt x="2420" y="21684"/>
                        <a:pt x="1453" y="26053"/>
                      </a:cubicBezTo>
                      <a:cubicBezTo>
                        <a:pt x="1186" y="27254"/>
                        <a:pt x="919" y="28488"/>
                        <a:pt x="685" y="29723"/>
                      </a:cubicBezTo>
                      <a:cubicBezTo>
                        <a:pt x="452" y="30924"/>
                        <a:pt x="152" y="32158"/>
                        <a:pt x="18" y="33392"/>
                      </a:cubicBezTo>
                      <a:cubicBezTo>
                        <a:pt x="0" y="33500"/>
                        <a:pt x="90" y="33560"/>
                        <a:pt x="186" y="33560"/>
                      </a:cubicBezTo>
                      <a:cubicBezTo>
                        <a:pt x="268" y="33560"/>
                        <a:pt x="355" y="33517"/>
                        <a:pt x="385" y="33425"/>
                      </a:cubicBezTo>
                      <a:cubicBezTo>
                        <a:pt x="719" y="32358"/>
                        <a:pt x="919" y="31290"/>
                        <a:pt x="1186" y="30190"/>
                      </a:cubicBezTo>
                      <a:cubicBezTo>
                        <a:pt x="1453" y="29122"/>
                        <a:pt x="1686" y="28055"/>
                        <a:pt x="1953" y="26954"/>
                      </a:cubicBezTo>
                      <a:cubicBezTo>
                        <a:pt x="2387" y="25119"/>
                        <a:pt x="2820" y="23285"/>
                        <a:pt x="3287" y="21417"/>
                      </a:cubicBezTo>
                      <a:cubicBezTo>
                        <a:pt x="3421" y="21317"/>
                        <a:pt x="3487" y="21083"/>
                        <a:pt x="3387" y="20950"/>
                      </a:cubicBezTo>
                      <a:cubicBezTo>
                        <a:pt x="3454" y="20883"/>
                        <a:pt x="3554" y="20816"/>
                        <a:pt x="3621" y="20783"/>
                      </a:cubicBezTo>
                      <a:cubicBezTo>
                        <a:pt x="3754" y="20683"/>
                        <a:pt x="3888" y="20583"/>
                        <a:pt x="4021" y="20483"/>
                      </a:cubicBezTo>
                      <a:cubicBezTo>
                        <a:pt x="4321" y="20283"/>
                        <a:pt x="4621" y="20116"/>
                        <a:pt x="4922" y="19916"/>
                      </a:cubicBezTo>
                      <a:cubicBezTo>
                        <a:pt x="5522" y="19549"/>
                        <a:pt x="6156" y="19215"/>
                        <a:pt x="6790" y="18882"/>
                      </a:cubicBezTo>
                      <a:cubicBezTo>
                        <a:pt x="8057" y="18214"/>
                        <a:pt x="9392" y="17647"/>
                        <a:pt x="10726" y="17114"/>
                      </a:cubicBezTo>
                      <a:cubicBezTo>
                        <a:pt x="11460" y="16813"/>
                        <a:pt x="12160" y="16547"/>
                        <a:pt x="12894" y="16246"/>
                      </a:cubicBezTo>
                      <a:cubicBezTo>
                        <a:pt x="15262" y="17047"/>
                        <a:pt x="17631" y="17881"/>
                        <a:pt x="19999" y="18681"/>
                      </a:cubicBezTo>
                      <a:cubicBezTo>
                        <a:pt x="20700" y="18948"/>
                        <a:pt x="21433" y="19182"/>
                        <a:pt x="22134" y="19449"/>
                      </a:cubicBezTo>
                      <a:cubicBezTo>
                        <a:pt x="22768" y="19649"/>
                        <a:pt x="23368" y="19882"/>
                        <a:pt x="24002" y="20082"/>
                      </a:cubicBezTo>
                      <a:cubicBezTo>
                        <a:pt x="24469" y="22284"/>
                        <a:pt x="24903" y="24486"/>
                        <a:pt x="25336" y="26687"/>
                      </a:cubicBezTo>
                      <a:cubicBezTo>
                        <a:pt x="25570" y="27821"/>
                        <a:pt x="25803" y="28955"/>
                        <a:pt x="26037" y="30090"/>
                      </a:cubicBezTo>
                      <a:cubicBezTo>
                        <a:pt x="26137" y="30657"/>
                        <a:pt x="26270" y="31257"/>
                        <a:pt x="26370" y="31824"/>
                      </a:cubicBezTo>
                      <a:cubicBezTo>
                        <a:pt x="26470" y="32391"/>
                        <a:pt x="26570" y="33025"/>
                        <a:pt x="26771" y="33559"/>
                      </a:cubicBezTo>
                      <a:cubicBezTo>
                        <a:pt x="26817" y="33697"/>
                        <a:pt x="26941" y="33765"/>
                        <a:pt x="27061" y="33765"/>
                      </a:cubicBezTo>
                      <a:cubicBezTo>
                        <a:pt x="27202" y="33765"/>
                        <a:pt x="27338" y="33672"/>
                        <a:pt x="27338" y="33492"/>
                      </a:cubicBezTo>
                      <a:cubicBezTo>
                        <a:pt x="27304" y="32992"/>
                        <a:pt x="27204" y="32491"/>
                        <a:pt x="27104" y="31991"/>
                      </a:cubicBezTo>
                      <a:cubicBezTo>
                        <a:pt x="27004" y="31491"/>
                        <a:pt x="26904" y="30990"/>
                        <a:pt x="26804" y="30490"/>
                      </a:cubicBezTo>
                      <a:cubicBezTo>
                        <a:pt x="26604" y="29456"/>
                        <a:pt x="26370" y="28422"/>
                        <a:pt x="26170" y="27388"/>
                      </a:cubicBezTo>
                      <a:cubicBezTo>
                        <a:pt x="25770" y="25353"/>
                        <a:pt x="25370" y="23351"/>
                        <a:pt x="24936" y="21317"/>
                      </a:cubicBezTo>
                      <a:cubicBezTo>
                        <a:pt x="24836" y="20883"/>
                        <a:pt x="24769" y="20449"/>
                        <a:pt x="24669" y="20016"/>
                      </a:cubicBezTo>
                      <a:cubicBezTo>
                        <a:pt x="24736" y="19916"/>
                        <a:pt x="24702" y="19749"/>
                        <a:pt x="24602" y="19649"/>
                      </a:cubicBezTo>
                      <a:cubicBezTo>
                        <a:pt x="23869" y="16146"/>
                        <a:pt x="23135" y="12644"/>
                        <a:pt x="22401" y="9141"/>
                      </a:cubicBezTo>
                      <a:cubicBezTo>
                        <a:pt x="22134" y="8007"/>
                        <a:pt x="21900" y="6906"/>
                        <a:pt x="21667" y="5772"/>
                      </a:cubicBezTo>
                      <a:cubicBezTo>
                        <a:pt x="21400" y="4605"/>
                        <a:pt x="21200" y="3437"/>
                        <a:pt x="20800" y="2303"/>
                      </a:cubicBezTo>
                      <a:cubicBezTo>
                        <a:pt x="20784" y="2223"/>
                        <a:pt x="20700" y="2182"/>
                        <a:pt x="20619" y="2182"/>
                      </a:cubicBezTo>
                      <a:cubicBezTo>
                        <a:pt x="20532" y="2182"/>
                        <a:pt x="20449" y="2232"/>
                        <a:pt x="20466" y="2336"/>
                      </a:cubicBezTo>
                      <a:cubicBezTo>
                        <a:pt x="20566" y="3370"/>
                        <a:pt x="20800" y="4338"/>
                        <a:pt x="21000" y="5339"/>
                      </a:cubicBezTo>
                      <a:cubicBezTo>
                        <a:pt x="21200" y="6373"/>
                        <a:pt x="21400" y="7407"/>
                        <a:pt x="21634" y="8441"/>
                      </a:cubicBezTo>
                      <a:cubicBezTo>
                        <a:pt x="21834" y="9375"/>
                        <a:pt x="22001" y="10309"/>
                        <a:pt x="22201" y="11243"/>
                      </a:cubicBezTo>
                      <a:cubicBezTo>
                        <a:pt x="21634" y="11476"/>
                        <a:pt x="21100" y="11776"/>
                        <a:pt x="20533" y="12043"/>
                      </a:cubicBezTo>
                      <a:cubicBezTo>
                        <a:pt x="19932" y="12344"/>
                        <a:pt x="19299" y="12644"/>
                        <a:pt x="18665" y="12911"/>
                      </a:cubicBezTo>
                      <a:cubicBezTo>
                        <a:pt x="17431" y="13511"/>
                        <a:pt x="16163" y="14111"/>
                        <a:pt x="14895" y="14679"/>
                      </a:cubicBezTo>
                      <a:cubicBezTo>
                        <a:pt x="14228" y="14979"/>
                        <a:pt x="13561" y="15279"/>
                        <a:pt x="12927" y="15579"/>
                      </a:cubicBezTo>
                      <a:cubicBezTo>
                        <a:pt x="11727" y="15179"/>
                        <a:pt x="10526" y="14779"/>
                        <a:pt x="9325" y="14378"/>
                      </a:cubicBezTo>
                      <a:cubicBezTo>
                        <a:pt x="8624" y="14145"/>
                        <a:pt x="7924" y="13911"/>
                        <a:pt x="7257" y="13678"/>
                      </a:cubicBezTo>
                      <a:cubicBezTo>
                        <a:pt x="6890" y="13578"/>
                        <a:pt x="6523" y="13444"/>
                        <a:pt x="6156" y="13344"/>
                      </a:cubicBezTo>
                      <a:cubicBezTo>
                        <a:pt x="5922" y="13278"/>
                        <a:pt x="5656" y="13177"/>
                        <a:pt x="5389" y="13177"/>
                      </a:cubicBezTo>
                      <a:cubicBezTo>
                        <a:pt x="5889" y="11309"/>
                        <a:pt x="6389" y="9475"/>
                        <a:pt x="6890" y="7607"/>
                      </a:cubicBezTo>
                      <a:cubicBezTo>
                        <a:pt x="7223" y="6439"/>
                        <a:pt x="7590" y="5238"/>
                        <a:pt x="7924" y="4071"/>
                      </a:cubicBezTo>
                      <a:cubicBezTo>
                        <a:pt x="8091" y="3471"/>
                        <a:pt x="8257" y="2870"/>
                        <a:pt x="8458" y="2270"/>
                      </a:cubicBezTo>
                      <a:cubicBezTo>
                        <a:pt x="8624" y="1669"/>
                        <a:pt x="8858" y="1069"/>
                        <a:pt x="8958" y="435"/>
                      </a:cubicBezTo>
                      <a:cubicBezTo>
                        <a:pt x="8980" y="210"/>
                        <a:pt x="8790" y="0"/>
                        <a:pt x="860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97" name="Google Shape;3797;p72"/>
                <p:cNvSpPr/>
                <p:nvPr/>
              </p:nvSpPr>
              <p:spPr>
                <a:xfrm>
                  <a:off x="7021802" y="2743061"/>
                  <a:ext cx="472230" cy="427537"/>
                </a:xfrm>
                <a:custGeom>
                  <a:rect b="b" l="l" r="r" t="t"/>
                  <a:pathLst>
                    <a:path extrusionOk="0" h="20567" w="22717">
                      <a:moveTo>
                        <a:pt x="18845" y="1"/>
                      </a:moveTo>
                      <a:cubicBezTo>
                        <a:pt x="17687" y="1"/>
                        <a:pt x="16865" y="1107"/>
                        <a:pt x="16379" y="2443"/>
                      </a:cubicBezTo>
                      <a:cubicBezTo>
                        <a:pt x="16012" y="3410"/>
                        <a:pt x="15812" y="4444"/>
                        <a:pt x="15578" y="5445"/>
                      </a:cubicBezTo>
                      <a:cubicBezTo>
                        <a:pt x="15245" y="6846"/>
                        <a:pt x="14878" y="7947"/>
                        <a:pt x="14244" y="9281"/>
                      </a:cubicBezTo>
                      <a:cubicBezTo>
                        <a:pt x="13811" y="10115"/>
                        <a:pt x="13410" y="10982"/>
                        <a:pt x="12877" y="11750"/>
                      </a:cubicBezTo>
                      <a:cubicBezTo>
                        <a:pt x="12243" y="12650"/>
                        <a:pt x="11476" y="13451"/>
                        <a:pt x="10608" y="14118"/>
                      </a:cubicBezTo>
                      <a:cubicBezTo>
                        <a:pt x="8974" y="15385"/>
                        <a:pt x="7039" y="16286"/>
                        <a:pt x="5104" y="17020"/>
                      </a:cubicBezTo>
                      <a:cubicBezTo>
                        <a:pt x="4004" y="17420"/>
                        <a:pt x="2903" y="17821"/>
                        <a:pt x="1769" y="18154"/>
                      </a:cubicBezTo>
                      <a:cubicBezTo>
                        <a:pt x="1001" y="18388"/>
                        <a:pt x="1" y="18855"/>
                        <a:pt x="201" y="19488"/>
                      </a:cubicBezTo>
                      <a:lnTo>
                        <a:pt x="201" y="19455"/>
                      </a:lnTo>
                      <a:cubicBezTo>
                        <a:pt x="268" y="19689"/>
                        <a:pt x="501" y="19955"/>
                        <a:pt x="968" y="20222"/>
                      </a:cubicBezTo>
                      <a:cubicBezTo>
                        <a:pt x="1483" y="20493"/>
                        <a:pt x="2063" y="20566"/>
                        <a:pt x="2620" y="20566"/>
                      </a:cubicBezTo>
                      <a:cubicBezTo>
                        <a:pt x="2750" y="20566"/>
                        <a:pt x="2877" y="20562"/>
                        <a:pt x="3003" y="20556"/>
                      </a:cubicBezTo>
                      <a:cubicBezTo>
                        <a:pt x="6505" y="20489"/>
                        <a:pt x="9974" y="20089"/>
                        <a:pt x="13377" y="19355"/>
                      </a:cubicBezTo>
                      <a:cubicBezTo>
                        <a:pt x="14444" y="19121"/>
                        <a:pt x="15612" y="18821"/>
                        <a:pt x="16446" y="18054"/>
                      </a:cubicBezTo>
                      <a:cubicBezTo>
                        <a:pt x="16946" y="17554"/>
                        <a:pt x="17313" y="16920"/>
                        <a:pt x="17647" y="16253"/>
                      </a:cubicBezTo>
                      <a:cubicBezTo>
                        <a:pt x="19114" y="13417"/>
                        <a:pt x="20115" y="10382"/>
                        <a:pt x="21116" y="7346"/>
                      </a:cubicBezTo>
                      <a:cubicBezTo>
                        <a:pt x="21883" y="5078"/>
                        <a:pt x="22717" y="2109"/>
                        <a:pt x="20282" y="508"/>
                      </a:cubicBezTo>
                      <a:cubicBezTo>
                        <a:pt x="19756" y="155"/>
                        <a:pt x="19277" y="1"/>
                        <a:pt x="18845" y="1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98" name="Google Shape;3798;p72"/>
                <p:cNvSpPr/>
                <p:nvPr/>
              </p:nvSpPr>
              <p:spPr>
                <a:xfrm>
                  <a:off x="7261025" y="2768318"/>
                  <a:ext cx="757933" cy="790382"/>
                </a:xfrm>
                <a:custGeom>
                  <a:rect b="b" l="l" r="r" t="t"/>
                  <a:pathLst>
                    <a:path extrusionOk="0" h="38022" w="36461">
                      <a:moveTo>
                        <a:pt x="24563" y="0"/>
                      </a:moveTo>
                      <a:cubicBezTo>
                        <a:pt x="22813" y="0"/>
                        <a:pt x="21065" y="485"/>
                        <a:pt x="19481" y="1595"/>
                      </a:cubicBezTo>
                      <a:cubicBezTo>
                        <a:pt x="13911" y="5464"/>
                        <a:pt x="14978" y="11569"/>
                        <a:pt x="14978" y="17406"/>
                      </a:cubicBezTo>
                      <a:cubicBezTo>
                        <a:pt x="14978" y="20975"/>
                        <a:pt x="15512" y="24711"/>
                        <a:pt x="14511" y="27580"/>
                      </a:cubicBezTo>
                      <a:cubicBezTo>
                        <a:pt x="13811" y="29615"/>
                        <a:pt x="12310" y="31216"/>
                        <a:pt x="9274" y="32017"/>
                      </a:cubicBezTo>
                      <a:cubicBezTo>
                        <a:pt x="7006" y="32650"/>
                        <a:pt x="4738" y="33251"/>
                        <a:pt x="2436" y="33885"/>
                      </a:cubicBezTo>
                      <a:cubicBezTo>
                        <a:pt x="1702" y="34085"/>
                        <a:pt x="902" y="34318"/>
                        <a:pt x="535" y="34985"/>
                      </a:cubicBezTo>
                      <a:cubicBezTo>
                        <a:pt x="1" y="35886"/>
                        <a:pt x="668" y="37120"/>
                        <a:pt x="1602" y="37587"/>
                      </a:cubicBezTo>
                      <a:cubicBezTo>
                        <a:pt x="2216" y="37916"/>
                        <a:pt x="2901" y="38000"/>
                        <a:pt x="3602" y="38000"/>
                      </a:cubicBezTo>
                      <a:cubicBezTo>
                        <a:pt x="3968" y="38000"/>
                        <a:pt x="4338" y="37977"/>
                        <a:pt x="4704" y="37954"/>
                      </a:cubicBezTo>
                      <a:cubicBezTo>
                        <a:pt x="6731" y="37841"/>
                        <a:pt x="8768" y="37781"/>
                        <a:pt x="10804" y="37781"/>
                      </a:cubicBezTo>
                      <a:cubicBezTo>
                        <a:pt x="12354" y="37781"/>
                        <a:pt x="13903" y="37815"/>
                        <a:pt x="15445" y="37887"/>
                      </a:cubicBezTo>
                      <a:cubicBezTo>
                        <a:pt x="16807" y="37941"/>
                        <a:pt x="18177" y="38022"/>
                        <a:pt x="19547" y="38022"/>
                      </a:cubicBezTo>
                      <a:cubicBezTo>
                        <a:pt x="20762" y="38022"/>
                        <a:pt x="21977" y="37958"/>
                        <a:pt x="23184" y="37754"/>
                      </a:cubicBezTo>
                      <a:cubicBezTo>
                        <a:pt x="25486" y="37387"/>
                        <a:pt x="29255" y="36053"/>
                        <a:pt x="30323" y="33751"/>
                      </a:cubicBezTo>
                      <a:cubicBezTo>
                        <a:pt x="32724" y="28547"/>
                        <a:pt x="34459" y="23010"/>
                        <a:pt x="35493" y="17339"/>
                      </a:cubicBezTo>
                      <a:cubicBezTo>
                        <a:pt x="36294" y="12836"/>
                        <a:pt x="36460" y="7666"/>
                        <a:pt x="33391" y="4230"/>
                      </a:cubicBezTo>
                      <a:cubicBezTo>
                        <a:pt x="31168" y="1723"/>
                        <a:pt x="27863" y="0"/>
                        <a:pt x="2456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99" name="Google Shape;3799;p72"/>
                <p:cNvSpPr/>
                <p:nvPr/>
              </p:nvSpPr>
              <p:spPr>
                <a:xfrm>
                  <a:off x="7137609" y="3910154"/>
                  <a:ext cx="136615" cy="244503"/>
                </a:xfrm>
                <a:custGeom>
                  <a:rect b="b" l="l" r="r" t="t"/>
                  <a:pathLst>
                    <a:path extrusionOk="0" h="11762" w="6572">
                      <a:moveTo>
                        <a:pt x="3447" y="0"/>
                      </a:moveTo>
                      <a:cubicBezTo>
                        <a:pt x="2922" y="0"/>
                        <a:pt x="2407" y="200"/>
                        <a:pt x="2035" y="571"/>
                      </a:cubicBezTo>
                      <a:cubicBezTo>
                        <a:pt x="1635" y="971"/>
                        <a:pt x="701" y="771"/>
                        <a:pt x="534" y="1305"/>
                      </a:cubicBezTo>
                      <a:cubicBezTo>
                        <a:pt x="0" y="3173"/>
                        <a:pt x="534" y="5875"/>
                        <a:pt x="334" y="7810"/>
                      </a:cubicBezTo>
                      <a:cubicBezTo>
                        <a:pt x="301" y="8410"/>
                        <a:pt x="234" y="8977"/>
                        <a:pt x="167" y="9544"/>
                      </a:cubicBezTo>
                      <a:cubicBezTo>
                        <a:pt x="134" y="9844"/>
                        <a:pt x="134" y="10145"/>
                        <a:pt x="234" y="10411"/>
                      </a:cubicBezTo>
                      <a:cubicBezTo>
                        <a:pt x="367" y="10745"/>
                        <a:pt x="667" y="11312"/>
                        <a:pt x="968" y="11546"/>
                      </a:cubicBezTo>
                      <a:cubicBezTo>
                        <a:pt x="1210" y="11715"/>
                        <a:pt x="1522" y="11762"/>
                        <a:pt x="1828" y="11762"/>
                      </a:cubicBezTo>
                      <a:cubicBezTo>
                        <a:pt x="1944" y="11762"/>
                        <a:pt x="2059" y="11755"/>
                        <a:pt x="2169" y="11746"/>
                      </a:cubicBezTo>
                      <a:lnTo>
                        <a:pt x="4203" y="11679"/>
                      </a:lnTo>
                      <a:cubicBezTo>
                        <a:pt x="4737" y="11646"/>
                        <a:pt x="5337" y="11612"/>
                        <a:pt x="5704" y="11212"/>
                      </a:cubicBezTo>
                      <a:cubicBezTo>
                        <a:pt x="5971" y="10945"/>
                        <a:pt x="6038" y="10545"/>
                        <a:pt x="6138" y="10178"/>
                      </a:cubicBezTo>
                      <a:cubicBezTo>
                        <a:pt x="6271" y="9511"/>
                        <a:pt x="6338" y="8844"/>
                        <a:pt x="6372" y="8210"/>
                      </a:cubicBezTo>
                      <a:lnTo>
                        <a:pt x="6405" y="8210"/>
                      </a:lnTo>
                      <a:cubicBezTo>
                        <a:pt x="6472" y="7243"/>
                        <a:pt x="6472" y="6309"/>
                        <a:pt x="6538" y="5341"/>
                      </a:cubicBezTo>
                      <a:cubicBezTo>
                        <a:pt x="6572" y="4441"/>
                        <a:pt x="6505" y="3473"/>
                        <a:pt x="6372" y="2573"/>
                      </a:cubicBezTo>
                      <a:cubicBezTo>
                        <a:pt x="6338" y="2106"/>
                        <a:pt x="6238" y="1672"/>
                        <a:pt x="6005" y="1272"/>
                      </a:cubicBezTo>
                      <a:cubicBezTo>
                        <a:pt x="5804" y="938"/>
                        <a:pt x="5504" y="705"/>
                        <a:pt x="5171" y="504"/>
                      </a:cubicBezTo>
                      <a:cubicBezTo>
                        <a:pt x="4704" y="204"/>
                        <a:pt x="4137" y="4"/>
                        <a:pt x="3570" y="4"/>
                      </a:cubicBezTo>
                      <a:cubicBezTo>
                        <a:pt x="3529" y="2"/>
                        <a:pt x="3488" y="0"/>
                        <a:pt x="3447" y="0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00" name="Google Shape;3800;p72"/>
                <p:cNvSpPr/>
                <p:nvPr/>
              </p:nvSpPr>
              <p:spPr>
                <a:xfrm>
                  <a:off x="6965634" y="4075083"/>
                  <a:ext cx="309297" cy="123208"/>
                </a:xfrm>
                <a:custGeom>
                  <a:rect b="b" l="l" r="r" t="t"/>
                  <a:pathLst>
                    <a:path extrusionOk="0" h="5927" w="14879">
                      <a:moveTo>
                        <a:pt x="8521" y="0"/>
                      </a:moveTo>
                      <a:cubicBezTo>
                        <a:pt x="8302" y="0"/>
                        <a:pt x="8107" y="70"/>
                        <a:pt x="7973" y="276"/>
                      </a:cubicBezTo>
                      <a:cubicBezTo>
                        <a:pt x="7840" y="509"/>
                        <a:pt x="7806" y="810"/>
                        <a:pt x="7673" y="1043"/>
                      </a:cubicBezTo>
                      <a:cubicBezTo>
                        <a:pt x="7339" y="1677"/>
                        <a:pt x="6539" y="1910"/>
                        <a:pt x="5838" y="2077"/>
                      </a:cubicBezTo>
                      <a:cubicBezTo>
                        <a:pt x="4304" y="2444"/>
                        <a:pt x="2769" y="2944"/>
                        <a:pt x="1302" y="3578"/>
                      </a:cubicBezTo>
                      <a:cubicBezTo>
                        <a:pt x="901" y="3745"/>
                        <a:pt x="501" y="3945"/>
                        <a:pt x="268" y="4312"/>
                      </a:cubicBezTo>
                      <a:cubicBezTo>
                        <a:pt x="1" y="4746"/>
                        <a:pt x="67" y="5213"/>
                        <a:pt x="468" y="5546"/>
                      </a:cubicBezTo>
                      <a:cubicBezTo>
                        <a:pt x="748" y="5784"/>
                        <a:pt x="1043" y="5826"/>
                        <a:pt x="1360" y="5826"/>
                      </a:cubicBezTo>
                      <a:cubicBezTo>
                        <a:pt x="1534" y="5826"/>
                        <a:pt x="1714" y="5813"/>
                        <a:pt x="1902" y="5813"/>
                      </a:cubicBezTo>
                      <a:cubicBezTo>
                        <a:pt x="2469" y="5847"/>
                        <a:pt x="3070" y="5880"/>
                        <a:pt x="3637" y="5913"/>
                      </a:cubicBezTo>
                      <a:cubicBezTo>
                        <a:pt x="3923" y="5922"/>
                        <a:pt x="4209" y="5926"/>
                        <a:pt x="4495" y="5926"/>
                      </a:cubicBezTo>
                      <a:cubicBezTo>
                        <a:pt x="6344" y="5926"/>
                        <a:pt x="8197" y="5753"/>
                        <a:pt x="10075" y="5580"/>
                      </a:cubicBezTo>
                      <a:cubicBezTo>
                        <a:pt x="11009" y="5480"/>
                        <a:pt x="11943" y="5413"/>
                        <a:pt x="12877" y="5313"/>
                      </a:cubicBezTo>
                      <a:cubicBezTo>
                        <a:pt x="13227" y="5272"/>
                        <a:pt x="13603" y="5243"/>
                        <a:pt x="13973" y="5243"/>
                      </a:cubicBezTo>
                      <a:cubicBezTo>
                        <a:pt x="14202" y="5243"/>
                        <a:pt x="14428" y="5254"/>
                        <a:pt x="14645" y="5279"/>
                      </a:cubicBezTo>
                      <a:cubicBezTo>
                        <a:pt x="14745" y="5113"/>
                        <a:pt x="14778" y="4879"/>
                        <a:pt x="14778" y="4679"/>
                      </a:cubicBezTo>
                      <a:cubicBezTo>
                        <a:pt x="14778" y="3512"/>
                        <a:pt x="14878" y="2311"/>
                        <a:pt x="14778" y="1143"/>
                      </a:cubicBezTo>
                      <a:cubicBezTo>
                        <a:pt x="14759" y="778"/>
                        <a:pt x="14574" y="701"/>
                        <a:pt x="14318" y="701"/>
                      </a:cubicBezTo>
                      <a:cubicBezTo>
                        <a:pt x="14130" y="701"/>
                        <a:pt x="13904" y="743"/>
                        <a:pt x="13677" y="743"/>
                      </a:cubicBezTo>
                      <a:cubicBezTo>
                        <a:pt x="13077" y="743"/>
                        <a:pt x="12443" y="676"/>
                        <a:pt x="11809" y="609"/>
                      </a:cubicBezTo>
                      <a:cubicBezTo>
                        <a:pt x="11109" y="543"/>
                        <a:pt x="10375" y="443"/>
                        <a:pt x="9674" y="276"/>
                      </a:cubicBezTo>
                      <a:cubicBezTo>
                        <a:pt x="9356" y="212"/>
                        <a:pt x="8903" y="0"/>
                        <a:pt x="8521" y="0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01" name="Google Shape;3801;p72"/>
                <p:cNvSpPr/>
                <p:nvPr/>
              </p:nvSpPr>
              <p:spPr>
                <a:xfrm>
                  <a:off x="7463516" y="3081606"/>
                  <a:ext cx="707" cy="1393"/>
                </a:xfrm>
                <a:custGeom>
                  <a:rect b="b" l="l" r="r" t="t"/>
                  <a:pathLst>
                    <a:path extrusionOk="0" h="67" w="34">
                      <a:moveTo>
                        <a:pt x="34" y="0"/>
                      </a:moveTo>
                      <a:lnTo>
                        <a:pt x="0" y="67"/>
                      </a:lnTo>
                      <a:cubicBezTo>
                        <a:pt x="34" y="67"/>
                        <a:pt x="34" y="33"/>
                        <a:pt x="34" y="0"/>
                      </a:cubicBezTo>
                      <a:close/>
                    </a:path>
                  </a:pathLst>
                </a:custGeom>
                <a:solidFill>
                  <a:srgbClr val="7A483A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02" name="Google Shape;3802;p72"/>
                <p:cNvSpPr/>
                <p:nvPr/>
              </p:nvSpPr>
              <p:spPr>
                <a:xfrm>
                  <a:off x="7488481" y="2716162"/>
                  <a:ext cx="1393" cy="6964"/>
                </a:xfrm>
                <a:custGeom>
                  <a:rect b="b" l="l" r="r" t="t"/>
                  <a:pathLst>
                    <a:path extrusionOk="0" h="335" w="67">
                      <a:moveTo>
                        <a:pt x="67" y="1"/>
                      </a:moveTo>
                      <a:lnTo>
                        <a:pt x="0" y="334"/>
                      </a:lnTo>
                      <a:lnTo>
                        <a:pt x="0" y="334"/>
                      </a:lnTo>
                      <a:close/>
                    </a:path>
                  </a:pathLst>
                </a:custGeom>
                <a:solidFill>
                  <a:srgbClr val="7A483A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03" name="Google Shape;3803;p72"/>
                <p:cNvSpPr/>
                <p:nvPr/>
              </p:nvSpPr>
              <p:spPr>
                <a:xfrm>
                  <a:off x="7338687" y="2635673"/>
                  <a:ext cx="184926" cy="266350"/>
                </a:xfrm>
                <a:custGeom>
                  <a:rect b="b" l="l" r="r" t="t"/>
                  <a:pathLst>
                    <a:path extrusionOk="0" h="12813" w="8896">
                      <a:moveTo>
                        <a:pt x="5812" y="1"/>
                      </a:moveTo>
                      <a:cubicBezTo>
                        <a:pt x="5195" y="1"/>
                        <a:pt x="4561" y="206"/>
                        <a:pt x="4004" y="671"/>
                      </a:cubicBezTo>
                      <a:cubicBezTo>
                        <a:pt x="3603" y="971"/>
                        <a:pt x="3270" y="1304"/>
                        <a:pt x="2970" y="1671"/>
                      </a:cubicBezTo>
                      <a:cubicBezTo>
                        <a:pt x="2436" y="2305"/>
                        <a:pt x="2036" y="3006"/>
                        <a:pt x="1735" y="3773"/>
                      </a:cubicBezTo>
                      <a:cubicBezTo>
                        <a:pt x="1035" y="5541"/>
                        <a:pt x="401" y="8543"/>
                        <a:pt x="1" y="10378"/>
                      </a:cubicBezTo>
                      <a:cubicBezTo>
                        <a:pt x="1836" y="11678"/>
                        <a:pt x="4171" y="11845"/>
                        <a:pt x="6172" y="12813"/>
                      </a:cubicBezTo>
                      <a:cubicBezTo>
                        <a:pt x="7540" y="10378"/>
                        <a:pt x="7840" y="7709"/>
                        <a:pt x="8307" y="5007"/>
                      </a:cubicBezTo>
                      <a:cubicBezTo>
                        <a:pt x="8407" y="4440"/>
                        <a:pt x="8507" y="3840"/>
                        <a:pt x="8607" y="3239"/>
                      </a:cubicBezTo>
                      <a:cubicBezTo>
                        <a:pt x="8896" y="1385"/>
                        <a:pt x="7413" y="1"/>
                        <a:pt x="581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04" name="Google Shape;3804;p72"/>
                <p:cNvSpPr/>
                <p:nvPr/>
              </p:nvSpPr>
              <p:spPr>
                <a:xfrm>
                  <a:off x="6934432" y="3177499"/>
                  <a:ext cx="680271" cy="790985"/>
                </a:xfrm>
                <a:custGeom>
                  <a:rect b="b" l="l" r="r" t="t"/>
                  <a:pathLst>
                    <a:path extrusionOk="0" h="38051" w="32725">
                      <a:moveTo>
                        <a:pt x="29486" y="1"/>
                      </a:moveTo>
                      <a:cubicBezTo>
                        <a:pt x="29260" y="1"/>
                        <a:pt x="29013" y="67"/>
                        <a:pt x="28788" y="124"/>
                      </a:cubicBezTo>
                      <a:cubicBezTo>
                        <a:pt x="24151" y="1492"/>
                        <a:pt x="19515" y="2859"/>
                        <a:pt x="15078" y="4761"/>
                      </a:cubicBezTo>
                      <a:cubicBezTo>
                        <a:pt x="11009" y="6462"/>
                        <a:pt x="7106" y="8030"/>
                        <a:pt x="4104" y="11365"/>
                      </a:cubicBezTo>
                      <a:cubicBezTo>
                        <a:pt x="1" y="15935"/>
                        <a:pt x="3403" y="22707"/>
                        <a:pt x="5238" y="27443"/>
                      </a:cubicBezTo>
                      <a:cubicBezTo>
                        <a:pt x="6505" y="30746"/>
                        <a:pt x="11042" y="34749"/>
                        <a:pt x="12309" y="38051"/>
                      </a:cubicBezTo>
                      <a:cubicBezTo>
                        <a:pt x="12243" y="37884"/>
                        <a:pt x="20949" y="33915"/>
                        <a:pt x="21383" y="33715"/>
                      </a:cubicBezTo>
                      <a:cubicBezTo>
                        <a:pt x="21816" y="33481"/>
                        <a:pt x="18847" y="26943"/>
                        <a:pt x="18714" y="26176"/>
                      </a:cubicBezTo>
                      <a:cubicBezTo>
                        <a:pt x="18280" y="23441"/>
                        <a:pt x="15245" y="21939"/>
                        <a:pt x="14678" y="19238"/>
                      </a:cubicBezTo>
                      <a:cubicBezTo>
                        <a:pt x="14444" y="18170"/>
                        <a:pt x="14244" y="16802"/>
                        <a:pt x="13977" y="15335"/>
                      </a:cubicBezTo>
                      <a:cubicBezTo>
                        <a:pt x="14811" y="15168"/>
                        <a:pt x="15645" y="15035"/>
                        <a:pt x="16479" y="15001"/>
                      </a:cubicBezTo>
                      <a:cubicBezTo>
                        <a:pt x="17249" y="14967"/>
                        <a:pt x="18021" y="14954"/>
                        <a:pt x="18795" y="14954"/>
                      </a:cubicBezTo>
                      <a:cubicBezTo>
                        <a:pt x="21459" y="14954"/>
                        <a:pt x="24143" y="15110"/>
                        <a:pt x="26800" y="15110"/>
                      </a:cubicBezTo>
                      <a:cubicBezTo>
                        <a:pt x="27152" y="15110"/>
                        <a:pt x="27503" y="15107"/>
                        <a:pt x="27854" y="15101"/>
                      </a:cubicBezTo>
                      <a:lnTo>
                        <a:pt x="28054" y="15101"/>
                      </a:lnTo>
                      <a:cubicBezTo>
                        <a:pt x="30723" y="15035"/>
                        <a:pt x="32724" y="12166"/>
                        <a:pt x="32524" y="8630"/>
                      </a:cubicBezTo>
                      <a:cubicBezTo>
                        <a:pt x="32457" y="7329"/>
                        <a:pt x="31923" y="6328"/>
                        <a:pt x="31523" y="5161"/>
                      </a:cubicBezTo>
                      <a:cubicBezTo>
                        <a:pt x="31023" y="3760"/>
                        <a:pt x="30723" y="2292"/>
                        <a:pt x="30356" y="891"/>
                      </a:cubicBezTo>
                      <a:cubicBezTo>
                        <a:pt x="30256" y="624"/>
                        <a:pt x="30189" y="324"/>
                        <a:pt x="29955" y="157"/>
                      </a:cubicBezTo>
                      <a:cubicBezTo>
                        <a:pt x="29824" y="41"/>
                        <a:pt x="29662" y="1"/>
                        <a:pt x="2948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05" name="Google Shape;3805;p72"/>
                <p:cNvSpPr/>
                <p:nvPr/>
              </p:nvSpPr>
              <p:spPr>
                <a:xfrm>
                  <a:off x="7094621" y="3100232"/>
                  <a:ext cx="746812" cy="887086"/>
                </a:xfrm>
                <a:custGeom>
                  <a:rect b="b" l="l" r="r" t="t"/>
                  <a:pathLst>
                    <a:path extrusionOk="0" h="42674" w="35926">
                      <a:moveTo>
                        <a:pt x="30134" y="1"/>
                      </a:moveTo>
                      <a:cubicBezTo>
                        <a:pt x="29274" y="1"/>
                        <a:pt x="28405" y="182"/>
                        <a:pt x="27620" y="505"/>
                      </a:cubicBezTo>
                      <a:cubicBezTo>
                        <a:pt x="25919" y="1206"/>
                        <a:pt x="24484" y="2473"/>
                        <a:pt x="23150" y="3774"/>
                      </a:cubicBezTo>
                      <a:cubicBezTo>
                        <a:pt x="21382" y="5475"/>
                        <a:pt x="19814" y="6810"/>
                        <a:pt x="17679" y="7944"/>
                      </a:cubicBezTo>
                      <a:cubicBezTo>
                        <a:pt x="16178" y="8711"/>
                        <a:pt x="14677" y="9412"/>
                        <a:pt x="13176" y="10145"/>
                      </a:cubicBezTo>
                      <a:cubicBezTo>
                        <a:pt x="11375" y="11046"/>
                        <a:pt x="8740" y="12047"/>
                        <a:pt x="6638" y="13381"/>
                      </a:cubicBezTo>
                      <a:cubicBezTo>
                        <a:pt x="5437" y="13615"/>
                        <a:pt x="4403" y="13981"/>
                        <a:pt x="3403" y="15116"/>
                      </a:cubicBezTo>
                      <a:cubicBezTo>
                        <a:pt x="3269" y="15249"/>
                        <a:pt x="3169" y="15416"/>
                        <a:pt x="3036" y="15549"/>
                      </a:cubicBezTo>
                      <a:cubicBezTo>
                        <a:pt x="2035" y="16884"/>
                        <a:pt x="1468" y="18551"/>
                        <a:pt x="1101" y="20219"/>
                      </a:cubicBezTo>
                      <a:cubicBezTo>
                        <a:pt x="434" y="23155"/>
                        <a:pt x="300" y="26224"/>
                        <a:pt x="167" y="29226"/>
                      </a:cubicBezTo>
                      <a:cubicBezTo>
                        <a:pt x="0" y="33762"/>
                        <a:pt x="334" y="37432"/>
                        <a:pt x="934" y="42469"/>
                      </a:cubicBezTo>
                      <a:cubicBezTo>
                        <a:pt x="2313" y="42626"/>
                        <a:pt x="3695" y="42673"/>
                        <a:pt x="5081" y="42673"/>
                      </a:cubicBezTo>
                      <a:cubicBezTo>
                        <a:pt x="7211" y="42673"/>
                        <a:pt x="9347" y="42561"/>
                        <a:pt x="11483" y="42561"/>
                      </a:cubicBezTo>
                      <a:cubicBezTo>
                        <a:pt x="11792" y="42561"/>
                        <a:pt x="12100" y="42563"/>
                        <a:pt x="12409" y="42569"/>
                      </a:cubicBezTo>
                      <a:cubicBezTo>
                        <a:pt x="13043" y="39833"/>
                        <a:pt x="12709" y="36798"/>
                        <a:pt x="12843" y="34029"/>
                      </a:cubicBezTo>
                      <a:cubicBezTo>
                        <a:pt x="12909" y="32295"/>
                        <a:pt x="12909" y="30560"/>
                        <a:pt x="12943" y="28825"/>
                      </a:cubicBezTo>
                      <a:cubicBezTo>
                        <a:pt x="12943" y="28058"/>
                        <a:pt x="12976" y="27291"/>
                        <a:pt x="12943" y="26490"/>
                      </a:cubicBezTo>
                      <a:cubicBezTo>
                        <a:pt x="12909" y="25890"/>
                        <a:pt x="12743" y="24989"/>
                        <a:pt x="13143" y="24456"/>
                      </a:cubicBezTo>
                      <a:cubicBezTo>
                        <a:pt x="13310" y="24289"/>
                        <a:pt x="13476" y="24155"/>
                        <a:pt x="13677" y="24055"/>
                      </a:cubicBezTo>
                      <a:cubicBezTo>
                        <a:pt x="14544" y="23588"/>
                        <a:pt x="15478" y="23255"/>
                        <a:pt x="16445" y="22955"/>
                      </a:cubicBezTo>
                      <a:cubicBezTo>
                        <a:pt x="17646" y="22588"/>
                        <a:pt x="18880" y="22254"/>
                        <a:pt x="20148" y="21954"/>
                      </a:cubicBezTo>
                      <a:cubicBezTo>
                        <a:pt x="21315" y="21654"/>
                        <a:pt x="22750" y="21587"/>
                        <a:pt x="23884" y="21120"/>
                      </a:cubicBezTo>
                      <a:cubicBezTo>
                        <a:pt x="26152" y="20186"/>
                        <a:pt x="28487" y="19452"/>
                        <a:pt x="30822" y="18685"/>
                      </a:cubicBezTo>
                      <a:cubicBezTo>
                        <a:pt x="35559" y="17084"/>
                        <a:pt x="35926" y="11713"/>
                        <a:pt x="35659" y="7477"/>
                      </a:cubicBezTo>
                      <a:cubicBezTo>
                        <a:pt x="35492" y="5008"/>
                        <a:pt x="35025" y="2206"/>
                        <a:pt x="32957" y="805"/>
                      </a:cubicBezTo>
                      <a:cubicBezTo>
                        <a:pt x="32130" y="248"/>
                        <a:pt x="31139" y="1"/>
                        <a:pt x="3013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06" name="Google Shape;3806;p72"/>
                <p:cNvSpPr/>
                <p:nvPr/>
              </p:nvSpPr>
              <p:spPr>
                <a:xfrm>
                  <a:off x="7390697" y="2618211"/>
                  <a:ext cx="465307" cy="657197"/>
                </a:xfrm>
                <a:custGeom>
                  <a:rect b="b" l="l" r="r" t="t"/>
                  <a:pathLst>
                    <a:path extrusionOk="0" h="31615" w="22384">
                      <a:moveTo>
                        <a:pt x="6775" y="1"/>
                      </a:moveTo>
                      <a:cubicBezTo>
                        <a:pt x="4890" y="1"/>
                        <a:pt x="3051" y="633"/>
                        <a:pt x="1802" y="2178"/>
                      </a:cubicBezTo>
                      <a:lnTo>
                        <a:pt x="1769" y="2178"/>
                      </a:lnTo>
                      <a:cubicBezTo>
                        <a:pt x="1335" y="2711"/>
                        <a:pt x="968" y="3312"/>
                        <a:pt x="668" y="3946"/>
                      </a:cubicBezTo>
                      <a:cubicBezTo>
                        <a:pt x="1" y="5413"/>
                        <a:pt x="1" y="7248"/>
                        <a:pt x="201" y="8816"/>
                      </a:cubicBezTo>
                      <a:cubicBezTo>
                        <a:pt x="401" y="10584"/>
                        <a:pt x="735" y="12318"/>
                        <a:pt x="1101" y="14053"/>
                      </a:cubicBezTo>
                      <a:cubicBezTo>
                        <a:pt x="1402" y="15487"/>
                        <a:pt x="1468" y="16788"/>
                        <a:pt x="1669" y="18223"/>
                      </a:cubicBezTo>
                      <a:cubicBezTo>
                        <a:pt x="1869" y="19924"/>
                        <a:pt x="1969" y="21625"/>
                        <a:pt x="1869" y="23326"/>
                      </a:cubicBezTo>
                      <a:cubicBezTo>
                        <a:pt x="1769" y="24660"/>
                        <a:pt x="735" y="27362"/>
                        <a:pt x="2102" y="28330"/>
                      </a:cubicBezTo>
                      <a:cubicBezTo>
                        <a:pt x="2803" y="28864"/>
                        <a:pt x="4471" y="28730"/>
                        <a:pt x="5338" y="28897"/>
                      </a:cubicBezTo>
                      <a:cubicBezTo>
                        <a:pt x="6439" y="29064"/>
                        <a:pt x="7506" y="29297"/>
                        <a:pt x="8607" y="29564"/>
                      </a:cubicBezTo>
                      <a:cubicBezTo>
                        <a:pt x="12439" y="30444"/>
                        <a:pt x="16344" y="31614"/>
                        <a:pt x="20301" y="31614"/>
                      </a:cubicBezTo>
                      <a:cubicBezTo>
                        <a:pt x="20994" y="31614"/>
                        <a:pt x="21688" y="31578"/>
                        <a:pt x="22383" y="31499"/>
                      </a:cubicBezTo>
                      <a:cubicBezTo>
                        <a:pt x="21583" y="30198"/>
                        <a:pt x="21983" y="28530"/>
                        <a:pt x="21783" y="27096"/>
                      </a:cubicBezTo>
                      <a:cubicBezTo>
                        <a:pt x="21549" y="25461"/>
                        <a:pt x="20682" y="23893"/>
                        <a:pt x="20282" y="22292"/>
                      </a:cubicBezTo>
                      <a:cubicBezTo>
                        <a:pt x="20115" y="21592"/>
                        <a:pt x="19948" y="20891"/>
                        <a:pt x="19715" y="20257"/>
                      </a:cubicBezTo>
                      <a:cubicBezTo>
                        <a:pt x="18714" y="17655"/>
                        <a:pt x="17780" y="15187"/>
                        <a:pt x="17080" y="12452"/>
                      </a:cubicBezTo>
                      <a:cubicBezTo>
                        <a:pt x="16679" y="10917"/>
                        <a:pt x="16846" y="9450"/>
                        <a:pt x="16279" y="7949"/>
                      </a:cubicBezTo>
                      <a:cubicBezTo>
                        <a:pt x="15045" y="4613"/>
                        <a:pt x="13444" y="1844"/>
                        <a:pt x="9974" y="577"/>
                      </a:cubicBezTo>
                      <a:cubicBezTo>
                        <a:pt x="8962" y="211"/>
                        <a:pt x="7861" y="1"/>
                        <a:pt x="6775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07" name="Google Shape;3807;p72"/>
                <p:cNvSpPr/>
                <p:nvPr/>
              </p:nvSpPr>
              <p:spPr>
                <a:xfrm>
                  <a:off x="7384461" y="2418215"/>
                  <a:ext cx="159502" cy="250136"/>
                </a:xfrm>
                <a:custGeom>
                  <a:rect b="b" l="l" r="r" t="t"/>
                  <a:pathLst>
                    <a:path extrusionOk="0" h="12033" w="7673">
                      <a:moveTo>
                        <a:pt x="4273" y="1"/>
                      </a:moveTo>
                      <a:cubicBezTo>
                        <a:pt x="3564" y="1"/>
                        <a:pt x="2853" y="104"/>
                        <a:pt x="2202" y="391"/>
                      </a:cubicBezTo>
                      <a:cubicBezTo>
                        <a:pt x="1635" y="657"/>
                        <a:pt x="1135" y="1058"/>
                        <a:pt x="834" y="1591"/>
                      </a:cubicBezTo>
                      <a:cubicBezTo>
                        <a:pt x="467" y="2158"/>
                        <a:pt x="467" y="2826"/>
                        <a:pt x="334" y="3459"/>
                      </a:cubicBezTo>
                      <a:cubicBezTo>
                        <a:pt x="101" y="4527"/>
                        <a:pt x="0" y="5628"/>
                        <a:pt x="301" y="6695"/>
                      </a:cubicBezTo>
                      <a:cubicBezTo>
                        <a:pt x="434" y="7095"/>
                        <a:pt x="634" y="7496"/>
                        <a:pt x="934" y="7763"/>
                      </a:cubicBezTo>
                      <a:cubicBezTo>
                        <a:pt x="1268" y="8063"/>
                        <a:pt x="1668" y="8029"/>
                        <a:pt x="1702" y="8530"/>
                      </a:cubicBezTo>
                      <a:lnTo>
                        <a:pt x="1702" y="8563"/>
                      </a:lnTo>
                      <a:cubicBezTo>
                        <a:pt x="1802" y="9497"/>
                        <a:pt x="1969" y="10364"/>
                        <a:pt x="1702" y="11265"/>
                      </a:cubicBezTo>
                      <a:cubicBezTo>
                        <a:pt x="2202" y="11665"/>
                        <a:pt x="2802" y="11999"/>
                        <a:pt x="3470" y="12032"/>
                      </a:cubicBezTo>
                      <a:cubicBezTo>
                        <a:pt x="4137" y="12032"/>
                        <a:pt x="4837" y="11832"/>
                        <a:pt x="5404" y="11499"/>
                      </a:cubicBezTo>
                      <a:cubicBezTo>
                        <a:pt x="6071" y="11065"/>
                        <a:pt x="6505" y="10364"/>
                        <a:pt x="6872" y="9597"/>
                      </a:cubicBezTo>
                      <a:cubicBezTo>
                        <a:pt x="6839" y="9530"/>
                        <a:pt x="6805" y="9464"/>
                        <a:pt x="6805" y="9364"/>
                      </a:cubicBezTo>
                      <a:cubicBezTo>
                        <a:pt x="6672" y="8763"/>
                        <a:pt x="6538" y="8163"/>
                        <a:pt x="6472" y="7562"/>
                      </a:cubicBezTo>
                      <a:cubicBezTo>
                        <a:pt x="6438" y="7129"/>
                        <a:pt x="6238" y="6428"/>
                        <a:pt x="6438" y="5995"/>
                      </a:cubicBezTo>
                      <a:cubicBezTo>
                        <a:pt x="6505" y="5828"/>
                        <a:pt x="6639" y="5694"/>
                        <a:pt x="6705" y="5528"/>
                      </a:cubicBezTo>
                      <a:cubicBezTo>
                        <a:pt x="6905" y="5161"/>
                        <a:pt x="7072" y="4827"/>
                        <a:pt x="7206" y="4427"/>
                      </a:cubicBezTo>
                      <a:cubicBezTo>
                        <a:pt x="7506" y="3726"/>
                        <a:pt x="7673" y="2959"/>
                        <a:pt x="7639" y="2192"/>
                      </a:cubicBezTo>
                      <a:cubicBezTo>
                        <a:pt x="7639" y="1925"/>
                        <a:pt x="7606" y="1491"/>
                        <a:pt x="7472" y="1258"/>
                      </a:cubicBezTo>
                      <a:cubicBezTo>
                        <a:pt x="7339" y="1058"/>
                        <a:pt x="7239" y="891"/>
                        <a:pt x="7106" y="724"/>
                      </a:cubicBezTo>
                      <a:cubicBezTo>
                        <a:pt x="6572" y="190"/>
                        <a:pt x="5571" y="90"/>
                        <a:pt x="4871" y="24"/>
                      </a:cubicBezTo>
                      <a:cubicBezTo>
                        <a:pt x="4673" y="9"/>
                        <a:pt x="4473" y="1"/>
                        <a:pt x="4273" y="1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08" name="Google Shape;3808;p72"/>
                <p:cNvSpPr/>
                <p:nvPr/>
              </p:nvSpPr>
              <p:spPr>
                <a:xfrm>
                  <a:off x="7380989" y="2392230"/>
                  <a:ext cx="174075" cy="153994"/>
                </a:xfrm>
                <a:custGeom>
                  <a:rect b="b" l="l" r="r" t="t"/>
                  <a:pathLst>
                    <a:path extrusionOk="0" h="7408" w="8374">
                      <a:moveTo>
                        <a:pt x="1490" y="1"/>
                      </a:moveTo>
                      <a:cubicBezTo>
                        <a:pt x="1161" y="1"/>
                        <a:pt x="844" y="130"/>
                        <a:pt x="634" y="340"/>
                      </a:cubicBezTo>
                      <a:cubicBezTo>
                        <a:pt x="234" y="707"/>
                        <a:pt x="1" y="1240"/>
                        <a:pt x="67" y="1774"/>
                      </a:cubicBezTo>
                      <a:cubicBezTo>
                        <a:pt x="134" y="2308"/>
                        <a:pt x="468" y="2808"/>
                        <a:pt x="935" y="3042"/>
                      </a:cubicBezTo>
                      <a:cubicBezTo>
                        <a:pt x="1268" y="3219"/>
                        <a:pt x="1631" y="3264"/>
                        <a:pt x="2005" y="3264"/>
                      </a:cubicBezTo>
                      <a:cubicBezTo>
                        <a:pt x="2191" y="3264"/>
                        <a:pt x="2380" y="3253"/>
                        <a:pt x="2569" y="3242"/>
                      </a:cubicBezTo>
                      <a:cubicBezTo>
                        <a:pt x="2934" y="3219"/>
                        <a:pt x="3314" y="3165"/>
                        <a:pt x="3688" y="3165"/>
                      </a:cubicBezTo>
                      <a:cubicBezTo>
                        <a:pt x="3862" y="3165"/>
                        <a:pt x="4035" y="3177"/>
                        <a:pt x="4204" y="3208"/>
                      </a:cubicBezTo>
                      <a:cubicBezTo>
                        <a:pt x="4604" y="3308"/>
                        <a:pt x="5238" y="3575"/>
                        <a:pt x="5338" y="4009"/>
                      </a:cubicBezTo>
                      <a:cubicBezTo>
                        <a:pt x="5405" y="4376"/>
                        <a:pt x="5038" y="4643"/>
                        <a:pt x="5138" y="5043"/>
                      </a:cubicBezTo>
                      <a:cubicBezTo>
                        <a:pt x="5197" y="5162"/>
                        <a:pt x="5310" y="5282"/>
                        <a:pt x="5453" y="5282"/>
                      </a:cubicBezTo>
                      <a:cubicBezTo>
                        <a:pt x="5470" y="5282"/>
                        <a:pt x="5487" y="5280"/>
                        <a:pt x="5505" y="5277"/>
                      </a:cubicBezTo>
                      <a:cubicBezTo>
                        <a:pt x="5580" y="5201"/>
                        <a:pt x="5899" y="4826"/>
                        <a:pt x="6068" y="4826"/>
                      </a:cubicBezTo>
                      <a:cubicBezTo>
                        <a:pt x="6124" y="4826"/>
                        <a:pt x="6163" y="4868"/>
                        <a:pt x="6172" y="4976"/>
                      </a:cubicBezTo>
                      <a:cubicBezTo>
                        <a:pt x="6205" y="5176"/>
                        <a:pt x="6005" y="5510"/>
                        <a:pt x="5938" y="5710"/>
                      </a:cubicBezTo>
                      <a:cubicBezTo>
                        <a:pt x="5838" y="6077"/>
                        <a:pt x="5805" y="6444"/>
                        <a:pt x="5938" y="6811"/>
                      </a:cubicBezTo>
                      <a:cubicBezTo>
                        <a:pt x="6042" y="7069"/>
                        <a:pt x="6265" y="7408"/>
                        <a:pt x="6562" y="7408"/>
                      </a:cubicBezTo>
                      <a:cubicBezTo>
                        <a:pt x="6648" y="7408"/>
                        <a:pt x="6741" y="7379"/>
                        <a:pt x="6839" y="7311"/>
                      </a:cubicBezTo>
                      <a:cubicBezTo>
                        <a:pt x="7106" y="7078"/>
                        <a:pt x="7039" y="6644"/>
                        <a:pt x="7239" y="6311"/>
                      </a:cubicBezTo>
                      <a:cubicBezTo>
                        <a:pt x="7406" y="6044"/>
                        <a:pt x="7573" y="5777"/>
                        <a:pt x="7740" y="5510"/>
                      </a:cubicBezTo>
                      <a:cubicBezTo>
                        <a:pt x="8006" y="4976"/>
                        <a:pt x="8240" y="4409"/>
                        <a:pt x="8307" y="3709"/>
                      </a:cubicBezTo>
                      <a:cubicBezTo>
                        <a:pt x="8373" y="2908"/>
                        <a:pt x="8173" y="2074"/>
                        <a:pt x="7639" y="1474"/>
                      </a:cubicBezTo>
                      <a:cubicBezTo>
                        <a:pt x="7306" y="1140"/>
                        <a:pt x="6906" y="907"/>
                        <a:pt x="6472" y="740"/>
                      </a:cubicBezTo>
                      <a:cubicBezTo>
                        <a:pt x="5761" y="424"/>
                        <a:pt x="4989" y="274"/>
                        <a:pt x="4219" y="274"/>
                      </a:cubicBezTo>
                      <a:cubicBezTo>
                        <a:pt x="4013" y="274"/>
                        <a:pt x="3807" y="285"/>
                        <a:pt x="3603" y="306"/>
                      </a:cubicBezTo>
                      <a:cubicBezTo>
                        <a:pt x="3371" y="348"/>
                        <a:pt x="3126" y="391"/>
                        <a:pt x="2884" y="391"/>
                      </a:cubicBezTo>
                      <a:cubicBezTo>
                        <a:pt x="2743" y="391"/>
                        <a:pt x="2604" y="376"/>
                        <a:pt x="2469" y="340"/>
                      </a:cubicBezTo>
                      <a:cubicBezTo>
                        <a:pt x="2169" y="240"/>
                        <a:pt x="1902" y="73"/>
                        <a:pt x="1602" y="6"/>
                      </a:cubicBezTo>
                      <a:cubicBezTo>
                        <a:pt x="1564" y="3"/>
                        <a:pt x="1527" y="1"/>
                        <a:pt x="149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09" name="Google Shape;3809;p72"/>
                <p:cNvSpPr/>
                <p:nvPr/>
              </p:nvSpPr>
              <p:spPr>
                <a:xfrm>
                  <a:off x="7229137" y="2754889"/>
                  <a:ext cx="479859" cy="421758"/>
                </a:xfrm>
                <a:custGeom>
                  <a:rect b="b" l="l" r="r" t="t"/>
                  <a:pathLst>
                    <a:path extrusionOk="0" h="20289" w="23084">
                      <a:moveTo>
                        <a:pt x="19621" y="0"/>
                      </a:moveTo>
                      <a:cubicBezTo>
                        <a:pt x="18743" y="0"/>
                        <a:pt x="17878" y="454"/>
                        <a:pt x="17279" y="1107"/>
                      </a:cubicBezTo>
                      <a:cubicBezTo>
                        <a:pt x="16546" y="1907"/>
                        <a:pt x="16112" y="2941"/>
                        <a:pt x="15845" y="4009"/>
                      </a:cubicBezTo>
                      <a:cubicBezTo>
                        <a:pt x="14878" y="7411"/>
                        <a:pt x="14944" y="11014"/>
                        <a:pt x="15011" y="14550"/>
                      </a:cubicBezTo>
                      <a:cubicBezTo>
                        <a:pt x="14807" y="14515"/>
                        <a:pt x="14589" y="14499"/>
                        <a:pt x="14362" y="14499"/>
                      </a:cubicBezTo>
                      <a:cubicBezTo>
                        <a:pt x="12404" y="14499"/>
                        <a:pt x="9706" y="15683"/>
                        <a:pt x="7973" y="16251"/>
                      </a:cubicBezTo>
                      <a:cubicBezTo>
                        <a:pt x="5238" y="17151"/>
                        <a:pt x="2569" y="18252"/>
                        <a:pt x="0" y="19553"/>
                      </a:cubicBezTo>
                      <a:cubicBezTo>
                        <a:pt x="0" y="19953"/>
                        <a:pt x="501" y="20054"/>
                        <a:pt x="901" y="20054"/>
                      </a:cubicBezTo>
                      <a:cubicBezTo>
                        <a:pt x="3606" y="20148"/>
                        <a:pt x="6385" y="20288"/>
                        <a:pt x="9161" y="20288"/>
                      </a:cubicBezTo>
                      <a:cubicBezTo>
                        <a:pt x="12240" y="20288"/>
                        <a:pt x="15316" y="20116"/>
                        <a:pt x="18280" y="19520"/>
                      </a:cubicBezTo>
                      <a:cubicBezTo>
                        <a:pt x="19047" y="19353"/>
                        <a:pt x="19514" y="18619"/>
                        <a:pt x="19881" y="17952"/>
                      </a:cubicBezTo>
                      <a:cubicBezTo>
                        <a:pt x="20115" y="17518"/>
                        <a:pt x="20348" y="17051"/>
                        <a:pt x="20548" y="16584"/>
                      </a:cubicBezTo>
                      <a:cubicBezTo>
                        <a:pt x="21583" y="14316"/>
                        <a:pt x="22250" y="11881"/>
                        <a:pt x="22517" y="9413"/>
                      </a:cubicBezTo>
                      <a:cubicBezTo>
                        <a:pt x="22783" y="7178"/>
                        <a:pt x="23084" y="4209"/>
                        <a:pt x="22250" y="2107"/>
                      </a:cubicBezTo>
                      <a:cubicBezTo>
                        <a:pt x="21916" y="1173"/>
                        <a:pt x="21182" y="306"/>
                        <a:pt x="20215" y="73"/>
                      </a:cubicBezTo>
                      <a:cubicBezTo>
                        <a:pt x="20018" y="23"/>
                        <a:pt x="19819" y="0"/>
                        <a:pt x="19621" y="0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10" name="Google Shape;3810;p72"/>
                <p:cNvSpPr/>
                <p:nvPr/>
              </p:nvSpPr>
              <p:spPr>
                <a:xfrm>
                  <a:off x="7516212" y="2648208"/>
                  <a:ext cx="204528" cy="301668"/>
                </a:xfrm>
                <a:custGeom>
                  <a:rect b="b" l="l" r="r" t="t"/>
                  <a:pathLst>
                    <a:path extrusionOk="0" h="14512" w="9839">
                      <a:moveTo>
                        <a:pt x="4470" y="1"/>
                      </a:moveTo>
                      <a:cubicBezTo>
                        <a:pt x="4037" y="34"/>
                        <a:pt x="3670" y="201"/>
                        <a:pt x="3369" y="501"/>
                      </a:cubicBezTo>
                      <a:cubicBezTo>
                        <a:pt x="3136" y="768"/>
                        <a:pt x="3036" y="1102"/>
                        <a:pt x="2902" y="1402"/>
                      </a:cubicBezTo>
                      <a:cubicBezTo>
                        <a:pt x="2302" y="3003"/>
                        <a:pt x="1735" y="4571"/>
                        <a:pt x="1401" y="6205"/>
                      </a:cubicBezTo>
                      <a:cubicBezTo>
                        <a:pt x="1401" y="6339"/>
                        <a:pt x="1368" y="6472"/>
                        <a:pt x="1335" y="6572"/>
                      </a:cubicBezTo>
                      <a:cubicBezTo>
                        <a:pt x="1201" y="7306"/>
                        <a:pt x="0" y="11209"/>
                        <a:pt x="367" y="11643"/>
                      </a:cubicBezTo>
                      <a:cubicBezTo>
                        <a:pt x="1034" y="12410"/>
                        <a:pt x="2068" y="12677"/>
                        <a:pt x="3036" y="12910"/>
                      </a:cubicBezTo>
                      <a:cubicBezTo>
                        <a:pt x="5237" y="13444"/>
                        <a:pt x="7472" y="13978"/>
                        <a:pt x="9707" y="14511"/>
                      </a:cubicBezTo>
                      <a:cubicBezTo>
                        <a:pt x="9708" y="14511"/>
                        <a:pt x="9709" y="14511"/>
                        <a:pt x="9709" y="14511"/>
                      </a:cubicBezTo>
                      <a:cubicBezTo>
                        <a:pt x="9839" y="14511"/>
                        <a:pt x="9607" y="10940"/>
                        <a:pt x="9607" y="10575"/>
                      </a:cubicBezTo>
                      <a:cubicBezTo>
                        <a:pt x="9574" y="8874"/>
                        <a:pt x="9674" y="7206"/>
                        <a:pt x="9440" y="5572"/>
                      </a:cubicBezTo>
                      <a:cubicBezTo>
                        <a:pt x="9340" y="4938"/>
                        <a:pt x="8973" y="4371"/>
                        <a:pt x="8540" y="3870"/>
                      </a:cubicBezTo>
                      <a:cubicBezTo>
                        <a:pt x="8506" y="3837"/>
                        <a:pt x="8473" y="3804"/>
                        <a:pt x="8473" y="3770"/>
                      </a:cubicBezTo>
                      <a:cubicBezTo>
                        <a:pt x="8406" y="3637"/>
                        <a:pt x="8340" y="3537"/>
                        <a:pt x="8240" y="3403"/>
                      </a:cubicBezTo>
                      <a:cubicBezTo>
                        <a:pt x="8240" y="3403"/>
                        <a:pt x="8206" y="3370"/>
                        <a:pt x="8206" y="3370"/>
                      </a:cubicBezTo>
                      <a:cubicBezTo>
                        <a:pt x="8173" y="3303"/>
                        <a:pt x="8139" y="3270"/>
                        <a:pt x="8073" y="3237"/>
                      </a:cubicBezTo>
                      <a:cubicBezTo>
                        <a:pt x="8006" y="3136"/>
                        <a:pt x="7906" y="3070"/>
                        <a:pt x="7806" y="2970"/>
                      </a:cubicBezTo>
                      <a:cubicBezTo>
                        <a:pt x="7778" y="2942"/>
                        <a:pt x="7751" y="2914"/>
                        <a:pt x="7704" y="2887"/>
                      </a:cubicBezTo>
                      <a:lnTo>
                        <a:pt x="7704" y="2887"/>
                      </a:lnTo>
                      <a:cubicBezTo>
                        <a:pt x="7696" y="2875"/>
                        <a:pt x="7606" y="2803"/>
                        <a:pt x="7606" y="2803"/>
                      </a:cubicBezTo>
                      <a:cubicBezTo>
                        <a:pt x="7172" y="2503"/>
                        <a:pt x="6738" y="2236"/>
                        <a:pt x="6338" y="1936"/>
                      </a:cubicBezTo>
                      <a:cubicBezTo>
                        <a:pt x="5638" y="1402"/>
                        <a:pt x="5037" y="701"/>
                        <a:pt x="447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11" name="Google Shape;3811;p72"/>
                <p:cNvSpPr/>
                <p:nvPr/>
              </p:nvSpPr>
              <p:spPr>
                <a:xfrm>
                  <a:off x="7493325" y="2491512"/>
                  <a:ext cx="34008" cy="46564"/>
                </a:xfrm>
                <a:custGeom>
                  <a:rect b="b" l="l" r="r" t="t"/>
                  <a:pathLst>
                    <a:path extrusionOk="0" h="2240" w="1636">
                      <a:moveTo>
                        <a:pt x="774" y="1"/>
                      </a:moveTo>
                      <a:cubicBezTo>
                        <a:pt x="708" y="1"/>
                        <a:pt x="639" y="11"/>
                        <a:pt x="568" y="33"/>
                      </a:cubicBezTo>
                      <a:cubicBezTo>
                        <a:pt x="301" y="134"/>
                        <a:pt x="101" y="367"/>
                        <a:pt x="1" y="601"/>
                      </a:cubicBezTo>
                      <a:lnTo>
                        <a:pt x="434" y="2235"/>
                      </a:lnTo>
                      <a:cubicBezTo>
                        <a:pt x="462" y="2238"/>
                        <a:pt x="491" y="2239"/>
                        <a:pt x="519" y="2239"/>
                      </a:cubicBezTo>
                      <a:cubicBezTo>
                        <a:pt x="829" y="2239"/>
                        <a:pt x="1152" y="2076"/>
                        <a:pt x="1335" y="1801"/>
                      </a:cubicBezTo>
                      <a:cubicBezTo>
                        <a:pt x="1568" y="1535"/>
                        <a:pt x="1635" y="1168"/>
                        <a:pt x="1568" y="834"/>
                      </a:cubicBezTo>
                      <a:cubicBezTo>
                        <a:pt x="1482" y="430"/>
                        <a:pt x="1195" y="1"/>
                        <a:pt x="774" y="1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12" name="Google Shape;3812;p72"/>
                <p:cNvSpPr/>
                <p:nvPr/>
              </p:nvSpPr>
              <p:spPr>
                <a:xfrm>
                  <a:off x="7526606" y="2747364"/>
                  <a:ext cx="27065" cy="151187"/>
                </a:xfrm>
                <a:custGeom>
                  <a:rect b="b" l="l" r="r" t="t"/>
                  <a:pathLst>
                    <a:path extrusionOk="0" h="7273" w="1302">
                      <a:moveTo>
                        <a:pt x="1302" y="1"/>
                      </a:moveTo>
                      <a:cubicBezTo>
                        <a:pt x="368" y="2303"/>
                        <a:pt x="1" y="4804"/>
                        <a:pt x="234" y="7273"/>
                      </a:cubicBezTo>
                      <a:lnTo>
                        <a:pt x="1302" y="1"/>
                      </a:lnTo>
                      <a:close/>
                    </a:path>
                  </a:pathLst>
                </a:custGeom>
                <a:solidFill>
                  <a:srgbClr val="5CC9BF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13" name="Google Shape;3813;p72"/>
                <p:cNvSpPr/>
                <p:nvPr/>
              </p:nvSpPr>
              <p:spPr>
                <a:xfrm>
                  <a:off x="7224979" y="3901216"/>
                  <a:ext cx="189312" cy="185861"/>
                </a:xfrm>
                <a:custGeom>
                  <a:rect b="b" l="l" r="r" t="t"/>
                  <a:pathLst>
                    <a:path extrusionOk="0" h="8941" w="9107">
                      <a:moveTo>
                        <a:pt x="5838" y="0"/>
                      </a:moveTo>
                      <a:cubicBezTo>
                        <a:pt x="3903" y="834"/>
                        <a:pt x="1935" y="1668"/>
                        <a:pt x="0" y="2536"/>
                      </a:cubicBezTo>
                      <a:cubicBezTo>
                        <a:pt x="868" y="3803"/>
                        <a:pt x="2035" y="5071"/>
                        <a:pt x="2702" y="6272"/>
                      </a:cubicBezTo>
                      <a:cubicBezTo>
                        <a:pt x="3002" y="6772"/>
                        <a:pt x="3303" y="7272"/>
                        <a:pt x="3570" y="7773"/>
                      </a:cubicBezTo>
                      <a:cubicBezTo>
                        <a:pt x="3736" y="8039"/>
                        <a:pt x="3870" y="8306"/>
                        <a:pt x="4137" y="8440"/>
                      </a:cubicBezTo>
                      <a:cubicBezTo>
                        <a:pt x="4437" y="8640"/>
                        <a:pt x="5004" y="8940"/>
                        <a:pt x="5371" y="8940"/>
                      </a:cubicBezTo>
                      <a:cubicBezTo>
                        <a:pt x="5804" y="8940"/>
                        <a:pt x="6171" y="8673"/>
                        <a:pt x="6505" y="8406"/>
                      </a:cubicBezTo>
                      <a:cubicBezTo>
                        <a:pt x="7039" y="7973"/>
                        <a:pt x="7572" y="7572"/>
                        <a:pt x="8106" y="7172"/>
                      </a:cubicBezTo>
                      <a:cubicBezTo>
                        <a:pt x="8506" y="6839"/>
                        <a:pt x="8973" y="6438"/>
                        <a:pt x="9040" y="5905"/>
                      </a:cubicBezTo>
                      <a:cubicBezTo>
                        <a:pt x="9107" y="5538"/>
                        <a:pt x="8940" y="5171"/>
                        <a:pt x="8773" y="4837"/>
                      </a:cubicBezTo>
                      <a:cubicBezTo>
                        <a:pt x="8506" y="4203"/>
                        <a:pt x="8206" y="3636"/>
                        <a:pt x="7839" y="3069"/>
                      </a:cubicBezTo>
                      <a:cubicBezTo>
                        <a:pt x="7372" y="2269"/>
                        <a:pt x="6839" y="1501"/>
                        <a:pt x="6305" y="668"/>
                      </a:cubicBezTo>
                      <a:cubicBezTo>
                        <a:pt x="6171" y="467"/>
                        <a:pt x="6005" y="234"/>
                        <a:pt x="5838" y="0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14" name="Google Shape;3814;p72"/>
                <p:cNvSpPr/>
                <p:nvPr/>
              </p:nvSpPr>
              <p:spPr>
                <a:xfrm>
                  <a:off x="7190306" y="3954598"/>
                  <a:ext cx="255894" cy="275476"/>
                </a:xfrm>
                <a:custGeom>
                  <a:rect b="b" l="l" r="r" t="t"/>
                  <a:pathLst>
                    <a:path extrusionOk="0" h="13252" w="12310">
                      <a:moveTo>
                        <a:pt x="9541" y="1"/>
                      </a:moveTo>
                      <a:cubicBezTo>
                        <a:pt x="7873" y="1268"/>
                        <a:pt x="5938" y="2236"/>
                        <a:pt x="4370" y="3637"/>
                      </a:cubicBezTo>
                      <a:cubicBezTo>
                        <a:pt x="4037" y="3937"/>
                        <a:pt x="3837" y="4204"/>
                        <a:pt x="4037" y="4638"/>
                      </a:cubicBezTo>
                      <a:cubicBezTo>
                        <a:pt x="4103" y="4771"/>
                        <a:pt x="4237" y="4804"/>
                        <a:pt x="4270" y="4971"/>
                      </a:cubicBezTo>
                      <a:cubicBezTo>
                        <a:pt x="4304" y="5205"/>
                        <a:pt x="4170" y="5605"/>
                        <a:pt x="4103" y="5805"/>
                      </a:cubicBezTo>
                      <a:cubicBezTo>
                        <a:pt x="3870" y="6439"/>
                        <a:pt x="3436" y="6939"/>
                        <a:pt x="3036" y="7440"/>
                      </a:cubicBezTo>
                      <a:cubicBezTo>
                        <a:pt x="2369" y="8240"/>
                        <a:pt x="1702" y="9041"/>
                        <a:pt x="1035" y="9875"/>
                      </a:cubicBezTo>
                      <a:cubicBezTo>
                        <a:pt x="467" y="10608"/>
                        <a:pt x="0" y="11276"/>
                        <a:pt x="34" y="12243"/>
                      </a:cubicBezTo>
                      <a:cubicBezTo>
                        <a:pt x="67" y="12510"/>
                        <a:pt x="101" y="12810"/>
                        <a:pt x="301" y="13010"/>
                      </a:cubicBezTo>
                      <a:cubicBezTo>
                        <a:pt x="468" y="13178"/>
                        <a:pt x="706" y="13252"/>
                        <a:pt x="936" y="13252"/>
                      </a:cubicBezTo>
                      <a:cubicBezTo>
                        <a:pt x="980" y="13252"/>
                        <a:pt x="1025" y="13249"/>
                        <a:pt x="1068" y="13244"/>
                      </a:cubicBezTo>
                      <a:lnTo>
                        <a:pt x="1101" y="13244"/>
                      </a:lnTo>
                      <a:cubicBezTo>
                        <a:pt x="1969" y="12643"/>
                        <a:pt x="2903" y="12076"/>
                        <a:pt x="3803" y="11509"/>
                      </a:cubicBezTo>
                      <a:cubicBezTo>
                        <a:pt x="5604" y="10308"/>
                        <a:pt x="7206" y="8907"/>
                        <a:pt x="8840" y="7506"/>
                      </a:cubicBezTo>
                      <a:cubicBezTo>
                        <a:pt x="9541" y="6872"/>
                        <a:pt x="10274" y="6272"/>
                        <a:pt x="11008" y="5638"/>
                      </a:cubicBezTo>
                      <a:cubicBezTo>
                        <a:pt x="11342" y="5338"/>
                        <a:pt x="12109" y="4971"/>
                        <a:pt x="12176" y="4471"/>
                      </a:cubicBezTo>
                      <a:cubicBezTo>
                        <a:pt x="12309" y="3770"/>
                        <a:pt x="11475" y="2803"/>
                        <a:pt x="11142" y="2269"/>
                      </a:cubicBezTo>
                      <a:cubicBezTo>
                        <a:pt x="10641" y="1502"/>
                        <a:pt x="10108" y="768"/>
                        <a:pt x="9541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15" name="Google Shape;3815;p72"/>
                <p:cNvSpPr/>
                <p:nvPr/>
              </p:nvSpPr>
              <p:spPr>
                <a:xfrm>
                  <a:off x="7188227" y="3885875"/>
                  <a:ext cx="178024" cy="82610"/>
                </a:xfrm>
                <a:custGeom>
                  <a:rect b="b" l="l" r="r" t="t"/>
                  <a:pathLst>
                    <a:path extrusionOk="0" h="3974" w="8564">
                      <a:moveTo>
                        <a:pt x="8369" y="1"/>
                      </a:moveTo>
                      <a:cubicBezTo>
                        <a:pt x="8360" y="1"/>
                        <a:pt x="8350" y="2"/>
                        <a:pt x="8340" y="4"/>
                      </a:cubicBezTo>
                      <a:lnTo>
                        <a:pt x="8306" y="4"/>
                      </a:lnTo>
                      <a:cubicBezTo>
                        <a:pt x="7973" y="105"/>
                        <a:pt x="7606" y="271"/>
                        <a:pt x="7272" y="405"/>
                      </a:cubicBezTo>
                      <a:cubicBezTo>
                        <a:pt x="6939" y="572"/>
                        <a:pt x="6572" y="705"/>
                        <a:pt x="6238" y="872"/>
                      </a:cubicBezTo>
                      <a:cubicBezTo>
                        <a:pt x="5538" y="1172"/>
                        <a:pt x="4804" y="1506"/>
                        <a:pt x="4103" y="1806"/>
                      </a:cubicBezTo>
                      <a:cubicBezTo>
                        <a:pt x="3436" y="2139"/>
                        <a:pt x="2736" y="2440"/>
                        <a:pt x="2069" y="2773"/>
                      </a:cubicBezTo>
                      <a:cubicBezTo>
                        <a:pt x="1702" y="2973"/>
                        <a:pt x="1368" y="3140"/>
                        <a:pt x="1001" y="3307"/>
                      </a:cubicBezTo>
                      <a:cubicBezTo>
                        <a:pt x="701" y="3474"/>
                        <a:pt x="301" y="3607"/>
                        <a:pt x="67" y="3874"/>
                      </a:cubicBezTo>
                      <a:cubicBezTo>
                        <a:pt x="0" y="3907"/>
                        <a:pt x="67" y="3974"/>
                        <a:pt x="134" y="3974"/>
                      </a:cubicBezTo>
                      <a:cubicBezTo>
                        <a:pt x="467" y="3907"/>
                        <a:pt x="834" y="3707"/>
                        <a:pt x="1135" y="3540"/>
                      </a:cubicBezTo>
                      <a:lnTo>
                        <a:pt x="2102" y="3073"/>
                      </a:lnTo>
                      <a:cubicBezTo>
                        <a:pt x="2802" y="2740"/>
                        <a:pt x="3503" y="2440"/>
                        <a:pt x="4237" y="2106"/>
                      </a:cubicBezTo>
                      <a:cubicBezTo>
                        <a:pt x="4904" y="1806"/>
                        <a:pt x="5604" y="1472"/>
                        <a:pt x="6305" y="1172"/>
                      </a:cubicBezTo>
                      <a:cubicBezTo>
                        <a:pt x="6638" y="1039"/>
                        <a:pt x="7005" y="872"/>
                        <a:pt x="7339" y="738"/>
                      </a:cubicBezTo>
                      <a:cubicBezTo>
                        <a:pt x="7706" y="572"/>
                        <a:pt x="8106" y="471"/>
                        <a:pt x="8440" y="271"/>
                      </a:cubicBezTo>
                      <a:cubicBezTo>
                        <a:pt x="8563" y="179"/>
                        <a:pt x="8487" y="1"/>
                        <a:pt x="8369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16" name="Google Shape;3816;p72"/>
                <p:cNvSpPr/>
                <p:nvPr/>
              </p:nvSpPr>
              <p:spPr>
                <a:xfrm>
                  <a:off x="7209264" y="3456717"/>
                  <a:ext cx="170520" cy="426788"/>
                </a:xfrm>
                <a:custGeom>
                  <a:rect b="b" l="l" r="r" t="t"/>
                  <a:pathLst>
                    <a:path extrusionOk="0" h="20531" w="8203">
                      <a:moveTo>
                        <a:pt x="95" y="0"/>
                      </a:moveTo>
                      <a:cubicBezTo>
                        <a:pt x="49" y="0"/>
                        <a:pt x="1" y="37"/>
                        <a:pt x="22" y="101"/>
                      </a:cubicBezTo>
                      <a:cubicBezTo>
                        <a:pt x="523" y="1369"/>
                        <a:pt x="1123" y="2637"/>
                        <a:pt x="1690" y="3904"/>
                      </a:cubicBezTo>
                      <a:cubicBezTo>
                        <a:pt x="2257" y="5238"/>
                        <a:pt x="2791" y="6573"/>
                        <a:pt x="3325" y="7907"/>
                      </a:cubicBezTo>
                      <a:cubicBezTo>
                        <a:pt x="4392" y="10509"/>
                        <a:pt x="5393" y="13177"/>
                        <a:pt x="6294" y="15846"/>
                      </a:cubicBezTo>
                      <a:cubicBezTo>
                        <a:pt x="6827" y="17347"/>
                        <a:pt x="7294" y="18882"/>
                        <a:pt x="7761" y="20383"/>
                      </a:cubicBezTo>
                      <a:cubicBezTo>
                        <a:pt x="7800" y="20487"/>
                        <a:pt x="7880" y="20530"/>
                        <a:pt x="7959" y="20530"/>
                      </a:cubicBezTo>
                      <a:cubicBezTo>
                        <a:pt x="8082" y="20530"/>
                        <a:pt x="8202" y="20425"/>
                        <a:pt x="8162" y="20283"/>
                      </a:cubicBezTo>
                      <a:cubicBezTo>
                        <a:pt x="6460" y="14879"/>
                        <a:pt x="4459" y="9542"/>
                        <a:pt x="2191" y="4338"/>
                      </a:cubicBezTo>
                      <a:cubicBezTo>
                        <a:pt x="1557" y="2903"/>
                        <a:pt x="923" y="1436"/>
                        <a:pt x="156" y="35"/>
                      </a:cubicBezTo>
                      <a:cubicBezTo>
                        <a:pt x="144" y="11"/>
                        <a:pt x="120" y="0"/>
                        <a:pt x="95" y="0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17" name="Google Shape;3817;p72"/>
                <p:cNvSpPr/>
                <p:nvPr/>
              </p:nvSpPr>
              <p:spPr>
                <a:xfrm>
                  <a:off x="7094101" y="3833074"/>
                  <a:ext cx="93731" cy="132125"/>
                </a:xfrm>
                <a:custGeom>
                  <a:rect b="b" l="l" r="r" t="t"/>
                  <a:pathLst>
                    <a:path extrusionOk="0" h="6356" w="4509">
                      <a:moveTo>
                        <a:pt x="234" y="1"/>
                      </a:moveTo>
                      <a:cubicBezTo>
                        <a:pt x="112" y="1"/>
                        <a:pt x="1" y="106"/>
                        <a:pt x="92" y="243"/>
                      </a:cubicBezTo>
                      <a:cubicBezTo>
                        <a:pt x="759" y="1310"/>
                        <a:pt x="1493" y="2311"/>
                        <a:pt x="2193" y="3345"/>
                      </a:cubicBezTo>
                      <a:cubicBezTo>
                        <a:pt x="2560" y="3845"/>
                        <a:pt x="2894" y="4346"/>
                        <a:pt x="3227" y="4846"/>
                      </a:cubicBezTo>
                      <a:cubicBezTo>
                        <a:pt x="3594" y="5347"/>
                        <a:pt x="3928" y="5880"/>
                        <a:pt x="4328" y="6314"/>
                      </a:cubicBezTo>
                      <a:cubicBezTo>
                        <a:pt x="4348" y="6343"/>
                        <a:pt x="4373" y="6355"/>
                        <a:pt x="4397" y="6355"/>
                      </a:cubicBezTo>
                      <a:cubicBezTo>
                        <a:pt x="4456" y="6355"/>
                        <a:pt x="4509" y="6285"/>
                        <a:pt x="4462" y="6214"/>
                      </a:cubicBezTo>
                      <a:cubicBezTo>
                        <a:pt x="4195" y="5680"/>
                        <a:pt x="3828" y="5180"/>
                        <a:pt x="3494" y="4679"/>
                      </a:cubicBezTo>
                      <a:cubicBezTo>
                        <a:pt x="3161" y="4146"/>
                        <a:pt x="2794" y="3645"/>
                        <a:pt x="2460" y="3112"/>
                      </a:cubicBezTo>
                      <a:cubicBezTo>
                        <a:pt x="1760" y="2111"/>
                        <a:pt x="1093" y="1077"/>
                        <a:pt x="392" y="76"/>
                      </a:cubicBezTo>
                      <a:cubicBezTo>
                        <a:pt x="350" y="23"/>
                        <a:pt x="291" y="1"/>
                        <a:pt x="234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18" name="Google Shape;3818;p72"/>
                <p:cNvSpPr/>
                <p:nvPr/>
              </p:nvSpPr>
              <p:spPr>
                <a:xfrm>
                  <a:off x="7207601" y="3280730"/>
                  <a:ext cx="262858" cy="176091"/>
                </a:xfrm>
                <a:custGeom>
                  <a:rect b="b" l="l" r="r" t="t"/>
                  <a:pathLst>
                    <a:path extrusionOk="0" h="8471" w="12645">
                      <a:moveTo>
                        <a:pt x="12555" y="1"/>
                      </a:moveTo>
                      <a:cubicBezTo>
                        <a:pt x="12523" y="1"/>
                        <a:pt x="12492" y="19"/>
                        <a:pt x="12478" y="61"/>
                      </a:cubicBezTo>
                      <a:cubicBezTo>
                        <a:pt x="12044" y="1896"/>
                        <a:pt x="10210" y="2730"/>
                        <a:pt x="8642" y="3397"/>
                      </a:cubicBezTo>
                      <a:cubicBezTo>
                        <a:pt x="6674" y="4231"/>
                        <a:pt x="4772" y="5065"/>
                        <a:pt x="2971" y="6166"/>
                      </a:cubicBezTo>
                      <a:cubicBezTo>
                        <a:pt x="2004" y="6766"/>
                        <a:pt x="1070" y="7433"/>
                        <a:pt x="136" y="8167"/>
                      </a:cubicBezTo>
                      <a:cubicBezTo>
                        <a:pt x="1" y="8275"/>
                        <a:pt x="150" y="8470"/>
                        <a:pt x="300" y="8470"/>
                      </a:cubicBezTo>
                      <a:cubicBezTo>
                        <a:pt x="335" y="8470"/>
                        <a:pt x="371" y="8460"/>
                        <a:pt x="403" y="8434"/>
                      </a:cubicBezTo>
                      <a:cubicBezTo>
                        <a:pt x="2104" y="7100"/>
                        <a:pt x="3905" y="5932"/>
                        <a:pt x="5840" y="4998"/>
                      </a:cubicBezTo>
                      <a:cubicBezTo>
                        <a:pt x="6841" y="4531"/>
                        <a:pt x="7875" y="4098"/>
                        <a:pt x="8875" y="3664"/>
                      </a:cubicBezTo>
                      <a:cubicBezTo>
                        <a:pt x="9743" y="3297"/>
                        <a:pt x="10577" y="2930"/>
                        <a:pt x="11310" y="2330"/>
                      </a:cubicBezTo>
                      <a:cubicBezTo>
                        <a:pt x="12011" y="1763"/>
                        <a:pt x="12611" y="995"/>
                        <a:pt x="12645" y="95"/>
                      </a:cubicBezTo>
                      <a:cubicBezTo>
                        <a:pt x="12645" y="37"/>
                        <a:pt x="12600" y="1"/>
                        <a:pt x="12555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19" name="Google Shape;3819;p72"/>
                <p:cNvSpPr/>
                <p:nvPr/>
              </p:nvSpPr>
              <p:spPr>
                <a:xfrm>
                  <a:off x="7192135" y="4089488"/>
                  <a:ext cx="76311" cy="99718"/>
                </a:xfrm>
                <a:custGeom>
                  <a:rect b="b" l="l" r="r" t="t"/>
                  <a:pathLst>
                    <a:path extrusionOk="0" h="4797" w="3671">
                      <a:moveTo>
                        <a:pt x="3551" y="0"/>
                      </a:moveTo>
                      <a:cubicBezTo>
                        <a:pt x="3521" y="0"/>
                        <a:pt x="3493" y="15"/>
                        <a:pt x="3482" y="50"/>
                      </a:cubicBezTo>
                      <a:cubicBezTo>
                        <a:pt x="3248" y="484"/>
                        <a:pt x="2981" y="884"/>
                        <a:pt x="2648" y="1251"/>
                      </a:cubicBezTo>
                      <a:cubicBezTo>
                        <a:pt x="2314" y="1618"/>
                        <a:pt x="1947" y="1951"/>
                        <a:pt x="1614" y="2285"/>
                      </a:cubicBezTo>
                      <a:cubicBezTo>
                        <a:pt x="980" y="2952"/>
                        <a:pt x="446" y="3753"/>
                        <a:pt x="46" y="4586"/>
                      </a:cubicBezTo>
                      <a:cubicBezTo>
                        <a:pt x="1" y="4699"/>
                        <a:pt x="93" y="4797"/>
                        <a:pt x="178" y="4797"/>
                      </a:cubicBezTo>
                      <a:cubicBezTo>
                        <a:pt x="219" y="4797"/>
                        <a:pt x="258" y="4774"/>
                        <a:pt x="279" y="4720"/>
                      </a:cubicBezTo>
                      <a:cubicBezTo>
                        <a:pt x="713" y="3819"/>
                        <a:pt x="1247" y="3019"/>
                        <a:pt x="1947" y="2318"/>
                      </a:cubicBezTo>
                      <a:cubicBezTo>
                        <a:pt x="2614" y="1651"/>
                        <a:pt x="3315" y="1017"/>
                        <a:pt x="3648" y="117"/>
                      </a:cubicBezTo>
                      <a:cubicBezTo>
                        <a:pt x="3670" y="51"/>
                        <a:pt x="3607" y="0"/>
                        <a:pt x="3551" y="0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20" name="Google Shape;3820;p72"/>
                <p:cNvSpPr/>
                <p:nvPr/>
              </p:nvSpPr>
              <p:spPr>
                <a:xfrm>
                  <a:off x="7242129" y="3983701"/>
                  <a:ext cx="33489" cy="36981"/>
                </a:xfrm>
                <a:custGeom>
                  <a:rect b="b" l="l" r="r" t="t"/>
                  <a:pathLst>
                    <a:path extrusionOk="0" h="1779" w="1611">
                      <a:moveTo>
                        <a:pt x="191" y="0"/>
                      </a:moveTo>
                      <a:cubicBezTo>
                        <a:pt x="96" y="0"/>
                        <a:pt x="0" y="101"/>
                        <a:pt x="76" y="202"/>
                      </a:cubicBezTo>
                      <a:cubicBezTo>
                        <a:pt x="276" y="469"/>
                        <a:pt x="510" y="736"/>
                        <a:pt x="743" y="1003"/>
                      </a:cubicBezTo>
                      <a:cubicBezTo>
                        <a:pt x="843" y="1136"/>
                        <a:pt x="977" y="1269"/>
                        <a:pt x="1077" y="1403"/>
                      </a:cubicBezTo>
                      <a:cubicBezTo>
                        <a:pt x="1143" y="1470"/>
                        <a:pt x="1177" y="1536"/>
                        <a:pt x="1243" y="1603"/>
                      </a:cubicBezTo>
                      <a:cubicBezTo>
                        <a:pt x="1310" y="1670"/>
                        <a:pt x="1377" y="1770"/>
                        <a:pt x="1444" y="1770"/>
                      </a:cubicBezTo>
                      <a:cubicBezTo>
                        <a:pt x="1456" y="1776"/>
                        <a:pt x="1469" y="1779"/>
                        <a:pt x="1483" y="1779"/>
                      </a:cubicBezTo>
                      <a:cubicBezTo>
                        <a:pt x="1544" y="1779"/>
                        <a:pt x="1610" y="1724"/>
                        <a:pt x="1610" y="1670"/>
                      </a:cubicBezTo>
                      <a:cubicBezTo>
                        <a:pt x="1577" y="1503"/>
                        <a:pt x="1410" y="1370"/>
                        <a:pt x="1310" y="1236"/>
                      </a:cubicBezTo>
                      <a:cubicBezTo>
                        <a:pt x="1210" y="1103"/>
                        <a:pt x="1077" y="969"/>
                        <a:pt x="977" y="836"/>
                      </a:cubicBezTo>
                      <a:cubicBezTo>
                        <a:pt x="743" y="569"/>
                        <a:pt x="510" y="269"/>
                        <a:pt x="276" y="35"/>
                      </a:cubicBezTo>
                      <a:cubicBezTo>
                        <a:pt x="252" y="11"/>
                        <a:pt x="221" y="0"/>
                        <a:pt x="191" y="0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21" name="Google Shape;3821;p72"/>
                <p:cNvSpPr/>
                <p:nvPr/>
              </p:nvSpPr>
              <p:spPr>
                <a:xfrm>
                  <a:off x="7535628" y="2760086"/>
                  <a:ext cx="10415" cy="147404"/>
                </a:xfrm>
                <a:custGeom>
                  <a:rect b="b" l="l" r="r" t="t"/>
                  <a:pathLst>
                    <a:path extrusionOk="0" h="7091" w="501">
                      <a:moveTo>
                        <a:pt x="452" y="1"/>
                      </a:moveTo>
                      <a:cubicBezTo>
                        <a:pt x="434" y="1"/>
                        <a:pt x="414" y="9"/>
                        <a:pt x="401" y="23"/>
                      </a:cubicBezTo>
                      <a:cubicBezTo>
                        <a:pt x="234" y="1190"/>
                        <a:pt x="100" y="2358"/>
                        <a:pt x="67" y="3525"/>
                      </a:cubicBezTo>
                      <a:cubicBezTo>
                        <a:pt x="0" y="4693"/>
                        <a:pt x="0" y="5894"/>
                        <a:pt x="167" y="7028"/>
                      </a:cubicBezTo>
                      <a:cubicBezTo>
                        <a:pt x="167" y="7073"/>
                        <a:pt x="194" y="7091"/>
                        <a:pt x="224" y="7091"/>
                      </a:cubicBezTo>
                      <a:cubicBezTo>
                        <a:pt x="260" y="7091"/>
                        <a:pt x="301" y="7064"/>
                        <a:pt x="301" y="7028"/>
                      </a:cubicBezTo>
                      <a:cubicBezTo>
                        <a:pt x="334" y="5860"/>
                        <a:pt x="267" y="4693"/>
                        <a:pt x="301" y="3525"/>
                      </a:cubicBezTo>
                      <a:cubicBezTo>
                        <a:pt x="334" y="2358"/>
                        <a:pt x="401" y="1190"/>
                        <a:pt x="501" y="56"/>
                      </a:cubicBezTo>
                      <a:cubicBezTo>
                        <a:pt x="501" y="17"/>
                        <a:pt x="478" y="1"/>
                        <a:pt x="452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22" name="Google Shape;3822;p72"/>
                <p:cNvSpPr/>
                <p:nvPr/>
              </p:nvSpPr>
              <p:spPr>
                <a:xfrm>
                  <a:off x="7699350" y="2803719"/>
                  <a:ext cx="23511" cy="143434"/>
                </a:xfrm>
                <a:custGeom>
                  <a:rect b="b" l="l" r="r" t="t"/>
                  <a:pathLst>
                    <a:path extrusionOk="0" h="6900" w="1131">
                      <a:moveTo>
                        <a:pt x="1014" y="0"/>
                      </a:moveTo>
                      <a:cubicBezTo>
                        <a:pt x="956" y="0"/>
                        <a:pt x="897" y="42"/>
                        <a:pt x="897" y="125"/>
                      </a:cubicBezTo>
                      <a:lnTo>
                        <a:pt x="864" y="125"/>
                      </a:lnTo>
                      <a:cubicBezTo>
                        <a:pt x="831" y="1226"/>
                        <a:pt x="764" y="2327"/>
                        <a:pt x="697" y="3428"/>
                      </a:cubicBezTo>
                      <a:cubicBezTo>
                        <a:pt x="664" y="3961"/>
                        <a:pt x="597" y="4528"/>
                        <a:pt x="564" y="5062"/>
                      </a:cubicBezTo>
                      <a:cubicBezTo>
                        <a:pt x="530" y="5329"/>
                        <a:pt x="497" y="5596"/>
                        <a:pt x="497" y="5829"/>
                      </a:cubicBezTo>
                      <a:cubicBezTo>
                        <a:pt x="466" y="6044"/>
                        <a:pt x="492" y="6712"/>
                        <a:pt x="184" y="6712"/>
                      </a:cubicBezTo>
                      <a:cubicBezTo>
                        <a:pt x="157" y="6712"/>
                        <a:pt x="128" y="6707"/>
                        <a:pt x="97" y="6697"/>
                      </a:cubicBezTo>
                      <a:cubicBezTo>
                        <a:pt x="89" y="6693"/>
                        <a:pt x="82" y="6691"/>
                        <a:pt x="76" y="6691"/>
                      </a:cubicBezTo>
                      <a:cubicBezTo>
                        <a:pt x="23" y="6691"/>
                        <a:pt x="0" y="6800"/>
                        <a:pt x="30" y="6830"/>
                      </a:cubicBezTo>
                      <a:cubicBezTo>
                        <a:pt x="103" y="6879"/>
                        <a:pt x="171" y="6900"/>
                        <a:pt x="232" y="6900"/>
                      </a:cubicBezTo>
                      <a:cubicBezTo>
                        <a:pt x="509" y="6900"/>
                        <a:pt x="670" y="6481"/>
                        <a:pt x="697" y="6263"/>
                      </a:cubicBezTo>
                      <a:cubicBezTo>
                        <a:pt x="797" y="5596"/>
                        <a:pt x="864" y="4929"/>
                        <a:pt x="931" y="4262"/>
                      </a:cubicBezTo>
                      <a:cubicBezTo>
                        <a:pt x="1031" y="2894"/>
                        <a:pt x="1097" y="1526"/>
                        <a:pt x="1131" y="125"/>
                      </a:cubicBezTo>
                      <a:cubicBezTo>
                        <a:pt x="1131" y="42"/>
                        <a:pt x="1072" y="0"/>
                        <a:pt x="1014" y="0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23" name="Google Shape;3823;p72"/>
                <p:cNvSpPr/>
                <p:nvPr/>
              </p:nvSpPr>
              <p:spPr>
                <a:xfrm>
                  <a:off x="7387641" y="2742749"/>
                  <a:ext cx="24301" cy="142561"/>
                </a:xfrm>
                <a:custGeom>
                  <a:rect b="b" l="l" r="r" t="t"/>
                  <a:pathLst>
                    <a:path extrusionOk="0" h="6858" w="1169">
                      <a:moveTo>
                        <a:pt x="165" y="1"/>
                      </a:moveTo>
                      <a:cubicBezTo>
                        <a:pt x="87" y="1"/>
                        <a:pt x="0" y="95"/>
                        <a:pt x="48" y="190"/>
                      </a:cubicBezTo>
                      <a:cubicBezTo>
                        <a:pt x="581" y="1157"/>
                        <a:pt x="448" y="2324"/>
                        <a:pt x="481" y="3359"/>
                      </a:cubicBezTo>
                      <a:cubicBezTo>
                        <a:pt x="548" y="4493"/>
                        <a:pt x="715" y="5660"/>
                        <a:pt x="915" y="6761"/>
                      </a:cubicBezTo>
                      <a:cubicBezTo>
                        <a:pt x="928" y="6828"/>
                        <a:pt x="974" y="6858"/>
                        <a:pt x="1022" y="6858"/>
                      </a:cubicBezTo>
                      <a:cubicBezTo>
                        <a:pt x="1093" y="6858"/>
                        <a:pt x="1168" y="6794"/>
                        <a:pt x="1148" y="6694"/>
                      </a:cubicBezTo>
                      <a:cubicBezTo>
                        <a:pt x="915" y="5493"/>
                        <a:pt x="781" y="4259"/>
                        <a:pt x="715" y="3025"/>
                      </a:cubicBezTo>
                      <a:cubicBezTo>
                        <a:pt x="681" y="2024"/>
                        <a:pt x="748" y="990"/>
                        <a:pt x="248" y="56"/>
                      </a:cubicBezTo>
                      <a:cubicBezTo>
                        <a:pt x="228" y="17"/>
                        <a:pt x="197" y="1"/>
                        <a:pt x="165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24" name="Google Shape;3824;p72"/>
                <p:cNvSpPr/>
                <p:nvPr/>
              </p:nvSpPr>
              <p:spPr>
                <a:xfrm>
                  <a:off x="7500268" y="2501905"/>
                  <a:ext cx="17358" cy="17004"/>
                </a:xfrm>
                <a:custGeom>
                  <a:rect b="b" l="l" r="r" t="t"/>
                  <a:pathLst>
                    <a:path extrusionOk="0" h="818" w="835">
                      <a:moveTo>
                        <a:pt x="767" y="1"/>
                      </a:moveTo>
                      <a:cubicBezTo>
                        <a:pt x="667" y="1"/>
                        <a:pt x="567" y="34"/>
                        <a:pt x="467" y="67"/>
                      </a:cubicBezTo>
                      <a:cubicBezTo>
                        <a:pt x="367" y="101"/>
                        <a:pt x="300" y="167"/>
                        <a:pt x="234" y="234"/>
                      </a:cubicBezTo>
                      <a:cubicBezTo>
                        <a:pt x="100" y="367"/>
                        <a:pt x="0" y="568"/>
                        <a:pt x="0" y="768"/>
                      </a:cubicBezTo>
                      <a:cubicBezTo>
                        <a:pt x="0" y="801"/>
                        <a:pt x="25" y="818"/>
                        <a:pt x="54" y="818"/>
                      </a:cubicBezTo>
                      <a:cubicBezTo>
                        <a:pt x="84" y="818"/>
                        <a:pt x="117" y="801"/>
                        <a:pt x="134" y="768"/>
                      </a:cubicBezTo>
                      <a:cubicBezTo>
                        <a:pt x="134" y="601"/>
                        <a:pt x="234" y="468"/>
                        <a:pt x="334" y="334"/>
                      </a:cubicBezTo>
                      <a:cubicBezTo>
                        <a:pt x="400" y="301"/>
                        <a:pt x="467" y="267"/>
                        <a:pt x="534" y="201"/>
                      </a:cubicBezTo>
                      <a:cubicBezTo>
                        <a:pt x="601" y="167"/>
                        <a:pt x="701" y="134"/>
                        <a:pt x="767" y="134"/>
                      </a:cubicBezTo>
                      <a:cubicBezTo>
                        <a:pt x="834" y="101"/>
                        <a:pt x="801" y="34"/>
                        <a:pt x="767" y="1"/>
                      </a:cubicBezTo>
                      <a:close/>
                    </a:path>
                  </a:pathLst>
                </a:custGeom>
                <a:solidFill>
                  <a:srgbClr val="C46345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25" name="Google Shape;3825;p72"/>
                <p:cNvSpPr/>
                <p:nvPr/>
              </p:nvSpPr>
              <p:spPr>
                <a:xfrm>
                  <a:off x="7417284" y="2586885"/>
                  <a:ext cx="37230" cy="6569"/>
                </a:xfrm>
                <a:custGeom>
                  <a:rect b="b" l="l" r="r" t="t"/>
                  <a:pathLst>
                    <a:path extrusionOk="0" h="316" w="1791">
                      <a:moveTo>
                        <a:pt x="1557" y="1"/>
                      </a:moveTo>
                      <a:cubicBezTo>
                        <a:pt x="1468" y="1"/>
                        <a:pt x="1379" y="15"/>
                        <a:pt x="1290" y="15"/>
                      </a:cubicBezTo>
                      <a:cubicBezTo>
                        <a:pt x="1157" y="49"/>
                        <a:pt x="1023" y="49"/>
                        <a:pt x="923" y="49"/>
                      </a:cubicBezTo>
                      <a:cubicBezTo>
                        <a:pt x="790" y="49"/>
                        <a:pt x="656" y="49"/>
                        <a:pt x="523" y="15"/>
                      </a:cubicBezTo>
                      <a:lnTo>
                        <a:pt x="123" y="15"/>
                      </a:lnTo>
                      <a:cubicBezTo>
                        <a:pt x="112" y="12"/>
                        <a:pt x="102" y="10"/>
                        <a:pt x="92" y="10"/>
                      </a:cubicBezTo>
                      <a:cubicBezTo>
                        <a:pt x="17" y="10"/>
                        <a:pt x="0" y="119"/>
                        <a:pt x="89" y="149"/>
                      </a:cubicBezTo>
                      <a:cubicBezTo>
                        <a:pt x="156" y="149"/>
                        <a:pt x="223" y="182"/>
                        <a:pt x="256" y="216"/>
                      </a:cubicBezTo>
                      <a:cubicBezTo>
                        <a:pt x="323" y="249"/>
                        <a:pt x="390" y="249"/>
                        <a:pt x="456" y="249"/>
                      </a:cubicBezTo>
                      <a:cubicBezTo>
                        <a:pt x="590" y="282"/>
                        <a:pt x="756" y="282"/>
                        <a:pt x="890" y="316"/>
                      </a:cubicBezTo>
                      <a:cubicBezTo>
                        <a:pt x="1023" y="316"/>
                        <a:pt x="1157" y="316"/>
                        <a:pt x="1290" y="282"/>
                      </a:cubicBezTo>
                      <a:cubicBezTo>
                        <a:pt x="1457" y="282"/>
                        <a:pt x="1590" y="282"/>
                        <a:pt x="1724" y="182"/>
                      </a:cubicBezTo>
                      <a:cubicBezTo>
                        <a:pt x="1791" y="149"/>
                        <a:pt x="1791" y="49"/>
                        <a:pt x="1690" y="15"/>
                      </a:cubicBezTo>
                      <a:cubicBezTo>
                        <a:pt x="1646" y="4"/>
                        <a:pt x="1602" y="1"/>
                        <a:pt x="1557" y="1"/>
                      </a:cubicBezTo>
                      <a:close/>
                    </a:path>
                  </a:pathLst>
                </a:custGeom>
                <a:solidFill>
                  <a:srgbClr val="C46345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26" name="Google Shape;3826;p72"/>
                <p:cNvSpPr/>
                <p:nvPr/>
              </p:nvSpPr>
              <p:spPr>
                <a:xfrm>
                  <a:off x="7411609" y="2607215"/>
                  <a:ext cx="123083" cy="64150"/>
                </a:xfrm>
                <a:custGeom>
                  <a:rect b="b" l="l" r="r" t="t"/>
                  <a:pathLst>
                    <a:path extrusionOk="0" h="3086" w="5921">
                      <a:moveTo>
                        <a:pt x="5775" y="1"/>
                      </a:moveTo>
                      <a:cubicBezTo>
                        <a:pt x="5733" y="1"/>
                        <a:pt x="5691" y="23"/>
                        <a:pt x="5666" y="72"/>
                      </a:cubicBezTo>
                      <a:cubicBezTo>
                        <a:pt x="5499" y="272"/>
                        <a:pt x="5399" y="539"/>
                        <a:pt x="5232" y="772"/>
                      </a:cubicBezTo>
                      <a:cubicBezTo>
                        <a:pt x="5099" y="1039"/>
                        <a:pt x="4932" y="1306"/>
                        <a:pt x="4765" y="1539"/>
                      </a:cubicBezTo>
                      <a:cubicBezTo>
                        <a:pt x="4399" y="1973"/>
                        <a:pt x="3965" y="2306"/>
                        <a:pt x="3465" y="2540"/>
                      </a:cubicBezTo>
                      <a:cubicBezTo>
                        <a:pt x="3046" y="2724"/>
                        <a:pt x="2619" y="2809"/>
                        <a:pt x="2196" y="2809"/>
                      </a:cubicBezTo>
                      <a:cubicBezTo>
                        <a:pt x="1472" y="2809"/>
                        <a:pt x="761" y="2561"/>
                        <a:pt x="129" y="2140"/>
                      </a:cubicBezTo>
                      <a:cubicBezTo>
                        <a:pt x="120" y="2135"/>
                        <a:pt x="110" y="2133"/>
                        <a:pt x="101" y="2133"/>
                      </a:cubicBezTo>
                      <a:cubicBezTo>
                        <a:pt x="45" y="2133"/>
                        <a:pt x="0" y="2211"/>
                        <a:pt x="29" y="2240"/>
                      </a:cubicBezTo>
                      <a:cubicBezTo>
                        <a:pt x="636" y="2803"/>
                        <a:pt x="1426" y="3085"/>
                        <a:pt x="2226" y="3085"/>
                      </a:cubicBezTo>
                      <a:cubicBezTo>
                        <a:pt x="2656" y="3085"/>
                        <a:pt x="3089" y="3004"/>
                        <a:pt x="3498" y="2840"/>
                      </a:cubicBezTo>
                      <a:cubicBezTo>
                        <a:pt x="4032" y="2640"/>
                        <a:pt x="4532" y="2273"/>
                        <a:pt x="4932" y="1806"/>
                      </a:cubicBezTo>
                      <a:cubicBezTo>
                        <a:pt x="5132" y="1573"/>
                        <a:pt x="5299" y="1306"/>
                        <a:pt x="5466" y="1006"/>
                      </a:cubicBezTo>
                      <a:cubicBezTo>
                        <a:pt x="5633" y="739"/>
                        <a:pt x="5800" y="472"/>
                        <a:pt x="5900" y="172"/>
                      </a:cubicBezTo>
                      <a:cubicBezTo>
                        <a:pt x="5921" y="66"/>
                        <a:pt x="5848" y="1"/>
                        <a:pt x="5775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27" name="Google Shape;3827;p72"/>
                <p:cNvSpPr/>
                <p:nvPr/>
              </p:nvSpPr>
              <p:spPr>
                <a:xfrm>
                  <a:off x="7607137" y="3126112"/>
                  <a:ext cx="16879" cy="18750"/>
                </a:xfrm>
                <a:custGeom>
                  <a:rect b="b" l="l" r="r" t="t"/>
                  <a:pathLst>
                    <a:path extrusionOk="0" h="902" w="812">
                      <a:moveTo>
                        <a:pt x="696" y="0"/>
                      </a:moveTo>
                      <a:cubicBezTo>
                        <a:pt x="672" y="0"/>
                        <a:pt x="649" y="9"/>
                        <a:pt x="630" y="27"/>
                      </a:cubicBezTo>
                      <a:lnTo>
                        <a:pt x="330" y="394"/>
                      </a:lnTo>
                      <a:cubicBezTo>
                        <a:pt x="263" y="461"/>
                        <a:pt x="230" y="528"/>
                        <a:pt x="163" y="561"/>
                      </a:cubicBezTo>
                      <a:cubicBezTo>
                        <a:pt x="130" y="594"/>
                        <a:pt x="96" y="661"/>
                        <a:pt x="96" y="694"/>
                      </a:cubicBezTo>
                      <a:cubicBezTo>
                        <a:pt x="63" y="728"/>
                        <a:pt x="29" y="761"/>
                        <a:pt x="29" y="795"/>
                      </a:cubicBezTo>
                      <a:cubicBezTo>
                        <a:pt x="1" y="823"/>
                        <a:pt x="46" y="901"/>
                        <a:pt x="102" y="901"/>
                      </a:cubicBezTo>
                      <a:cubicBezTo>
                        <a:pt x="111" y="901"/>
                        <a:pt x="120" y="899"/>
                        <a:pt x="130" y="895"/>
                      </a:cubicBezTo>
                      <a:cubicBezTo>
                        <a:pt x="163" y="861"/>
                        <a:pt x="196" y="828"/>
                        <a:pt x="230" y="795"/>
                      </a:cubicBezTo>
                      <a:cubicBezTo>
                        <a:pt x="263" y="795"/>
                        <a:pt x="263" y="761"/>
                        <a:pt x="296" y="728"/>
                      </a:cubicBezTo>
                      <a:cubicBezTo>
                        <a:pt x="363" y="661"/>
                        <a:pt x="396" y="594"/>
                        <a:pt x="463" y="528"/>
                      </a:cubicBezTo>
                      <a:cubicBezTo>
                        <a:pt x="563" y="394"/>
                        <a:pt x="663" y="261"/>
                        <a:pt x="763" y="127"/>
                      </a:cubicBezTo>
                      <a:cubicBezTo>
                        <a:pt x="811" y="55"/>
                        <a:pt x="756" y="0"/>
                        <a:pt x="696" y="0"/>
                      </a:cubicBezTo>
                      <a:close/>
                    </a:path>
                  </a:pathLst>
                </a:custGeom>
                <a:solidFill>
                  <a:srgbClr val="C46345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28" name="Google Shape;3828;p72"/>
                <p:cNvSpPr/>
                <p:nvPr/>
              </p:nvSpPr>
              <p:spPr>
                <a:xfrm>
                  <a:off x="7351866" y="3095472"/>
                  <a:ext cx="39559" cy="14572"/>
                </a:xfrm>
                <a:custGeom>
                  <a:rect b="b" l="l" r="r" t="t"/>
                  <a:pathLst>
                    <a:path extrusionOk="0" h="701" w="1903">
                      <a:moveTo>
                        <a:pt x="1802" y="0"/>
                      </a:moveTo>
                      <a:cubicBezTo>
                        <a:pt x="1502" y="34"/>
                        <a:pt x="1168" y="100"/>
                        <a:pt x="868" y="200"/>
                      </a:cubicBezTo>
                      <a:cubicBezTo>
                        <a:pt x="735" y="267"/>
                        <a:pt x="601" y="300"/>
                        <a:pt x="434" y="367"/>
                      </a:cubicBezTo>
                      <a:cubicBezTo>
                        <a:pt x="301" y="434"/>
                        <a:pt x="167" y="501"/>
                        <a:pt x="34" y="601"/>
                      </a:cubicBezTo>
                      <a:cubicBezTo>
                        <a:pt x="1" y="634"/>
                        <a:pt x="34" y="701"/>
                        <a:pt x="101" y="701"/>
                      </a:cubicBezTo>
                      <a:cubicBezTo>
                        <a:pt x="234" y="634"/>
                        <a:pt x="368" y="567"/>
                        <a:pt x="501" y="501"/>
                      </a:cubicBezTo>
                      <a:cubicBezTo>
                        <a:pt x="668" y="434"/>
                        <a:pt x="801" y="367"/>
                        <a:pt x="935" y="334"/>
                      </a:cubicBezTo>
                      <a:cubicBezTo>
                        <a:pt x="1235" y="200"/>
                        <a:pt x="1535" y="134"/>
                        <a:pt x="1835" y="100"/>
                      </a:cubicBezTo>
                      <a:cubicBezTo>
                        <a:pt x="1902" y="100"/>
                        <a:pt x="1869" y="0"/>
                        <a:pt x="1802" y="0"/>
                      </a:cubicBezTo>
                      <a:close/>
                    </a:path>
                  </a:pathLst>
                </a:custGeom>
                <a:solidFill>
                  <a:srgbClr val="C46345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29" name="Google Shape;3829;p72"/>
                <p:cNvSpPr/>
                <p:nvPr/>
              </p:nvSpPr>
              <p:spPr>
                <a:xfrm>
                  <a:off x="7036374" y="4116595"/>
                  <a:ext cx="43009" cy="37043"/>
                </a:xfrm>
                <a:custGeom>
                  <a:rect b="b" l="l" r="r" t="t"/>
                  <a:pathLst>
                    <a:path extrusionOk="0" h="1782" w="2069">
                      <a:moveTo>
                        <a:pt x="147" y="0"/>
                      </a:moveTo>
                      <a:cubicBezTo>
                        <a:pt x="100" y="0"/>
                        <a:pt x="58" y="31"/>
                        <a:pt x="34" y="80"/>
                      </a:cubicBezTo>
                      <a:cubicBezTo>
                        <a:pt x="0" y="147"/>
                        <a:pt x="34" y="214"/>
                        <a:pt x="100" y="247"/>
                      </a:cubicBezTo>
                      <a:cubicBezTo>
                        <a:pt x="267" y="380"/>
                        <a:pt x="434" y="547"/>
                        <a:pt x="601" y="714"/>
                      </a:cubicBezTo>
                      <a:cubicBezTo>
                        <a:pt x="767" y="847"/>
                        <a:pt x="867" y="1014"/>
                        <a:pt x="1001" y="1214"/>
                      </a:cubicBezTo>
                      <a:cubicBezTo>
                        <a:pt x="1034" y="1281"/>
                        <a:pt x="1034" y="1314"/>
                        <a:pt x="1068" y="1348"/>
                      </a:cubicBezTo>
                      <a:cubicBezTo>
                        <a:pt x="1068" y="1381"/>
                        <a:pt x="1101" y="1414"/>
                        <a:pt x="1101" y="1448"/>
                      </a:cubicBezTo>
                      <a:cubicBezTo>
                        <a:pt x="1101" y="1448"/>
                        <a:pt x="1134" y="1481"/>
                        <a:pt x="1134" y="1481"/>
                      </a:cubicBezTo>
                      <a:cubicBezTo>
                        <a:pt x="1168" y="1581"/>
                        <a:pt x="1201" y="1681"/>
                        <a:pt x="1268" y="1715"/>
                      </a:cubicBezTo>
                      <a:cubicBezTo>
                        <a:pt x="1368" y="1781"/>
                        <a:pt x="1501" y="1781"/>
                        <a:pt x="1568" y="1781"/>
                      </a:cubicBezTo>
                      <a:cubicBezTo>
                        <a:pt x="1868" y="1715"/>
                        <a:pt x="2068" y="1448"/>
                        <a:pt x="2002" y="1148"/>
                      </a:cubicBezTo>
                      <a:lnTo>
                        <a:pt x="1968" y="1148"/>
                      </a:lnTo>
                      <a:cubicBezTo>
                        <a:pt x="1950" y="1073"/>
                        <a:pt x="1878" y="1029"/>
                        <a:pt x="1807" y="1029"/>
                      </a:cubicBezTo>
                      <a:cubicBezTo>
                        <a:pt x="1752" y="1029"/>
                        <a:pt x="1697" y="1056"/>
                        <a:pt x="1668" y="1114"/>
                      </a:cubicBezTo>
                      <a:cubicBezTo>
                        <a:pt x="1668" y="1114"/>
                        <a:pt x="1635" y="1148"/>
                        <a:pt x="1635" y="1148"/>
                      </a:cubicBezTo>
                      <a:cubicBezTo>
                        <a:pt x="1601" y="1181"/>
                        <a:pt x="1601" y="1181"/>
                        <a:pt x="1601" y="1181"/>
                      </a:cubicBezTo>
                      <a:cubicBezTo>
                        <a:pt x="1601" y="1181"/>
                        <a:pt x="1568" y="1181"/>
                        <a:pt x="1568" y="1214"/>
                      </a:cubicBezTo>
                      <a:cubicBezTo>
                        <a:pt x="1234" y="681"/>
                        <a:pt x="767" y="214"/>
                        <a:pt x="200" y="13"/>
                      </a:cubicBezTo>
                      <a:cubicBezTo>
                        <a:pt x="182" y="5"/>
                        <a:pt x="165" y="0"/>
                        <a:pt x="147" y="0"/>
                      </a:cubicBezTo>
                      <a:close/>
                    </a:path>
                  </a:pathLst>
                </a:custGeom>
                <a:solidFill>
                  <a:srgbClr val="73CABE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0" name="Google Shape;3830;p72"/>
                <p:cNvSpPr/>
                <p:nvPr/>
              </p:nvSpPr>
              <p:spPr>
                <a:xfrm>
                  <a:off x="7073625" y="4106430"/>
                  <a:ext cx="34881" cy="38249"/>
                </a:xfrm>
                <a:custGeom>
                  <a:rect b="b" l="l" r="r" t="t"/>
                  <a:pathLst>
                    <a:path extrusionOk="0" h="1840" w="1678">
                      <a:moveTo>
                        <a:pt x="208" y="1"/>
                      </a:moveTo>
                      <a:cubicBezTo>
                        <a:pt x="98" y="1"/>
                        <a:pt x="0" y="109"/>
                        <a:pt x="76" y="236"/>
                      </a:cubicBezTo>
                      <a:cubicBezTo>
                        <a:pt x="243" y="502"/>
                        <a:pt x="410" y="769"/>
                        <a:pt x="577" y="1003"/>
                      </a:cubicBezTo>
                      <a:cubicBezTo>
                        <a:pt x="777" y="1270"/>
                        <a:pt x="943" y="1537"/>
                        <a:pt x="1210" y="1770"/>
                      </a:cubicBezTo>
                      <a:cubicBezTo>
                        <a:pt x="1272" y="1811"/>
                        <a:pt x="1347" y="1840"/>
                        <a:pt x="1418" y="1840"/>
                      </a:cubicBezTo>
                      <a:cubicBezTo>
                        <a:pt x="1463" y="1840"/>
                        <a:pt x="1506" y="1829"/>
                        <a:pt x="1544" y="1803"/>
                      </a:cubicBezTo>
                      <a:cubicBezTo>
                        <a:pt x="1644" y="1703"/>
                        <a:pt x="1677" y="1570"/>
                        <a:pt x="1611" y="1436"/>
                      </a:cubicBezTo>
                      <a:cubicBezTo>
                        <a:pt x="1444" y="1170"/>
                        <a:pt x="1210" y="936"/>
                        <a:pt x="977" y="703"/>
                      </a:cubicBezTo>
                      <a:cubicBezTo>
                        <a:pt x="777" y="469"/>
                        <a:pt x="543" y="269"/>
                        <a:pt x="310" y="35"/>
                      </a:cubicBezTo>
                      <a:cubicBezTo>
                        <a:pt x="278" y="12"/>
                        <a:pt x="242" y="1"/>
                        <a:pt x="208" y="1"/>
                      </a:cubicBezTo>
                      <a:close/>
                    </a:path>
                  </a:pathLst>
                </a:custGeom>
                <a:solidFill>
                  <a:srgbClr val="73CABE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1" name="Google Shape;3831;p72"/>
                <p:cNvSpPr/>
                <p:nvPr/>
              </p:nvSpPr>
              <p:spPr>
                <a:xfrm>
                  <a:off x="7228700" y="4110941"/>
                  <a:ext cx="26816" cy="20226"/>
                </a:xfrm>
                <a:custGeom>
                  <a:rect b="b" l="l" r="r" t="t"/>
                  <a:pathLst>
                    <a:path extrusionOk="0" h="973" w="1290">
                      <a:moveTo>
                        <a:pt x="114" y="0"/>
                      </a:moveTo>
                      <a:cubicBezTo>
                        <a:pt x="56" y="0"/>
                        <a:pt x="1" y="98"/>
                        <a:pt x="55" y="152"/>
                      </a:cubicBezTo>
                      <a:lnTo>
                        <a:pt x="88" y="185"/>
                      </a:lnTo>
                      <a:cubicBezTo>
                        <a:pt x="88" y="185"/>
                        <a:pt x="122" y="219"/>
                        <a:pt x="122" y="252"/>
                      </a:cubicBezTo>
                      <a:cubicBezTo>
                        <a:pt x="155" y="252"/>
                        <a:pt x="155" y="285"/>
                        <a:pt x="155" y="285"/>
                      </a:cubicBezTo>
                      <a:cubicBezTo>
                        <a:pt x="188" y="319"/>
                        <a:pt x="222" y="386"/>
                        <a:pt x="255" y="386"/>
                      </a:cubicBezTo>
                      <a:cubicBezTo>
                        <a:pt x="255" y="419"/>
                        <a:pt x="288" y="419"/>
                        <a:pt x="288" y="452"/>
                      </a:cubicBezTo>
                      <a:cubicBezTo>
                        <a:pt x="322" y="452"/>
                        <a:pt x="322" y="486"/>
                        <a:pt x="355" y="486"/>
                      </a:cubicBezTo>
                      <a:lnTo>
                        <a:pt x="422" y="586"/>
                      </a:lnTo>
                      <a:cubicBezTo>
                        <a:pt x="488" y="652"/>
                        <a:pt x="555" y="719"/>
                        <a:pt x="622" y="786"/>
                      </a:cubicBezTo>
                      <a:cubicBezTo>
                        <a:pt x="655" y="819"/>
                        <a:pt x="722" y="853"/>
                        <a:pt x="755" y="886"/>
                      </a:cubicBezTo>
                      <a:cubicBezTo>
                        <a:pt x="789" y="919"/>
                        <a:pt x="855" y="919"/>
                        <a:pt x="889" y="953"/>
                      </a:cubicBezTo>
                      <a:cubicBezTo>
                        <a:pt x="925" y="965"/>
                        <a:pt x="967" y="973"/>
                        <a:pt x="1007" y="973"/>
                      </a:cubicBezTo>
                      <a:cubicBezTo>
                        <a:pt x="1078" y="973"/>
                        <a:pt x="1147" y="949"/>
                        <a:pt x="1189" y="886"/>
                      </a:cubicBezTo>
                      <a:cubicBezTo>
                        <a:pt x="1289" y="786"/>
                        <a:pt x="1256" y="652"/>
                        <a:pt x="1189" y="586"/>
                      </a:cubicBezTo>
                      <a:cubicBezTo>
                        <a:pt x="1122" y="486"/>
                        <a:pt x="1056" y="419"/>
                        <a:pt x="955" y="386"/>
                      </a:cubicBezTo>
                      <a:cubicBezTo>
                        <a:pt x="855" y="319"/>
                        <a:pt x="789" y="285"/>
                        <a:pt x="722" y="252"/>
                      </a:cubicBezTo>
                      <a:cubicBezTo>
                        <a:pt x="655" y="219"/>
                        <a:pt x="622" y="219"/>
                        <a:pt x="589" y="185"/>
                      </a:cubicBezTo>
                      <a:cubicBezTo>
                        <a:pt x="555" y="185"/>
                        <a:pt x="555" y="152"/>
                        <a:pt x="522" y="152"/>
                      </a:cubicBezTo>
                      <a:lnTo>
                        <a:pt x="455" y="119"/>
                      </a:lnTo>
                      <a:cubicBezTo>
                        <a:pt x="422" y="119"/>
                        <a:pt x="388" y="85"/>
                        <a:pt x="322" y="52"/>
                      </a:cubicBezTo>
                      <a:lnTo>
                        <a:pt x="222" y="52"/>
                      </a:lnTo>
                      <a:lnTo>
                        <a:pt x="155" y="19"/>
                      </a:lnTo>
                      <a:cubicBezTo>
                        <a:pt x="142" y="6"/>
                        <a:pt x="128" y="0"/>
                        <a:pt x="114" y="0"/>
                      </a:cubicBezTo>
                      <a:close/>
                    </a:path>
                  </a:pathLst>
                </a:custGeom>
                <a:solidFill>
                  <a:srgbClr val="73CABE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2" name="Google Shape;3832;p72"/>
                <p:cNvSpPr/>
                <p:nvPr/>
              </p:nvSpPr>
              <p:spPr>
                <a:xfrm>
                  <a:off x="7251712" y="4079968"/>
                  <a:ext cx="32927" cy="21286"/>
                </a:xfrm>
                <a:custGeom>
                  <a:rect b="b" l="l" r="r" t="t"/>
                  <a:pathLst>
                    <a:path extrusionOk="0" h="1024" w="1584">
                      <a:moveTo>
                        <a:pt x="181" y="0"/>
                      </a:moveTo>
                      <a:cubicBezTo>
                        <a:pt x="90" y="0"/>
                        <a:pt x="1" y="79"/>
                        <a:pt x="49" y="174"/>
                      </a:cubicBezTo>
                      <a:cubicBezTo>
                        <a:pt x="82" y="308"/>
                        <a:pt x="149" y="441"/>
                        <a:pt x="249" y="541"/>
                      </a:cubicBezTo>
                      <a:cubicBezTo>
                        <a:pt x="249" y="541"/>
                        <a:pt x="249" y="575"/>
                        <a:pt x="249" y="575"/>
                      </a:cubicBezTo>
                      <a:cubicBezTo>
                        <a:pt x="249" y="608"/>
                        <a:pt x="282" y="608"/>
                        <a:pt x="282" y="641"/>
                      </a:cubicBezTo>
                      <a:cubicBezTo>
                        <a:pt x="315" y="641"/>
                        <a:pt x="349" y="675"/>
                        <a:pt x="349" y="675"/>
                      </a:cubicBezTo>
                      <a:cubicBezTo>
                        <a:pt x="416" y="741"/>
                        <a:pt x="482" y="775"/>
                        <a:pt x="549" y="841"/>
                      </a:cubicBezTo>
                      <a:cubicBezTo>
                        <a:pt x="649" y="908"/>
                        <a:pt x="782" y="975"/>
                        <a:pt x="916" y="1008"/>
                      </a:cubicBezTo>
                      <a:cubicBezTo>
                        <a:pt x="983" y="1008"/>
                        <a:pt x="1064" y="1023"/>
                        <a:pt x="1131" y="1023"/>
                      </a:cubicBezTo>
                      <a:cubicBezTo>
                        <a:pt x="1164" y="1023"/>
                        <a:pt x="1194" y="1019"/>
                        <a:pt x="1216" y="1008"/>
                      </a:cubicBezTo>
                      <a:lnTo>
                        <a:pt x="1316" y="1008"/>
                      </a:lnTo>
                      <a:cubicBezTo>
                        <a:pt x="1350" y="975"/>
                        <a:pt x="1416" y="975"/>
                        <a:pt x="1450" y="942"/>
                      </a:cubicBezTo>
                      <a:cubicBezTo>
                        <a:pt x="1516" y="908"/>
                        <a:pt x="1583" y="808"/>
                        <a:pt x="1550" y="708"/>
                      </a:cubicBezTo>
                      <a:cubicBezTo>
                        <a:pt x="1550" y="608"/>
                        <a:pt x="1483" y="541"/>
                        <a:pt x="1383" y="508"/>
                      </a:cubicBezTo>
                      <a:cubicBezTo>
                        <a:pt x="1350" y="508"/>
                        <a:pt x="1350" y="508"/>
                        <a:pt x="1316" y="475"/>
                      </a:cubicBezTo>
                      <a:lnTo>
                        <a:pt x="1249" y="475"/>
                      </a:lnTo>
                      <a:cubicBezTo>
                        <a:pt x="1216" y="441"/>
                        <a:pt x="1149" y="441"/>
                        <a:pt x="1083" y="441"/>
                      </a:cubicBezTo>
                      <a:cubicBezTo>
                        <a:pt x="983" y="408"/>
                        <a:pt x="849" y="374"/>
                        <a:pt x="749" y="341"/>
                      </a:cubicBezTo>
                      <a:cubicBezTo>
                        <a:pt x="716" y="341"/>
                        <a:pt x="716" y="308"/>
                        <a:pt x="682" y="308"/>
                      </a:cubicBezTo>
                      <a:lnTo>
                        <a:pt x="649" y="308"/>
                      </a:lnTo>
                      <a:cubicBezTo>
                        <a:pt x="649" y="308"/>
                        <a:pt x="616" y="274"/>
                        <a:pt x="582" y="274"/>
                      </a:cubicBezTo>
                      <a:cubicBezTo>
                        <a:pt x="582" y="241"/>
                        <a:pt x="549" y="241"/>
                        <a:pt x="516" y="241"/>
                      </a:cubicBezTo>
                      <a:cubicBezTo>
                        <a:pt x="482" y="208"/>
                        <a:pt x="416" y="174"/>
                        <a:pt x="382" y="141"/>
                      </a:cubicBezTo>
                      <a:cubicBezTo>
                        <a:pt x="382" y="141"/>
                        <a:pt x="349" y="108"/>
                        <a:pt x="349" y="108"/>
                      </a:cubicBezTo>
                      <a:cubicBezTo>
                        <a:pt x="315" y="74"/>
                        <a:pt x="315" y="74"/>
                        <a:pt x="282" y="41"/>
                      </a:cubicBezTo>
                      <a:cubicBezTo>
                        <a:pt x="254" y="13"/>
                        <a:pt x="217" y="0"/>
                        <a:pt x="181" y="0"/>
                      </a:cubicBezTo>
                      <a:close/>
                    </a:path>
                  </a:pathLst>
                </a:custGeom>
                <a:solidFill>
                  <a:srgbClr val="73CABE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3" name="Google Shape;3833;p72"/>
                <p:cNvSpPr/>
                <p:nvPr/>
              </p:nvSpPr>
              <p:spPr>
                <a:xfrm>
                  <a:off x="7395686" y="2537265"/>
                  <a:ext cx="34570" cy="11121"/>
                </a:xfrm>
                <a:custGeom>
                  <a:rect b="b" l="l" r="r" t="t"/>
                  <a:pathLst>
                    <a:path extrusionOk="0" h="535" w="1663">
                      <a:moveTo>
                        <a:pt x="1495" y="1"/>
                      </a:moveTo>
                      <a:cubicBezTo>
                        <a:pt x="1362" y="34"/>
                        <a:pt x="1262" y="67"/>
                        <a:pt x="1162" y="134"/>
                      </a:cubicBezTo>
                      <a:cubicBezTo>
                        <a:pt x="1028" y="168"/>
                        <a:pt x="928" y="168"/>
                        <a:pt x="828" y="201"/>
                      </a:cubicBezTo>
                      <a:cubicBezTo>
                        <a:pt x="561" y="201"/>
                        <a:pt x="361" y="101"/>
                        <a:pt x="128" y="67"/>
                      </a:cubicBezTo>
                      <a:cubicBezTo>
                        <a:pt x="116" y="62"/>
                        <a:pt x="104" y="59"/>
                        <a:pt x="93" y="59"/>
                      </a:cubicBezTo>
                      <a:cubicBezTo>
                        <a:pt x="40" y="59"/>
                        <a:pt x="0" y="119"/>
                        <a:pt x="28" y="201"/>
                      </a:cubicBezTo>
                      <a:cubicBezTo>
                        <a:pt x="194" y="468"/>
                        <a:pt x="528" y="534"/>
                        <a:pt x="828" y="534"/>
                      </a:cubicBezTo>
                      <a:cubicBezTo>
                        <a:pt x="962" y="534"/>
                        <a:pt x="1128" y="501"/>
                        <a:pt x="1262" y="468"/>
                      </a:cubicBezTo>
                      <a:cubicBezTo>
                        <a:pt x="1328" y="434"/>
                        <a:pt x="1395" y="401"/>
                        <a:pt x="1462" y="368"/>
                      </a:cubicBezTo>
                      <a:cubicBezTo>
                        <a:pt x="1562" y="301"/>
                        <a:pt x="1595" y="234"/>
                        <a:pt x="1629" y="168"/>
                      </a:cubicBezTo>
                      <a:cubicBezTo>
                        <a:pt x="1662" y="67"/>
                        <a:pt x="1562" y="1"/>
                        <a:pt x="1495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4" name="Google Shape;3834;p72"/>
                <p:cNvSpPr/>
                <p:nvPr/>
              </p:nvSpPr>
              <p:spPr>
                <a:xfrm>
                  <a:off x="7057162" y="3166897"/>
                  <a:ext cx="379330" cy="13179"/>
                </a:xfrm>
                <a:custGeom>
                  <a:rect b="b" l="l" r="r" t="t"/>
                  <a:pathLst>
                    <a:path extrusionOk="0" h="634" w="18248">
                      <a:moveTo>
                        <a:pt x="1" y="0"/>
                      </a:moveTo>
                      <a:lnTo>
                        <a:pt x="1" y="634"/>
                      </a:lnTo>
                      <a:lnTo>
                        <a:pt x="18247" y="634"/>
                      </a:lnTo>
                      <a:cubicBezTo>
                        <a:pt x="18247" y="267"/>
                        <a:pt x="17947" y="0"/>
                        <a:pt x="17613" y="0"/>
                      </a:cubicBezTo>
                      <a:close/>
                    </a:path>
                  </a:pathLst>
                </a:custGeom>
                <a:solidFill>
                  <a:srgbClr val="D6D6D6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5" name="Google Shape;3835;p72"/>
                <p:cNvSpPr/>
                <p:nvPr/>
              </p:nvSpPr>
              <p:spPr>
                <a:xfrm>
                  <a:off x="6923332" y="2954699"/>
                  <a:ext cx="447285" cy="212220"/>
                </a:xfrm>
                <a:custGeom>
                  <a:rect b="b" l="l" r="r" t="t"/>
                  <a:pathLst>
                    <a:path extrusionOk="0" h="10209" w="21517">
                      <a:moveTo>
                        <a:pt x="1002" y="1"/>
                      </a:moveTo>
                      <a:cubicBezTo>
                        <a:pt x="435" y="1"/>
                        <a:pt x="1" y="534"/>
                        <a:pt x="201" y="1035"/>
                      </a:cubicBezTo>
                      <a:lnTo>
                        <a:pt x="3270" y="10208"/>
                      </a:lnTo>
                      <a:lnTo>
                        <a:pt x="21516" y="10208"/>
                      </a:lnTo>
                      <a:lnTo>
                        <a:pt x="18281" y="568"/>
                      </a:lnTo>
                      <a:cubicBezTo>
                        <a:pt x="18147" y="234"/>
                        <a:pt x="17847" y="1"/>
                        <a:pt x="1744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6" name="Google Shape;3836;p72"/>
                <p:cNvSpPr/>
                <p:nvPr/>
              </p:nvSpPr>
              <p:spPr>
                <a:xfrm>
                  <a:off x="6991993" y="3166897"/>
                  <a:ext cx="380702" cy="13179"/>
                </a:xfrm>
                <a:custGeom>
                  <a:rect b="b" l="l" r="r" t="t"/>
                  <a:pathLst>
                    <a:path extrusionOk="0" h="634" w="18314">
                      <a:moveTo>
                        <a:pt x="0" y="0"/>
                      </a:moveTo>
                      <a:lnTo>
                        <a:pt x="0" y="634"/>
                      </a:lnTo>
                      <a:lnTo>
                        <a:pt x="18313" y="634"/>
                      </a:lnTo>
                      <a:lnTo>
                        <a:pt x="18313" y="0"/>
                      </a:lnTo>
                      <a:close/>
                    </a:path>
                  </a:pathLst>
                </a:custGeom>
                <a:solidFill>
                  <a:srgbClr val="D6D6D6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7" name="Google Shape;3837;p72"/>
                <p:cNvSpPr/>
                <p:nvPr/>
              </p:nvSpPr>
              <p:spPr>
                <a:xfrm>
                  <a:off x="7125823" y="3039948"/>
                  <a:ext cx="35380" cy="30641"/>
                </a:xfrm>
                <a:custGeom>
                  <a:rect b="b" l="l" r="r" t="t"/>
                  <a:pathLst>
                    <a:path extrusionOk="0" h="1474" w="1702">
                      <a:moveTo>
                        <a:pt x="860" y="1"/>
                      </a:moveTo>
                      <a:cubicBezTo>
                        <a:pt x="840" y="1"/>
                        <a:pt x="821" y="1"/>
                        <a:pt x="801" y="3"/>
                      </a:cubicBezTo>
                      <a:lnTo>
                        <a:pt x="667" y="3"/>
                      </a:lnTo>
                      <a:cubicBezTo>
                        <a:pt x="267" y="103"/>
                        <a:pt x="0" y="503"/>
                        <a:pt x="67" y="870"/>
                      </a:cubicBezTo>
                      <a:lnTo>
                        <a:pt x="67" y="903"/>
                      </a:lnTo>
                      <a:cubicBezTo>
                        <a:pt x="129" y="1247"/>
                        <a:pt x="484" y="1474"/>
                        <a:pt x="858" y="1474"/>
                      </a:cubicBezTo>
                      <a:cubicBezTo>
                        <a:pt x="883" y="1474"/>
                        <a:pt x="909" y="1473"/>
                        <a:pt x="934" y="1470"/>
                      </a:cubicBezTo>
                      <a:cubicBezTo>
                        <a:pt x="1335" y="1437"/>
                        <a:pt x="1701" y="1137"/>
                        <a:pt x="1668" y="737"/>
                      </a:cubicBezTo>
                      <a:cubicBezTo>
                        <a:pt x="1636" y="353"/>
                        <a:pt x="1298" y="1"/>
                        <a:pt x="860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8" name="Google Shape;3838;p72"/>
                <p:cNvSpPr/>
                <p:nvPr/>
              </p:nvSpPr>
              <p:spPr>
                <a:xfrm>
                  <a:off x="4493626" y="3196021"/>
                  <a:ext cx="133851" cy="1018629"/>
                </a:xfrm>
                <a:custGeom>
                  <a:rect b="b" l="l" r="r" t="t"/>
                  <a:pathLst>
                    <a:path extrusionOk="0" h="49002" w="6439">
                      <a:moveTo>
                        <a:pt x="5104" y="0"/>
                      </a:moveTo>
                      <a:lnTo>
                        <a:pt x="1" y="48868"/>
                      </a:lnTo>
                      <a:lnTo>
                        <a:pt x="1335" y="49002"/>
                      </a:lnTo>
                      <a:lnTo>
                        <a:pt x="6438" y="134"/>
                      </a:lnTo>
                      <a:lnTo>
                        <a:pt x="510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9" name="Google Shape;3839;p72"/>
                <p:cNvSpPr/>
                <p:nvPr/>
              </p:nvSpPr>
              <p:spPr>
                <a:xfrm>
                  <a:off x="7892736" y="3196021"/>
                  <a:ext cx="133851" cy="1018629"/>
                </a:xfrm>
                <a:custGeom>
                  <a:rect b="b" l="l" r="r" t="t"/>
                  <a:pathLst>
                    <a:path extrusionOk="0" h="49002" w="6439">
                      <a:moveTo>
                        <a:pt x="1335" y="0"/>
                      </a:moveTo>
                      <a:lnTo>
                        <a:pt x="0" y="134"/>
                      </a:lnTo>
                      <a:lnTo>
                        <a:pt x="5104" y="49002"/>
                      </a:lnTo>
                      <a:lnTo>
                        <a:pt x="6438" y="48868"/>
                      </a:lnTo>
                      <a:lnTo>
                        <a:pt x="133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0" name="Google Shape;3840;p72"/>
                <p:cNvSpPr/>
                <p:nvPr/>
              </p:nvSpPr>
              <p:spPr>
                <a:xfrm>
                  <a:off x="4429144" y="3180763"/>
                  <a:ext cx="3657062" cy="22887"/>
                </a:xfrm>
                <a:custGeom>
                  <a:rect b="b" l="l" r="r" t="t"/>
                  <a:pathLst>
                    <a:path extrusionOk="0" h="1101" w="175926">
                      <a:moveTo>
                        <a:pt x="567" y="0"/>
                      </a:moveTo>
                      <a:cubicBezTo>
                        <a:pt x="267" y="0"/>
                        <a:pt x="0" y="234"/>
                        <a:pt x="0" y="534"/>
                      </a:cubicBezTo>
                      <a:cubicBezTo>
                        <a:pt x="0" y="834"/>
                        <a:pt x="267" y="1101"/>
                        <a:pt x="567" y="1101"/>
                      </a:cubicBezTo>
                      <a:lnTo>
                        <a:pt x="175359" y="1101"/>
                      </a:lnTo>
                      <a:cubicBezTo>
                        <a:pt x="175659" y="1101"/>
                        <a:pt x="175926" y="834"/>
                        <a:pt x="175926" y="534"/>
                      </a:cubicBezTo>
                      <a:cubicBezTo>
                        <a:pt x="175926" y="234"/>
                        <a:pt x="175659" y="0"/>
                        <a:pt x="17535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1" name="Google Shape;3841;p72"/>
                <p:cNvSpPr/>
                <p:nvPr/>
              </p:nvSpPr>
              <p:spPr>
                <a:xfrm>
                  <a:off x="6076678" y="3052379"/>
                  <a:ext cx="85312" cy="109675"/>
                </a:xfrm>
                <a:custGeom>
                  <a:rect b="b" l="l" r="r" t="t"/>
                  <a:pathLst>
                    <a:path extrusionOk="0" h="5276" w="4104">
                      <a:moveTo>
                        <a:pt x="1436" y="0"/>
                      </a:moveTo>
                      <a:cubicBezTo>
                        <a:pt x="978" y="0"/>
                        <a:pt x="506" y="107"/>
                        <a:pt x="34" y="305"/>
                      </a:cubicBezTo>
                      <a:lnTo>
                        <a:pt x="334" y="1039"/>
                      </a:lnTo>
                      <a:cubicBezTo>
                        <a:pt x="713" y="862"/>
                        <a:pt x="1092" y="781"/>
                        <a:pt x="1442" y="781"/>
                      </a:cubicBezTo>
                      <a:cubicBezTo>
                        <a:pt x="1554" y="781"/>
                        <a:pt x="1664" y="790"/>
                        <a:pt x="1769" y="806"/>
                      </a:cubicBezTo>
                      <a:cubicBezTo>
                        <a:pt x="2269" y="906"/>
                        <a:pt x="2669" y="1139"/>
                        <a:pt x="2936" y="1473"/>
                      </a:cubicBezTo>
                      <a:cubicBezTo>
                        <a:pt x="3203" y="1873"/>
                        <a:pt x="3270" y="2440"/>
                        <a:pt x="3136" y="2941"/>
                      </a:cubicBezTo>
                      <a:cubicBezTo>
                        <a:pt x="2736" y="4175"/>
                        <a:pt x="1702" y="4442"/>
                        <a:pt x="1" y="4508"/>
                      </a:cubicBezTo>
                      <a:lnTo>
                        <a:pt x="34" y="5276"/>
                      </a:lnTo>
                      <a:cubicBezTo>
                        <a:pt x="1135" y="5242"/>
                        <a:pt x="3237" y="5209"/>
                        <a:pt x="3870" y="3207"/>
                      </a:cubicBezTo>
                      <a:cubicBezTo>
                        <a:pt x="4104" y="2440"/>
                        <a:pt x="4004" y="1640"/>
                        <a:pt x="3570" y="1039"/>
                      </a:cubicBezTo>
                      <a:cubicBezTo>
                        <a:pt x="3203" y="505"/>
                        <a:pt x="2603" y="139"/>
                        <a:pt x="1902" y="38"/>
                      </a:cubicBezTo>
                      <a:cubicBezTo>
                        <a:pt x="1749" y="13"/>
                        <a:pt x="1593" y="0"/>
                        <a:pt x="143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2" name="Google Shape;3842;p72"/>
                <p:cNvSpPr/>
                <p:nvPr/>
              </p:nvSpPr>
              <p:spPr>
                <a:xfrm>
                  <a:off x="5980993" y="3026810"/>
                  <a:ext cx="124143" cy="151894"/>
                </a:xfrm>
                <a:custGeom>
                  <a:rect b="b" l="l" r="r" t="t"/>
                  <a:pathLst>
                    <a:path extrusionOk="0" h="7307" w="5972">
                      <a:moveTo>
                        <a:pt x="1" y="1"/>
                      </a:moveTo>
                      <a:lnTo>
                        <a:pt x="267" y="7306"/>
                      </a:lnTo>
                      <a:lnTo>
                        <a:pt x="5705" y="7306"/>
                      </a:lnTo>
                      <a:lnTo>
                        <a:pt x="597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843" name="Google Shape;3843;p72"/>
              <p:cNvGrpSpPr/>
              <p:nvPr/>
            </p:nvGrpSpPr>
            <p:grpSpPr>
              <a:xfrm>
                <a:off x="5646401" y="4293402"/>
                <a:ext cx="284331" cy="95290"/>
                <a:chOff x="5646401" y="4293402"/>
                <a:chExt cx="284331" cy="95290"/>
              </a:xfrm>
            </p:grpSpPr>
            <p:sp>
              <p:nvSpPr>
                <p:cNvPr id="3844" name="Google Shape;3844;p72"/>
                <p:cNvSpPr/>
                <p:nvPr/>
              </p:nvSpPr>
              <p:spPr>
                <a:xfrm>
                  <a:off x="5646401" y="4293402"/>
                  <a:ext cx="284331" cy="95290"/>
                </a:xfrm>
                <a:custGeom>
                  <a:rect b="b" l="l" r="r" t="t"/>
                  <a:pathLst>
                    <a:path extrusionOk="0" h="4584" w="13678">
                      <a:moveTo>
                        <a:pt x="1911" y="1"/>
                      </a:moveTo>
                      <a:cubicBezTo>
                        <a:pt x="1272" y="1"/>
                        <a:pt x="635" y="8"/>
                        <a:pt x="1" y="30"/>
                      </a:cubicBezTo>
                      <a:cubicBezTo>
                        <a:pt x="1" y="797"/>
                        <a:pt x="101" y="1598"/>
                        <a:pt x="101" y="2365"/>
                      </a:cubicBezTo>
                      <a:cubicBezTo>
                        <a:pt x="134" y="2866"/>
                        <a:pt x="168" y="3433"/>
                        <a:pt x="468" y="3866"/>
                      </a:cubicBezTo>
                      <a:cubicBezTo>
                        <a:pt x="568" y="4033"/>
                        <a:pt x="701" y="4167"/>
                        <a:pt x="868" y="4267"/>
                      </a:cubicBezTo>
                      <a:cubicBezTo>
                        <a:pt x="2402" y="4300"/>
                        <a:pt x="3937" y="4400"/>
                        <a:pt x="5438" y="4467"/>
                      </a:cubicBezTo>
                      <a:cubicBezTo>
                        <a:pt x="6555" y="4533"/>
                        <a:pt x="7681" y="4583"/>
                        <a:pt x="8807" y="4583"/>
                      </a:cubicBezTo>
                      <a:cubicBezTo>
                        <a:pt x="9933" y="4583"/>
                        <a:pt x="11059" y="4533"/>
                        <a:pt x="12176" y="4400"/>
                      </a:cubicBezTo>
                      <a:cubicBezTo>
                        <a:pt x="12777" y="4333"/>
                        <a:pt x="13510" y="4133"/>
                        <a:pt x="13610" y="3533"/>
                      </a:cubicBezTo>
                      <a:cubicBezTo>
                        <a:pt x="13677" y="2932"/>
                        <a:pt x="13043" y="2532"/>
                        <a:pt x="12476" y="2332"/>
                      </a:cubicBezTo>
                      <a:cubicBezTo>
                        <a:pt x="11309" y="1865"/>
                        <a:pt x="10075" y="1531"/>
                        <a:pt x="8840" y="1331"/>
                      </a:cubicBezTo>
                      <a:cubicBezTo>
                        <a:pt x="7740" y="1131"/>
                        <a:pt x="6539" y="964"/>
                        <a:pt x="5805" y="97"/>
                      </a:cubicBezTo>
                      <a:cubicBezTo>
                        <a:pt x="5772" y="64"/>
                        <a:pt x="5738" y="30"/>
                        <a:pt x="5738" y="30"/>
                      </a:cubicBezTo>
                      <a:cubicBezTo>
                        <a:pt x="4471" y="30"/>
                        <a:pt x="3188" y="1"/>
                        <a:pt x="191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845" name="Google Shape;3845;p72"/>
                <p:cNvGrpSpPr/>
                <p:nvPr/>
              </p:nvGrpSpPr>
              <p:grpSpPr>
                <a:xfrm>
                  <a:off x="5774365" y="4298183"/>
                  <a:ext cx="74897" cy="46606"/>
                  <a:chOff x="5774365" y="4173033"/>
                  <a:chExt cx="74897" cy="46606"/>
                </a:xfrm>
              </p:grpSpPr>
              <p:sp>
                <p:nvSpPr>
                  <p:cNvPr id="3846" name="Google Shape;3846;p72"/>
                  <p:cNvSpPr/>
                  <p:nvPr/>
                </p:nvSpPr>
                <p:spPr>
                  <a:xfrm>
                    <a:off x="5774365" y="4173033"/>
                    <a:ext cx="18730" cy="35651"/>
                  </a:xfrm>
                  <a:custGeom>
                    <a:rect b="b" l="l" r="r" t="t"/>
                    <a:pathLst>
                      <a:path extrusionOk="0" h="1715" w="901">
                        <a:moveTo>
                          <a:pt x="767" y="0"/>
                        </a:moveTo>
                        <a:lnTo>
                          <a:pt x="767" y="34"/>
                        </a:lnTo>
                        <a:cubicBezTo>
                          <a:pt x="749" y="28"/>
                          <a:pt x="732" y="25"/>
                          <a:pt x="716" y="25"/>
                        </a:cubicBezTo>
                        <a:cubicBezTo>
                          <a:pt x="644" y="25"/>
                          <a:pt x="594" y="79"/>
                          <a:pt x="567" y="134"/>
                        </a:cubicBezTo>
                        <a:cubicBezTo>
                          <a:pt x="467" y="367"/>
                          <a:pt x="400" y="601"/>
                          <a:pt x="300" y="834"/>
                        </a:cubicBezTo>
                        <a:cubicBezTo>
                          <a:pt x="234" y="934"/>
                          <a:pt x="200" y="1068"/>
                          <a:pt x="134" y="1168"/>
                        </a:cubicBezTo>
                        <a:cubicBezTo>
                          <a:pt x="100" y="1301"/>
                          <a:pt x="0" y="1468"/>
                          <a:pt x="67" y="1602"/>
                        </a:cubicBezTo>
                        <a:cubicBezTo>
                          <a:pt x="117" y="1677"/>
                          <a:pt x="186" y="1714"/>
                          <a:pt x="245" y="1714"/>
                        </a:cubicBezTo>
                        <a:cubicBezTo>
                          <a:pt x="265" y="1714"/>
                          <a:pt x="284" y="1710"/>
                          <a:pt x="300" y="1702"/>
                        </a:cubicBezTo>
                        <a:cubicBezTo>
                          <a:pt x="367" y="1702"/>
                          <a:pt x="434" y="1668"/>
                          <a:pt x="467" y="1602"/>
                        </a:cubicBezTo>
                        <a:cubicBezTo>
                          <a:pt x="501" y="1568"/>
                          <a:pt x="501" y="1535"/>
                          <a:pt x="501" y="1501"/>
                        </a:cubicBezTo>
                        <a:cubicBezTo>
                          <a:pt x="534" y="1435"/>
                          <a:pt x="534" y="1368"/>
                          <a:pt x="567" y="1301"/>
                        </a:cubicBezTo>
                        <a:cubicBezTo>
                          <a:pt x="601" y="1201"/>
                          <a:pt x="634" y="1068"/>
                          <a:pt x="667" y="934"/>
                        </a:cubicBezTo>
                        <a:cubicBezTo>
                          <a:pt x="734" y="701"/>
                          <a:pt x="801" y="467"/>
                          <a:pt x="867" y="234"/>
                        </a:cubicBezTo>
                        <a:cubicBezTo>
                          <a:pt x="901" y="134"/>
                          <a:pt x="834" y="34"/>
                          <a:pt x="767" y="0"/>
                        </a:cubicBezTo>
                        <a:close/>
                      </a:path>
                    </a:pathLst>
                  </a:custGeom>
                  <a:solidFill>
                    <a:srgbClr val="73CABE"/>
                  </a:solidFill>
                  <a:ln>
                    <a:noFill/>
                  </a:ln>
                </p:spPr>
                <p:txBody>
                  <a:bodyPr anchorCtr="0" anchor="ctr" bIns="81775" lIns="81775" spcFirstLastPara="1" rIns="81775" wrap="square" tIns="8177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52"/>
                      <a:buFont typeface="Arial"/>
                      <a:buNone/>
                    </a:pPr>
                    <a:r>
                      <a:t/>
                    </a:r>
                    <a:endParaRPr b="0" i="0" sz="1252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47" name="Google Shape;3847;p72"/>
                  <p:cNvSpPr/>
                  <p:nvPr/>
                </p:nvSpPr>
                <p:spPr>
                  <a:xfrm>
                    <a:off x="5804860" y="4184362"/>
                    <a:ext cx="14593" cy="24571"/>
                  </a:xfrm>
                  <a:custGeom>
                    <a:rect b="b" l="l" r="r" t="t"/>
                    <a:pathLst>
                      <a:path extrusionOk="0" h="1182" w="702">
                        <a:moveTo>
                          <a:pt x="574" y="1"/>
                        </a:moveTo>
                        <a:cubicBezTo>
                          <a:pt x="562" y="1"/>
                          <a:pt x="548" y="9"/>
                          <a:pt x="535" y="22"/>
                        </a:cubicBezTo>
                        <a:lnTo>
                          <a:pt x="501" y="22"/>
                        </a:lnTo>
                        <a:cubicBezTo>
                          <a:pt x="435" y="56"/>
                          <a:pt x="368" y="123"/>
                          <a:pt x="334" y="189"/>
                        </a:cubicBezTo>
                        <a:cubicBezTo>
                          <a:pt x="301" y="256"/>
                          <a:pt x="268" y="356"/>
                          <a:pt x="234" y="423"/>
                        </a:cubicBezTo>
                        <a:cubicBezTo>
                          <a:pt x="201" y="489"/>
                          <a:pt x="168" y="556"/>
                          <a:pt x="134" y="623"/>
                        </a:cubicBezTo>
                        <a:cubicBezTo>
                          <a:pt x="68" y="723"/>
                          <a:pt x="1" y="856"/>
                          <a:pt x="34" y="990"/>
                        </a:cubicBezTo>
                        <a:cubicBezTo>
                          <a:pt x="68" y="1057"/>
                          <a:pt x="101" y="1123"/>
                          <a:pt x="168" y="1157"/>
                        </a:cubicBezTo>
                        <a:cubicBezTo>
                          <a:pt x="218" y="1173"/>
                          <a:pt x="259" y="1182"/>
                          <a:pt x="297" y="1182"/>
                        </a:cubicBezTo>
                        <a:cubicBezTo>
                          <a:pt x="334" y="1182"/>
                          <a:pt x="368" y="1173"/>
                          <a:pt x="401" y="1157"/>
                        </a:cubicBezTo>
                        <a:cubicBezTo>
                          <a:pt x="535" y="1090"/>
                          <a:pt x="568" y="923"/>
                          <a:pt x="601" y="823"/>
                        </a:cubicBezTo>
                        <a:cubicBezTo>
                          <a:pt x="601" y="723"/>
                          <a:pt x="635" y="656"/>
                          <a:pt x="635" y="556"/>
                        </a:cubicBezTo>
                        <a:cubicBezTo>
                          <a:pt x="668" y="489"/>
                          <a:pt x="668" y="389"/>
                          <a:pt x="668" y="289"/>
                        </a:cubicBezTo>
                        <a:cubicBezTo>
                          <a:pt x="701" y="223"/>
                          <a:pt x="668" y="123"/>
                          <a:pt x="601" y="56"/>
                        </a:cubicBezTo>
                        <a:cubicBezTo>
                          <a:pt x="601" y="17"/>
                          <a:pt x="590" y="1"/>
                          <a:pt x="574" y="1"/>
                        </a:cubicBezTo>
                        <a:close/>
                      </a:path>
                    </a:pathLst>
                  </a:custGeom>
                  <a:solidFill>
                    <a:srgbClr val="73CABE"/>
                  </a:solidFill>
                  <a:ln>
                    <a:noFill/>
                  </a:ln>
                </p:spPr>
                <p:txBody>
                  <a:bodyPr anchorCtr="0" anchor="ctr" bIns="81775" lIns="81775" spcFirstLastPara="1" rIns="81775" wrap="square" tIns="8177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52"/>
                      <a:buFont typeface="Arial"/>
                      <a:buNone/>
                    </a:pPr>
                    <a:r>
                      <a:t/>
                    </a:r>
                    <a:endParaRPr b="0" i="0" sz="1252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48" name="Google Shape;3848;p72"/>
                  <p:cNvSpPr/>
                  <p:nvPr/>
                </p:nvSpPr>
                <p:spPr>
                  <a:xfrm>
                    <a:off x="5834690" y="4192449"/>
                    <a:ext cx="14572" cy="27190"/>
                  </a:xfrm>
                  <a:custGeom>
                    <a:rect b="b" l="l" r="r" t="t"/>
                    <a:pathLst>
                      <a:path extrusionOk="0" h="1308" w="701">
                        <a:moveTo>
                          <a:pt x="534" y="0"/>
                        </a:moveTo>
                        <a:cubicBezTo>
                          <a:pt x="434" y="0"/>
                          <a:pt x="334" y="100"/>
                          <a:pt x="300" y="201"/>
                        </a:cubicBezTo>
                        <a:cubicBezTo>
                          <a:pt x="267" y="267"/>
                          <a:pt x="234" y="334"/>
                          <a:pt x="200" y="401"/>
                        </a:cubicBezTo>
                        <a:cubicBezTo>
                          <a:pt x="167" y="501"/>
                          <a:pt x="134" y="601"/>
                          <a:pt x="100" y="701"/>
                        </a:cubicBezTo>
                        <a:cubicBezTo>
                          <a:pt x="67" y="768"/>
                          <a:pt x="34" y="834"/>
                          <a:pt x="0" y="934"/>
                        </a:cubicBezTo>
                        <a:cubicBezTo>
                          <a:pt x="0" y="1001"/>
                          <a:pt x="0" y="1101"/>
                          <a:pt x="34" y="1168"/>
                        </a:cubicBezTo>
                        <a:cubicBezTo>
                          <a:pt x="67" y="1235"/>
                          <a:pt x="167" y="1268"/>
                          <a:pt x="234" y="1301"/>
                        </a:cubicBezTo>
                        <a:cubicBezTo>
                          <a:pt x="256" y="1306"/>
                          <a:pt x="277" y="1308"/>
                          <a:pt x="298" y="1308"/>
                        </a:cubicBezTo>
                        <a:cubicBezTo>
                          <a:pt x="434" y="1308"/>
                          <a:pt x="538" y="1217"/>
                          <a:pt x="567" y="1101"/>
                        </a:cubicBezTo>
                        <a:cubicBezTo>
                          <a:pt x="601" y="1001"/>
                          <a:pt x="634" y="901"/>
                          <a:pt x="634" y="834"/>
                        </a:cubicBezTo>
                        <a:cubicBezTo>
                          <a:pt x="634" y="734"/>
                          <a:pt x="667" y="634"/>
                          <a:pt x="667" y="534"/>
                        </a:cubicBezTo>
                        <a:cubicBezTo>
                          <a:pt x="667" y="434"/>
                          <a:pt x="701" y="367"/>
                          <a:pt x="701" y="267"/>
                        </a:cubicBezTo>
                        <a:cubicBezTo>
                          <a:pt x="701" y="167"/>
                          <a:pt x="667" y="0"/>
                          <a:pt x="534" y="0"/>
                        </a:cubicBezTo>
                        <a:close/>
                      </a:path>
                    </a:pathLst>
                  </a:custGeom>
                  <a:solidFill>
                    <a:srgbClr val="73CABE"/>
                  </a:solidFill>
                  <a:ln>
                    <a:noFill/>
                  </a:ln>
                </p:spPr>
                <p:txBody>
                  <a:bodyPr anchorCtr="0" anchor="ctr" bIns="81775" lIns="81775" spcFirstLastPara="1" rIns="81775" wrap="square" tIns="8177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52"/>
                      <a:buFont typeface="Arial"/>
                      <a:buNone/>
                    </a:pPr>
                    <a:r>
                      <a:t/>
                    </a:r>
                    <a:endParaRPr b="0" i="0" sz="1252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</p:grpSp>
      <p:grpSp>
        <p:nvGrpSpPr>
          <p:cNvPr id="3849" name="Google Shape;3849;p72"/>
          <p:cNvGrpSpPr/>
          <p:nvPr/>
        </p:nvGrpSpPr>
        <p:grpSpPr>
          <a:xfrm>
            <a:off x="100" y="234375"/>
            <a:ext cx="7041925" cy="599755"/>
            <a:chOff x="100" y="200463"/>
            <a:chExt cx="7041925" cy="836712"/>
          </a:xfrm>
        </p:grpSpPr>
        <p:sp>
          <p:nvSpPr>
            <p:cNvPr id="3850" name="Google Shape;3850;p72"/>
            <p:cNvSpPr/>
            <p:nvPr/>
          </p:nvSpPr>
          <p:spPr>
            <a:xfrm rot="5400000">
              <a:off x="3162550" y="-2842275"/>
              <a:ext cx="717000" cy="7041900"/>
            </a:xfrm>
            <a:prstGeom prst="round2SameRect">
              <a:avLst>
                <a:gd fmla="val 41869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1" name="Google Shape;3851;p72"/>
            <p:cNvSpPr txBox="1"/>
            <p:nvPr/>
          </p:nvSpPr>
          <p:spPr>
            <a:xfrm>
              <a:off x="125" y="200463"/>
              <a:ext cx="7041900" cy="8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300">
                  <a:solidFill>
                    <a:schemeClr val="accent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Mapping Roles to COCOMO Estimate</a:t>
              </a:r>
              <a:endParaRPr b="1" sz="23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852" name="Google Shape;3852;p7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853" name="Google Shape;3853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838" y="919250"/>
            <a:ext cx="6214450" cy="4171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8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7" name="Shape 3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58" name="Google Shape;3858;p73"/>
          <p:cNvGrpSpPr/>
          <p:nvPr/>
        </p:nvGrpSpPr>
        <p:grpSpPr>
          <a:xfrm>
            <a:off x="6885768" y="1439004"/>
            <a:ext cx="2258236" cy="2371058"/>
            <a:chOff x="4456381" y="1028825"/>
            <a:chExt cx="3657062" cy="3359867"/>
          </a:xfrm>
        </p:grpSpPr>
        <p:grpSp>
          <p:nvGrpSpPr>
            <p:cNvPr id="3859" name="Google Shape;3859;p73"/>
            <p:cNvGrpSpPr/>
            <p:nvPr/>
          </p:nvGrpSpPr>
          <p:grpSpPr>
            <a:xfrm>
              <a:off x="4806350" y="1028825"/>
              <a:ext cx="2998000" cy="2881257"/>
              <a:chOff x="4758675" y="913000"/>
              <a:chExt cx="2998000" cy="2881257"/>
            </a:xfrm>
          </p:grpSpPr>
          <p:sp>
            <p:nvSpPr>
              <p:cNvPr id="3860" name="Google Shape;3860;p73"/>
              <p:cNvSpPr/>
              <p:nvPr/>
            </p:nvSpPr>
            <p:spPr>
              <a:xfrm>
                <a:off x="4958825" y="1196857"/>
                <a:ext cx="2597700" cy="25974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81775" lIns="81775" spcFirstLastPara="1" rIns="81775" wrap="square" tIns="817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52"/>
                  <a:buFont typeface="Arial"/>
                  <a:buNone/>
                </a:pPr>
                <a:r>
                  <a:t/>
                </a:r>
                <a:endParaRPr b="0" i="0" sz="125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861" name="Google Shape;3861;p73"/>
              <p:cNvGrpSpPr/>
              <p:nvPr/>
            </p:nvGrpSpPr>
            <p:grpSpPr>
              <a:xfrm>
                <a:off x="4758675" y="913000"/>
                <a:ext cx="2998000" cy="1732100"/>
                <a:chOff x="4799625" y="135925"/>
                <a:chExt cx="2998000" cy="1732100"/>
              </a:xfrm>
            </p:grpSpPr>
            <p:sp>
              <p:nvSpPr>
                <p:cNvPr id="3862" name="Google Shape;3862;p73"/>
                <p:cNvSpPr/>
                <p:nvPr/>
              </p:nvSpPr>
              <p:spPr>
                <a:xfrm>
                  <a:off x="4799625" y="371100"/>
                  <a:ext cx="31725" cy="850"/>
                </a:xfrm>
                <a:custGeom>
                  <a:rect b="b" l="l" r="r" t="t"/>
                  <a:pathLst>
                    <a:path extrusionOk="0" fill="none" h="34" w="1269">
                      <a:moveTo>
                        <a:pt x="1" y="1"/>
                      </a:moveTo>
                      <a:lnTo>
                        <a:pt x="1268" y="34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63" name="Google Shape;3863;p73"/>
                <p:cNvSpPr/>
                <p:nvPr/>
              </p:nvSpPr>
              <p:spPr>
                <a:xfrm>
                  <a:off x="4866350" y="373600"/>
                  <a:ext cx="246025" cy="6700"/>
                </a:xfrm>
                <a:custGeom>
                  <a:rect b="b" l="l" r="r" t="t"/>
                  <a:pathLst>
                    <a:path extrusionOk="0" fill="none" h="268" w="9841">
                      <a:moveTo>
                        <a:pt x="0" y="1"/>
                      </a:moveTo>
                      <a:lnTo>
                        <a:pt x="9841" y="267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64" name="Google Shape;3864;p73"/>
                <p:cNvSpPr/>
                <p:nvPr/>
              </p:nvSpPr>
              <p:spPr>
                <a:xfrm>
                  <a:off x="5129875" y="381100"/>
                  <a:ext cx="31700" cy="31725"/>
                </a:xfrm>
                <a:custGeom>
                  <a:rect b="b" l="l" r="r" t="t"/>
                  <a:pathLst>
                    <a:path extrusionOk="0" fill="none" h="1269" w="1268">
                      <a:moveTo>
                        <a:pt x="0" y="1"/>
                      </a:moveTo>
                      <a:lnTo>
                        <a:pt x="1268" y="34"/>
                      </a:lnTo>
                      <a:lnTo>
                        <a:pt x="1234" y="1268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65" name="Google Shape;3865;p73"/>
                <p:cNvSpPr/>
                <p:nvPr/>
              </p:nvSpPr>
              <p:spPr>
                <a:xfrm>
                  <a:off x="5151550" y="455325"/>
                  <a:ext cx="8350" cy="508725"/>
                </a:xfrm>
                <a:custGeom>
                  <a:rect b="b" l="l" r="r" t="t"/>
                  <a:pathLst>
                    <a:path extrusionOk="0" fill="none" h="20349" w="334">
                      <a:moveTo>
                        <a:pt x="334" y="1"/>
                      </a:moveTo>
                      <a:lnTo>
                        <a:pt x="0" y="20349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66" name="Google Shape;3866;p73"/>
                <p:cNvSpPr/>
                <p:nvPr/>
              </p:nvSpPr>
              <p:spPr>
                <a:xfrm>
                  <a:off x="5150725" y="984875"/>
                  <a:ext cx="31700" cy="33375"/>
                </a:xfrm>
                <a:custGeom>
                  <a:rect b="b" l="l" r="r" t="t"/>
                  <a:pathLst>
                    <a:path extrusionOk="0" fill="none" h="1335" w="1268">
                      <a:moveTo>
                        <a:pt x="33" y="0"/>
                      </a:moveTo>
                      <a:lnTo>
                        <a:pt x="0" y="1268"/>
                      </a:lnTo>
                      <a:lnTo>
                        <a:pt x="1268" y="1335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67" name="Google Shape;3867;p73"/>
                <p:cNvSpPr/>
                <p:nvPr/>
              </p:nvSpPr>
              <p:spPr>
                <a:xfrm>
                  <a:off x="5223275" y="1019900"/>
                  <a:ext cx="82575" cy="4200"/>
                </a:xfrm>
                <a:custGeom>
                  <a:rect b="b" l="l" r="r" t="t"/>
                  <a:pathLst>
                    <a:path extrusionOk="0" fill="none" h="168" w="3303">
                      <a:moveTo>
                        <a:pt x="0" y="0"/>
                      </a:moveTo>
                      <a:lnTo>
                        <a:pt x="3302" y="167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68" name="Google Shape;3868;p73"/>
                <p:cNvSpPr/>
                <p:nvPr/>
              </p:nvSpPr>
              <p:spPr>
                <a:xfrm>
                  <a:off x="5325850" y="995725"/>
                  <a:ext cx="31700" cy="30875"/>
                </a:xfrm>
                <a:custGeom>
                  <a:rect b="b" l="l" r="r" t="t"/>
                  <a:pathLst>
                    <a:path extrusionOk="0" fill="none" h="1235" w="1268">
                      <a:moveTo>
                        <a:pt x="0" y="1168"/>
                      </a:moveTo>
                      <a:lnTo>
                        <a:pt x="1268" y="1234"/>
                      </a:lnTo>
                      <a:lnTo>
                        <a:pt x="1268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69" name="Google Shape;3869;p73"/>
                <p:cNvSpPr/>
                <p:nvPr/>
              </p:nvSpPr>
              <p:spPr>
                <a:xfrm>
                  <a:off x="5357525" y="301050"/>
                  <a:ext cx="4200" cy="649650"/>
                </a:xfrm>
                <a:custGeom>
                  <a:rect b="b" l="l" r="r" t="t"/>
                  <a:pathLst>
                    <a:path extrusionOk="0" fill="none" h="25986" w="168">
                      <a:moveTo>
                        <a:pt x="1" y="25986"/>
                      </a:moveTo>
                      <a:lnTo>
                        <a:pt x="167" y="1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70" name="Google Shape;3870;p73"/>
                <p:cNvSpPr/>
                <p:nvPr/>
              </p:nvSpPr>
              <p:spPr>
                <a:xfrm>
                  <a:off x="5362525" y="247675"/>
                  <a:ext cx="31725" cy="30875"/>
                </a:xfrm>
                <a:custGeom>
                  <a:rect b="b" l="l" r="r" t="t"/>
                  <a:pathLst>
                    <a:path extrusionOk="0" fill="none" h="1235" w="1269">
                      <a:moveTo>
                        <a:pt x="1" y="1235"/>
                      </a:moveTo>
                      <a:lnTo>
                        <a:pt x="1" y="1"/>
                      </a:lnTo>
                      <a:lnTo>
                        <a:pt x="1268" y="1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71" name="Google Shape;3871;p73"/>
                <p:cNvSpPr/>
                <p:nvPr/>
              </p:nvSpPr>
              <p:spPr>
                <a:xfrm>
                  <a:off x="5424250" y="247675"/>
                  <a:ext cx="61725" cy="25"/>
                </a:xfrm>
                <a:custGeom>
                  <a:rect b="b" l="l" r="r" t="t"/>
                  <a:pathLst>
                    <a:path extrusionOk="0" fill="none" h="1" w="2469">
                      <a:moveTo>
                        <a:pt x="0" y="1"/>
                      </a:moveTo>
                      <a:lnTo>
                        <a:pt x="2469" y="1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72" name="Google Shape;3872;p73"/>
                <p:cNvSpPr/>
                <p:nvPr/>
              </p:nvSpPr>
              <p:spPr>
                <a:xfrm>
                  <a:off x="5501800" y="247675"/>
                  <a:ext cx="30875" cy="30875"/>
                </a:xfrm>
                <a:custGeom>
                  <a:rect b="b" l="l" r="r" t="t"/>
                  <a:pathLst>
                    <a:path extrusionOk="0" fill="none" h="1235" w="1235">
                      <a:moveTo>
                        <a:pt x="0" y="1"/>
                      </a:moveTo>
                      <a:lnTo>
                        <a:pt x="1235" y="1"/>
                      </a:lnTo>
                      <a:lnTo>
                        <a:pt x="1235" y="1235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73" name="Google Shape;3873;p73"/>
                <p:cNvSpPr/>
                <p:nvPr/>
              </p:nvSpPr>
              <p:spPr>
                <a:xfrm>
                  <a:off x="5528475" y="324400"/>
                  <a:ext cx="3375" cy="432000"/>
                </a:xfrm>
                <a:custGeom>
                  <a:rect b="b" l="l" r="r" t="t"/>
                  <a:pathLst>
                    <a:path extrusionOk="0" fill="none" h="17280" w="135">
                      <a:moveTo>
                        <a:pt x="134" y="1"/>
                      </a:moveTo>
                      <a:lnTo>
                        <a:pt x="1" y="1728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74" name="Google Shape;3874;p73"/>
                <p:cNvSpPr/>
                <p:nvPr/>
              </p:nvSpPr>
              <p:spPr>
                <a:xfrm>
                  <a:off x="5527650" y="778900"/>
                  <a:ext cx="31725" cy="30875"/>
                </a:xfrm>
                <a:custGeom>
                  <a:rect b="b" l="l" r="r" t="t"/>
                  <a:pathLst>
                    <a:path extrusionOk="0" fill="none" h="1235" w="1269">
                      <a:moveTo>
                        <a:pt x="0" y="0"/>
                      </a:moveTo>
                      <a:lnTo>
                        <a:pt x="0" y="1234"/>
                      </a:lnTo>
                      <a:lnTo>
                        <a:pt x="1268" y="1234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75" name="Google Shape;3875;p73"/>
                <p:cNvSpPr/>
                <p:nvPr/>
              </p:nvSpPr>
              <p:spPr>
                <a:xfrm>
                  <a:off x="5602700" y="809750"/>
                  <a:ext cx="413650" cy="25"/>
                </a:xfrm>
                <a:custGeom>
                  <a:rect b="b" l="l" r="r" t="t"/>
                  <a:pathLst>
                    <a:path extrusionOk="0" fill="none" h="1" w="16546">
                      <a:moveTo>
                        <a:pt x="1" y="0"/>
                      </a:moveTo>
                      <a:lnTo>
                        <a:pt x="16546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76" name="Google Shape;3876;p73"/>
                <p:cNvSpPr/>
                <p:nvPr/>
              </p:nvSpPr>
              <p:spPr>
                <a:xfrm>
                  <a:off x="6038025" y="809750"/>
                  <a:ext cx="31700" cy="31700"/>
                </a:xfrm>
                <a:custGeom>
                  <a:rect b="b" l="l" r="r" t="t"/>
                  <a:pathLst>
                    <a:path extrusionOk="0" fill="none" h="1268" w="1268">
                      <a:moveTo>
                        <a:pt x="0" y="0"/>
                      </a:moveTo>
                      <a:lnTo>
                        <a:pt x="1268" y="0"/>
                      </a:lnTo>
                      <a:lnTo>
                        <a:pt x="1268" y="1268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77" name="Google Shape;3877;p73"/>
                <p:cNvSpPr/>
                <p:nvPr/>
              </p:nvSpPr>
              <p:spPr>
                <a:xfrm>
                  <a:off x="6069700" y="883975"/>
                  <a:ext cx="25" cy="85075"/>
                </a:xfrm>
                <a:custGeom>
                  <a:rect b="b" l="l" r="r" t="t"/>
                  <a:pathLst>
                    <a:path extrusionOk="0" fill="none" h="3403" w="1">
                      <a:moveTo>
                        <a:pt x="1" y="0"/>
                      </a:moveTo>
                      <a:lnTo>
                        <a:pt x="1" y="3403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78" name="Google Shape;3878;p73"/>
                <p:cNvSpPr/>
                <p:nvPr/>
              </p:nvSpPr>
              <p:spPr>
                <a:xfrm>
                  <a:off x="6038025" y="990700"/>
                  <a:ext cx="31700" cy="30900"/>
                </a:xfrm>
                <a:custGeom>
                  <a:rect b="b" l="l" r="r" t="t"/>
                  <a:pathLst>
                    <a:path extrusionOk="0" fill="none" h="1236" w="1268">
                      <a:moveTo>
                        <a:pt x="1268" y="1"/>
                      </a:moveTo>
                      <a:lnTo>
                        <a:pt x="1268" y="1235"/>
                      </a:lnTo>
                      <a:lnTo>
                        <a:pt x="0" y="1202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79" name="Google Shape;3879;p73"/>
                <p:cNvSpPr/>
                <p:nvPr/>
              </p:nvSpPr>
              <p:spPr>
                <a:xfrm>
                  <a:off x="5561000" y="1012400"/>
                  <a:ext cx="432000" cy="7525"/>
                </a:xfrm>
                <a:custGeom>
                  <a:rect b="b" l="l" r="r" t="t"/>
                  <a:pathLst>
                    <a:path extrusionOk="0" fill="none" h="301" w="17280">
                      <a:moveTo>
                        <a:pt x="17280" y="300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80" name="Google Shape;3880;p73"/>
                <p:cNvSpPr/>
                <p:nvPr/>
              </p:nvSpPr>
              <p:spPr>
                <a:xfrm>
                  <a:off x="5506800" y="1011550"/>
                  <a:ext cx="31725" cy="30900"/>
                </a:xfrm>
                <a:custGeom>
                  <a:rect b="b" l="l" r="r" t="t"/>
                  <a:pathLst>
                    <a:path extrusionOk="0" fill="none" h="1236" w="1269">
                      <a:moveTo>
                        <a:pt x="1268" y="1"/>
                      </a:moveTo>
                      <a:lnTo>
                        <a:pt x="1" y="1"/>
                      </a:lnTo>
                      <a:lnTo>
                        <a:pt x="34" y="1235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81" name="Google Shape;3881;p73"/>
                <p:cNvSpPr/>
                <p:nvPr/>
              </p:nvSpPr>
              <p:spPr>
                <a:xfrm>
                  <a:off x="5507625" y="1085775"/>
                  <a:ext cx="9200" cy="626300"/>
                </a:xfrm>
                <a:custGeom>
                  <a:rect b="b" l="l" r="r" t="t"/>
                  <a:pathLst>
                    <a:path extrusionOk="0" fill="none" h="25052" w="368">
                      <a:moveTo>
                        <a:pt x="1" y="1"/>
                      </a:moveTo>
                      <a:lnTo>
                        <a:pt x="368" y="25052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82" name="Google Shape;3882;p73"/>
                <p:cNvSpPr/>
                <p:nvPr/>
              </p:nvSpPr>
              <p:spPr>
                <a:xfrm>
                  <a:off x="5516800" y="1733750"/>
                  <a:ext cx="31725" cy="31700"/>
                </a:xfrm>
                <a:custGeom>
                  <a:rect b="b" l="l" r="r" t="t"/>
                  <a:pathLst>
                    <a:path extrusionOk="0" fill="none" h="1268" w="1269">
                      <a:moveTo>
                        <a:pt x="1" y="0"/>
                      </a:moveTo>
                      <a:lnTo>
                        <a:pt x="34" y="1234"/>
                      </a:lnTo>
                      <a:lnTo>
                        <a:pt x="1268" y="1268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83" name="Google Shape;3883;p73"/>
                <p:cNvSpPr/>
                <p:nvPr/>
              </p:nvSpPr>
              <p:spPr>
                <a:xfrm>
                  <a:off x="5591025" y="1765425"/>
                  <a:ext cx="833950" cy="4200"/>
                </a:xfrm>
                <a:custGeom>
                  <a:rect b="b" l="l" r="r" t="t"/>
                  <a:pathLst>
                    <a:path extrusionOk="0" fill="none" h="168" w="33358">
                      <a:moveTo>
                        <a:pt x="1" y="1"/>
                      </a:moveTo>
                      <a:lnTo>
                        <a:pt x="33358" y="168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84" name="Google Shape;3884;p73"/>
                <p:cNvSpPr/>
                <p:nvPr/>
              </p:nvSpPr>
              <p:spPr>
                <a:xfrm>
                  <a:off x="6445800" y="1738750"/>
                  <a:ext cx="31725" cy="31700"/>
                </a:xfrm>
                <a:custGeom>
                  <a:rect b="b" l="l" r="r" t="t"/>
                  <a:pathLst>
                    <a:path extrusionOk="0" fill="none" h="1268" w="1269">
                      <a:moveTo>
                        <a:pt x="1" y="1235"/>
                      </a:moveTo>
                      <a:lnTo>
                        <a:pt x="1268" y="1268"/>
                      </a:lnTo>
                      <a:lnTo>
                        <a:pt x="1202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85" name="Google Shape;3885;p73"/>
                <p:cNvSpPr/>
                <p:nvPr/>
              </p:nvSpPr>
              <p:spPr>
                <a:xfrm>
                  <a:off x="6443300" y="1016575"/>
                  <a:ext cx="30875" cy="682175"/>
                </a:xfrm>
                <a:custGeom>
                  <a:rect b="b" l="l" r="r" t="t"/>
                  <a:pathLst>
                    <a:path extrusionOk="0" fill="none" h="27287" w="1235">
                      <a:moveTo>
                        <a:pt x="1235" y="27286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86" name="Google Shape;3886;p73"/>
                <p:cNvSpPr/>
                <p:nvPr/>
              </p:nvSpPr>
              <p:spPr>
                <a:xfrm>
                  <a:off x="6441625" y="928175"/>
                  <a:ext cx="50900" cy="68400"/>
                </a:xfrm>
                <a:custGeom>
                  <a:rect b="b" l="l" r="r" t="t"/>
                  <a:pathLst>
                    <a:path extrusionOk="0" fill="none" h="2736" w="2036">
                      <a:moveTo>
                        <a:pt x="34" y="2735"/>
                      </a:moveTo>
                      <a:lnTo>
                        <a:pt x="1" y="1468"/>
                      </a:lnTo>
                      <a:lnTo>
                        <a:pt x="2036" y="1268"/>
                      </a:lnTo>
                      <a:lnTo>
                        <a:pt x="2002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87" name="Google Shape;3887;p73"/>
                <p:cNvSpPr/>
                <p:nvPr/>
              </p:nvSpPr>
              <p:spPr>
                <a:xfrm>
                  <a:off x="6473325" y="314400"/>
                  <a:ext cx="17525" cy="574600"/>
                </a:xfrm>
                <a:custGeom>
                  <a:rect b="b" l="l" r="r" t="t"/>
                  <a:pathLst>
                    <a:path extrusionOk="0" fill="none" h="22984" w="701">
                      <a:moveTo>
                        <a:pt x="701" y="22983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88" name="Google Shape;3888;p73"/>
                <p:cNvSpPr/>
                <p:nvPr/>
              </p:nvSpPr>
              <p:spPr>
                <a:xfrm>
                  <a:off x="6472500" y="262700"/>
                  <a:ext cx="30875" cy="31700"/>
                </a:xfrm>
                <a:custGeom>
                  <a:rect b="b" l="l" r="r" t="t"/>
                  <a:pathLst>
                    <a:path extrusionOk="0" fill="none" h="1268" w="1235">
                      <a:moveTo>
                        <a:pt x="33" y="1268"/>
                      </a:moveTo>
                      <a:lnTo>
                        <a:pt x="0" y="0"/>
                      </a:lnTo>
                      <a:lnTo>
                        <a:pt x="1234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89" name="Google Shape;3889;p73"/>
                <p:cNvSpPr/>
                <p:nvPr/>
              </p:nvSpPr>
              <p:spPr>
                <a:xfrm>
                  <a:off x="6541700" y="262700"/>
                  <a:ext cx="458700" cy="25"/>
                </a:xfrm>
                <a:custGeom>
                  <a:rect b="b" l="l" r="r" t="t"/>
                  <a:pathLst>
                    <a:path extrusionOk="0" fill="none" h="1" w="18348">
                      <a:moveTo>
                        <a:pt x="1" y="0"/>
                      </a:moveTo>
                      <a:lnTo>
                        <a:pt x="18347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90" name="Google Shape;3890;p73"/>
                <p:cNvSpPr/>
                <p:nvPr/>
              </p:nvSpPr>
              <p:spPr>
                <a:xfrm>
                  <a:off x="7018725" y="262700"/>
                  <a:ext cx="31700" cy="31700"/>
                </a:xfrm>
                <a:custGeom>
                  <a:rect b="b" l="l" r="r" t="t"/>
                  <a:pathLst>
                    <a:path extrusionOk="0" fill="none" h="1268" w="1268">
                      <a:moveTo>
                        <a:pt x="0" y="0"/>
                      </a:moveTo>
                      <a:lnTo>
                        <a:pt x="1268" y="0"/>
                      </a:lnTo>
                      <a:lnTo>
                        <a:pt x="1268" y="1268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91" name="Google Shape;3891;p73"/>
                <p:cNvSpPr/>
                <p:nvPr/>
              </p:nvSpPr>
              <p:spPr>
                <a:xfrm>
                  <a:off x="7051225" y="335250"/>
                  <a:ext cx="9200" cy="995725"/>
                </a:xfrm>
                <a:custGeom>
                  <a:rect b="b" l="l" r="r" t="t"/>
                  <a:pathLst>
                    <a:path extrusionOk="0" fill="none" h="39829" w="368">
                      <a:moveTo>
                        <a:pt x="1" y="0"/>
                      </a:moveTo>
                      <a:lnTo>
                        <a:pt x="368" y="39829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92" name="Google Shape;3892;p73"/>
                <p:cNvSpPr/>
                <p:nvPr/>
              </p:nvSpPr>
              <p:spPr>
                <a:xfrm>
                  <a:off x="7060400" y="1351800"/>
                  <a:ext cx="31725" cy="30875"/>
                </a:xfrm>
                <a:custGeom>
                  <a:rect b="b" l="l" r="r" t="t"/>
                  <a:pathLst>
                    <a:path extrusionOk="0" fill="none" h="1235" w="1269">
                      <a:moveTo>
                        <a:pt x="1" y="1"/>
                      </a:moveTo>
                      <a:lnTo>
                        <a:pt x="1" y="1235"/>
                      </a:lnTo>
                      <a:lnTo>
                        <a:pt x="1268" y="1235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93" name="Google Shape;3893;p73"/>
                <p:cNvSpPr/>
                <p:nvPr/>
              </p:nvSpPr>
              <p:spPr>
                <a:xfrm>
                  <a:off x="7119625" y="1382650"/>
                  <a:ext cx="55900" cy="25"/>
                </a:xfrm>
                <a:custGeom>
                  <a:rect b="b" l="l" r="r" t="t"/>
                  <a:pathLst>
                    <a:path extrusionOk="0" fill="none" h="1" w="2236">
                      <a:moveTo>
                        <a:pt x="0" y="1"/>
                      </a:moveTo>
                      <a:lnTo>
                        <a:pt x="2235" y="1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94" name="Google Shape;3894;p73"/>
                <p:cNvSpPr/>
                <p:nvPr/>
              </p:nvSpPr>
              <p:spPr>
                <a:xfrm>
                  <a:off x="7189675" y="1351800"/>
                  <a:ext cx="30875" cy="30875"/>
                </a:xfrm>
                <a:custGeom>
                  <a:rect b="b" l="l" r="r" t="t"/>
                  <a:pathLst>
                    <a:path extrusionOk="0" fill="none" h="1235" w="1235">
                      <a:moveTo>
                        <a:pt x="0" y="1235"/>
                      </a:moveTo>
                      <a:lnTo>
                        <a:pt x="1234" y="1235"/>
                      </a:lnTo>
                      <a:lnTo>
                        <a:pt x="1234" y="1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95" name="Google Shape;3895;p73"/>
                <p:cNvSpPr/>
                <p:nvPr/>
              </p:nvSpPr>
              <p:spPr>
                <a:xfrm>
                  <a:off x="7220525" y="1274250"/>
                  <a:ext cx="31725" cy="31700"/>
                </a:xfrm>
                <a:custGeom>
                  <a:rect b="b" l="l" r="r" t="t"/>
                  <a:pathLst>
                    <a:path extrusionOk="0" fill="none" h="1268" w="1269">
                      <a:moveTo>
                        <a:pt x="0" y="1268"/>
                      </a:moveTo>
                      <a:lnTo>
                        <a:pt x="0" y="0"/>
                      </a:lnTo>
                      <a:lnTo>
                        <a:pt x="1268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96" name="Google Shape;3896;p73"/>
                <p:cNvSpPr/>
                <p:nvPr/>
              </p:nvSpPr>
              <p:spPr>
                <a:xfrm>
                  <a:off x="7288900" y="1274250"/>
                  <a:ext cx="258550" cy="25"/>
                </a:xfrm>
                <a:custGeom>
                  <a:rect b="b" l="l" r="r" t="t"/>
                  <a:pathLst>
                    <a:path extrusionOk="0" fill="none" h="1" w="10342">
                      <a:moveTo>
                        <a:pt x="1" y="0"/>
                      </a:moveTo>
                      <a:lnTo>
                        <a:pt x="10341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97" name="Google Shape;3897;p73"/>
                <p:cNvSpPr/>
                <p:nvPr/>
              </p:nvSpPr>
              <p:spPr>
                <a:xfrm>
                  <a:off x="7565775" y="1274250"/>
                  <a:ext cx="31700" cy="25"/>
                </a:xfrm>
                <a:custGeom>
                  <a:rect b="b" l="l" r="r" t="t"/>
                  <a:pathLst>
                    <a:path extrusionOk="0" fill="none" h="1" w="1268">
                      <a:moveTo>
                        <a:pt x="0" y="0"/>
                      </a:moveTo>
                      <a:lnTo>
                        <a:pt x="1268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98" name="Google Shape;3898;p73"/>
                <p:cNvSpPr/>
                <p:nvPr/>
              </p:nvSpPr>
              <p:spPr>
                <a:xfrm>
                  <a:off x="5509300" y="1416850"/>
                  <a:ext cx="237700" cy="25"/>
                </a:xfrm>
                <a:custGeom>
                  <a:rect b="b" l="l" r="r" t="t"/>
                  <a:pathLst>
                    <a:path extrusionOk="0" fill="none" h="1" w="9508">
                      <a:moveTo>
                        <a:pt x="9507" y="0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cap="rnd" cmpd="sng" w="9700">
                  <a:solidFill>
                    <a:schemeClr val="accent1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99" name="Google Shape;3899;p73"/>
                <p:cNvSpPr/>
                <p:nvPr/>
              </p:nvSpPr>
              <p:spPr>
                <a:xfrm>
                  <a:off x="5646900" y="1351800"/>
                  <a:ext cx="136800" cy="105925"/>
                </a:xfrm>
                <a:custGeom>
                  <a:rect b="b" l="l" r="r" t="t"/>
                  <a:pathLst>
                    <a:path extrusionOk="0" h="4237" w="5472">
                      <a:moveTo>
                        <a:pt x="2736" y="1"/>
                      </a:moveTo>
                      <a:cubicBezTo>
                        <a:pt x="1" y="1"/>
                        <a:pt x="1" y="4237"/>
                        <a:pt x="2736" y="4237"/>
                      </a:cubicBezTo>
                      <a:cubicBezTo>
                        <a:pt x="5471" y="4237"/>
                        <a:pt x="5471" y="1"/>
                        <a:pt x="273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00" name="Google Shape;3900;p73"/>
                <p:cNvSpPr/>
                <p:nvPr/>
              </p:nvSpPr>
              <p:spPr>
                <a:xfrm>
                  <a:off x="7624150" y="1269250"/>
                  <a:ext cx="173475" cy="134275"/>
                </a:xfrm>
                <a:custGeom>
                  <a:rect b="b" l="l" r="r" t="t"/>
                  <a:pathLst>
                    <a:path extrusionOk="0" h="5371" w="6939">
                      <a:moveTo>
                        <a:pt x="3469" y="0"/>
                      </a:moveTo>
                      <a:cubicBezTo>
                        <a:pt x="0" y="0"/>
                        <a:pt x="0" y="5371"/>
                        <a:pt x="3469" y="5371"/>
                      </a:cubicBezTo>
                      <a:cubicBezTo>
                        <a:pt x="6939" y="5371"/>
                        <a:pt x="6939" y="0"/>
                        <a:pt x="346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01" name="Google Shape;3901;p73"/>
                <p:cNvSpPr/>
                <p:nvPr/>
              </p:nvSpPr>
              <p:spPr>
                <a:xfrm>
                  <a:off x="5491800" y="205975"/>
                  <a:ext cx="97575" cy="98425"/>
                </a:xfrm>
                <a:custGeom>
                  <a:rect b="b" l="l" r="r" t="t"/>
                  <a:pathLst>
                    <a:path extrusionOk="0" h="3937" w="3903">
                      <a:moveTo>
                        <a:pt x="1968" y="1"/>
                      </a:moveTo>
                      <a:cubicBezTo>
                        <a:pt x="867" y="1"/>
                        <a:pt x="0" y="901"/>
                        <a:pt x="0" y="1969"/>
                      </a:cubicBezTo>
                      <a:cubicBezTo>
                        <a:pt x="0" y="3036"/>
                        <a:pt x="867" y="3937"/>
                        <a:pt x="1968" y="3937"/>
                      </a:cubicBezTo>
                      <a:cubicBezTo>
                        <a:pt x="3036" y="3937"/>
                        <a:pt x="3903" y="3070"/>
                        <a:pt x="3903" y="1969"/>
                      </a:cubicBezTo>
                      <a:cubicBezTo>
                        <a:pt x="3903" y="901"/>
                        <a:pt x="3036" y="1"/>
                        <a:pt x="196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02" name="Google Shape;3902;p73"/>
                <p:cNvSpPr/>
                <p:nvPr/>
              </p:nvSpPr>
              <p:spPr>
                <a:xfrm>
                  <a:off x="6986200" y="198475"/>
                  <a:ext cx="128450" cy="128450"/>
                </a:xfrm>
                <a:custGeom>
                  <a:rect b="b" l="l" r="r" t="t"/>
                  <a:pathLst>
                    <a:path extrusionOk="0" h="5138" w="5138">
                      <a:moveTo>
                        <a:pt x="2569" y="1"/>
                      </a:moveTo>
                      <a:cubicBezTo>
                        <a:pt x="1134" y="1"/>
                        <a:pt x="0" y="1168"/>
                        <a:pt x="0" y="2569"/>
                      </a:cubicBezTo>
                      <a:cubicBezTo>
                        <a:pt x="0" y="4003"/>
                        <a:pt x="1134" y="5138"/>
                        <a:pt x="2569" y="5138"/>
                      </a:cubicBezTo>
                      <a:cubicBezTo>
                        <a:pt x="4003" y="5138"/>
                        <a:pt x="5137" y="4003"/>
                        <a:pt x="5137" y="2569"/>
                      </a:cubicBezTo>
                      <a:cubicBezTo>
                        <a:pt x="5137" y="1168"/>
                        <a:pt x="4003" y="1"/>
                        <a:pt x="256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03" name="Google Shape;3903;p73"/>
                <p:cNvSpPr/>
                <p:nvPr/>
              </p:nvSpPr>
              <p:spPr>
                <a:xfrm>
                  <a:off x="6716000" y="490350"/>
                  <a:ext cx="297725" cy="1275100"/>
                </a:xfrm>
                <a:custGeom>
                  <a:rect b="b" l="l" r="r" t="t"/>
                  <a:pathLst>
                    <a:path extrusionOk="0" fill="none" h="51004" w="11909">
                      <a:moveTo>
                        <a:pt x="1201" y="1"/>
                      </a:moveTo>
                      <a:cubicBezTo>
                        <a:pt x="1201" y="2436"/>
                        <a:pt x="701" y="22684"/>
                        <a:pt x="2035" y="22750"/>
                      </a:cubicBezTo>
                      <a:cubicBezTo>
                        <a:pt x="4203" y="22817"/>
                        <a:pt x="6939" y="22217"/>
                        <a:pt x="7039" y="25185"/>
                      </a:cubicBezTo>
                      <a:cubicBezTo>
                        <a:pt x="7105" y="26386"/>
                        <a:pt x="7773" y="30723"/>
                        <a:pt x="6171" y="31156"/>
                      </a:cubicBezTo>
                      <a:cubicBezTo>
                        <a:pt x="5604" y="31290"/>
                        <a:pt x="5004" y="31123"/>
                        <a:pt x="4437" y="31090"/>
                      </a:cubicBezTo>
                      <a:cubicBezTo>
                        <a:pt x="0" y="30656"/>
                        <a:pt x="1401" y="34125"/>
                        <a:pt x="1401" y="36927"/>
                      </a:cubicBezTo>
                      <a:cubicBezTo>
                        <a:pt x="1401" y="40463"/>
                        <a:pt x="467" y="45466"/>
                        <a:pt x="1401" y="48869"/>
                      </a:cubicBezTo>
                      <a:cubicBezTo>
                        <a:pt x="2002" y="51004"/>
                        <a:pt x="3036" y="50370"/>
                        <a:pt x="5404" y="50370"/>
                      </a:cubicBezTo>
                      <a:lnTo>
                        <a:pt x="11909" y="50370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04" name="Google Shape;3904;p73"/>
                <p:cNvSpPr/>
                <p:nvPr/>
              </p:nvSpPr>
              <p:spPr>
                <a:xfrm>
                  <a:off x="5208250" y="135925"/>
                  <a:ext cx="2300000" cy="1040775"/>
                </a:xfrm>
                <a:custGeom>
                  <a:rect b="b" l="l" r="r" t="t"/>
                  <a:pathLst>
                    <a:path extrusionOk="0" fill="none" h="41631" w="92000">
                      <a:moveTo>
                        <a:pt x="91032" y="41631"/>
                      </a:moveTo>
                      <a:cubicBezTo>
                        <a:pt x="91066" y="33958"/>
                        <a:pt x="91299" y="29989"/>
                        <a:pt x="91333" y="22317"/>
                      </a:cubicBezTo>
                      <a:cubicBezTo>
                        <a:pt x="91333" y="19982"/>
                        <a:pt x="92000" y="601"/>
                        <a:pt x="90765" y="601"/>
                      </a:cubicBezTo>
                      <a:cubicBezTo>
                        <a:pt x="73687" y="635"/>
                        <a:pt x="56574" y="635"/>
                        <a:pt x="39462" y="668"/>
                      </a:cubicBezTo>
                      <a:cubicBezTo>
                        <a:pt x="30889" y="701"/>
                        <a:pt x="22350" y="701"/>
                        <a:pt x="13777" y="735"/>
                      </a:cubicBezTo>
                      <a:cubicBezTo>
                        <a:pt x="11742" y="735"/>
                        <a:pt x="9674" y="735"/>
                        <a:pt x="7639" y="735"/>
                      </a:cubicBezTo>
                      <a:cubicBezTo>
                        <a:pt x="6339" y="735"/>
                        <a:pt x="1969" y="1"/>
                        <a:pt x="968" y="735"/>
                      </a:cubicBezTo>
                      <a:cubicBezTo>
                        <a:pt x="1" y="1469"/>
                        <a:pt x="401" y="3637"/>
                        <a:pt x="401" y="4938"/>
                      </a:cubicBezTo>
                      <a:cubicBezTo>
                        <a:pt x="401" y="13344"/>
                        <a:pt x="434" y="21750"/>
                        <a:pt x="434" y="30156"/>
                      </a:cubicBez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05" name="Google Shape;3905;p73"/>
                <p:cNvSpPr/>
                <p:nvPr/>
              </p:nvSpPr>
              <p:spPr>
                <a:xfrm>
                  <a:off x="5058975" y="507025"/>
                  <a:ext cx="381125" cy="617975"/>
                </a:xfrm>
                <a:custGeom>
                  <a:rect b="b" l="l" r="r" t="t"/>
                  <a:pathLst>
                    <a:path extrusionOk="0" fill="none" h="24719" w="15245">
                      <a:moveTo>
                        <a:pt x="1" y="1"/>
                      </a:moveTo>
                      <a:lnTo>
                        <a:pt x="501" y="22283"/>
                      </a:lnTo>
                      <a:cubicBezTo>
                        <a:pt x="534" y="23351"/>
                        <a:pt x="368" y="24518"/>
                        <a:pt x="1402" y="24518"/>
                      </a:cubicBezTo>
                      <a:lnTo>
                        <a:pt x="15245" y="24718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06" name="Google Shape;3906;p73"/>
                <p:cNvSpPr/>
                <p:nvPr/>
              </p:nvSpPr>
              <p:spPr>
                <a:xfrm>
                  <a:off x="5429250" y="338575"/>
                  <a:ext cx="35875" cy="1509450"/>
                </a:xfrm>
                <a:custGeom>
                  <a:rect b="b" l="l" r="r" t="t"/>
                  <a:pathLst>
                    <a:path extrusionOk="0" fill="none" h="60378" w="1435">
                      <a:moveTo>
                        <a:pt x="0" y="1"/>
                      </a:moveTo>
                      <a:cubicBezTo>
                        <a:pt x="467" y="20148"/>
                        <a:pt x="934" y="40263"/>
                        <a:pt x="1435" y="60377"/>
                      </a:cubicBez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07" name="Google Shape;3907;p73"/>
                <p:cNvSpPr/>
                <p:nvPr/>
              </p:nvSpPr>
              <p:spPr>
                <a:xfrm>
                  <a:off x="4875525" y="1289250"/>
                  <a:ext cx="373625" cy="25"/>
                </a:xfrm>
                <a:custGeom>
                  <a:rect b="b" l="l" r="r" t="t"/>
                  <a:pathLst>
                    <a:path extrusionOk="0" fill="none" h="1" w="14945">
                      <a:moveTo>
                        <a:pt x="0" y="1"/>
                      </a:moveTo>
                      <a:lnTo>
                        <a:pt x="14944" y="1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08" name="Google Shape;3908;p73"/>
                <p:cNvSpPr/>
                <p:nvPr/>
              </p:nvSpPr>
              <p:spPr>
                <a:xfrm>
                  <a:off x="4885525" y="1681200"/>
                  <a:ext cx="373625" cy="25"/>
                </a:xfrm>
                <a:custGeom>
                  <a:rect b="b" l="l" r="r" t="t"/>
                  <a:pathLst>
                    <a:path extrusionOk="0" fill="none" h="1" w="14945">
                      <a:moveTo>
                        <a:pt x="0" y="1"/>
                      </a:moveTo>
                      <a:lnTo>
                        <a:pt x="14944" y="1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09" name="Google Shape;3909;p73"/>
                <p:cNvSpPr/>
                <p:nvPr/>
              </p:nvSpPr>
              <p:spPr>
                <a:xfrm>
                  <a:off x="5074825" y="1463550"/>
                  <a:ext cx="373625" cy="25"/>
                </a:xfrm>
                <a:custGeom>
                  <a:rect b="b" l="l" r="r" t="t"/>
                  <a:pathLst>
                    <a:path extrusionOk="0" fill="none" h="1" w="14945">
                      <a:moveTo>
                        <a:pt x="1" y="0"/>
                      </a:moveTo>
                      <a:lnTo>
                        <a:pt x="14945" y="0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10" name="Google Shape;3910;p73"/>
                <p:cNvSpPr/>
                <p:nvPr/>
              </p:nvSpPr>
              <p:spPr>
                <a:xfrm>
                  <a:off x="7127950" y="271025"/>
                  <a:ext cx="212675" cy="993250"/>
                </a:xfrm>
                <a:custGeom>
                  <a:rect b="b" l="l" r="r" t="t"/>
                  <a:pathLst>
                    <a:path extrusionOk="0" fill="none" h="39730" w="8507">
                      <a:moveTo>
                        <a:pt x="8507" y="1"/>
                      </a:moveTo>
                      <a:lnTo>
                        <a:pt x="8507" y="4070"/>
                      </a:lnTo>
                      <a:cubicBezTo>
                        <a:pt x="8507" y="4971"/>
                        <a:pt x="7740" y="5738"/>
                        <a:pt x="6839" y="5738"/>
                      </a:cubicBezTo>
                      <a:lnTo>
                        <a:pt x="735" y="5738"/>
                      </a:lnTo>
                      <a:cubicBezTo>
                        <a:pt x="334" y="5738"/>
                        <a:pt x="1" y="6072"/>
                        <a:pt x="1" y="6472"/>
                      </a:cubicBezTo>
                      <a:lnTo>
                        <a:pt x="1" y="39729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11" name="Google Shape;3911;p73"/>
                <p:cNvSpPr/>
                <p:nvPr/>
              </p:nvSpPr>
              <p:spPr>
                <a:xfrm>
                  <a:off x="7134625" y="1356800"/>
                  <a:ext cx="344450" cy="511225"/>
                </a:xfrm>
                <a:custGeom>
                  <a:rect b="b" l="l" r="r" t="t"/>
                  <a:pathLst>
                    <a:path extrusionOk="0" fill="none" h="20449" w="13778">
                      <a:moveTo>
                        <a:pt x="13777" y="1"/>
                      </a:moveTo>
                      <a:lnTo>
                        <a:pt x="13777" y="20449"/>
                      </a:lnTo>
                      <a:lnTo>
                        <a:pt x="1" y="20449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12" name="Google Shape;3912;p73"/>
                <p:cNvSpPr/>
                <p:nvPr/>
              </p:nvSpPr>
              <p:spPr>
                <a:xfrm>
                  <a:off x="7132950" y="1099125"/>
                  <a:ext cx="174325" cy="25"/>
                </a:xfrm>
                <a:custGeom>
                  <a:rect b="b" l="l" r="r" t="t"/>
                  <a:pathLst>
                    <a:path extrusionOk="0" fill="none" h="1" w="6973">
                      <a:moveTo>
                        <a:pt x="1" y="0"/>
                      </a:moveTo>
                      <a:lnTo>
                        <a:pt x="6973" y="0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13" name="Google Shape;3913;p73"/>
                <p:cNvSpPr/>
                <p:nvPr/>
              </p:nvSpPr>
              <p:spPr>
                <a:xfrm>
                  <a:off x="7210525" y="903150"/>
                  <a:ext cx="288550" cy="25"/>
                </a:xfrm>
                <a:custGeom>
                  <a:rect b="b" l="l" r="r" t="t"/>
                  <a:pathLst>
                    <a:path extrusionOk="0" fill="none" h="1" w="11542">
                      <a:moveTo>
                        <a:pt x="0" y="0"/>
                      </a:moveTo>
                      <a:lnTo>
                        <a:pt x="11542" y="0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14" name="Google Shape;3914;p73"/>
                <p:cNvSpPr/>
                <p:nvPr/>
              </p:nvSpPr>
              <p:spPr>
                <a:xfrm>
                  <a:off x="7328925" y="1646175"/>
                  <a:ext cx="149300" cy="25"/>
                </a:xfrm>
                <a:custGeom>
                  <a:rect b="b" l="l" r="r" t="t"/>
                  <a:pathLst>
                    <a:path extrusionOk="0" fill="none" h="1" w="5972">
                      <a:moveTo>
                        <a:pt x="1" y="1"/>
                      </a:moveTo>
                      <a:lnTo>
                        <a:pt x="5972" y="1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15" name="Google Shape;3915;p73"/>
                <p:cNvSpPr/>
                <p:nvPr/>
              </p:nvSpPr>
              <p:spPr>
                <a:xfrm>
                  <a:off x="7269725" y="557075"/>
                  <a:ext cx="219350" cy="25"/>
                </a:xfrm>
                <a:custGeom>
                  <a:rect b="b" l="l" r="r" t="t"/>
                  <a:pathLst>
                    <a:path extrusionOk="0" fill="none" h="1" w="8774">
                      <a:moveTo>
                        <a:pt x="1" y="0"/>
                      </a:moveTo>
                      <a:lnTo>
                        <a:pt x="8773" y="0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16" name="Google Shape;3916;p73"/>
                <p:cNvSpPr/>
                <p:nvPr/>
              </p:nvSpPr>
              <p:spPr>
                <a:xfrm>
                  <a:off x="7142975" y="712175"/>
                  <a:ext cx="174300" cy="25"/>
                </a:xfrm>
                <a:custGeom>
                  <a:rect b="b" l="l" r="r" t="t"/>
                  <a:pathLst>
                    <a:path extrusionOk="0" fill="none" h="1" w="6972">
                      <a:moveTo>
                        <a:pt x="0" y="1"/>
                      </a:moveTo>
                      <a:lnTo>
                        <a:pt x="6972" y="1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17" name="Google Shape;3917;p73"/>
                <p:cNvSpPr/>
                <p:nvPr/>
              </p:nvSpPr>
              <p:spPr>
                <a:xfrm>
                  <a:off x="6374075" y="154275"/>
                  <a:ext cx="25" cy="1486925"/>
                </a:xfrm>
                <a:custGeom>
                  <a:rect b="b" l="l" r="r" t="t"/>
                  <a:pathLst>
                    <a:path extrusionOk="0" fill="none" h="59477" w="1">
                      <a:moveTo>
                        <a:pt x="1" y="59477"/>
                      </a:moveTo>
                      <a:lnTo>
                        <a:pt x="1" y="1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18" name="Google Shape;3918;p73"/>
                <p:cNvSpPr/>
                <p:nvPr/>
              </p:nvSpPr>
              <p:spPr>
                <a:xfrm>
                  <a:off x="5610200" y="1504400"/>
                  <a:ext cx="668850" cy="171000"/>
                </a:xfrm>
                <a:custGeom>
                  <a:rect b="b" l="l" r="r" t="t"/>
                  <a:pathLst>
                    <a:path extrusionOk="0" fill="none" h="6840" w="26754">
                      <a:moveTo>
                        <a:pt x="635" y="1"/>
                      </a:moveTo>
                      <a:cubicBezTo>
                        <a:pt x="635" y="1168"/>
                        <a:pt x="1" y="4871"/>
                        <a:pt x="635" y="5772"/>
                      </a:cubicBezTo>
                      <a:cubicBezTo>
                        <a:pt x="1368" y="6839"/>
                        <a:pt x="4304" y="6305"/>
                        <a:pt x="5705" y="6305"/>
                      </a:cubicBezTo>
                      <a:lnTo>
                        <a:pt x="26753" y="6305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19" name="Google Shape;3919;p73"/>
                <p:cNvSpPr/>
                <p:nvPr/>
              </p:nvSpPr>
              <p:spPr>
                <a:xfrm>
                  <a:off x="5593525" y="247675"/>
                  <a:ext cx="798925" cy="1236750"/>
                </a:xfrm>
                <a:custGeom>
                  <a:rect b="b" l="l" r="r" t="t"/>
                  <a:pathLst>
                    <a:path extrusionOk="0" fill="none" h="49470" w="31957">
                      <a:moveTo>
                        <a:pt x="23784" y="1"/>
                      </a:moveTo>
                      <a:lnTo>
                        <a:pt x="23784" y="5371"/>
                      </a:lnTo>
                      <a:cubicBezTo>
                        <a:pt x="23784" y="5371"/>
                        <a:pt x="16379" y="5571"/>
                        <a:pt x="14144" y="5571"/>
                      </a:cubicBezTo>
                      <a:lnTo>
                        <a:pt x="8040" y="5571"/>
                      </a:lnTo>
                      <a:cubicBezTo>
                        <a:pt x="6138" y="5571"/>
                        <a:pt x="3370" y="5671"/>
                        <a:pt x="1735" y="5705"/>
                      </a:cubicBezTo>
                      <a:cubicBezTo>
                        <a:pt x="1001" y="5738"/>
                        <a:pt x="434" y="6339"/>
                        <a:pt x="368" y="7072"/>
                      </a:cubicBezTo>
                      <a:cubicBezTo>
                        <a:pt x="234" y="9641"/>
                        <a:pt x="1" y="15412"/>
                        <a:pt x="801" y="17580"/>
                      </a:cubicBezTo>
                      <a:cubicBezTo>
                        <a:pt x="1368" y="19148"/>
                        <a:pt x="935" y="18814"/>
                        <a:pt x="2936" y="18981"/>
                      </a:cubicBezTo>
                      <a:cubicBezTo>
                        <a:pt x="4971" y="19148"/>
                        <a:pt x="7072" y="18981"/>
                        <a:pt x="9107" y="18981"/>
                      </a:cubicBezTo>
                      <a:lnTo>
                        <a:pt x="18214" y="18981"/>
                      </a:lnTo>
                      <a:cubicBezTo>
                        <a:pt x="19348" y="18981"/>
                        <a:pt x="21816" y="18514"/>
                        <a:pt x="22784" y="18981"/>
                      </a:cubicBezTo>
                      <a:cubicBezTo>
                        <a:pt x="24185" y="19648"/>
                        <a:pt x="23784" y="20215"/>
                        <a:pt x="23784" y="22050"/>
                      </a:cubicBezTo>
                      <a:lnTo>
                        <a:pt x="23784" y="36293"/>
                      </a:lnTo>
                      <a:cubicBezTo>
                        <a:pt x="23784" y="37928"/>
                        <a:pt x="24385" y="40630"/>
                        <a:pt x="23017" y="41364"/>
                      </a:cubicBezTo>
                      <a:cubicBezTo>
                        <a:pt x="22483" y="41664"/>
                        <a:pt x="20916" y="41364"/>
                        <a:pt x="20315" y="41364"/>
                      </a:cubicBezTo>
                      <a:lnTo>
                        <a:pt x="9674" y="41364"/>
                      </a:lnTo>
                      <a:cubicBezTo>
                        <a:pt x="8807" y="41364"/>
                        <a:pt x="8106" y="42064"/>
                        <a:pt x="8073" y="42931"/>
                      </a:cubicBezTo>
                      <a:cubicBezTo>
                        <a:pt x="8040" y="44599"/>
                        <a:pt x="7940" y="46300"/>
                        <a:pt x="8040" y="47935"/>
                      </a:cubicBezTo>
                      <a:cubicBezTo>
                        <a:pt x="8073" y="48802"/>
                        <a:pt x="8840" y="49469"/>
                        <a:pt x="9741" y="49436"/>
                      </a:cubicBezTo>
                      <a:cubicBezTo>
                        <a:pt x="17113" y="49036"/>
                        <a:pt x="24552" y="49436"/>
                        <a:pt x="31957" y="49436"/>
                      </a:cubicBez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20" name="Google Shape;3920;p73"/>
                <p:cNvSpPr/>
                <p:nvPr/>
              </p:nvSpPr>
              <p:spPr>
                <a:xfrm>
                  <a:off x="5636050" y="1092450"/>
                  <a:ext cx="386975" cy="233525"/>
                </a:xfrm>
                <a:custGeom>
                  <a:rect b="b" l="l" r="r" t="t"/>
                  <a:pathLst>
                    <a:path extrusionOk="0" fill="none" h="9341" w="15479">
                      <a:moveTo>
                        <a:pt x="1" y="9341"/>
                      </a:moveTo>
                      <a:cubicBezTo>
                        <a:pt x="1" y="7239"/>
                        <a:pt x="68" y="5138"/>
                        <a:pt x="34" y="3003"/>
                      </a:cubicBezTo>
                      <a:cubicBezTo>
                        <a:pt x="1" y="401"/>
                        <a:pt x="68" y="434"/>
                        <a:pt x="2736" y="267"/>
                      </a:cubicBezTo>
                      <a:cubicBezTo>
                        <a:pt x="6973" y="1"/>
                        <a:pt x="11242" y="468"/>
                        <a:pt x="15479" y="468"/>
                      </a:cubicBez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21" name="Google Shape;3921;p73"/>
                <p:cNvSpPr/>
                <p:nvPr/>
              </p:nvSpPr>
              <p:spPr>
                <a:xfrm>
                  <a:off x="5419250" y="898150"/>
                  <a:ext cx="555400" cy="25"/>
                </a:xfrm>
                <a:custGeom>
                  <a:rect b="b" l="l" r="r" t="t"/>
                  <a:pathLst>
                    <a:path extrusionOk="0" fill="none" h="1" w="22216">
                      <a:moveTo>
                        <a:pt x="22216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22" name="Google Shape;3922;p73"/>
                <p:cNvSpPr/>
                <p:nvPr/>
              </p:nvSpPr>
              <p:spPr>
                <a:xfrm>
                  <a:off x="5806175" y="547050"/>
                  <a:ext cx="583775" cy="25"/>
                </a:xfrm>
                <a:custGeom>
                  <a:rect b="b" l="l" r="r" t="t"/>
                  <a:pathLst>
                    <a:path extrusionOk="0" fill="none" h="1" w="23351">
                      <a:moveTo>
                        <a:pt x="1" y="1"/>
                      </a:moveTo>
                      <a:lnTo>
                        <a:pt x="23351" y="1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23" name="Google Shape;3923;p73"/>
                <p:cNvSpPr/>
                <p:nvPr/>
              </p:nvSpPr>
              <p:spPr>
                <a:xfrm>
                  <a:off x="7656675" y="957550"/>
                  <a:ext cx="118575" cy="280975"/>
                </a:xfrm>
                <a:custGeom>
                  <a:rect b="b" l="l" r="r" t="t"/>
                  <a:pathLst>
                    <a:path extrusionOk="0" h="11239" w="4743">
                      <a:moveTo>
                        <a:pt x="1935" y="1"/>
                      </a:moveTo>
                      <a:cubicBezTo>
                        <a:pt x="1910" y="1"/>
                        <a:pt x="1885" y="9"/>
                        <a:pt x="1868" y="26"/>
                      </a:cubicBezTo>
                      <a:cubicBezTo>
                        <a:pt x="1768" y="159"/>
                        <a:pt x="1768" y="360"/>
                        <a:pt x="1768" y="526"/>
                      </a:cubicBezTo>
                      <a:cubicBezTo>
                        <a:pt x="1802" y="760"/>
                        <a:pt x="1802" y="993"/>
                        <a:pt x="1802" y="1194"/>
                      </a:cubicBezTo>
                      <a:cubicBezTo>
                        <a:pt x="1835" y="1661"/>
                        <a:pt x="1835" y="2128"/>
                        <a:pt x="1868" y="2595"/>
                      </a:cubicBezTo>
                      <a:cubicBezTo>
                        <a:pt x="1868" y="3462"/>
                        <a:pt x="1902" y="4362"/>
                        <a:pt x="1935" y="5263"/>
                      </a:cubicBezTo>
                      <a:cubicBezTo>
                        <a:pt x="1968" y="6130"/>
                        <a:pt x="2002" y="7031"/>
                        <a:pt x="2002" y="7932"/>
                      </a:cubicBezTo>
                      <a:cubicBezTo>
                        <a:pt x="2035" y="8699"/>
                        <a:pt x="2002" y="9499"/>
                        <a:pt x="2035" y="10300"/>
                      </a:cubicBezTo>
                      <a:cubicBezTo>
                        <a:pt x="1768" y="9833"/>
                        <a:pt x="1501" y="9333"/>
                        <a:pt x="1234" y="8832"/>
                      </a:cubicBezTo>
                      <a:cubicBezTo>
                        <a:pt x="1034" y="8499"/>
                        <a:pt x="868" y="8165"/>
                        <a:pt x="701" y="7832"/>
                      </a:cubicBezTo>
                      <a:cubicBezTo>
                        <a:pt x="601" y="7665"/>
                        <a:pt x="501" y="7498"/>
                        <a:pt x="401" y="7331"/>
                      </a:cubicBezTo>
                      <a:cubicBezTo>
                        <a:pt x="367" y="7231"/>
                        <a:pt x="300" y="7164"/>
                        <a:pt x="200" y="7131"/>
                      </a:cubicBezTo>
                      <a:lnTo>
                        <a:pt x="167" y="7098"/>
                      </a:lnTo>
                      <a:cubicBezTo>
                        <a:pt x="155" y="7074"/>
                        <a:pt x="131" y="7063"/>
                        <a:pt x="104" y="7063"/>
                      </a:cubicBezTo>
                      <a:cubicBezTo>
                        <a:pt x="56" y="7063"/>
                        <a:pt x="0" y="7100"/>
                        <a:pt x="0" y="7164"/>
                      </a:cubicBezTo>
                      <a:cubicBezTo>
                        <a:pt x="34" y="7231"/>
                        <a:pt x="0" y="7265"/>
                        <a:pt x="0" y="7331"/>
                      </a:cubicBezTo>
                      <a:cubicBezTo>
                        <a:pt x="0" y="7398"/>
                        <a:pt x="67" y="7498"/>
                        <a:pt x="67" y="7565"/>
                      </a:cubicBezTo>
                      <a:cubicBezTo>
                        <a:pt x="134" y="7732"/>
                        <a:pt x="200" y="7898"/>
                        <a:pt x="300" y="8065"/>
                      </a:cubicBezTo>
                      <a:cubicBezTo>
                        <a:pt x="434" y="8399"/>
                        <a:pt x="601" y="8766"/>
                        <a:pt x="767" y="9099"/>
                      </a:cubicBezTo>
                      <a:cubicBezTo>
                        <a:pt x="1134" y="9766"/>
                        <a:pt x="1468" y="10433"/>
                        <a:pt x="1868" y="11101"/>
                      </a:cubicBezTo>
                      <a:cubicBezTo>
                        <a:pt x="1916" y="11196"/>
                        <a:pt x="2002" y="11238"/>
                        <a:pt x="2089" y="11238"/>
                      </a:cubicBezTo>
                      <a:cubicBezTo>
                        <a:pt x="2185" y="11238"/>
                        <a:pt x="2283" y="11188"/>
                        <a:pt x="2335" y="11101"/>
                      </a:cubicBezTo>
                      <a:cubicBezTo>
                        <a:pt x="2402" y="11034"/>
                        <a:pt x="2435" y="10967"/>
                        <a:pt x="2469" y="10900"/>
                      </a:cubicBezTo>
                      <a:cubicBezTo>
                        <a:pt x="2535" y="10867"/>
                        <a:pt x="2569" y="10800"/>
                        <a:pt x="2602" y="10700"/>
                      </a:cubicBezTo>
                      <a:cubicBezTo>
                        <a:pt x="3269" y="9633"/>
                        <a:pt x="3970" y="8532"/>
                        <a:pt x="4604" y="7431"/>
                      </a:cubicBezTo>
                      <a:cubicBezTo>
                        <a:pt x="4742" y="7200"/>
                        <a:pt x="4560" y="7000"/>
                        <a:pt x="4369" y="7000"/>
                      </a:cubicBezTo>
                      <a:cubicBezTo>
                        <a:pt x="4284" y="7000"/>
                        <a:pt x="4198" y="7039"/>
                        <a:pt x="4137" y="7131"/>
                      </a:cubicBezTo>
                      <a:cubicBezTo>
                        <a:pt x="3603" y="7965"/>
                        <a:pt x="3102" y="8799"/>
                        <a:pt x="2602" y="9633"/>
                      </a:cubicBezTo>
                      <a:cubicBezTo>
                        <a:pt x="2569" y="9066"/>
                        <a:pt x="2535" y="8499"/>
                        <a:pt x="2535" y="7932"/>
                      </a:cubicBezTo>
                      <a:cubicBezTo>
                        <a:pt x="2502" y="7031"/>
                        <a:pt x="2469" y="6130"/>
                        <a:pt x="2435" y="5263"/>
                      </a:cubicBezTo>
                      <a:cubicBezTo>
                        <a:pt x="2402" y="4362"/>
                        <a:pt x="2335" y="3462"/>
                        <a:pt x="2302" y="2595"/>
                      </a:cubicBezTo>
                      <a:cubicBezTo>
                        <a:pt x="2269" y="2128"/>
                        <a:pt x="2235" y="1661"/>
                        <a:pt x="2202" y="1194"/>
                      </a:cubicBezTo>
                      <a:cubicBezTo>
                        <a:pt x="2202" y="993"/>
                        <a:pt x="2168" y="760"/>
                        <a:pt x="2168" y="526"/>
                      </a:cubicBezTo>
                      <a:cubicBezTo>
                        <a:pt x="2135" y="360"/>
                        <a:pt x="2135" y="159"/>
                        <a:pt x="2002" y="26"/>
                      </a:cubicBezTo>
                      <a:cubicBezTo>
                        <a:pt x="1985" y="9"/>
                        <a:pt x="1960" y="1"/>
                        <a:pt x="1935" y="1"/>
                      </a:cubicBezTo>
                      <a:close/>
                    </a:path>
                  </a:pathLst>
                </a:custGeom>
                <a:solidFill>
                  <a:srgbClr val="5CC9BF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24" name="Google Shape;3924;p73"/>
                <p:cNvSpPr/>
                <p:nvPr/>
              </p:nvSpPr>
              <p:spPr>
                <a:xfrm>
                  <a:off x="4846325" y="323575"/>
                  <a:ext cx="2311675" cy="1534450"/>
                </a:xfrm>
                <a:custGeom>
                  <a:rect b="b" l="l" r="r" t="t"/>
                  <a:pathLst>
                    <a:path extrusionOk="0" fill="none" h="61378" w="92467">
                      <a:moveTo>
                        <a:pt x="1" y="5004"/>
                      </a:moveTo>
                      <a:cubicBezTo>
                        <a:pt x="268" y="15211"/>
                        <a:pt x="601" y="25452"/>
                        <a:pt x="1001" y="35692"/>
                      </a:cubicBezTo>
                      <a:cubicBezTo>
                        <a:pt x="1168" y="40796"/>
                        <a:pt x="1402" y="45933"/>
                        <a:pt x="1602" y="51037"/>
                      </a:cubicBezTo>
                      <a:cubicBezTo>
                        <a:pt x="1769" y="54506"/>
                        <a:pt x="234" y="61211"/>
                        <a:pt x="5004" y="61211"/>
                      </a:cubicBezTo>
                      <a:cubicBezTo>
                        <a:pt x="33858" y="61211"/>
                        <a:pt x="62679" y="61311"/>
                        <a:pt x="91533" y="61377"/>
                      </a:cubicBezTo>
                      <a:cubicBezTo>
                        <a:pt x="91599" y="57942"/>
                        <a:pt x="92166" y="54539"/>
                        <a:pt x="92166" y="51103"/>
                      </a:cubicBezTo>
                      <a:cubicBezTo>
                        <a:pt x="92166" y="50103"/>
                        <a:pt x="92467" y="47301"/>
                        <a:pt x="91633" y="46567"/>
                      </a:cubicBezTo>
                      <a:cubicBezTo>
                        <a:pt x="90899" y="45933"/>
                        <a:pt x="87430" y="46533"/>
                        <a:pt x="86429" y="46500"/>
                      </a:cubicBezTo>
                      <a:cubicBezTo>
                        <a:pt x="85762" y="43665"/>
                        <a:pt x="86229" y="40096"/>
                        <a:pt x="86196" y="37127"/>
                      </a:cubicBezTo>
                      <a:cubicBezTo>
                        <a:pt x="86162" y="32557"/>
                        <a:pt x="86095" y="28020"/>
                        <a:pt x="86029" y="23484"/>
                      </a:cubicBezTo>
                      <a:cubicBezTo>
                        <a:pt x="85995" y="19047"/>
                        <a:pt x="85962" y="14611"/>
                        <a:pt x="85895" y="10174"/>
                      </a:cubicBezTo>
                      <a:cubicBezTo>
                        <a:pt x="85895" y="7973"/>
                        <a:pt x="85995" y="5704"/>
                        <a:pt x="85829" y="3536"/>
                      </a:cubicBezTo>
                      <a:cubicBezTo>
                        <a:pt x="85528" y="0"/>
                        <a:pt x="80658" y="1301"/>
                        <a:pt x="77956" y="1234"/>
                      </a:cubicBezTo>
                      <a:cubicBezTo>
                        <a:pt x="74887" y="1201"/>
                        <a:pt x="71819" y="1101"/>
                        <a:pt x="68750" y="1068"/>
                      </a:cubicBezTo>
                      <a:cubicBezTo>
                        <a:pt x="69417" y="1134"/>
                        <a:pt x="69317" y="48702"/>
                        <a:pt x="69350" y="51370"/>
                      </a:cubicBezTo>
                      <a:lnTo>
                        <a:pt x="69384" y="54573"/>
                      </a:lnTo>
                    </a:path>
                  </a:pathLst>
                </a:custGeom>
                <a:solidFill>
                  <a:schemeClr val="dk2"/>
                </a:solidFill>
                <a:ln cap="flat" cmpd="sng" w="28350">
                  <a:solidFill>
                    <a:schemeClr val="dk2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925" name="Google Shape;3925;p73"/>
            <p:cNvGrpSpPr/>
            <p:nvPr/>
          </p:nvGrpSpPr>
          <p:grpSpPr>
            <a:xfrm>
              <a:off x="4456381" y="1942093"/>
              <a:ext cx="3657062" cy="2446599"/>
              <a:chOff x="4456381" y="1942093"/>
              <a:chExt cx="3657062" cy="2446599"/>
            </a:xfrm>
          </p:grpSpPr>
          <p:grpSp>
            <p:nvGrpSpPr>
              <p:cNvPr id="3926" name="Google Shape;3926;p73"/>
              <p:cNvGrpSpPr/>
              <p:nvPr/>
            </p:nvGrpSpPr>
            <p:grpSpPr>
              <a:xfrm>
                <a:off x="4456381" y="1942093"/>
                <a:ext cx="3657062" cy="2405081"/>
                <a:chOff x="4429144" y="1824993"/>
                <a:chExt cx="3657062" cy="2405081"/>
              </a:xfrm>
            </p:grpSpPr>
            <p:sp>
              <p:nvSpPr>
                <p:cNvPr id="3927" name="Google Shape;3927;p73"/>
                <p:cNvSpPr/>
                <p:nvPr/>
              </p:nvSpPr>
              <p:spPr>
                <a:xfrm>
                  <a:off x="6702839" y="2842405"/>
                  <a:ext cx="111650" cy="294704"/>
                </a:xfrm>
                <a:custGeom>
                  <a:rect b="b" l="l" r="r" t="t"/>
                  <a:pathLst>
                    <a:path extrusionOk="0" h="14177" w="5371">
                      <a:moveTo>
                        <a:pt x="2414" y="0"/>
                      </a:moveTo>
                      <a:cubicBezTo>
                        <a:pt x="2139" y="0"/>
                        <a:pt x="1843" y="100"/>
                        <a:pt x="1535" y="332"/>
                      </a:cubicBezTo>
                      <a:cubicBezTo>
                        <a:pt x="234" y="1333"/>
                        <a:pt x="234" y="3802"/>
                        <a:pt x="334" y="5236"/>
                      </a:cubicBezTo>
                      <a:cubicBezTo>
                        <a:pt x="501" y="7571"/>
                        <a:pt x="0" y="9806"/>
                        <a:pt x="134" y="12108"/>
                      </a:cubicBezTo>
                      <a:cubicBezTo>
                        <a:pt x="167" y="12875"/>
                        <a:pt x="467" y="13709"/>
                        <a:pt x="1168" y="14042"/>
                      </a:cubicBezTo>
                      <a:cubicBezTo>
                        <a:pt x="1367" y="14134"/>
                        <a:pt x="1594" y="14177"/>
                        <a:pt x="1826" y="14177"/>
                      </a:cubicBezTo>
                      <a:cubicBezTo>
                        <a:pt x="2101" y="14177"/>
                        <a:pt x="2383" y="14117"/>
                        <a:pt x="2636" y="14009"/>
                      </a:cubicBezTo>
                      <a:cubicBezTo>
                        <a:pt x="5371" y="13042"/>
                        <a:pt x="5171" y="9672"/>
                        <a:pt x="4237" y="7504"/>
                      </a:cubicBezTo>
                      <a:cubicBezTo>
                        <a:pt x="4203" y="7438"/>
                        <a:pt x="4170" y="7371"/>
                        <a:pt x="4170" y="7337"/>
                      </a:cubicBezTo>
                      <a:cubicBezTo>
                        <a:pt x="4037" y="7071"/>
                        <a:pt x="3937" y="6770"/>
                        <a:pt x="3937" y="6470"/>
                      </a:cubicBezTo>
                      <a:cubicBezTo>
                        <a:pt x="3903" y="6203"/>
                        <a:pt x="3970" y="5936"/>
                        <a:pt x="4037" y="5670"/>
                      </a:cubicBezTo>
                      <a:cubicBezTo>
                        <a:pt x="4303" y="4502"/>
                        <a:pt x="4337" y="3301"/>
                        <a:pt x="4203" y="2134"/>
                      </a:cubicBezTo>
                      <a:cubicBezTo>
                        <a:pt x="4074" y="1177"/>
                        <a:pt x="3364" y="0"/>
                        <a:pt x="2414" y="0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28" name="Google Shape;3928;p73"/>
                <p:cNvSpPr/>
                <p:nvPr/>
              </p:nvSpPr>
              <p:spPr>
                <a:xfrm>
                  <a:off x="6440958" y="2144527"/>
                  <a:ext cx="379081" cy="812376"/>
                </a:xfrm>
                <a:custGeom>
                  <a:rect b="b" l="l" r="r" t="t"/>
                  <a:pathLst>
                    <a:path extrusionOk="0" h="39080" w="18236">
                      <a:moveTo>
                        <a:pt x="2970" y="0"/>
                      </a:moveTo>
                      <a:cubicBezTo>
                        <a:pt x="1" y="0"/>
                        <a:pt x="2352" y="4659"/>
                        <a:pt x="4326" y="8219"/>
                      </a:cubicBezTo>
                      <a:cubicBezTo>
                        <a:pt x="5226" y="9821"/>
                        <a:pt x="6060" y="11222"/>
                        <a:pt x="6327" y="11889"/>
                      </a:cubicBezTo>
                      <a:cubicBezTo>
                        <a:pt x="9029" y="19094"/>
                        <a:pt x="10997" y="31303"/>
                        <a:pt x="10830" y="39075"/>
                      </a:cubicBezTo>
                      <a:cubicBezTo>
                        <a:pt x="10925" y="39078"/>
                        <a:pt x="11022" y="39079"/>
                        <a:pt x="11121" y="39079"/>
                      </a:cubicBezTo>
                      <a:cubicBezTo>
                        <a:pt x="12544" y="39079"/>
                        <a:pt x="14373" y="38793"/>
                        <a:pt x="16011" y="38793"/>
                      </a:cubicBezTo>
                      <a:cubicBezTo>
                        <a:pt x="16825" y="38793"/>
                        <a:pt x="17591" y="38863"/>
                        <a:pt x="18236" y="39075"/>
                      </a:cubicBezTo>
                      <a:cubicBezTo>
                        <a:pt x="18069" y="31369"/>
                        <a:pt x="17035" y="20528"/>
                        <a:pt x="16034" y="13156"/>
                      </a:cubicBezTo>
                      <a:cubicBezTo>
                        <a:pt x="14867" y="4750"/>
                        <a:pt x="12031" y="781"/>
                        <a:pt x="3258" y="14"/>
                      </a:cubicBezTo>
                      <a:cubicBezTo>
                        <a:pt x="3157" y="5"/>
                        <a:pt x="3061" y="0"/>
                        <a:pt x="297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29" name="Google Shape;3929;p73"/>
                <p:cNvSpPr/>
                <p:nvPr/>
              </p:nvSpPr>
              <p:spPr>
                <a:xfrm>
                  <a:off x="6627255" y="3843655"/>
                  <a:ext cx="151873" cy="255894"/>
                </a:xfrm>
                <a:custGeom>
                  <a:rect b="b" l="l" r="r" t="t"/>
                  <a:pathLst>
                    <a:path extrusionOk="0" h="12310" w="7306">
                      <a:moveTo>
                        <a:pt x="6939" y="1"/>
                      </a:moveTo>
                      <a:lnTo>
                        <a:pt x="0" y="468"/>
                      </a:lnTo>
                      <a:cubicBezTo>
                        <a:pt x="67" y="1468"/>
                        <a:pt x="1235" y="12310"/>
                        <a:pt x="1235" y="12310"/>
                      </a:cubicBezTo>
                      <a:lnTo>
                        <a:pt x="7306" y="11742"/>
                      </a:lnTo>
                      <a:lnTo>
                        <a:pt x="6939" y="1"/>
                      </a:ln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30" name="Google Shape;3930;p73"/>
                <p:cNvSpPr/>
                <p:nvPr/>
              </p:nvSpPr>
              <p:spPr>
                <a:xfrm>
                  <a:off x="6487189" y="4049763"/>
                  <a:ext cx="311355" cy="120817"/>
                </a:xfrm>
                <a:custGeom>
                  <a:rect b="b" l="l" r="r" t="t"/>
                  <a:pathLst>
                    <a:path extrusionOk="0" h="5812" w="14978">
                      <a:moveTo>
                        <a:pt x="7939" y="1"/>
                      </a:moveTo>
                      <a:cubicBezTo>
                        <a:pt x="7877" y="1"/>
                        <a:pt x="7821" y="9"/>
                        <a:pt x="7773" y="26"/>
                      </a:cubicBezTo>
                      <a:cubicBezTo>
                        <a:pt x="7472" y="126"/>
                        <a:pt x="7039" y="827"/>
                        <a:pt x="6705" y="1027"/>
                      </a:cubicBezTo>
                      <a:cubicBezTo>
                        <a:pt x="6238" y="1327"/>
                        <a:pt x="5704" y="1527"/>
                        <a:pt x="5171" y="1727"/>
                      </a:cubicBezTo>
                      <a:cubicBezTo>
                        <a:pt x="4137" y="2161"/>
                        <a:pt x="3136" y="2661"/>
                        <a:pt x="2235" y="3262"/>
                      </a:cubicBezTo>
                      <a:cubicBezTo>
                        <a:pt x="1635" y="3695"/>
                        <a:pt x="334" y="4529"/>
                        <a:pt x="67" y="5230"/>
                      </a:cubicBezTo>
                      <a:cubicBezTo>
                        <a:pt x="0" y="5430"/>
                        <a:pt x="67" y="5730"/>
                        <a:pt x="301" y="5797"/>
                      </a:cubicBezTo>
                      <a:cubicBezTo>
                        <a:pt x="323" y="5808"/>
                        <a:pt x="345" y="5812"/>
                        <a:pt x="368" y="5812"/>
                      </a:cubicBezTo>
                      <a:cubicBezTo>
                        <a:pt x="415" y="5812"/>
                        <a:pt x="467" y="5797"/>
                        <a:pt x="534" y="5797"/>
                      </a:cubicBezTo>
                      <a:lnTo>
                        <a:pt x="13743" y="5530"/>
                      </a:lnTo>
                      <a:cubicBezTo>
                        <a:pt x="14177" y="5530"/>
                        <a:pt x="14444" y="5430"/>
                        <a:pt x="14611" y="5263"/>
                      </a:cubicBezTo>
                      <a:cubicBezTo>
                        <a:pt x="14978" y="4963"/>
                        <a:pt x="14878" y="4363"/>
                        <a:pt x="14744" y="3629"/>
                      </a:cubicBezTo>
                      <a:cubicBezTo>
                        <a:pt x="14677" y="3295"/>
                        <a:pt x="14544" y="2962"/>
                        <a:pt x="14477" y="2628"/>
                      </a:cubicBezTo>
                      <a:cubicBezTo>
                        <a:pt x="14344" y="2128"/>
                        <a:pt x="14511" y="1160"/>
                        <a:pt x="14277" y="760"/>
                      </a:cubicBezTo>
                      <a:cubicBezTo>
                        <a:pt x="14144" y="527"/>
                        <a:pt x="13944" y="460"/>
                        <a:pt x="13710" y="426"/>
                      </a:cubicBezTo>
                      <a:cubicBezTo>
                        <a:pt x="13325" y="406"/>
                        <a:pt x="12792" y="374"/>
                        <a:pt x="12284" y="374"/>
                      </a:cubicBezTo>
                      <a:cubicBezTo>
                        <a:pt x="11955" y="374"/>
                        <a:pt x="11637" y="387"/>
                        <a:pt x="11375" y="426"/>
                      </a:cubicBezTo>
                      <a:cubicBezTo>
                        <a:pt x="11075" y="456"/>
                        <a:pt x="10775" y="473"/>
                        <a:pt x="10472" y="473"/>
                      </a:cubicBezTo>
                      <a:cubicBezTo>
                        <a:pt x="10101" y="473"/>
                        <a:pt x="9726" y="448"/>
                        <a:pt x="9340" y="393"/>
                      </a:cubicBezTo>
                      <a:cubicBezTo>
                        <a:pt x="8993" y="335"/>
                        <a:pt x="8344" y="1"/>
                        <a:pt x="793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31" name="Google Shape;3931;p73"/>
                <p:cNvSpPr/>
                <p:nvPr/>
              </p:nvSpPr>
              <p:spPr>
                <a:xfrm>
                  <a:off x="6439336" y="2598630"/>
                  <a:ext cx="366837" cy="1407231"/>
                </a:xfrm>
                <a:custGeom>
                  <a:rect b="b" l="l" r="r" t="t"/>
                  <a:pathLst>
                    <a:path extrusionOk="0" h="67696" w="17647">
                      <a:moveTo>
                        <a:pt x="3867" y="1"/>
                      </a:moveTo>
                      <a:cubicBezTo>
                        <a:pt x="1779" y="1"/>
                        <a:pt x="521" y="1059"/>
                        <a:pt x="334" y="2986"/>
                      </a:cubicBezTo>
                      <a:cubicBezTo>
                        <a:pt x="1" y="6022"/>
                        <a:pt x="401" y="9224"/>
                        <a:pt x="368" y="12260"/>
                      </a:cubicBezTo>
                      <a:cubicBezTo>
                        <a:pt x="334" y="15529"/>
                        <a:pt x="634" y="18831"/>
                        <a:pt x="935" y="22100"/>
                      </a:cubicBezTo>
                      <a:cubicBezTo>
                        <a:pt x="935" y="28438"/>
                        <a:pt x="1568" y="34776"/>
                        <a:pt x="2269" y="41080"/>
                      </a:cubicBezTo>
                      <a:cubicBezTo>
                        <a:pt x="3003" y="47785"/>
                        <a:pt x="4537" y="54023"/>
                        <a:pt x="6038" y="60594"/>
                      </a:cubicBezTo>
                      <a:cubicBezTo>
                        <a:pt x="6405" y="62195"/>
                        <a:pt x="6739" y="63797"/>
                        <a:pt x="7239" y="65364"/>
                      </a:cubicBezTo>
                      <a:cubicBezTo>
                        <a:pt x="7439" y="65898"/>
                        <a:pt x="7639" y="66465"/>
                        <a:pt x="8040" y="66865"/>
                      </a:cubicBezTo>
                      <a:cubicBezTo>
                        <a:pt x="8573" y="67399"/>
                        <a:pt x="9374" y="67533"/>
                        <a:pt x="10141" y="67599"/>
                      </a:cubicBezTo>
                      <a:cubicBezTo>
                        <a:pt x="10850" y="67662"/>
                        <a:pt x="11566" y="67695"/>
                        <a:pt x="12286" y="67695"/>
                      </a:cubicBezTo>
                      <a:cubicBezTo>
                        <a:pt x="13091" y="67695"/>
                        <a:pt x="13901" y="67654"/>
                        <a:pt x="14711" y="67566"/>
                      </a:cubicBezTo>
                      <a:cubicBezTo>
                        <a:pt x="15245" y="67499"/>
                        <a:pt x="15812" y="67432"/>
                        <a:pt x="16212" y="67066"/>
                      </a:cubicBezTo>
                      <a:cubicBezTo>
                        <a:pt x="16779" y="66599"/>
                        <a:pt x="16879" y="65798"/>
                        <a:pt x="16979" y="65097"/>
                      </a:cubicBezTo>
                      <a:cubicBezTo>
                        <a:pt x="17647" y="58259"/>
                        <a:pt x="16879" y="51521"/>
                        <a:pt x="16346" y="44716"/>
                      </a:cubicBezTo>
                      <a:cubicBezTo>
                        <a:pt x="15812" y="38045"/>
                        <a:pt x="15245" y="31373"/>
                        <a:pt x="14444" y="24735"/>
                      </a:cubicBezTo>
                      <a:cubicBezTo>
                        <a:pt x="13977" y="20799"/>
                        <a:pt x="12977" y="16930"/>
                        <a:pt x="12610" y="12993"/>
                      </a:cubicBezTo>
                      <a:cubicBezTo>
                        <a:pt x="12243" y="9157"/>
                        <a:pt x="12109" y="5388"/>
                        <a:pt x="9174" y="2353"/>
                      </a:cubicBezTo>
                      <a:cubicBezTo>
                        <a:pt x="7873" y="1018"/>
                        <a:pt x="6172" y="151"/>
                        <a:pt x="4337" y="18"/>
                      </a:cubicBezTo>
                      <a:cubicBezTo>
                        <a:pt x="4176" y="6"/>
                        <a:pt x="4019" y="1"/>
                        <a:pt x="386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32" name="Google Shape;3932;p73"/>
                <p:cNvSpPr/>
                <p:nvPr/>
              </p:nvSpPr>
              <p:spPr>
                <a:xfrm>
                  <a:off x="6140474" y="3861678"/>
                  <a:ext cx="162288" cy="246893"/>
                </a:xfrm>
                <a:custGeom>
                  <a:rect b="b" l="l" r="r" t="t"/>
                  <a:pathLst>
                    <a:path extrusionOk="0" h="11877" w="7807">
                      <a:moveTo>
                        <a:pt x="7806" y="1"/>
                      </a:moveTo>
                      <a:lnTo>
                        <a:pt x="234" y="1002"/>
                      </a:lnTo>
                      <a:cubicBezTo>
                        <a:pt x="201" y="2036"/>
                        <a:pt x="1" y="11876"/>
                        <a:pt x="1" y="11876"/>
                      </a:cubicBezTo>
                      <a:lnTo>
                        <a:pt x="6138" y="11476"/>
                      </a:lnTo>
                      <a:lnTo>
                        <a:pt x="7806" y="1"/>
                      </a:ln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33" name="Google Shape;3933;p73"/>
                <p:cNvSpPr/>
                <p:nvPr/>
              </p:nvSpPr>
              <p:spPr>
                <a:xfrm>
                  <a:off x="6420628" y="2047719"/>
                  <a:ext cx="113728" cy="142872"/>
                </a:xfrm>
                <a:custGeom>
                  <a:rect b="b" l="l" r="r" t="t"/>
                  <a:pathLst>
                    <a:path extrusionOk="0" h="6873" w="5471">
                      <a:moveTo>
                        <a:pt x="0" y="1"/>
                      </a:moveTo>
                      <a:lnTo>
                        <a:pt x="0" y="6872"/>
                      </a:lnTo>
                      <a:lnTo>
                        <a:pt x="5471" y="6872"/>
                      </a:lnTo>
                      <a:lnTo>
                        <a:pt x="5471" y="1"/>
                      </a:ln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34" name="Google Shape;3934;p73"/>
                <p:cNvSpPr/>
                <p:nvPr/>
              </p:nvSpPr>
              <p:spPr>
                <a:xfrm>
                  <a:off x="6078756" y="2536267"/>
                  <a:ext cx="532576" cy="1461049"/>
                </a:xfrm>
                <a:custGeom>
                  <a:rect b="b" l="l" r="r" t="t"/>
                  <a:pathLst>
                    <a:path extrusionOk="0" h="70285" w="25620">
                      <a:moveTo>
                        <a:pt x="18183" y="1"/>
                      </a:moveTo>
                      <a:cubicBezTo>
                        <a:pt x="15078" y="1"/>
                        <a:pt x="12495" y="3553"/>
                        <a:pt x="11442" y="6253"/>
                      </a:cubicBezTo>
                      <a:cubicBezTo>
                        <a:pt x="4304" y="24566"/>
                        <a:pt x="1" y="46382"/>
                        <a:pt x="568" y="66029"/>
                      </a:cubicBezTo>
                      <a:cubicBezTo>
                        <a:pt x="601" y="66696"/>
                        <a:pt x="635" y="67397"/>
                        <a:pt x="1002" y="67931"/>
                      </a:cubicBezTo>
                      <a:cubicBezTo>
                        <a:pt x="1502" y="68665"/>
                        <a:pt x="2436" y="68898"/>
                        <a:pt x="3303" y="69098"/>
                      </a:cubicBezTo>
                      <a:cubicBezTo>
                        <a:pt x="4704" y="69398"/>
                        <a:pt x="6105" y="69732"/>
                        <a:pt x="7540" y="70066"/>
                      </a:cubicBezTo>
                      <a:cubicBezTo>
                        <a:pt x="8015" y="70175"/>
                        <a:pt x="8520" y="70285"/>
                        <a:pt x="9011" y="70285"/>
                      </a:cubicBezTo>
                      <a:cubicBezTo>
                        <a:pt x="9417" y="70285"/>
                        <a:pt x="9813" y="70210"/>
                        <a:pt x="10175" y="69999"/>
                      </a:cubicBezTo>
                      <a:cubicBezTo>
                        <a:pt x="10909" y="69599"/>
                        <a:pt x="11242" y="68731"/>
                        <a:pt x="11509" y="67931"/>
                      </a:cubicBezTo>
                      <a:cubicBezTo>
                        <a:pt x="13978" y="60759"/>
                        <a:pt x="14745" y="53053"/>
                        <a:pt x="15979" y="45615"/>
                      </a:cubicBezTo>
                      <a:cubicBezTo>
                        <a:pt x="17046" y="39143"/>
                        <a:pt x="18247" y="32672"/>
                        <a:pt x="19782" y="26267"/>
                      </a:cubicBezTo>
                      <a:cubicBezTo>
                        <a:pt x="20249" y="24266"/>
                        <a:pt x="20782" y="22265"/>
                        <a:pt x="21350" y="20297"/>
                      </a:cubicBezTo>
                      <a:cubicBezTo>
                        <a:pt x="21350" y="20230"/>
                        <a:pt x="22417" y="16494"/>
                        <a:pt x="22751" y="14326"/>
                      </a:cubicBezTo>
                      <a:cubicBezTo>
                        <a:pt x="22751" y="13925"/>
                        <a:pt x="22717" y="13492"/>
                        <a:pt x="23017" y="13225"/>
                      </a:cubicBezTo>
                      <a:cubicBezTo>
                        <a:pt x="23084" y="13191"/>
                        <a:pt x="23151" y="13158"/>
                        <a:pt x="23218" y="13125"/>
                      </a:cubicBezTo>
                      <a:cubicBezTo>
                        <a:pt x="23484" y="12524"/>
                        <a:pt x="23785" y="11991"/>
                        <a:pt x="24085" y="11424"/>
                      </a:cubicBezTo>
                      <a:cubicBezTo>
                        <a:pt x="25619" y="8488"/>
                        <a:pt x="23284" y="2317"/>
                        <a:pt x="20449" y="649"/>
                      </a:cubicBezTo>
                      <a:cubicBezTo>
                        <a:pt x="19673" y="198"/>
                        <a:pt x="18913" y="1"/>
                        <a:pt x="1818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35" name="Google Shape;3935;p73"/>
                <p:cNvSpPr/>
                <p:nvPr/>
              </p:nvSpPr>
              <p:spPr>
                <a:xfrm>
                  <a:off x="6224373" y="2143965"/>
                  <a:ext cx="504138" cy="786433"/>
                </a:xfrm>
                <a:custGeom>
                  <a:rect b="b" l="l" r="r" t="t"/>
                  <a:pathLst>
                    <a:path extrusionOk="0" h="37832" w="24252">
                      <a:moveTo>
                        <a:pt x="13377" y="1"/>
                      </a:moveTo>
                      <a:cubicBezTo>
                        <a:pt x="13277" y="1"/>
                        <a:pt x="13177" y="3"/>
                        <a:pt x="13077" y="7"/>
                      </a:cubicBezTo>
                      <a:cubicBezTo>
                        <a:pt x="12601" y="27"/>
                        <a:pt x="12129" y="32"/>
                        <a:pt x="11657" y="32"/>
                      </a:cubicBezTo>
                      <a:cubicBezTo>
                        <a:pt x="11157" y="32"/>
                        <a:pt x="10659" y="26"/>
                        <a:pt x="10159" y="26"/>
                      </a:cubicBezTo>
                      <a:cubicBezTo>
                        <a:pt x="9544" y="26"/>
                        <a:pt x="8928" y="35"/>
                        <a:pt x="8307" y="74"/>
                      </a:cubicBezTo>
                      <a:cubicBezTo>
                        <a:pt x="5772" y="241"/>
                        <a:pt x="4904" y="1842"/>
                        <a:pt x="3870" y="4010"/>
                      </a:cubicBezTo>
                      <a:cubicBezTo>
                        <a:pt x="3437" y="4944"/>
                        <a:pt x="3103" y="5911"/>
                        <a:pt x="2903" y="6912"/>
                      </a:cubicBezTo>
                      <a:cubicBezTo>
                        <a:pt x="2336" y="9747"/>
                        <a:pt x="2536" y="12683"/>
                        <a:pt x="2536" y="15585"/>
                      </a:cubicBezTo>
                      <a:cubicBezTo>
                        <a:pt x="2536" y="19888"/>
                        <a:pt x="1002" y="33398"/>
                        <a:pt x="1" y="37601"/>
                      </a:cubicBezTo>
                      <a:cubicBezTo>
                        <a:pt x="1751" y="37770"/>
                        <a:pt x="3583" y="37831"/>
                        <a:pt x="5459" y="37831"/>
                      </a:cubicBezTo>
                      <a:cubicBezTo>
                        <a:pt x="10244" y="37831"/>
                        <a:pt x="15316" y="37435"/>
                        <a:pt x="20046" y="37435"/>
                      </a:cubicBezTo>
                      <a:cubicBezTo>
                        <a:pt x="21486" y="37435"/>
                        <a:pt x="22893" y="37472"/>
                        <a:pt x="24252" y="37567"/>
                      </a:cubicBezTo>
                      <a:cubicBezTo>
                        <a:pt x="24085" y="35866"/>
                        <a:pt x="23484" y="25225"/>
                        <a:pt x="23318" y="23524"/>
                      </a:cubicBezTo>
                      <a:cubicBezTo>
                        <a:pt x="23017" y="20055"/>
                        <a:pt x="22751" y="16586"/>
                        <a:pt x="22550" y="13117"/>
                      </a:cubicBezTo>
                      <a:cubicBezTo>
                        <a:pt x="22484" y="11816"/>
                        <a:pt x="22550" y="10448"/>
                        <a:pt x="22350" y="9180"/>
                      </a:cubicBezTo>
                      <a:cubicBezTo>
                        <a:pt x="22217" y="8213"/>
                        <a:pt x="21716" y="7312"/>
                        <a:pt x="21183" y="6478"/>
                      </a:cubicBezTo>
                      <a:cubicBezTo>
                        <a:pt x="20616" y="5511"/>
                        <a:pt x="20082" y="4544"/>
                        <a:pt x="19582" y="3576"/>
                      </a:cubicBezTo>
                      <a:cubicBezTo>
                        <a:pt x="19315" y="3076"/>
                        <a:pt x="19081" y="2576"/>
                        <a:pt x="18848" y="2042"/>
                      </a:cubicBezTo>
                      <a:cubicBezTo>
                        <a:pt x="18548" y="1408"/>
                        <a:pt x="18481" y="975"/>
                        <a:pt x="17714" y="774"/>
                      </a:cubicBezTo>
                      <a:cubicBezTo>
                        <a:pt x="16310" y="431"/>
                        <a:pt x="14819" y="1"/>
                        <a:pt x="1337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36" name="Google Shape;3936;p73"/>
                <p:cNvSpPr/>
                <p:nvPr/>
              </p:nvSpPr>
              <p:spPr>
                <a:xfrm>
                  <a:off x="5844398" y="2107359"/>
                  <a:ext cx="210806" cy="319857"/>
                </a:xfrm>
                <a:custGeom>
                  <a:rect b="b" l="l" r="r" t="t"/>
                  <a:pathLst>
                    <a:path extrusionOk="0" h="15387" w="10141">
                      <a:moveTo>
                        <a:pt x="2035" y="0"/>
                      </a:moveTo>
                      <a:cubicBezTo>
                        <a:pt x="1802" y="0"/>
                        <a:pt x="1635" y="267"/>
                        <a:pt x="1601" y="501"/>
                      </a:cubicBezTo>
                      <a:cubicBezTo>
                        <a:pt x="1601" y="701"/>
                        <a:pt x="1701" y="934"/>
                        <a:pt x="1802" y="1134"/>
                      </a:cubicBezTo>
                      <a:lnTo>
                        <a:pt x="2669" y="2936"/>
                      </a:lnTo>
                      <a:cubicBezTo>
                        <a:pt x="2702" y="3002"/>
                        <a:pt x="2736" y="3069"/>
                        <a:pt x="2702" y="3136"/>
                      </a:cubicBezTo>
                      <a:cubicBezTo>
                        <a:pt x="2669" y="3203"/>
                        <a:pt x="2635" y="3236"/>
                        <a:pt x="2569" y="3269"/>
                      </a:cubicBezTo>
                      <a:cubicBezTo>
                        <a:pt x="2202" y="3503"/>
                        <a:pt x="1802" y="3636"/>
                        <a:pt x="1468" y="3870"/>
                      </a:cubicBezTo>
                      <a:cubicBezTo>
                        <a:pt x="1101" y="4137"/>
                        <a:pt x="834" y="4670"/>
                        <a:pt x="601" y="5071"/>
                      </a:cubicBezTo>
                      <a:cubicBezTo>
                        <a:pt x="0" y="6171"/>
                        <a:pt x="734" y="7039"/>
                        <a:pt x="1368" y="7839"/>
                      </a:cubicBezTo>
                      <a:cubicBezTo>
                        <a:pt x="2135" y="8773"/>
                        <a:pt x="2736" y="9841"/>
                        <a:pt x="3303" y="10941"/>
                      </a:cubicBezTo>
                      <a:cubicBezTo>
                        <a:pt x="3770" y="11775"/>
                        <a:pt x="4203" y="12643"/>
                        <a:pt x="4637" y="13410"/>
                      </a:cubicBezTo>
                      <a:cubicBezTo>
                        <a:pt x="5137" y="14277"/>
                        <a:pt x="5771" y="15244"/>
                        <a:pt x="6772" y="15378"/>
                      </a:cubicBezTo>
                      <a:cubicBezTo>
                        <a:pt x="6840" y="15384"/>
                        <a:pt x="6908" y="15386"/>
                        <a:pt x="6975" y="15386"/>
                      </a:cubicBezTo>
                      <a:cubicBezTo>
                        <a:pt x="7298" y="15386"/>
                        <a:pt x="7602" y="15322"/>
                        <a:pt x="7906" y="15211"/>
                      </a:cubicBezTo>
                      <a:cubicBezTo>
                        <a:pt x="8740" y="15011"/>
                        <a:pt x="9674" y="14577"/>
                        <a:pt x="9907" y="13777"/>
                      </a:cubicBezTo>
                      <a:cubicBezTo>
                        <a:pt x="10141" y="13110"/>
                        <a:pt x="9841" y="12409"/>
                        <a:pt x="9540" y="11775"/>
                      </a:cubicBezTo>
                      <a:cubicBezTo>
                        <a:pt x="7639" y="7739"/>
                        <a:pt x="4737" y="4403"/>
                        <a:pt x="2602" y="501"/>
                      </a:cubicBezTo>
                      <a:cubicBezTo>
                        <a:pt x="2469" y="267"/>
                        <a:pt x="2302" y="0"/>
                        <a:pt x="2035" y="0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37" name="Google Shape;3937;p73"/>
                <p:cNvSpPr/>
                <p:nvPr/>
              </p:nvSpPr>
              <p:spPr>
                <a:xfrm>
                  <a:off x="5926218" y="2220775"/>
                  <a:ext cx="472916" cy="407830"/>
                </a:xfrm>
                <a:custGeom>
                  <a:rect b="b" l="l" r="r" t="t"/>
                  <a:pathLst>
                    <a:path extrusionOk="0" h="19619" w="22750">
                      <a:moveTo>
                        <a:pt x="18846" y="1"/>
                      </a:moveTo>
                      <a:cubicBezTo>
                        <a:pt x="18769" y="1"/>
                        <a:pt x="18692" y="5"/>
                        <a:pt x="18614" y="15"/>
                      </a:cubicBezTo>
                      <a:cubicBezTo>
                        <a:pt x="18047" y="82"/>
                        <a:pt x="17546" y="415"/>
                        <a:pt x="17079" y="749"/>
                      </a:cubicBezTo>
                      <a:cubicBezTo>
                        <a:pt x="13677" y="3217"/>
                        <a:pt x="10641" y="6253"/>
                        <a:pt x="8540" y="9889"/>
                      </a:cubicBezTo>
                      <a:cubicBezTo>
                        <a:pt x="8607" y="9755"/>
                        <a:pt x="7639" y="8454"/>
                        <a:pt x="7506" y="8287"/>
                      </a:cubicBezTo>
                      <a:cubicBezTo>
                        <a:pt x="7139" y="7754"/>
                        <a:pt x="6805" y="7187"/>
                        <a:pt x="6438" y="6653"/>
                      </a:cubicBezTo>
                      <a:cubicBezTo>
                        <a:pt x="5805" y="5719"/>
                        <a:pt x="5237" y="4752"/>
                        <a:pt x="4604" y="3784"/>
                      </a:cubicBezTo>
                      <a:cubicBezTo>
                        <a:pt x="3103" y="5052"/>
                        <a:pt x="1568" y="6286"/>
                        <a:pt x="0" y="7487"/>
                      </a:cubicBezTo>
                      <a:cubicBezTo>
                        <a:pt x="901" y="9388"/>
                        <a:pt x="1868" y="11290"/>
                        <a:pt x="2902" y="13124"/>
                      </a:cubicBezTo>
                      <a:cubicBezTo>
                        <a:pt x="3536" y="14158"/>
                        <a:pt x="4070" y="15192"/>
                        <a:pt x="4937" y="16026"/>
                      </a:cubicBezTo>
                      <a:cubicBezTo>
                        <a:pt x="5871" y="16894"/>
                        <a:pt x="6772" y="17761"/>
                        <a:pt x="7739" y="18595"/>
                      </a:cubicBezTo>
                      <a:cubicBezTo>
                        <a:pt x="8240" y="19028"/>
                        <a:pt x="8807" y="19495"/>
                        <a:pt x="9474" y="19596"/>
                      </a:cubicBezTo>
                      <a:cubicBezTo>
                        <a:pt x="9580" y="19611"/>
                        <a:pt x="9685" y="19619"/>
                        <a:pt x="9790" y="19619"/>
                      </a:cubicBezTo>
                      <a:cubicBezTo>
                        <a:pt x="10577" y="19619"/>
                        <a:pt x="11332" y="19203"/>
                        <a:pt x="12009" y="18762"/>
                      </a:cubicBezTo>
                      <a:cubicBezTo>
                        <a:pt x="14444" y="17227"/>
                        <a:pt x="16679" y="15326"/>
                        <a:pt x="18614" y="13191"/>
                      </a:cubicBezTo>
                      <a:cubicBezTo>
                        <a:pt x="21149" y="10389"/>
                        <a:pt x="22750" y="6019"/>
                        <a:pt x="21482" y="2450"/>
                      </a:cubicBezTo>
                      <a:cubicBezTo>
                        <a:pt x="21074" y="1255"/>
                        <a:pt x="20102" y="1"/>
                        <a:pt x="1884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38" name="Google Shape;3938;p73"/>
                <p:cNvSpPr/>
                <p:nvPr/>
              </p:nvSpPr>
              <p:spPr>
                <a:xfrm>
                  <a:off x="6148103" y="2147707"/>
                  <a:ext cx="357815" cy="384839"/>
                </a:xfrm>
                <a:custGeom>
                  <a:rect b="b" l="l" r="r" t="t"/>
                  <a:pathLst>
                    <a:path extrusionOk="0" h="18513" w="17213">
                      <a:moveTo>
                        <a:pt x="11615" y="0"/>
                      </a:moveTo>
                      <a:cubicBezTo>
                        <a:pt x="10286" y="0"/>
                        <a:pt x="8922" y="502"/>
                        <a:pt x="7906" y="1395"/>
                      </a:cubicBezTo>
                      <a:cubicBezTo>
                        <a:pt x="5038" y="3930"/>
                        <a:pt x="2202" y="6599"/>
                        <a:pt x="301" y="9934"/>
                      </a:cubicBezTo>
                      <a:cubicBezTo>
                        <a:pt x="167" y="10201"/>
                        <a:pt x="34" y="10435"/>
                        <a:pt x="34" y="10702"/>
                      </a:cubicBezTo>
                      <a:cubicBezTo>
                        <a:pt x="1" y="11035"/>
                        <a:pt x="167" y="11302"/>
                        <a:pt x="301" y="11569"/>
                      </a:cubicBezTo>
                      <a:cubicBezTo>
                        <a:pt x="935" y="12636"/>
                        <a:pt x="1635" y="13704"/>
                        <a:pt x="2669" y="14404"/>
                      </a:cubicBezTo>
                      <a:cubicBezTo>
                        <a:pt x="3403" y="14938"/>
                        <a:pt x="4304" y="15238"/>
                        <a:pt x="5104" y="15672"/>
                      </a:cubicBezTo>
                      <a:cubicBezTo>
                        <a:pt x="5905" y="16105"/>
                        <a:pt x="6672" y="16773"/>
                        <a:pt x="6872" y="17673"/>
                      </a:cubicBezTo>
                      <a:cubicBezTo>
                        <a:pt x="6939" y="17873"/>
                        <a:pt x="6939" y="18074"/>
                        <a:pt x="7072" y="18240"/>
                      </a:cubicBezTo>
                      <a:cubicBezTo>
                        <a:pt x="7124" y="18327"/>
                        <a:pt x="7212" y="18404"/>
                        <a:pt x="7308" y="18445"/>
                      </a:cubicBezTo>
                      <a:lnTo>
                        <a:pt x="7308" y="18445"/>
                      </a:lnTo>
                      <a:cubicBezTo>
                        <a:pt x="9520" y="16431"/>
                        <a:pt x="11726" y="14412"/>
                        <a:pt x="13410" y="11969"/>
                      </a:cubicBezTo>
                      <a:cubicBezTo>
                        <a:pt x="15278" y="9301"/>
                        <a:pt x="17213" y="5364"/>
                        <a:pt x="15512" y="2229"/>
                      </a:cubicBezTo>
                      <a:cubicBezTo>
                        <a:pt x="14667" y="684"/>
                        <a:pt x="13165" y="0"/>
                        <a:pt x="11615" y="0"/>
                      </a:cubicBezTo>
                      <a:close/>
                      <a:moveTo>
                        <a:pt x="7873" y="18174"/>
                      </a:moveTo>
                      <a:lnTo>
                        <a:pt x="7573" y="18441"/>
                      </a:lnTo>
                      <a:cubicBezTo>
                        <a:pt x="7533" y="18464"/>
                        <a:pt x="7489" y="18475"/>
                        <a:pt x="7445" y="18475"/>
                      </a:cubicBezTo>
                      <a:cubicBezTo>
                        <a:pt x="7399" y="18475"/>
                        <a:pt x="7352" y="18464"/>
                        <a:pt x="7308" y="18445"/>
                      </a:cubicBezTo>
                      <a:lnTo>
                        <a:pt x="7308" y="18445"/>
                      </a:lnTo>
                      <a:cubicBezTo>
                        <a:pt x="7285" y="18466"/>
                        <a:pt x="7262" y="18486"/>
                        <a:pt x="7239" y="18507"/>
                      </a:cubicBezTo>
                      <a:cubicBezTo>
                        <a:pt x="7266" y="18511"/>
                        <a:pt x="7294" y="18512"/>
                        <a:pt x="7321" y="18512"/>
                      </a:cubicBezTo>
                      <a:cubicBezTo>
                        <a:pt x="7559" y="18512"/>
                        <a:pt x="7783" y="18383"/>
                        <a:pt x="7873" y="18174"/>
                      </a:cubicBezTo>
                      <a:close/>
                    </a:path>
                  </a:pathLst>
                </a:custGeom>
                <a:solidFill>
                  <a:srgbClr val="C46345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39" name="Google Shape;3939;p73"/>
                <p:cNvSpPr/>
                <p:nvPr/>
              </p:nvSpPr>
              <p:spPr>
                <a:xfrm>
                  <a:off x="6389405" y="1940934"/>
                  <a:ext cx="133851" cy="174220"/>
                </a:xfrm>
                <a:custGeom>
                  <a:rect b="b" l="l" r="r" t="t"/>
                  <a:pathLst>
                    <a:path extrusionOk="0" h="8381" w="6439">
                      <a:moveTo>
                        <a:pt x="2236" y="1"/>
                      </a:moveTo>
                      <a:cubicBezTo>
                        <a:pt x="1836" y="1"/>
                        <a:pt x="1402" y="67"/>
                        <a:pt x="1168" y="367"/>
                      </a:cubicBezTo>
                      <a:cubicBezTo>
                        <a:pt x="1068" y="501"/>
                        <a:pt x="1035" y="634"/>
                        <a:pt x="1002" y="801"/>
                      </a:cubicBezTo>
                      <a:cubicBezTo>
                        <a:pt x="768" y="1535"/>
                        <a:pt x="568" y="2302"/>
                        <a:pt x="401" y="3069"/>
                      </a:cubicBezTo>
                      <a:cubicBezTo>
                        <a:pt x="134" y="4237"/>
                        <a:pt x="1" y="5438"/>
                        <a:pt x="168" y="6605"/>
                      </a:cubicBezTo>
                      <a:cubicBezTo>
                        <a:pt x="268" y="7339"/>
                        <a:pt x="868" y="7806"/>
                        <a:pt x="1502" y="8106"/>
                      </a:cubicBezTo>
                      <a:cubicBezTo>
                        <a:pt x="1926" y="8288"/>
                        <a:pt x="2384" y="8380"/>
                        <a:pt x="2842" y="8380"/>
                      </a:cubicBezTo>
                      <a:cubicBezTo>
                        <a:pt x="3394" y="8380"/>
                        <a:pt x="3945" y="8246"/>
                        <a:pt x="4437" y="7973"/>
                      </a:cubicBezTo>
                      <a:cubicBezTo>
                        <a:pt x="5105" y="7606"/>
                        <a:pt x="5538" y="7006"/>
                        <a:pt x="5672" y="6238"/>
                      </a:cubicBezTo>
                      <a:cubicBezTo>
                        <a:pt x="5772" y="5738"/>
                        <a:pt x="5805" y="5238"/>
                        <a:pt x="5905" y="4771"/>
                      </a:cubicBezTo>
                      <a:cubicBezTo>
                        <a:pt x="6039" y="4037"/>
                        <a:pt x="6439" y="3336"/>
                        <a:pt x="6372" y="2569"/>
                      </a:cubicBezTo>
                      <a:cubicBezTo>
                        <a:pt x="6339" y="1668"/>
                        <a:pt x="5672" y="901"/>
                        <a:pt x="4871" y="501"/>
                      </a:cubicBezTo>
                      <a:cubicBezTo>
                        <a:pt x="4071" y="67"/>
                        <a:pt x="3137" y="1"/>
                        <a:pt x="2236" y="1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40" name="Google Shape;3940;p73"/>
                <p:cNvSpPr/>
                <p:nvPr/>
              </p:nvSpPr>
              <p:spPr>
                <a:xfrm>
                  <a:off x="6386640" y="1915698"/>
                  <a:ext cx="187940" cy="187919"/>
                </a:xfrm>
                <a:custGeom>
                  <a:rect b="b" l="l" r="r" t="t"/>
                  <a:pathLst>
                    <a:path extrusionOk="0" h="9040" w="9041">
                      <a:moveTo>
                        <a:pt x="4517" y="1"/>
                      </a:moveTo>
                      <a:cubicBezTo>
                        <a:pt x="4123" y="1"/>
                        <a:pt x="3730" y="33"/>
                        <a:pt x="3336" y="80"/>
                      </a:cubicBezTo>
                      <a:cubicBezTo>
                        <a:pt x="2402" y="214"/>
                        <a:pt x="1435" y="414"/>
                        <a:pt x="834" y="1081"/>
                      </a:cubicBezTo>
                      <a:cubicBezTo>
                        <a:pt x="468" y="1481"/>
                        <a:pt x="1" y="2415"/>
                        <a:pt x="668" y="2682"/>
                      </a:cubicBezTo>
                      <a:cubicBezTo>
                        <a:pt x="1071" y="2872"/>
                        <a:pt x="1525" y="3045"/>
                        <a:pt x="1970" y="3045"/>
                      </a:cubicBezTo>
                      <a:cubicBezTo>
                        <a:pt x="2150" y="3045"/>
                        <a:pt x="2329" y="3017"/>
                        <a:pt x="2502" y="2949"/>
                      </a:cubicBezTo>
                      <a:cubicBezTo>
                        <a:pt x="2664" y="2889"/>
                        <a:pt x="2983" y="2719"/>
                        <a:pt x="3181" y="2719"/>
                      </a:cubicBezTo>
                      <a:cubicBezTo>
                        <a:pt x="3311" y="2719"/>
                        <a:pt x="3389" y="2791"/>
                        <a:pt x="3336" y="3016"/>
                      </a:cubicBezTo>
                      <a:cubicBezTo>
                        <a:pt x="3236" y="3449"/>
                        <a:pt x="2669" y="3783"/>
                        <a:pt x="2836" y="4283"/>
                      </a:cubicBezTo>
                      <a:cubicBezTo>
                        <a:pt x="2903" y="4617"/>
                        <a:pt x="3270" y="4784"/>
                        <a:pt x="3503" y="5017"/>
                      </a:cubicBezTo>
                      <a:cubicBezTo>
                        <a:pt x="3803" y="5284"/>
                        <a:pt x="3937" y="5718"/>
                        <a:pt x="3903" y="6118"/>
                      </a:cubicBezTo>
                      <a:cubicBezTo>
                        <a:pt x="3903" y="6151"/>
                        <a:pt x="3870" y="6185"/>
                        <a:pt x="3870" y="6218"/>
                      </a:cubicBezTo>
                      <a:cubicBezTo>
                        <a:pt x="3837" y="6418"/>
                        <a:pt x="3803" y="6585"/>
                        <a:pt x="3870" y="6785"/>
                      </a:cubicBezTo>
                      <a:cubicBezTo>
                        <a:pt x="3970" y="7085"/>
                        <a:pt x="4337" y="7185"/>
                        <a:pt x="4604" y="7386"/>
                      </a:cubicBezTo>
                      <a:cubicBezTo>
                        <a:pt x="4971" y="7686"/>
                        <a:pt x="5171" y="8086"/>
                        <a:pt x="5538" y="8386"/>
                      </a:cubicBezTo>
                      <a:cubicBezTo>
                        <a:pt x="5896" y="8660"/>
                        <a:pt x="6493" y="9040"/>
                        <a:pt x="6993" y="9040"/>
                      </a:cubicBezTo>
                      <a:cubicBezTo>
                        <a:pt x="7286" y="9040"/>
                        <a:pt x="7546" y="8910"/>
                        <a:pt x="7706" y="8553"/>
                      </a:cubicBezTo>
                      <a:cubicBezTo>
                        <a:pt x="7806" y="8286"/>
                        <a:pt x="7839" y="8019"/>
                        <a:pt x="7873" y="7719"/>
                      </a:cubicBezTo>
                      <a:cubicBezTo>
                        <a:pt x="8040" y="6819"/>
                        <a:pt x="8540" y="6051"/>
                        <a:pt x="8773" y="5184"/>
                      </a:cubicBezTo>
                      <a:cubicBezTo>
                        <a:pt x="9040" y="4150"/>
                        <a:pt x="8907" y="2982"/>
                        <a:pt x="8340" y="2048"/>
                      </a:cubicBezTo>
                      <a:cubicBezTo>
                        <a:pt x="7806" y="1114"/>
                        <a:pt x="6872" y="414"/>
                        <a:pt x="5838" y="147"/>
                      </a:cubicBezTo>
                      <a:cubicBezTo>
                        <a:pt x="5398" y="41"/>
                        <a:pt x="4957" y="1"/>
                        <a:pt x="451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41" name="Google Shape;3941;p73"/>
                <p:cNvSpPr/>
                <p:nvPr/>
              </p:nvSpPr>
              <p:spPr>
                <a:xfrm>
                  <a:off x="6437258" y="2013046"/>
                  <a:ext cx="61739" cy="43009"/>
                </a:xfrm>
                <a:custGeom>
                  <a:rect b="b" l="l" r="r" t="t"/>
                  <a:pathLst>
                    <a:path extrusionOk="0" h="2069" w="2970">
                      <a:moveTo>
                        <a:pt x="1502" y="1"/>
                      </a:moveTo>
                      <a:cubicBezTo>
                        <a:pt x="1" y="1"/>
                        <a:pt x="1" y="2069"/>
                        <a:pt x="1502" y="2069"/>
                      </a:cubicBezTo>
                      <a:cubicBezTo>
                        <a:pt x="2969" y="2069"/>
                        <a:pt x="2969" y="1"/>
                        <a:pt x="1502" y="1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42" name="Google Shape;3942;p73"/>
                <p:cNvSpPr/>
                <p:nvPr/>
              </p:nvSpPr>
              <p:spPr>
                <a:xfrm>
                  <a:off x="5969892" y="4059305"/>
                  <a:ext cx="314141" cy="110964"/>
                </a:xfrm>
                <a:custGeom>
                  <a:rect b="b" l="l" r="r" t="t"/>
                  <a:pathLst>
                    <a:path extrusionOk="0" h="5338" w="15112">
                      <a:moveTo>
                        <a:pt x="8540" y="1"/>
                      </a:moveTo>
                      <a:cubicBezTo>
                        <a:pt x="7806" y="1"/>
                        <a:pt x="7306" y="1168"/>
                        <a:pt x="6506" y="1469"/>
                      </a:cubicBezTo>
                      <a:cubicBezTo>
                        <a:pt x="5238" y="1969"/>
                        <a:pt x="3904" y="2236"/>
                        <a:pt x="2669" y="2803"/>
                      </a:cubicBezTo>
                      <a:cubicBezTo>
                        <a:pt x="1635" y="3270"/>
                        <a:pt x="368" y="4170"/>
                        <a:pt x="1" y="5338"/>
                      </a:cubicBezTo>
                      <a:lnTo>
                        <a:pt x="14044" y="5338"/>
                      </a:lnTo>
                      <a:cubicBezTo>
                        <a:pt x="14645" y="5338"/>
                        <a:pt x="15112" y="4771"/>
                        <a:pt x="15012" y="4170"/>
                      </a:cubicBezTo>
                      <a:cubicBezTo>
                        <a:pt x="14845" y="3370"/>
                        <a:pt x="14745" y="2536"/>
                        <a:pt x="14845" y="1702"/>
                      </a:cubicBezTo>
                      <a:cubicBezTo>
                        <a:pt x="14845" y="1502"/>
                        <a:pt x="14878" y="1302"/>
                        <a:pt x="14845" y="1102"/>
                      </a:cubicBezTo>
                      <a:cubicBezTo>
                        <a:pt x="14811" y="935"/>
                        <a:pt x="14678" y="735"/>
                        <a:pt x="14478" y="668"/>
                      </a:cubicBezTo>
                      <a:cubicBezTo>
                        <a:pt x="14411" y="635"/>
                        <a:pt x="14344" y="626"/>
                        <a:pt x="14278" y="626"/>
                      </a:cubicBezTo>
                      <a:cubicBezTo>
                        <a:pt x="14211" y="626"/>
                        <a:pt x="14144" y="635"/>
                        <a:pt x="14078" y="635"/>
                      </a:cubicBezTo>
                      <a:cubicBezTo>
                        <a:pt x="13901" y="655"/>
                        <a:pt x="13727" y="663"/>
                        <a:pt x="13556" y="663"/>
                      </a:cubicBezTo>
                      <a:cubicBezTo>
                        <a:pt x="12949" y="663"/>
                        <a:pt x="12367" y="564"/>
                        <a:pt x="11772" y="564"/>
                      </a:cubicBezTo>
                      <a:cubicBezTo>
                        <a:pt x="11706" y="564"/>
                        <a:pt x="11641" y="565"/>
                        <a:pt x="11576" y="568"/>
                      </a:cubicBezTo>
                      <a:cubicBezTo>
                        <a:pt x="11109" y="568"/>
                        <a:pt x="10642" y="568"/>
                        <a:pt x="10175" y="501"/>
                      </a:cubicBezTo>
                      <a:cubicBezTo>
                        <a:pt x="9641" y="401"/>
                        <a:pt x="9041" y="34"/>
                        <a:pt x="854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43" name="Google Shape;3943;p73"/>
                <p:cNvSpPr/>
                <p:nvPr/>
              </p:nvSpPr>
              <p:spPr>
                <a:xfrm>
                  <a:off x="5922060" y="2171800"/>
                  <a:ext cx="50638" cy="58267"/>
                </a:xfrm>
                <a:custGeom>
                  <a:rect b="b" l="l" r="r" t="t"/>
                  <a:pathLst>
                    <a:path extrusionOk="0" h="2803" w="2436">
                      <a:moveTo>
                        <a:pt x="640" y="1"/>
                      </a:moveTo>
                      <a:cubicBezTo>
                        <a:pt x="326" y="1"/>
                        <a:pt x="55" y="140"/>
                        <a:pt x="34" y="570"/>
                      </a:cubicBezTo>
                      <a:cubicBezTo>
                        <a:pt x="0" y="736"/>
                        <a:pt x="34" y="903"/>
                        <a:pt x="134" y="1037"/>
                      </a:cubicBezTo>
                      <a:cubicBezTo>
                        <a:pt x="200" y="1137"/>
                        <a:pt x="300" y="1203"/>
                        <a:pt x="401" y="1270"/>
                      </a:cubicBezTo>
                      <a:cubicBezTo>
                        <a:pt x="567" y="1370"/>
                        <a:pt x="667" y="1504"/>
                        <a:pt x="801" y="1637"/>
                      </a:cubicBezTo>
                      <a:cubicBezTo>
                        <a:pt x="868" y="1737"/>
                        <a:pt x="934" y="1804"/>
                        <a:pt x="1001" y="1904"/>
                      </a:cubicBezTo>
                      <a:cubicBezTo>
                        <a:pt x="1131" y="2190"/>
                        <a:pt x="1343" y="2803"/>
                        <a:pt x="1684" y="2803"/>
                      </a:cubicBezTo>
                      <a:cubicBezTo>
                        <a:pt x="1779" y="2803"/>
                        <a:pt x="1885" y="2755"/>
                        <a:pt x="2002" y="2638"/>
                      </a:cubicBezTo>
                      <a:cubicBezTo>
                        <a:pt x="2135" y="2504"/>
                        <a:pt x="2202" y="2304"/>
                        <a:pt x="2269" y="2104"/>
                      </a:cubicBezTo>
                      <a:cubicBezTo>
                        <a:pt x="2369" y="1637"/>
                        <a:pt x="2435" y="1137"/>
                        <a:pt x="2202" y="736"/>
                      </a:cubicBezTo>
                      <a:cubicBezTo>
                        <a:pt x="2002" y="469"/>
                        <a:pt x="1701" y="303"/>
                        <a:pt x="1368" y="169"/>
                      </a:cubicBezTo>
                      <a:cubicBezTo>
                        <a:pt x="1301" y="136"/>
                        <a:pt x="1234" y="136"/>
                        <a:pt x="1168" y="103"/>
                      </a:cubicBezTo>
                      <a:cubicBezTo>
                        <a:pt x="1002" y="43"/>
                        <a:pt x="814" y="1"/>
                        <a:pt x="640" y="1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44" name="Google Shape;3944;p73"/>
                <p:cNvSpPr/>
                <p:nvPr/>
              </p:nvSpPr>
              <p:spPr>
                <a:xfrm>
                  <a:off x="6036059" y="4091214"/>
                  <a:ext cx="27481" cy="43695"/>
                </a:xfrm>
                <a:custGeom>
                  <a:rect b="b" l="l" r="r" t="t"/>
                  <a:pathLst>
                    <a:path extrusionOk="0" h="2102" w="1322">
                      <a:moveTo>
                        <a:pt x="206" y="1"/>
                      </a:moveTo>
                      <a:cubicBezTo>
                        <a:pt x="101" y="1"/>
                        <a:pt x="0" y="93"/>
                        <a:pt x="20" y="234"/>
                      </a:cubicBezTo>
                      <a:cubicBezTo>
                        <a:pt x="87" y="767"/>
                        <a:pt x="354" y="1335"/>
                        <a:pt x="687" y="1768"/>
                      </a:cubicBezTo>
                      <a:cubicBezTo>
                        <a:pt x="787" y="1902"/>
                        <a:pt x="887" y="2102"/>
                        <a:pt x="1088" y="2102"/>
                      </a:cubicBezTo>
                      <a:cubicBezTo>
                        <a:pt x="1188" y="2102"/>
                        <a:pt x="1254" y="2035"/>
                        <a:pt x="1288" y="1935"/>
                      </a:cubicBezTo>
                      <a:cubicBezTo>
                        <a:pt x="1321" y="1835"/>
                        <a:pt x="1288" y="1735"/>
                        <a:pt x="1221" y="1668"/>
                      </a:cubicBezTo>
                      <a:cubicBezTo>
                        <a:pt x="1088" y="1435"/>
                        <a:pt x="887" y="1201"/>
                        <a:pt x="754" y="968"/>
                      </a:cubicBezTo>
                      <a:cubicBezTo>
                        <a:pt x="621" y="701"/>
                        <a:pt x="487" y="401"/>
                        <a:pt x="387" y="134"/>
                      </a:cubicBezTo>
                      <a:cubicBezTo>
                        <a:pt x="347" y="41"/>
                        <a:pt x="276" y="1"/>
                        <a:pt x="206" y="1"/>
                      </a:cubicBezTo>
                      <a:close/>
                    </a:path>
                  </a:pathLst>
                </a:custGeom>
                <a:solidFill>
                  <a:srgbClr val="5CC9BF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45" name="Google Shape;3945;p73"/>
                <p:cNvSpPr/>
                <p:nvPr/>
              </p:nvSpPr>
              <p:spPr>
                <a:xfrm>
                  <a:off x="6066970" y="4087971"/>
                  <a:ext cx="29144" cy="29227"/>
                </a:xfrm>
                <a:custGeom>
                  <a:rect b="b" l="l" r="r" t="t"/>
                  <a:pathLst>
                    <a:path extrusionOk="0" h="1406" w="1402">
                      <a:moveTo>
                        <a:pt x="175" y="1"/>
                      </a:moveTo>
                      <a:cubicBezTo>
                        <a:pt x="130" y="1"/>
                        <a:pt x="87" y="17"/>
                        <a:pt x="68" y="56"/>
                      </a:cubicBezTo>
                      <a:cubicBezTo>
                        <a:pt x="1" y="123"/>
                        <a:pt x="1" y="223"/>
                        <a:pt x="68" y="290"/>
                      </a:cubicBezTo>
                      <a:cubicBezTo>
                        <a:pt x="201" y="423"/>
                        <a:pt x="334" y="557"/>
                        <a:pt x="468" y="723"/>
                      </a:cubicBezTo>
                      <a:cubicBezTo>
                        <a:pt x="535" y="790"/>
                        <a:pt x="601" y="890"/>
                        <a:pt x="668" y="957"/>
                      </a:cubicBezTo>
                      <a:cubicBezTo>
                        <a:pt x="658" y="936"/>
                        <a:pt x="654" y="928"/>
                        <a:pt x="654" y="928"/>
                      </a:cubicBezTo>
                      <a:lnTo>
                        <a:pt x="654" y="928"/>
                      </a:lnTo>
                      <a:cubicBezTo>
                        <a:pt x="655" y="928"/>
                        <a:pt x="678" y="967"/>
                        <a:pt x="701" y="990"/>
                      </a:cubicBezTo>
                      <a:cubicBezTo>
                        <a:pt x="701" y="990"/>
                        <a:pt x="735" y="1024"/>
                        <a:pt x="735" y="1024"/>
                      </a:cubicBezTo>
                      <a:cubicBezTo>
                        <a:pt x="768" y="1090"/>
                        <a:pt x="801" y="1124"/>
                        <a:pt x="835" y="1157"/>
                      </a:cubicBezTo>
                      <a:cubicBezTo>
                        <a:pt x="891" y="1269"/>
                        <a:pt x="995" y="1406"/>
                        <a:pt x="1126" y="1406"/>
                      </a:cubicBezTo>
                      <a:cubicBezTo>
                        <a:pt x="1150" y="1406"/>
                        <a:pt x="1176" y="1401"/>
                        <a:pt x="1202" y="1390"/>
                      </a:cubicBezTo>
                      <a:cubicBezTo>
                        <a:pt x="1335" y="1357"/>
                        <a:pt x="1402" y="1224"/>
                        <a:pt x="1369" y="1090"/>
                      </a:cubicBezTo>
                      <a:lnTo>
                        <a:pt x="1369" y="1090"/>
                      </a:lnTo>
                      <a:lnTo>
                        <a:pt x="1369" y="1124"/>
                      </a:lnTo>
                      <a:cubicBezTo>
                        <a:pt x="1369" y="1057"/>
                        <a:pt x="1335" y="990"/>
                        <a:pt x="1268" y="923"/>
                      </a:cubicBezTo>
                      <a:cubicBezTo>
                        <a:pt x="1168" y="757"/>
                        <a:pt x="1002" y="590"/>
                        <a:pt x="835" y="456"/>
                      </a:cubicBezTo>
                      <a:cubicBezTo>
                        <a:pt x="668" y="290"/>
                        <a:pt x="468" y="123"/>
                        <a:pt x="268" y="23"/>
                      </a:cubicBezTo>
                      <a:cubicBezTo>
                        <a:pt x="240" y="9"/>
                        <a:pt x="207" y="1"/>
                        <a:pt x="175" y="1"/>
                      </a:cubicBezTo>
                      <a:close/>
                    </a:path>
                  </a:pathLst>
                </a:custGeom>
                <a:solidFill>
                  <a:srgbClr val="5CC9BF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46" name="Google Shape;3946;p73"/>
                <p:cNvSpPr/>
                <p:nvPr/>
              </p:nvSpPr>
              <p:spPr>
                <a:xfrm>
                  <a:off x="6101643" y="4076226"/>
                  <a:ext cx="35048" cy="22866"/>
                </a:xfrm>
                <a:custGeom>
                  <a:rect b="b" l="l" r="r" t="t"/>
                  <a:pathLst>
                    <a:path extrusionOk="0" h="1100" w="1686">
                      <a:moveTo>
                        <a:pt x="193" y="1"/>
                      </a:moveTo>
                      <a:cubicBezTo>
                        <a:pt x="132" y="1"/>
                        <a:pt x="76" y="24"/>
                        <a:pt x="34" y="87"/>
                      </a:cubicBezTo>
                      <a:cubicBezTo>
                        <a:pt x="1" y="188"/>
                        <a:pt x="34" y="288"/>
                        <a:pt x="101" y="354"/>
                      </a:cubicBezTo>
                      <a:cubicBezTo>
                        <a:pt x="301" y="488"/>
                        <a:pt x="501" y="621"/>
                        <a:pt x="701" y="755"/>
                      </a:cubicBezTo>
                      <a:cubicBezTo>
                        <a:pt x="935" y="888"/>
                        <a:pt x="1135" y="1021"/>
                        <a:pt x="1368" y="1088"/>
                      </a:cubicBezTo>
                      <a:cubicBezTo>
                        <a:pt x="1393" y="1096"/>
                        <a:pt x="1416" y="1100"/>
                        <a:pt x="1438" y="1100"/>
                      </a:cubicBezTo>
                      <a:cubicBezTo>
                        <a:pt x="1597" y="1100"/>
                        <a:pt x="1686" y="905"/>
                        <a:pt x="1569" y="788"/>
                      </a:cubicBezTo>
                      <a:cubicBezTo>
                        <a:pt x="1368" y="588"/>
                        <a:pt x="1168" y="488"/>
                        <a:pt x="935" y="354"/>
                      </a:cubicBezTo>
                      <a:cubicBezTo>
                        <a:pt x="735" y="254"/>
                        <a:pt x="501" y="121"/>
                        <a:pt x="301" y="21"/>
                      </a:cubicBezTo>
                      <a:cubicBezTo>
                        <a:pt x="264" y="9"/>
                        <a:pt x="228" y="1"/>
                        <a:pt x="193" y="1"/>
                      </a:cubicBezTo>
                      <a:close/>
                    </a:path>
                  </a:pathLst>
                </a:custGeom>
                <a:solidFill>
                  <a:srgbClr val="5CC9BF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47" name="Google Shape;3947;p73"/>
                <p:cNvSpPr/>
                <p:nvPr/>
              </p:nvSpPr>
              <p:spPr>
                <a:xfrm>
                  <a:off x="6581481" y="4067973"/>
                  <a:ext cx="29851" cy="30890"/>
                </a:xfrm>
                <a:custGeom>
                  <a:rect b="b" l="l" r="r" t="t"/>
                  <a:pathLst>
                    <a:path extrusionOk="0" h="1486" w="1436">
                      <a:moveTo>
                        <a:pt x="184" y="1"/>
                      </a:moveTo>
                      <a:cubicBezTo>
                        <a:pt x="143" y="1"/>
                        <a:pt x="101" y="17"/>
                        <a:pt x="68" y="51"/>
                      </a:cubicBezTo>
                      <a:cubicBezTo>
                        <a:pt x="34" y="84"/>
                        <a:pt x="1" y="184"/>
                        <a:pt x="34" y="251"/>
                      </a:cubicBezTo>
                      <a:cubicBezTo>
                        <a:pt x="168" y="484"/>
                        <a:pt x="334" y="718"/>
                        <a:pt x="535" y="918"/>
                      </a:cubicBezTo>
                      <a:cubicBezTo>
                        <a:pt x="601" y="1018"/>
                        <a:pt x="701" y="1118"/>
                        <a:pt x="801" y="1218"/>
                      </a:cubicBezTo>
                      <a:cubicBezTo>
                        <a:pt x="835" y="1285"/>
                        <a:pt x="868" y="1318"/>
                        <a:pt x="935" y="1352"/>
                      </a:cubicBezTo>
                      <a:cubicBezTo>
                        <a:pt x="968" y="1385"/>
                        <a:pt x="1002" y="1418"/>
                        <a:pt x="1035" y="1418"/>
                      </a:cubicBezTo>
                      <a:cubicBezTo>
                        <a:pt x="1068" y="1452"/>
                        <a:pt x="1102" y="1485"/>
                        <a:pt x="1168" y="1485"/>
                      </a:cubicBezTo>
                      <a:cubicBezTo>
                        <a:pt x="1235" y="1485"/>
                        <a:pt x="1302" y="1485"/>
                        <a:pt x="1369" y="1452"/>
                      </a:cubicBezTo>
                      <a:cubicBezTo>
                        <a:pt x="1402" y="1385"/>
                        <a:pt x="1435" y="1318"/>
                        <a:pt x="1402" y="1252"/>
                      </a:cubicBezTo>
                      <a:lnTo>
                        <a:pt x="1402" y="1218"/>
                      </a:lnTo>
                      <a:cubicBezTo>
                        <a:pt x="1402" y="1185"/>
                        <a:pt x="1369" y="1152"/>
                        <a:pt x="1369" y="1118"/>
                      </a:cubicBezTo>
                      <a:cubicBezTo>
                        <a:pt x="1335" y="1085"/>
                        <a:pt x="1302" y="1052"/>
                        <a:pt x="1268" y="1018"/>
                      </a:cubicBezTo>
                      <a:cubicBezTo>
                        <a:pt x="1235" y="985"/>
                        <a:pt x="1168" y="951"/>
                        <a:pt x="1135" y="885"/>
                      </a:cubicBezTo>
                      <a:cubicBezTo>
                        <a:pt x="1035" y="818"/>
                        <a:pt x="935" y="718"/>
                        <a:pt x="835" y="618"/>
                      </a:cubicBezTo>
                      <a:cubicBezTo>
                        <a:pt x="635" y="451"/>
                        <a:pt x="468" y="251"/>
                        <a:pt x="301" y="51"/>
                      </a:cubicBezTo>
                      <a:cubicBezTo>
                        <a:pt x="268" y="17"/>
                        <a:pt x="226" y="1"/>
                        <a:pt x="184" y="1"/>
                      </a:cubicBezTo>
                      <a:close/>
                    </a:path>
                  </a:pathLst>
                </a:custGeom>
                <a:solidFill>
                  <a:srgbClr val="5CC9BF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48" name="Google Shape;3948;p73"/>
                <p:cNvSpPr/>
                <p:nvPr/>
              </p:nvSpPr>
              <p:spPr>
                <a:xfrm>
                  <a:off x="6613827" y="4055210"/>
                  <a:ext cx="34258" cy="34902"/>
                </a:xfrm>
                <a:custGeom>
                  <a:rect b="b" l="l" r="r" t="t"/>
                  <a:pathLst>
                    <a:path extrusionOk="0" h="1679" w="1648">
                      <a:moveTo>
                        <a:pt x="163" y="0"/>
                      </a:moveTo>
                      <a:cubicBezTo>
                        <a:pt x="67" y="0"/>
                        <a:pt x="1" y="126"/>
                        <a:pt x="79" y="231"/>
                      </a:cubicBezTo>
                      <a:cubicBezTo>
                        <a:pt x="313" y="465"/>
                        <a:pt x="546" y="732"/>
                        <a:pt x="780" y="998"/>
                      </a:cubicBezTo>
                      <a:cubicBezTo>
                        <a:pt x="880" y="1132"/>
                        <a:pt x="1013" y="1232"/>
                        <a:pt x="1147" y="1365"/>
                      </a:cubicBezTo>
                      <a:cubicBezTo>
                        <a:pt x="1147" y="1365"/>
                        <a:pt x="1147" y="1399"/>
                        <a:pt x="1180" y="1399"/>
                      </a:cubicBezTo>
                      <a:lnTo>
                        <a:pt x="1180" y="1432"/>
                      </a:lnTo>
                      <a:lnTo>
                        <a:pt x="1180" y="1465"/>
                      </a:lnTo>
                      <a:cubicBezTo>
                        <a:pt x="1180" y="1465"/>
                        <a:pt x="1180" y="1499"/>
                        <a:pt x="1180" y="1532"/>
                      </a:cubicBezTo>
                      <a:cubicBezTo>
                        <a:pt x="1214" y="1565"/>
                        <a:pt x="1214" y="1599"/>
                        <a:pt x="1247" y="1632"/>
                      </a:cubicBezTo>
                      <a:cubicBezTo>
                        <a:pt x="1292" y="1662"/>
                        <a:pt x="1344" y="1679"/>
                        <a:pt x="1393" y="1679"/>
                      </a:cubicBezTo>
                      <a:cubicBezTo>
                        <a:pt x="1453" y="1679"/>
                        <a:pt x="1510" y="1654"/>
                        <a:pt x="1547" y="1599"/>
                      </a:cubicBezTo>
                      <a:cubicBezTo>
                        <a:pt x="1647" y="1532"/>
                        <a:pt x="1647" y="1399"/>
                        <a:pt x="1614" y="1299"/>
                      </a:cubicBezTo>
                      <a:cubicBezTo>
                        <a:pt x="1580" y="1199"/>
                        <a:pt x="1514" y="1132"/>
                        <a:pt x="1447" y="1065"/>
                      </a:cubicBezTo>
                      <a:cubicBezTo>
                        <a:pt x="1380" y="998"/>
                        <a:pt x="1280" y="932"/>
                        <a:pt x="1214" y="865"/>
                      </a:cubicBezTo>
                      <a:cubicBezTo>
                        <a:pt x="1080" y="732"/>
                        <a:pt x="913" y="565"/>
                        <a:pt x="747" y="431"/>
                      </a:cubicBezTo>
                      <a:cubicBezTo>
                        <a:pt x="580" y="298"/>
                        <a:pt x="413" y="164"/>
                        <a:pt x="246" y="31"/>
                      </a:cubicBezTo>
                      <a:cubicBezTo>
                        <a:pt x="218" y="10"/>
                        <a:pt x="189" y="0"/>
                        <a:pt x="163" y="0"/>
                      </a:cubicBezTo>
                      <a:close/>
                    </a:path>
                  </a:pathLst>
                </a:custGeom>
                <a:solidFill>
                  <a:srgbClr val="5CC9BF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49" name="Google Shape;3949;p73"/>
                <p:cNvSpPr/>
                <p:nvPr/>
              </p:nvSpPr>
              <p:spPr>
                <a:xfrm>
                  <a:off x="6557825" y="4082254"/>
                  <a:ext cx="34777" cy="34798"/>
                </a:xfrm>
                <a:custGeom>
                  <a:rect b="b" l="l" r="r" t="t"/>
                  <a:pathLst>
                    <a:path extrusionOk="0" h="1674" w="1673">
                      <a:moveTo>
                        <a:pt x="183" y="0"/>
                      </a:moveTo>
                      <a:cubicBezTo>
                        <a:pt x="80" y="0"/>
                        <a:pt x="0" y="119"/>
                        <a:pt x="105" y="198"/>
                      </a:cubicBezTo>
                      <a:cubicBezTo>
                        <a:pt x="338" y="465"/>
                        <a:pt x="572" y="731"/>
                        <a:pt x="805" y="998"/>
                      </a:cubicBezTo>
                      <a:cubicBezTo>
                        <a:pt x="905" y="1098"/>
                        <a:pt x="1039" y="1232"/>
                        <a:pt x="1139" y="1365"/>
                      </a:cubicBezTo>
                      <a:cubicBezTo>
                        <a:pt x="1172" y="1365"/>
                        <a:pt x="1172" y="1399"/>
                        <a:pt x="1206" y="1399"/>
                      </a:cubicBezTo>
                      <a:lnTo>
                        <a:pt x="1206" y="1432"/>
                      </a:lnTo>
                      <a:cubicBezTo>
                        <a:pt x="1206" y="1465"/>
                        <a:pt x="1206" y="1499"/>
                        <a:pt x="1206" y="1499"/>
                      </a:cubicBezTo>
                      <a:cubicBezTo>
                        <a:pt x="1239" y="1532"/>
                        <a:pt x="1239" y="1599"/>
                        <a:pt x="1272" y="1599"/>
                      </a:cubicBezTo>
                      <a:cubicBezTo>
                        <a:pt x="1322" y="1649"/>
                        <a:pt x="1381" y="1674"/>
                        <a:pt x="1435" y="1674"/>
                      </a:cubicBezTo>
                      <a:cubicBezTo>
                        <a:pt x="1489" y="1674"/>
                        <a:pt x="1539" y="1649"/>
                        <a:pt x="1573" y="1599"/>
                      </a:cubicBezTo>
                      <a:cubicBezTo>
                        <a:pt x="1673" y="1532"/>
                        <a:pt x="1673" y="1399"/>
                        <a:pt x="1639" y="1299"/>
                      </a:cubicBezTo>
                      <a:cubicBezTo>
                        <a:pt x="1606" y="1198"/>
                        <a:pt x="1539" y="1132"/>
                        <a:pt x="1472" y="1065"/>
                      </a:cubicBezTo>
                      <a:cubicBezTo>
                        <a:pt x="1406" y="998"/>
                        <a:pt x="1306" y="898"/>
                        <a:pt x="1239" y="832"/>
                      </a:cubicBezTo>
                      <a:cubicBezTo>
                        <a:pt x="1072" y="698"/>
                        <a:pt x="939" y="565"/>
                        <a:pt x="772" y="431"/>
                      </a:cubicBezTo>
                      <a:cubicBezTo>
                        <a:pt x="605" y="298"/>
                        <a:pt x="438" y="164"/>
                        <a:pt x="272" y="31"/>
                      </a:cubicBezTo>
                      <a:cubicBezTo>
                        <a:pt x="243" y="9"/>
                        <a:pt x="212" y="0"/>
                        <a:pt x="183" y="0"/>
                      </a:cubicBezTo>
                      <a:close/>
                    </a:path>
                  </a:pathLst>
                </a:custGeom>
                <a:solidFill>
                  <a:srgbClr val="5CC9BF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50" name="Google Shape;3950;p73"/>
                <p:cNvSpPr/>
                <p:nvPr/>
              </p:nvSpPr>
              <p:spPr>
                <a:xfrm>
                  <a:off x="6638356" y="4084977"/>
                  <a:ext cx="21" cy="21"/>
                </a:xfrm>
                <a:custGeom>
                  <a:rect b="b" l="l" r="r" t="t"/>
                  <a:pathLst>
                    <a:path extrusionOk="0" h="1" w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CC9BF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51" name="Google Shape;3951;p73"/>
                <p:cNvSpPr/>
                <p:nvPr/>
              </p:nvSpPr>
              <p:spPr>
                <a:xfrm>
                  <a:off x="6638356" y="4084977"/>
                  <a:ext cx="21" cy="21"/>
                </a:xfrm>
                <a:custGeom>
                  <a:rect b="b" l="l" r="r" t="t"/>
                  <a:pathLst>
                    <a:path extrusionOk="0" h="1" w="1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CC9BF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52" name="Google Shape;3952;p73"/>
                <p:cNvSpPr/>
                <p:nvPr/>
              </p:nvSpPr>
              <p:spPr>
                <a:xfrm>
                  <a:off x="6267029" y="2386472"/>
                  <a:ext cx="123436" cy="152954"/>
                </a:xfrm>
                <a:custGeom>
                  <a:rect b="b" l="l" r="r" t="t"/>
                  <a:pathLst>
                    <a:path extrusionOk="0" h="7358" w="5938">
                      <a:moveTo>
                        <a:pt x="5774" y="1"/>
                      </a:moveTo>
                      <a:cubicBezTo>
                        <a:pt x="5744" y="1"/>
                        <a:pt x="5714" y="15"/>
                        <a:pt x="5688" y="50"/>
                      </a:cubicBezTo>
                      <a:cubicBezTo>
                        <a:pt x="5187" y="583"/>
                        <a:pt x="4821" y="1250"/>
                        <a:pt x="4387" y="1851"/>
                      </a:cubicBezTo>
                      <a:cubicBezTo>
                        <a:pt x="3953" y="2485"/>
                        <a:pt x="3453" y="3085"/>
                        <a:pt x="2986" y="3719"/>
                      </a:cubicBezTo>
                      <a:cubicBezTo>
                        <a:pt x="2519" y="4319"/>
                        <a:pt x="2052" y="4886"/>
                        <a:pt x="1552" y="5453"/>
                      </a:cubicBezTo>
                      <a:cubicBezTo>
                        <a:pt x="1051" y="6054"/>
                        <a:pt x="551" y="6621"/>
                        <a:pt x="50" y="7221"/>
                      </a:cubicBezTo>
                      <a:cubicBezTo>
                        <a:pt x="1" y="7271"/>
                        <a:pt x="62" y="7357"/>
                        <a:pt x="124" y="7357"/>
                      </a:cubicBezTo>
                      <a:cubicBezTo>
                        <a:pt x="145" y="7357"/>
                        <a:pt x="167" y="7347"/>
                        <a:pt x="184" y="7321"/>
                      </a:cubicBezTo>
                      <a:cubicBezTo>
                        <a:pt x="784" y="6821"/>
                        <a:pt x="1285" y="6221"/>
                        <a:pt x="1818" y="5654"/>
                      </a:cubicBezTo>
                      <a:cubicBezTo>
                        <a:pt x="2319" y="5086"/>
                        <a:pt x="2786" y="4519"/>
                        <a:pt x="3253" y="3919"/>
                      </a:cubicBezTo>
                      <a:cubicBezTo>
                        <a:pt x="3720" y="3352"/>
                        <a:pt x="4187" y="2751"/>
                        <a:pt x="4620" y="2151"/>
                      </a:cubicBezTo>
                      <a:cubicBezTo>
                        <a:pt x="4854" y="1851"/>
                        <a:pt x="5054" y="1517"/>
                        <a:pt x="5288" y="1184"/>
                      </a:cubicBezTo>
                      <a:cubicBezTo>
                        <a:pt x="5521" y="883"/>
                        <a:pt x="5721" y="550"/>
                        <a:pt x="5888" y="216"/>
                      </a:cubicBezTo>
                      <a:cubicBezTo>
                        <a:pt x="5937" y="118"/>
                        <a:pt x="5859" y="1"/>
                        <a:pt x="5774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53" name="Google Shape;3953;p73"/>
                <p:cNvSpPr/>
                <p:nvPr/>
              </p:nvSpPr>
              <p:spPr>
                <a:xfrm>
                  <a:off x="7550506" y="1824993"/>
                  <a:ext cx="22908" cy="13242"/>
                </a:xfrm>
                <a:custGeom>
                  <a:rect b="b" l="l" r="r" t="t"/>
                  <a:pathLst>
                    <a:path extrusionOk="0" h="637" w="1102">
                      <a:moveTo>
                        <a:pt x="768" y="0"/>
                      </a:moveTo>
                      <a:cubicBezTo>
                        <a:pt x="635" y="0"/>
                        <a:pt x="535" y="0"/>
                        <a:pt x="435" y="67"/>
                      </a:cubicBezTo>
                      <a:cubicBezTo>
                        <a:pt x="335" y="100"/>
                        <a:pt x="234" y="167"/>
                        <a:pt x="168" y="234"/>
                      </a:cubicBezTo>
                      <a:cubicBezTo>
                        <a:pt x="134" y="300"/>
                        <a:pt x="101" y="334"/>
                        <a:pt x="68" y="367"/>
                      </a:cubicBezTo>
                      <a:cubicBezTo>
                        <a:pt x="34" y="434"/>
                        <a:pt x="1" y="500"/>
                        <a:pt x="1" y="567"/>
                      </a:cubicBezTo>
                      <a:cubicBezTo>
                        <a:pt x="1" y="608"/>
                        <a:pt x="52" y="637"/>
                        <a:pt x="99" y="637"/>
                      </a:cubicBezTo>
                      <a:cubicBezTo>
                        <a:pt x="128" y="637"/>
                        <a:pt x="155" y="626"/>
                        <a:pt x="168" y="601"/>
                      </a:cubicBezTo>
                      <a:cubicBezTo>
                        <a:pt x="201" y="567"/>
                        <a:pt x="201" y="534"/>
                        <a:pt x="234" y="467"/>
                      </a:cubicBezTo>
                      <a:cubicBezTo>
                        <a:pt x="268" y="434"/>
                        <a:pt x="268" y="400"/>
                        <a:pt x="301" y="367"/>
                      </a:cubicBezTo>
                      <a:cubicBezTo>
                        <a:pt x="368" y="300"/>
                        <a:pt x="435" y="267"/>
                        <a:pt x="535" y="234"/>
                      </a:cubicBezTo>
                      <a:cubicBezTo>
                        <a:pt x="619" y="170"/>
                        <a:pt x="731" y="147"/>
                        <a:pt x="843" y="147"/>
                      </a:cubicBezTo>
                      <a:cubicBezTo>
                        <a:pt x="908" y="147"/>
                        <a:pt x="974" y="155"/>
                        <a:pt x="1035" y="167"/>
                      </a:cubicBezTo>
                      <a:cubicBezTo>
                        <a:pt x="1068" y="167"/>
                        <a:pt x="1102" y="100"/>
                        <a:pt x="1068" y="67"/>
                      </a:cubicBezTo>
                      <a:cubicBezTo>
                        <a:pt x="968" y="33"/>
                        <a:pt x="868" y="0"/>
                        <a:pt x="768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54" name="Google Shape;3954;p73"/>
                <p:cNvSpPr/>
                <p:nvPr/>
              </p:nvSpPr>
              <p:spPr>
                <a:xfrm>
                  <a:off x="6105697" y="2575472"/>
                  <a:ext cx="38956" cy="16256"/>
                </a:xfrm>
                <a:custGeom>
                  <a:rect b="b" l="l" r="r" t="t"/>
                  <a:pathLst>
                    <a:path extrusionOk="0" h="782" w="1874">
                      <a:moveTo>
                        <a:pt x="216" y="0"/>
                      </a:moveTo>
                      <a:cubicBezTo>
                        <a:pt x="103" y="0"/>
                        <a:pt x="1" y="126"/>
                        <a:pt x="106" y="231"/>
                      </a:cubicBezTo>
                      <a:cubicBezTo>
                        <a:pt x="423" y="548"/>
                        <a:pt x="887" y="782"/>
                        <a:pt x="1349" y="782"/>
                      </a:cubicBezTo>
                      <a:cubicBezTo>
                        <a:pt x="1469" y="782"/>
                        <a:pt x="1590" y="766"/>
                        <a:pt x="1707" y="731"/>
                      </a:cubicBezTo>
                      <a:cubicBezTo>
                        <a:pt x="1874" y="698"/>
                        <a:pt x="1841" y="498"/>
                        <a:pt x="1674" y="464"/>
                      </a:cubicBezTo>
                      <a:cubicBezTo>
                        <a:pt x="1440" y="464"/>
                        <a:pt x="1173" y="464"/>
                        <a:pt x="940" y="398"/>
                      </a:cubicBezTo>
                      <a:cubicBezTo>
                        <a:pt x="706" y="298"/>
                        <a:pt x="473" y="198"/>
                        <a:pt x="306" y="31"/>
                      </a:cubicBezTo>
                      <a:cubicBezTo>
                        <a:pt x="278" y="9"/>
                        <a:pt x="246" y="0"/>
                        <a:pt x="216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55" name="Google Shape;3955;p73"/>
                <p:cNvSpPr/>
                <p:nvPr/>
              </p:nvSpPr>
              <p:spPr>
                <a:xfrm>
                  <a:off x="6100666" y="2419919"/>
                  <a:ext cx="25091" cy="33509"/>
                </a:xfrm>
                <a:custGeom>
                  <a:rect b="b" l="l" r="r" t="t"/>
                  <a:pathLst>
                    <a:path extrusionOk="0" h="1612" w="1207">
                      <a:moveTo>
                        <a:pt x="139" y="0"/>
                      </a:moveTo>
                      <a:cubicBezTo>
                        <a:pt x="70" y="0"/>
                        <a:pt x="1" y="71"/>
                        <a:pt x="48" y="142"/>
                      </a:cubicBezTo>
                      <a:cubicBezTo>
                        <a:pt x="215" y="409"/>
                        <a:pt x="348" y="642"/>
                        <a:pt x="515" y="876"/>
                      </a:cubicBezTo>
                      <a:lnTo>
                        <a:pt x="748" y="1243"/>
                      </a:lnTo>
                      <a:cubicBezTo>
                        <a:pt x="815" y="1343"/>
                        <a:pt x="915" y="1476"/>
                        <a:pt x="1015" y="1576"/>
                      </a:cubicBezTo>
                      <a:cubicBezTo>
                        <a:pt x="1040" y="1601"/>
                        <a:pt x="1065" y="1612"/>
                        <a:pt x="1088" y="1612"/>
                      </a:cubicBezTo>
                      <a:cubicBezTo>
                        <a:pt x="1157" y="1612"/>
                        <a:pt x="1207" y="1518"/>
                        <a:pt x="1182" y="1443"/>
                      </a:cubicBezTo>
                      <a:cubicBezTo>
                        <a:pt x="1115" y="1309"/>
                        <a:pt x="1048" y="1209"/>
                        <a:pt x="982" y="1076"/>
                      </a:cubicBezTo>
                      <a:lnTo>
                        <a:pt x="715" y="742"/>
                      </a:lnTo>
                      <a:cubicBezTo>
                        <a:pt x="548" y="509"/>
                        <a:pt x="381" y="275"/>
                        <a:pt x="215" y="42"/>
                      </a:cubicBezTo>
                      <a:cubicBezTo>
                        <a:pt x="195" y="12"/>
                        <a:pt x="167" y="0"/>
                        <a:pt x="13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56" name="Google Shape;3956;p73"/>
                <p:cNvSpPr/>
                <p:nvPr/>
              </p:nvSpPr>
              <p:spPr>
                <a:xfrm>
                  <a:off x="6418528" y="2101559"/>
                  <a:ext cx="37833" cy="11101"/>
                </a:xfrm>
                <a:custGeom>
                  <a:rect b="b" l="l" r="r" t="t"/>
                  <a:pathLst>
                    <a:path extrusionOk="0" h="534" w="1820">
                      <a:moveTo>
                        <a:pt x="1659" y="1"/>
                      </a:moveTo>
                      <a:cubicBezTo>
                        <a:pt x="1642" y="1"/>
                        <a:pt x="1623" y="4"/>
                        <a:pt x="1602" y="12"/>
                      </a:cubicBezTo>
                      <a:cubicBezTo>
                        <a:pt x="1369" y="79"/>
                        <a:pt x="1135" y="146"/>
                        <a:pt x="868" y="213"/>
                      </a:cubicBezTo>
                      <a:cubicBezTo>
                        <a:pt x="635" y="279"/>
                        <a:pt x="368" y="279"/>
                        <a:pt x="134" y="313"/>
                      </a:cubicBezTo>
                      <a:cubicBezTo>
                        <a:pt x="1" y="313"/>
                        <a:pt x="1" y="513"/>
                        <a:pt x="134" y="513"/>
                      </a:cubicBezTo>
                      <a:cubicBezTo>
                        <a:pt x="243" y="526"/>
                        <a:pt x="354" y="533"/>
                        <a:pt x="464" y="533"/>
                      </a:cubicBezTo>
                      <a:cubicBezTo>
                        <a:pt x="896" y="533"/>
                        <a:pt x="1331" y="432"/>
                        <a:pt x="1702" y="246"/>
                      </a:cubicBezTo>
                      <a:cubicBezTo>
                        <a:pt x="1819" y="187"/>
                        <a:pt x="1782" y="1"/>
                        <a:pt x="1659" y="1"/>
                      </a:cubicBezTo>
                      <a:close/>
                    </a:path>
                  </a:pathLst>
                </a:custGeom>
                <a:solidFill>
                  <a:srgbClr val="C46345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57" name="Google Shape;3957;p73"/>
                <p:cNvSpPr/>
                <p:nvPr/>
              </p:nvSpPr>
              <p:spPr>
                <a:xfrm>
                  <a:off x="6651036" y="2315899"/>
                  <a:ext cx="71592" cy="618366"/>
                </a:xfrm>
                <a:custGeom>
                  <a:rect b="b" l="l" r="r" t="t"/>
                  <a:pathLst>
                    <a:path extrusionOk="0" h="29747" w="3444">
                      <a:moveTo>
                        <a:pt x="121" y="1"/>
                      </a:moveTo>
                      <a:cubicBezTo>
                        <a:pt x="60" y="1"/>
                        <a:pt x="0" y="71"/>
                        <a:pt x="24" y="142"/>
                      </a:cubicBezTo>
                      <a:cubicBezTo>
                        <a:pt x="858" y="1743"/>
                        <a:pt x="858" y="3678"/>
                        <a:pt x="1025" y="5446"/>
                      </a:cubicBezTo>
                      <a:cubicBezTo>
                        <a:pt x="1191" y="7381"/>
                        <a:pt x="1325" y="9315"/>
                        <a:pt x="1492" y="11250"/>
                      </a:cubicBezTo>
                      <a:cubicBezTo>
                        <a:pt x="1825" y="15186"/>
                        <a:pt x="2159" y="19089"/>
                        <a:pt x="2492" y="22992"/>
                      </a:cubicBezTo>
                      <a:cubicBezTo>
                        <a:pt x="2693" y="25193"/>
                        <a:pt x="2893" y="27395"/>
                        <a:pt x="3059" y="29597"/>
                      </a:cubicBezTo>
                      <a:cubicBezTo>
                        <a:pt x="3076" y="29697"/>
                        <a:pt x="3176" y="29747"/>
                        <a:pt x="3268" y="29747"/>
                      </a:cubicBezTo>
                      <a:cubicBezTo>
                        <a:pt x="3360" y="29747"/>
                        <a:pt x="3443" y="29697"/>
                        <a:pt x="3426" y="29597"/>
                      </a:cubicBezTo>
                      <a:cubicBezTo>
                        <a:pt x="3093" y="25627"/>
                        <a:pt x="2726" y="21691"/>
                        <a:pt x="2359" y="17755"/>
                      </a:cubicBezTo>
                      <a:lnTo>
                        <a:pt x="2359" y="17721"/>
                      </a:lnTo>
                      <a:cubicBezTo>
                        <a:pt x="1992" y="13785"/>
                        <a:pt x="1658" y="9816"/>
                        <a:pt x="1258" y="5846"/>
                      </a:cubicBezTo>
                      <a:cubicBezTo>
                        <a:pt x="1091" y="3912"/>
                        <a:pt x="1125" y="1810"/>
                        <a:pt x="191" y="42"/>
                      </a:cubicBezTo>
                      <a:cubicBezTo>
                        <a:pt x="171" y="13"/>
                        <a:pt x="146" y="1"/>
                        <a:pt x="121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58" name="Google Shape;3958;p73"/>
                <p:cNvSpPr/>
                <p:nvPr/>
              </p:nvSpPr>
              <p:spPr>
                <a:xfrm>
                  <a:off x="6456278" y="2957152"/>
                  <a:ext cx="66291" cy="261403"/>
                </a:xfrm>
                <a:custGeom>
                  <a:rect b="b" l="l" r="r" t="t"/>
                  <a:pathLst>
                    <a:path extrusionOk="0" h="12575" w="3189">
                      <a:moveTo>
                        <a:pt x="3035" y="0"/>
                      </a:moveTo>
                      <a:cubicBezTo>
                        <a:pt x="2999" y="0"/>
                        <a:pt x="2967" y="15"/>
                        <a:pt x="2955" y="50"/>
                      </a:cubicBezTo>
                      <a:cubicBezTo>
                        <a:pt x="2755" y="517"/>
                        <a:pt x="2688" y="1084"/>
                        <a:pt x="2555" y="1584"/>
                      </a:cubicBezTo>
                      <a:cubicBezTo>
                        <a:pt x="2421" y="2084"/>
                        <a:pt x="2321" y="2585"/>
                        <a:pt x="2188" y="3085"/>
                      </a:cubicBezTo>
                      <a:cubicBezTo>
                        <a:pt x="1954" y="4119"/>
                        <a:pt x="1687" y="5153"/>
                        <a:pt x="1454" y="6187"/>
                      </a:cubicBezTo>
                      <a:cubicBezTo>
                        <a:pt x="954" y="8289"/>
                        <a:pt x="487" y="10357"/>
                        <a:pt x="20" y="12425"/>
                      </a:cubicBezTo>
                      <a:cubicBezTo>
                        <a:pt x="0" y="12522"/>
                        <a:pt x="71" y="12574"/>
                        <a:pt x="141" y="12574"/>
                      </a:cubicBezTo>
                      <a:cubicBezTo>
                        <a:pt x="190" y="12574"/>
                        <a:pt x="239" y="12547"/>
                        <a:pt x="253" y="12492"/>
                      </a:cubicBezTo>
                      <a:cubicBezTo>
                        <a:pt x="753" y="10424"/>
                        <a:pt x="1254" y="8355"/>
                        <a:pt x="1754" y="6287"/>
                      </a:cubicBezTo>
                      <a:cubicBezTo>
                        <a:pt x="1988" y="5253"/>
                        <a:pt x="2255" y="4186"/>
                        <a:pt x="2488" y="3152"/>
                      </a:cubicBezTo>
                      <a:cubicBezTo>
                        <a:pt x="2588" y="2651"/>
                        <a:pt x="2722" y="2151"/>
                        <a:pt x="2822" y="1651"/>
                      </a:cubicBezTo>
                      <a:cubicBezTo>
                        <a:pt x="2955" y="1150"/>
                        <a:pt x="3155" y="617"/>
                        <a:pt x="3189" y="116"/>
                      </a:cubicBezTo>
                      <a:cubicBezTo>
                        <a:pt x="3189" y="51"/>
                        <a:pt x="3104" y="0"/>
                        <a:pt x="3035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59" name="Google Shape;3959;p73"/>
                <p:cNvSpPr/>
                <p:nvPr/>
              </p:nvSpPr>
              <p:spPr>
                <a:xfrm>
                  <a:off x="6447984" y="3489998"/>
                  <a:ext cx="568289" cy="701890"/>
                </a:xfrm>
                <a:custGeom>
                  <a:rect b="b" l="l" r="r" t="t"/>
                  <a:pathLst>
                    <a:path extrusionOk="0" h="33765" w="27338">
                      <a:moveTo>
                        <a:pt x="22334" y="11743"/>
                      </a:moveTo>
                      <a:cubicBezTo>
                        <a:pt x="22501" y="12644"/>
                        <a:pt x="22701" y="13578"/>
                        <a:pt x="22901" y="14512"/>
                      </a:cubicBezTo>
                      <a:cubicBezTo>
                        <a:pt x="23235" y="16113"/>
                        <a:pt x="23535" y="17714"/>
                        <a:pt x="23869" y="19349"/>
                      </a:cubicBezTo>
                      <a:cubicBezTo>
                        <a:pt x="22835" y="18948"/>
                        <a:pt x="21734" y="18615"/>
                        <a:pt x="20700" y="18248"/>
                      </a:cubicBezTo>
                      <a:cubicBezTo>
                        <a:pt x="19432" y="17814"/>
                        <a:pt x="18165" y="17381"/>
                        <a:pt x="16930" y="16947"/>
                      </a:cubicBezTo>
                      <a:cubicBezTo>
                        <a:pt x="15896" y="16613"/>
                        <a:pt x="14862" y="16246"/>
                        <a:pt x="13828" y="15880"/>
                      </a:cubicBezTo>
                      <a:cubicBezTo>
                        <a:pt x="15463" y="15246"/>
                        <a:pt x="17097" y="14612"/>
                        <a:pt x="18665" y="13811"/>
                      </a:cubicBezTo>
                      <a:cubicBezTo>
                        <a:pt x="19699" y="13311"/>
                        <a:pt x="20700" y="12744"/>
                        <a:pt x="21634" y="12077"/>
                      </a:cubicBezTo>
                      <a:cubicBezTo>
                        <a:pt x="21867" y="11977"/>
                        <a:pt x="22101" y="11843"/>
                        <a:pt x="22334" y="11743"/>
                      </a:cubicBezTo>
                      <a:close/>
                      <a:moveTo>
                        <a:pt x="5289" y="13511"/>
                      </a:moveTo>
                      <a:cubicBezTo>
                        <a:pt x="5422" y="13611"/>
                        <a:pt x="5556" y="13645"/>
                        <a:pt x="5722" y="13711"/>
                      </a:cubicBezTo>
                      <a:cubicBezTo>
                        <a:pt x="6023" y="13845"/>
                        <a:pt x="6356" y="13978"/>
                        <a:pt x="6690" y="14112"/>
                      </a:cubicBezTo>
                      <a:cubicBezTo>
                        <a:pt x="7324" y="14345"/>
                        <a:pt x="7991" y="14545"/>
                        <a:pt x="8624" y="14779"/>
                      </a:cubicBezTo>
                      <a:cubicBezTo>
                        <a:pt x="9759" y="15179"/>
                        <a:pt x="10926" y="15579"/>
                        <a:pt x="12094" y="15980"/>
                      </a:cubicBezTo>
                      <a:cubicBezTo>
                        <a:pt x="12060" y="15980"/>
                        <a:pt x="12027" y="15980"/>
                        <a:pt x="11994" y="16013"/>
                      </a:cubicBezTo>
                      <a:cubicBezTo>
                        <a:pt x="9659" y="16914"/>
                        <a:pt x="7324" y="17848"/>
                        <a:pt x="5122" y="19115"/>
                      </a:cubicBezTo>
                      <a:cubicBezTo>
                        <a:pt x="4655" y="19349"/>
                        <a:pt x="4155" y="19582"/>
                        <a:pt x="3688" y="19816"/>
                      </a:cubicBezTo>
                      <a:cubicBezTo>
                        <a:pt x="4188" y="17714"/>
                        <a:pt x="4755" y="15613"/>
                        <a:pt x="5289" y="13511"/>
                      </a:cubicBezTo>
                      <a:close/>
                      <a:moveTo>
                        <a:pt x="8620" y="0"/>
                      </a:moveTo>
                      <a:cubicBezTo>
                        <a:pt x="8531" y="0"/>
                        <a:pt x="8445" y="49"/>
                        <a:pt x="8391" y="168"/>
                      </a:cubicBezTo>
                      <a:cubicBezTo>
                        <a:pt x="8124" y="669"/>
                        <a:pt x="7991" y="1202"/>
                        <a:pt x="7824" y="1736"/>
                      </a:cubicBezTo>
                      <a:cubicBezTo>
                        <a:pt x="7690" y="2303"/>
                        <a:pt x="7524" y="2837"/>
                        <a:pt x="7357" y="3371"/>
                      </a:cubicBezTo>
                      <a:cubicBezTo>
                        <a:pt x="7057" y="4438"/>
                        <a:pt x="6723" y="5505"/>
                        <a:pt x="6423" y="6573"/>
                      </a:cubicBezTo>
                      <a:cubicBezTo>
                        <a:pt x="5822" y="8708"/>
                        <a:pt x="5255" y="10843"/>
                        <a:pt x="4688" y="13011"/>
                      </a:cubicBezTo>
                      <a:cubicBezTo>
                        <a:pt x="3521" y="17314"/>
                        <a:pt x="2420" y="21684"/>
                        <a:pt x="1486" y="26054"/>
                      </a:cubicBezTo>
                      <a:cubicBezTo>
                        <a:pt x="1219" y="27254"/>
                        <a:pt x="952" y="28489"/>
                        <a:pt x="685" y="29723"/>
                      </a:cubicBezTo>
                      <a:cubicBezTo>
                        <a:pt x="452" y="30924"/>
                        <a:pt x="185" y="32158"/>
                        <a:pt x="18" y="33392"/>
                      </a:cubicBezTo>
                      <a:cubicBezTo>
                        <a:pt x="0" y="33500"/>
                        <a:pt x="100" y="33560"/>
                        <a:pt x="200" y="33560"/>
                      </a:cubicBezTo>
                      <a:cubicBezTo>
                        <a:pt x="285" y="33560"/>
                        <a:pt x="370" y="33517"/>
                        <a:pt x="385" y="33425"/>
                      </a:cubicBezTo>
                      <a:cubicBezTo>
                        <a:pt x="719" y="32358"/>
                        <a:pt x="919" y="31291"/>
                        <a:pt x="1186" y="30190"/>
                      </a:cubicBezTo>
                      <a:cubicBezTo>
                        <a:pt x="1453" y="29122"/>
                        <a:pt x="1686" y="28055"/>
                        <a:pt x="1953" y="26954"/>
                      </a:cubicBezTo>
                      <a:cubicBezTo>
                        <a:pt x="2387" y="25120"/>
                        <a:pt x="2820" y="23285"/>
                        <a:pt x="3287" y="21417"/>
                      </a:cubicBezTo>
                      <a:cubicBezTo>
                        <a:pt x="3454" y="21317"/>
                        <a:pt x="3487" y="21083"/>
                        <a:pt x="3387" y="20950"/>
                      </a:cubicBezTo>
                      <a:cubicBezTo>
                        <a:pt x="3487" y="20883"/>
                        <a:pt x="3554" y="20816"/>
                        <a:pt x="3621" y="20783"/>
                      </a:cubicBezTo>
                      <a:cubicBezTo>
                        <a:pt x="3754" y="20683"/>
                        <a:pt x="3888" y="20583"/>
                        <a:pt x="4021" y="20483"/>
                      </a:cubicBezTo>
                      <a:cubicBezTo>
                        <a:pt x="4321" y="20283"/>
                        <a:pt x="4622" y="20116"/>
                        <a:pt x="4922" y="19916"/>
                      </a:cubicBezTo>
                      <a:cubicBezTo>
                        <a:pt x="5522" y="19549"/>
                        <a:pt x="6156" y="19215"/>
                        <a:pt x="6790" y="18882"/>
                      </a:cubicBezTo>
                      <a:cubicBezTo>
                        <a:pt x="8057" y="18215"/>
                        <a:pt x="9392" y="17647"/>
                        <a:pt x="10726" y="17114"/>
                      </a:cubicBezTo>
                      <a:cubicBezTo>
                        <a:pt x="11460" y="16814"/>
                        <a:pt x="12194" y="16547"/>
                        <a:pt x="12928" y="16246"/>
                      </a:cubicBezTo>
                      <a:cubicBezTo>
                        <a:pt x="15296" y="17047"/>
                        <a:pt x="17631" y="17881"/>
                        <a:pt x="19999" y="18682"/>
                      </a:cubicBezTo>
                      <a:cubicBezTo>
                        <a:pt x="20733" y="18948"/>
                        <a:pt x="21434" y="19182"/>
                        <a:pt x="22134" y="19449"/>
                      </a:cubicBezTo>
                      <a:cubicBezTo>
                        <a:pt x="22768" y="19649"/>
                        <a:pt x="23402" y="19882"/>
                        <a:pt x="24002" y="20083"/>
                      </a:cubicBezTo>
                      <a:cubicBezTo>
                        <a:pt x="24469" y="22284"/>
                        <a:pt x="24903" y="24486"/>
                        <a:pt x="25370" y="26687"/>
                      </a:cubicBezTo>
                      <a:cubicBezTo>
                        <a:pt x="25570" y="27821"/>
                        <a:pt x="25803" y="28956"/>
                        <a:pt x="26037" y="30090"/>
                      </a:cubicBezTo>
                      <a:cubicBezTo>
                        <a:pt x="26137" y="30657"/>
                        <a:pt x="26270" y="31257"/>
                        <a:pt x="26370" y="31824"/>
                      </a:cubicBezTo>
                      <a:cubicBezTo>
                        <a:pt x="26504" y="32391"/>
                        <a:pt x="26571" y="33025"/>
                        <a:pt x="26771" y="33559"/>
                      </a:cubicBezTo>
                      <a:cubicBezTo>
                        <a:pt x="26817" y="33697"/>
                        <a:pt x="26941" y="33765"/>
                        <a:pt x="27061" y="33765"/>
                      </a:cubicBezTo>
                      <a:cubicBezTo>
                        <a:pt x="27202" y="33765"/>
                        <a:pt x="27338" y="33672"/>
                        <a:pt x="27338" y="33492"/>
                      </a:cubicBezTo>
                      <a:cubicBezTo>
                        <a:pt x="27304" y="32992"/>
                        <a:pt x="27204" y="32491"/>
                        <a:pt x="27104" y="31991"/>
                      </a:cubicBezTo>
                      <a:cubicBezTo>
                        <a:pt x="27004" y="31491"/>
                        <a:pt x="26904" y="30990"/>
                        <a:pt x="26804" y="30490"/>
                      </a:cubicBezTo>
                      <a:cubicBezTo>
                        <a:pt x="26604" y="29456"/>
                        <a:pt x="26370" y="28422"/>
                        <a:pt x="26170" y="27388"/>
                      </a:cubicBezTo>
                      <a:cubicBezTo>
                        <a:pt x="25770" y="25353"/>
                        <a:pt x="25370" y="23352"/>
                        <a:pt x="24936" y="21317"/>
                      </a:cubicBezTo>
                      <a:cubicBezTo>
                        <a:pt x="24869" y="20883"/>
                        <a:pt x="24769" y="20450"/>
                        <a:pt x="24669" y="20016"/>
                      </a:cubicBezTo>
                      <a:cubicBezTo>
                        <a:pt x="24736" y="19916"/>
                        <a:pt x="24703" y="19749"/>
                        <a:pt x="24603" y="19649"/>
                      </a:cubicBezTo>
                      <a:cubicBezTo>
                        <a:pt x="23869" y="16146"/>
                        <a:pt x="23135" y="12644"/>
                        <a:pt x="22401" y="9141"/>
                      </a:cubicBezTo>
                      <a:cubicBezTo>
                        <a:pt x="22167" y="8007"/>
                        <a:pt x="21901" y="6906"/>
                        <a:pt x="21667" y="5772"/>
                      </a:cubicBezTo>
                      <a:cubicBezTo>
                        <a:pt x="21400" y="4605"/>
                        <a:pt x="21200" y="3437"/>
                        <a:pt x="20833" y="2303"/>
                      </a:cubicBezTo>
                      <a:cubicBezTo>
                        <a:pt x="20801" y="2224"/>
                        <a:pt x="20716" y="2182"/>
                        <a:pt x="20636" y="2182"/>
                      </a:cubicBezTo>
                      <a:cubicBezTo>
                        <a:pt x="20548" y="2182"/>
                        <a:pt x="20466" y="2232"/>
                        <a:pt x="20466" y="2337"/>
                      </a:cubicBezTo>
                      <a:cubicBezTo>
                        <a:pt x="20566" y="3371"/>
                        <a:pt x="20800" y="4338"/>
                        <a:pt x="21000" y="5339"/>
                      </a:cubicBezTo>
                      <a:cubicBezTo>
                        <a:pt x="21200" y="6373"/>
                        <a:pt x="21434" y="7407"/>
                        <a:pt x="21634" y="8441"/>
                      </a:cubicBezTo>
                      <a:cubicBezTo>
                        <a:pt x="21834" y="9375"/>
                        <a:pt x="22034" y="10309"/>
                        <a:pt x="22201" y="11243"/>
                      </a:cubicBezTo>
                      <a:cubicBezTo>
                        <a:pt x="21634" y="11476"/>
                        <a:pt x="21100" y="11777"/>
                        <a:pt x="20533" y="12043"/>
                      </a:cubicBezTo>
                      <a:cubicBezTo>
                        <a:pt x="19933" y="12344"/>
                        <a:pt x="19299" y="12644"/>
                        <a:pt x="18698" y="12911"/>
                      </a:cubicBezTo>
                      <a:cubicBezTo>
                        <a:pt x="17431" y="13511"/>
                        <a:pt x="16163" y="14112"/>
                        <a:pt x="14896" y="14679"/>
                      </a:cubicBezTo>
                      <a:cubicBezTo>
                        <a:pt x="14228" y="14979"/>
                        <a:pt x="13595" y="15279"/>
                        <a:pt x="12928" y="15579"/>
                      </a:cubicBezTo>
                      <a:cubicBezTo>
                        <a:pt x="11727" y="15179"/>
                        <a:pt x="10526" y="14779"/>
                        <a:pt x="9325" y="14378"/>
                      </a:cubicBezTo>
                      <a:cubicBezTo>
                        <a:pt x="8624" y="14145"/>
                        <a:pt x="7957" y="13911"/>
                        <a:pt x="7257" y="13678"/>
                      </a:cubicBezTo>
                      <a:cubicBezTo>
                        <a:pt x="6890" y="13578"/>
                        <a:pt x="6523" y="13444"/>
                        <a:pt x="6189" y="13344"/>
                      </a:cubicBezTo>
                      <a:cubicBezTo>
                        <a:pt x="5923" y="13278"/>
                        <a:pt x="5656" y="13178"/>
                        <a:pt x="5389" y="13178"/>
                      </a:cubicBezTo>
                      <a:cubicBezTo>
                        <a:pt x="5889" y="11310"/>
                        <a:pt x="6390" y="9475"/>
                        <a:pt x="6923" y="7607"/>
                      </a:cubicBezTo>
                      <a:cubicBezTo>
                        <a:pt x="7257" y="6439"/>
                        <a:pt x="7590" y="5239"/>
                        <a:pt x="7924" y="4071"/>
                      </a:cubicBezTo>
                      <a:cubicBezTo>
                        <a:pt x="8091" y="3471"/>
                        <a:pt x="8291" y="2870"/>
                        <a:pt x="8458" y="2270"/>
                      </a:cubicBezTo>
                      <a:cubicBezTo>
                        <a:pt x="8658" y="1669"/>
                        <a:pt x="8891" y="1069"/>
                        <a:pt x="8958" y="435"/>
                      </a:cubicBezTo>
                      <a:cubicBezTo>
                        <a:pt x="9003" y="210"/>
                        <a:pt x="8805" y="0"/>
                        <a:pt x="862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60" name="Google Shape;3960;p73"/>
                <p:cNvSpPr/>
                <p:nvPr/>
              </p:nvSpPr>
              <p:spPr>
                <a:xfrm>
                  <a:off x="6346666" y="2806421"/>
                  <a:ext cx="793043" cy="756436"/>
                </a:xfrm>
                <a:custGeom>
                  <a:rect b="b" l="l" r="r" t="t"/>
                  <a:pathLst>
                    <a:path extrusionOk="0" h="36389" w="38150">
                      <a:moveTo>
                        <a:pt x="28504" y="0"/>
                      </a:moveTo>
                      <a:cubicBezTo>
                        <a:pt x="27240" y="0"/>
                        <a:pt x="25981" y="201"/>
                        <a:pt x="24840" y="562"/>
                      </a:cubicBezTo>
                      <a:cubicBezTo>
                        <a:pt x="20437" y="1963"/>
                        <a:pt x="18836" y="6066"/>
                        <a:pt x="17935" y="10369"/>
                      </a:cubicBezTo>
                      <a:cubicBezTo>
                        <a:pt x="17234" y="13839"/>
                        <a:pt x="16968" y="17441"/>
                        <a:pt x="15833" y="20810"/>
                      </a:cubicBezTo>
                      <a:cubicBezTo>
                        <a:pt x="15400" y="22078"/>
                        <a:pt x="14833" y="23345"/>
                        <a:pt x="14066" y="24480"/>
                      </a:cubicBezTo>
                      <a:cubicBezTo>
                        <a:pt x="12831" y="26348"/>
                        <a:pt x="11163" y="27849"/>
                        <a:pt x="9095" y="28549"/>
                      </a:cubicBezTo>
                      <a:cubicBezTo>
                        <a:pt x="7461" y="29083"/>
                        <a:pt x="5626" y="29116"/>
                        <a:pt x="4125" y="29950"/>
                      </a:cubicBezTo>
                      <a:cubicBezTo>
                        <a:pt x="1" y="32223"/>
                        <a:pt x="2168" y="36331"/>
                        <a:pt x="6072" y="36331"/>
                      </a:cubicBezTo>
                      <a:cubicBezTo>
                        <a:pt x="6178" y="36331"/>
                        <a:pt x="6285" y="36327"/>
                        <a:pt x="6393" y="36321"/>
                      </a:cubicBezTo>
                      <a:cubicBezTo>
                        <a:pt x="8420" y="36208"/>
                        <a:pt x="10457" y="36148"/>
                        <a:pt x="12493" y="36148"/>
                      </a:cubicBezTo>
                      <a:cubicBezTo>
                        <a:pt x="14043" y="36148"/>
                        <a:pt x="15592" y="36183"/>
                        <a:pt x="17134" y="36255"/>
                      </a:cubicBezTo>
                      <a:cubicBezTo>
                        <a:pt x="18513" y="36308"/>
                        <a:pt x="19883" y="36389"/>
                        <a:pt x="21248" y="36389"/>
                      </a:cubicBezTo>
                      <a:cubicBezTo>
                        <a:pt x="22459" y="36389"/>
                        <a:pt x="23666" y="36325"/>
                        <a:pt x="24873" y="36121"/>
                      </a:cubicBezTo>
                      <a:cubicBezTo>
                        <a:pt x="27175" y="35754"/>
                        <a:pt x="30978" y="34420"/>
                        <a:pt x="32012" y="32118"/>
                      </a:cubicBezTo>
                      <a:cubicBezTo>
                        <a:pt x="34447" y="26915"/>
                        <a:pt x="36148" y="21377"/>
                        <a:pt x="37182" y="15707"/>
                      </a:cubicBezTo>
                      <a:cubicBezTo>
                        <a:pt x="37983" y="11203"/>
                        <a:pt x="38149" y="6033"/>
                        <a:pt x="35114" y="2597"/>
                      </a:cubicBezTo>
                      <a:cubicBezTo>
                        <a:pt x="33459" y="766"/>
                        <a:pt x="30973" y="0"/>
                        <a:pt x="2850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61" name="Google Shape;3961;p73"/>
                <p:cNvSpPr/>
                <p:nvPr/>
              </p:nvSpPr>
              <p:spPr>
                <a:xfrm>
                  <a:off x="4801801" y="3523091"/>
                  <a:ext cx="568309" cy="701744"/>
                </a:xfrm>
                <a:custGeom>
                  <a:rect b="b" l="l" r="r" t="t"/>
                  <a:pathLst>
                    <a:path extrusionOk="0" h="33758" w="27339">
                      <a:moveTo>
                        <a:pt x="22302" y="11719"/>
                      </a:moveTo>
                      <a:cubicBezTo>
                        <a:pt x="22502" y="12653"/>
                        <a:pt x="22702" y="13554"/>
                        <a:pt x="22869" y="14488"/>
                      </a:cubicBezTo>
                      <a:cubicBezTo>
                        <a:pt x="23203" y="16089"/>
                        <a:pt x="23536" y="17723"/>
                        <a:pt x="23870" y="19325"/>
                      </a:cubicBezTo>
                      <a:cubicBezTo>
                        <a:pt x="22836" y="18924"/>
                        <a:pt x="21735" y="18591"/>
                        <a:pt x="20701" y="18224"/>
                      </a:cubicBezTo>
                      <a:lnTo>
                        <a:pt x="20668" y="18224"/>
                      </a:lnTo>
                      <a:cubicBezTo>
                        <a:pt x="19433" y="17790"/>
                        <a:pt x="18166" y="17390"/>
                        <a:pt x="16932" y="16956"/>
                      </a:cubicBezTo>
                      <a:cubicBezTo>
                        <a:pt x="15897" y="16589"/>
                        <a:pt x="14863" y="16222"/>
                        <a:pt x="13829" y="15889"/>
                      </a:cubicBezTo>
                      <a:cubicBezTo>
                        <a:pt x="15464" y="15255"/>
                        <a:pt x="17098" y="14588"/>
                        <a:pt x="18666" y="13821"/>
                      </a:cubicBezTo>
                      <a:cubicBezTo>
                        <a:pt x="19700" y="13287"/>
                        <a:pt x="20701" y="12720"/>
                        <a:pt x="21635" y="12053"/>
                      </a:cubicBezTo>
                      <a:cubicBezTo>
                        <a:pt x="21868" y="11953"/>
                        <a:pt x="22102" y="11852"/>
                        <a:pt x="22302" y="11719"/>
                      </a:cubicBezTo>
                      <a:close/>
                      <a:moveTo>
                        <a:pt x="5290" y="13520"/>
                      </a:moveTo>
                      <a:cubicBezTo>
                        <a:pt x="5423" y="13587"/>
                        <a:pt x="5523" y="13654"/>
                        <a:pt x="5690" y="13720"/>
                      </a:cubicBezTo>
                      <a:cubicBezTo>
                        <a:pt x="6024" y="13854"/>
                        <a:pt x="6357" y="13954"/>
                        <a:pt x="6691" y="14087"/>
                      </a:cubicBezTo>
                      <a:cubicBezTo>
                        <a:pt x="7325" y="14321"/>
                        <a:pt x="7958" y="14554"/>
                        <a:pt x="8592" y="14755"/>
                      </a:cubicBezTo>
                      <a:cubicBezTo>
                        <a:pt x="9760" y="15155"/>
                        <a:pt x="10927" y="15555"/>
                        <a:pt x="12095" y="15955"/>
                      </a:cubicBezTo>
                      <a:cubicBezTo>
                        <a:pt x="12061" y="15955"/>
                        <a:pt x="12028" y="15989"/>
                        <a:pt x="11995" y="15989"/>
                      </a:cubicBezTo>
                      <a:cubicBezTo>
                        <a:pt x="9660" y="16889"/>
                        <a:pt x="7325" y="17857"/>
                        <a:pt x="5123" y="19124"/>
                      </a:cubicBezTo>
                      <a:cubicBezTo>
                        <a:pt x="4656" y="19358"/>
                        <a:pt x="4156" y="19591"/>
                        <a:pt x="3655" y="19825"/>
                      </a:cubicBezTo>
                      <a:cubicBezTo>
                        <a:pt x="4189" y="17723"/>
                        <a:pt x="4723" y="15588"/>
                        <a:pt x="5290" y="13520"/>
                      </a:cubicBezTo>
                      <a:close/>
                      <a:moveTo>
                        <a:pt x="8603" y="1"/>
                      </a:moveTo>
                      <a:cubicBezTo>
                        <a:pt x="8508" y="1"/>
                        <a:pt x="8416" y="52"/>
                        <a:pt x="8359" y="177"/>
                      </a:cubicBezTo>
                      <a:cubicBezTo>
                        <a:pt x="8125" y="678"/>
                        <a:pt x="7992" y="1212"/>
                        <a:pt x="7825" y="1745"/>
                      </a:cubicBezTo>
                      <a:cubicBezTo>
                        <a:pt x="7658" y="2279"/>
                        <a:pt x="7491" y="2813"/>
                        <a:pt x="7358" y="3380"/>
                      </a:cubicBezTo>
                      <a:cubicBezTo>
                        <a:pt x="7024" y="4414"/>
                        <a:pt x="6724" y="5481"/>
                        <a:pt x="6424" y="6549"/>
                      </a:cubicBezTo>
                      <a:cubicBezTo>
                        <a:pt x="5824" y="8684"/>
                        <a:pt x="5223" y="10852"/>
                        <a:pt x="4656" y="12987"/>
                      </a:cubicBezTo>
                      <a:cubicBezTo>
                        <a:pt x="3522" y="17323"/>
                        <a:pt x="2421" y="21660"/>
                        <a:pt x="1454" y="26029"/>
                      </a:cubicBezTo>
                      <a:cubicBezTo>
                        <a:pt x="1187" y="27264"/>
                        <a:pt x="920" y="28464"/>
                        <a:pt x="687" y="29699"/>
                      </a:cubicBezTo>
                      <a:cubicBezTo>
                        <a:pt x="453" y="30933"/>
                        <a:pt x="153" y="32134"/>
                        <a:pt x="19" y="33368"/>
                      </a:cubicBezTo>
                      <a:cubicBezTo>
                        <a:pt x="1" y="33498"/>
                        <a:pt x="96" y="33566"/>
                        <a:pt x="196" y="33566"/>
                      </a:cubicBezTo>
                      <a:cubicBezTo>
                        <a:pt x="275" y="33566"/>
                        <a:pt x="357" y="33523"/>
                        <a:pt x="386" y="33435"/>
                      </a:cubicBezTo>
                      <a:cubicBezTo>
                        <a:pt x="720" y="32367"/>
                        <a:pt x="920" y="31266"/>
                        <a:pt x="1187" y="30199"/>
                      </a:cubicBezTo>
                      <a:cubicBezTo>
                        <a:pt x="1420" y="29098"/>
                        <a:pt x="1687" y="28031"/>
                        <a:pt x="1954" y="26963"/>
                      </a:cubicBezTo>
                      <a:cubicBezTo>
                        <a:pt x="2388" y="25095"/>
                        <a:pt x="2821" y="23261"/>
                        <a:pt x="3255" y="21426"/>
                      </a:cubicBezTo>
                      <a:cubicBezTo>
                        <a:pt x="3422" y="21293"/>
                        <a:pt x="3489" y="21059"/>
                        <a:pt x="3389" y="20926"/>
                      </a:cubicBezTo>
                      <a:cubicBezTo>
                        <a:pt x="3455" y="20859"/>
                        <a:pt x="3555" y="20826"/>
                        <a:pt x="3622" y="20759"/>
                      </a:cubicBezTo>
                      <a:cubicBezTo>
                        <a:pt x="3755" y="20659"/>
                        <a:pt x="3889" y="20559"/>
                        <a:pt x="4022" y="20492"/>
                      </a:cubicBezTo>
                      <a:cubicBezTo>
                        <a:pt x="4323" y="20292"/>
                        <a:pt x="4623" y="20092"/>
                        <a:pt x="4923" y="19925"/>
                      </a:cubicBezTo>
                      <a:cubicBezTo>
                        <a:pt x="5523" y="19525"/>
                        <a:pt x="6157" y="19191"/>
                        <a:pt x="6791" y="18858"/>
                      </a:cubicBezTo>
                      <a:cubicBezTo>
                        <a:pt x="8059" y="18224"/>
                        <a:pt x="9393" y="17657"/>
                        <a:pt x="10727" y="17090"/>
                      </a:cubicBezTo>
                      <a:cubicBezTo>
                        <a:pt x="11428" y="16823"/>
                        <a:pt x="12161" y="16522"/>
                        <a:pt x="12895" y="16256"/>
                      </a:cubicBezTo>
                      <a:cubicBezTo>
                        <a:pt x="15264" y="17056"/>
                        <a:pt x="17632" y="17857"/>
                        <a:pt x="20000" y="18691"/>
                      </a:cubicBezTo>
                      <a:cubicBezTo>
                        <a:pt x="20701" y="18924"/>
                        <a:pt x="21435" y="19191"/>
                        <a:pt x="22135" y="19425"/>
                      </a:cubicBezTo>
                      <a:cubicBezTo>
                        <a:pt x="22769" y="19625"/>
                        <a:pt x="23369" y="19892"/>
                        <a:pt x="24003" y="20092"/>
                      </a:cubicBezTo>
                      <a:cubicBezTo>
                        <a:pt x="24437" y="22293"/>
                        <a:pt x="24904" y="24462"/>
                        <a:pt x="25338" y="26663"/>
                      </a:cubicBezTo>
                      <a:cubicBezTo>
                        <a:pt x="25571" y="27797"/>
                        <a:pt x="25805" y="28931"/>
                        <a:pt x="26005" y="30066"/>
                      </a:cubicBezTo>
                      <a:cubicBezTo>
                        <a:pt x="26138" y="30633"/>
                        <a:pt x="26238" y="31233"/>
                        <a:pt x="26372" y="31800"/>
                      </a:cubicBezTo>
                      <a:cubicBezTo>
                        <a:pt x="26472" y="32401"/>
                        <a:pt x="26538" y="33001"/>
                        <a:pt x="26772" y="33568"/>
                      </a:cubicBezTo>
                      <a:cubicBezTo>
                        <a:pt x="26818" y="33691"/>
                        <a:pt x="26942" y="33757"/>
                        <a:pt x="27062" y="33757"/>
                      </a:cubicBezTo>
                      <a:cubicBezTo>
                        <a:pt x="27203" y="33757"/>
                        <a:pt x="27339" y="33666"/>
                        <a:pt x="27339" y="33468"/>
                      </a:cubicBezTo>
                      <a:cubicBezTo>
                        <a:pt x="27306" y="32968"/>
                        <a:pt x="27172" y="32467"/>
                        <a:pt x="27072" y="32000"/>
                      </a:cubicBezTo>
                      <a:lnTo>
                        <a:pt x="27105" y="32000"/>
                      </a:lnTo>
                      <a:cubicBezTo>
                        <a:pt x="27005" y="31500"/>
                        <a:pt x="26905" y="30966"/>
                        <a:pt x="26805" y="30466"/>
                      </a:cubicBezTo>
                      <a:cubicBezTo>
                        <a:pt x="26572" y="29432"/>
                        <a:pt x="26372" y="28398"/>
                        <a:pt x="26171" y="27364"/>
                      </a:cubicBezTo>
                      <a:cubicBezTo>
                        <a:pt x="25771" y="25362"/>
                        <a:pt x="25338" y="23327"/>
                        <a:pt x="24937" y="21326"/>
                      </a:cubicBezTo>
                      <a:cubicBezTo>
                        <a:pt x="24837" y="20859"/>
                        <a:pt x="24770" y="20459"/>
                        <a:pt x="24670" y="20025"/>
                      </a:cubicBezTo>
                      <a:cubicBezTo>
                        <a:pt x="24737" y="19892"/>
                        <a:pt x="24704" y="19725"/>
                        <a:pt x="24604" y="19625"/>
                      </a:cubicBezTo>
                      <a:cubicBezTo>
                        <a:pt x="23870" y="16122"/>
                        <a:pt x="23136" y="12620"/>
                        <a:pt x="22402" y="9117"/>
                      </a:cubicBezTo>
                      <a:cubicBezTo>
                        <a:pt x="22135" y="8016"/>
                        <a:pt x="21902" y="6882"/>
                        <a:pt x="21668" y="5748"/>
                      </a:cubicBezTo>
                      <a:cubicBezTo>
                        <a:pt x="21401" y="4614"/>
                        <a:pt x="21201" y="3413"/>
                        <a:pt x="20801" y="2279"/>
                      </a:cubicBezTo>
                      <a:cubicBezTo>
                        <a:pt x="20787" y="2207"/>
                        <a:pt x="20716" y="2172"/>
                        <a:pt x="20643" y="2172"/>
                      </a:cubicBezTo>
                      <a:cubicBezTo>
                        <a:pt x="20548" y="2172"/>
                        <a:pt x="20448" y="2232"/>
                        <a:pt x="20467" y="2346"/>
                      </a:cubicBezTo>
                      <a:cubicBezTo>
                        <a:pt x="20567" y="3346"/>
                        <a:pt x="20801" y="4347"/>
                        <a:pt x="21001" y="5314"/>
                      </a:cubicBezTo>
                      <a:cubicBezTo>
                        <a:pt x="21201" y="6349"/>
                        <a:pt x="21401" y="7383"/>
                        <a:pt x="21635" y="8417"/>
                      </a:cubicBezTo>
                      <a:cubicBezTo>
                        <a:pt x="21802" y="9351"/>
                        <a:pt x="22002" y="10285"/>
                        <a:pt x="22202" y="11219"/>
                      </a:cubicBezTo>
                      <a:cubicBezTo>
                        <a:pt x="21635" y="11486"/>
                        <a:pt x="21101" y="11752"/>
                        <a:pt x="20534" y="12019"/>
                      </a:cubicBezTo>
                      <a:cubicBezTo>
                        <a:pt x="19900" y="12319"/>
                        <a:pt x="19300" y="12620"/>
                        <a:pt x="18666" y="12920"/>
                      </a:cubicBezTo>
                      <a:cubicBezTo>
                        <a:pt x="17399" y="13520"/>
                        <a:pt x="16164" y="14087"/>
                        <a:pt x="14897" y="14654"/>
                      </a:cubicBezTo>
                      <a:cubicBezTo>
                        <a:pt x="14230" y="14988"/>
                        <a:pt x="13562" y="15255"/>
                        <a:pt x="12895" y="15555"/>
                      </a:cubicBezTo>
                      <a:cubicBezTo>
                        <a:pt x="11728" y="15155"/>
                        <a:pt x="10527" y="14755"/>
                        <a:pt x="9326" y="14354"/>
                      </a:cubicBezTo>
                      <a:cubicBezTo>
                        <a:pt x="8626" y="14121"/>
                        <a:pt x="7925" y="13887"/>
                        <a:pt x="7225" y="13687"/>
                      </a:cubicBezTo>
                      <a:cubicBezTo>
                        <a:pt x="6891" y="13554"/>
                        <a:pt x="6524" y="13454"/>
                        <a:pt x="6157" y="13354"/>
                      </a:cubicBezTo>
                      <a:cubicBezTo>
                        <a:pt x="5949" y="13294"/>
                        <a:pt x="5688" y="13182"/>
                        <a:pt x="5468" y="13182"/>
                      </a:cubicBezTo>
                      <a:cubicBezTo>
                        <a:pt x="5441" y="13182"/>
                        <a:pt x="5415" y="13183"/>
                        <a:pt x="5390" y="13187"/>
                      </a:cubicBezTo>
                      <a:cubicBezTo>
                        <a:pt x="5857" y="11319"/>
                        <a:pt x="6391" y="9451"/>
                        <a:pt x="6891" y="7616"/>
                      </a:cubicBezTo>
                      <a:cubicBezTo>
                        <a:pt x="7225" y="6415"/>
                        <a:pt x="7558" y="5248"/>
                        <a:pt x="7925" y="4080"/>
                      </a:cubicBezTo>
                      <a:cubicBezTo>
                        <a:pt x="8092" y="3480"/>
                        <a:pt x="8259" y="2879"/>
                        <a:pt x="8459" y="2279"/>
                      </a:cubicBezTo>
                      <a:cubicBezTo>
                        <a:pt x="8626" y="1645"/>
                        <a:pt x="8859" y="1045"/>
                        <a:pt x="8959" y="411"/>
                      </a:cubicBezTo>
                      <a:cubicBezTo>
                        <a:pt x="8981" y="191"/>
                        <a:pt x="8786" y="1"/>
                        <a:pt x="860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62" name="Google Shape;3962;p73"/>
                <p:cNvSpPr/>
                <p:nvPr/>
              </p:nvSpPr>
              <p:spPr>
                <a:xfrm>
                  <a:off x="5779915" y="2963242"/>
                  <a:ext cx="135223" cy="116306"/>
                </a:xfrm>
                <a:custGeom>
                  <a:rect b="b" l="l" r="r" t="t"/>
                  <a:pathLst>
                    <a:path extrusionOk="0" h="5595" w="6505">
                      <a:moveTo>
                        <a:pt x="5066" y="0"/>
                      </a:moveTo>
                      <a:cubicBezTo>
                        <a:pt x="4863" y="0"/>
                        <a:pt x="4670" y="53"/>
                        <a:pt x="4503" y="157"/>
                      </a:cubicBezTo>
                      <a:lnTo>
                        <a:pt x="3036" y="957"/>
                      </a:lnTo>
                      <a:cubicBezTo>
                        <a:pt x="2965" y="981"/>
                        <a:pt x="2894" y="1005"/>
                        <a:pt x="2823" y="1005"/>
                      </a:cubicBezTo>
                      <a:cubicBezTo>
                        <a:pt x="2794" y="1005"/>
                        <a:pt x="2765" y="1001"/>
                        <a:pt x="2735" y="991"/>
                      </a:cubicBezTo>
                      <a:lnTo>
                        <a:pt x="400" y="290"/>
                      </a:lnTo>
                      <a:lnTo>
                        <a:pt x="0" y="3960"/>
                      </a:lnTo>
                      <a:lnTo>
                        <a:pt x="6505" y="5594"/>
                      </a:lnTo>
                      <a:lnTo>
                        <a:pt x="6238" y="1791"/>
                      </a:lnTo>
                      <a:lnTo>
                        <a:pt x="5437" y="57"/>
                      </a:lnTo>
                      <a:cubicBezTo>
                        <a:pt x="5312" y="19"/>
                        <a:pt x="5187" y="0"/>
                        <a:pt x="5066" y="0"/>
                      </a:cubicBezTo>
                      <a:close/>
                    </a:path>
                  </a:pathLst>
                </a:custGeom>
                <a:solidFill>
                  <a:srgbClr val="EDC4AC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63" name="Google Shape;3963;p73"/>
                <p:cNvSpPr/>
                <p:nvPr/>
              </p:nvSpPr>
              <p:spPr>
                <a:xfrm>
                  <a:off x="4662816" y="2841802"/>
                  <a:ext cx="728103" cy="790902"/>
                </a:xfrm>
                <a:custGeom>
                  <a:rect b="b" l="l" r="r" t="t"/>
                  <a:pathLst>
                    <a:path extrusionOk="0" h="38047" w="35026">
                      <a:moveTo>
                        <a:pt x="11090" y="1"/>
                      </a:moveTo>
                      <a:cubicBezTo>
                        <a:pt x="9152" y="1"/>
                        <a:pt x="7298" y="510"/>
                        <a:pt x="5872" y="1829"/>
                      </a:cubicBezTo>
                      <a:cubicBezTo>
                        <a:pt x="3937" y="3597"/>
                        <a:pt x="3370" y="6399"/>
                        <a:pt x="3036" y="9001"/>
                      </a:cubicBezTo>
                      <a:cubicBezTo>
                        <a:pt x="1935" y="17841"/>
                        <a:pt x="1" y="32084"/>
                        <a:pt x="10108" y="36254"/>
                      </a:cubicBezTo>
                      <a:cubicBezTo>
                        <a:pt x="12309" y="37188"/>
                        <a:pt x="14745" y="37521"/>
                        <a:pt x="17113" y="37722"/>
                      </a:cubicBezTo>
                      <a:cubicBezTo>
                        <a:pt x="19522" y="37934"/>
                        <a:pt x="21932" y="38046"/>
                        <a:pt x="24342" y="38046"/>
                      </a:cubicBezTo>
                      <a:cubicBezTo>
                        <a:pt x="25335" y="38046"/>
                        <a:pt x="26327" y="38027"/>
                        <a:pt x="27320" y="37988"/>
                      </a:cubicBezTo>
                      <a:cubicBezTo>
                        <a:pt x="29388" y="37888"/>
                        <a:pt x="31423" y="37722"/>
                        <a:pt x="33391" y="37154"/>
                      </a:cubicBezTo>
                      <a:cubicBezTo>
                        <a:pt x="33858" y="37021"/>
                        <a:pt x="34392" y="36821"/>
                        <a:pt x="34659" y="36387"/>
                      </a:cubicBezTo>
                      <a:cubicBezTo>
                        <a:pt x="35026" y="35854"/>
                        <a:pt x="34826" y="35053"/>
                        <a:pt x="34392" y="34553"/>
                      </a:cubicBezTo>
                      <a:cubicBezTo>
                        <a:pt x="33958" y="34052"/>
                        <a:pt x="33324" y="33752"/>
                        <a:pt x="32724" y="33485"/>
                      </a:cubicBezTo>
                      <a:cubicBezTo>
                        <a:pt x="29555" y="31984"/>
                        <a:pt x="24251" y="29916"/>
                        <a:pt x="22317" y="26880"/>
                      </a:cubicBezTo>
                      <a:cubicBezTo>
                        <a:pt x="22283" y="26814"/>
                        <a:pt x="22250" y="26714"/>
                        <a:pt x="22183" y="26647"/>
                      </a:cubicBezTo>
                      <a:lnTo>
                        <a:pt x="22217" y="26647"/>
                      </a:lnTo>
                      <a:cubicBezTo>
                        <a:pt x="21583" y="25446"/>
                        <a:pt x="21750" y="24212"/>
                        <a:pt x="21750" y="22844"/>
                      </a:cubicBezTo>
                      <a:lnTo>
                        <a:pt x="21750" y="16206"/>
                      </a:lnTo>
                      <a:cubicBezTo>
                        <a:pt x="21750" y="12103"/>
                        <a:pt x="23317" y="6432"/>
                        <a:pt x="19982" y="3163"/>
                      </a:cubicBezTo>
                      <a:cubicBezTo>
                        <a:pt x="18914" y="2129"/>
                        <a:pt x="17513" y="1462"/>
                        <a:pt x="16112" y="962"/>
                      </a:cubicBezTo>
                      <a:cubicBezTo>
                        <a:pt x="14528" y="387"/>
                        <a:pt x="12778" y="1"/>
                        <a:pt x="1109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64" name="Google Shape;3964;p73"/>
                <p:cNvSpPr/>
                <p:nvPr/>
              </p:nvSpPr>
              <p:spPr>
                <a:xfrm>
                  <a:off x="5615569" y="3769465"/>
                  <a:ext cx="145637" cy="440362"/>
                </a:xfrm>
                <a:custGeom>
                  <a:rect b="b" l="l" r="r" t="t"/>
                  <a:pathLst>
                    <a:path extrusionOk="0" h="21184" w="7006">
                      <a:moveTo>
                        <a:pt x="4537" y="0"/>
                      </a:moveTo>
                      <a:cubicBezTo>
                        <a:pt x="4070" y="34"/>
                        <a:pt x="3636" y="234"/>
                        <a:pt x="3236" y="467"/>
                      </a:cubicBezTo>
                      <a:cubicBezTo>
                        <a:pt x="2069" y="1201"/>
                        <a:pt x="1235" y="2402"/>
                        <a:pt x="768" y="3703"/>
                      </a:cubicBezTo>
                      <a:cubicBezTo>
                        <a:pt x="301" y="5004"/>
                        <a:pt x="167" y="6405"/>
                        <a:pt x="100" y="7773"/>
                      </a:cubicBezTo>
                      <a:cubicBezTo>
                        <a:pt x="0" y="10008"/>
                        <a:pt x="167" y="12243"/>
                        <a:pt x="467" y="14478"/>
                      </a:cubicBezTo>
                      <a:cubicBezTo>
                        <a:pt x="601" y="15378"/>
                        <a:pt x="534" y="16279"/>
                        <a:pt x="668" y="17179"/>
                      </a:cubicBezTo>
                      <a:cubicBezTo>
                        <a:pt x="801" y="18314"/>
                        <a:pt x="901" y="19448"/>
                        <a:pt x="868" y="20549"/>
                      </a:cubicBezTo>
                      <a:cubicBezTo>
                        <a:pt x="868" y="20710"/>
                        <a:pt x="4805" y="21184"/>
                        <a:pt x="5481" y="21184"/>
                      </a:cubicBezTo>
                      <a:cubicBezTo>
                        <a:pt x="5504" y="21184"/>
                        <a:pt x="5523" y="21183"/>
                        <a:pt x="5538" y="21182"/>
                      </a:cubicBezTo>
                      <a:cubicBezTo>
                        <a:pt x="5771" y="18414"/>
                        <a:pt x="6005" y="15678"/>
                        <a:pt x="6238" y="12943"/>
                      </a:cubicBezTo>
                      <a:cubicBezTo>
                        <a:pt x="6472" y="10241"/>
                        <a:pt x="6505" y="7539"/>
                        <a:pt x="6805" y="4837"/>
                      </a:cubicBezTo>
                      <a:cubicBezTo>
                        <a:pt x="6905" y="3837"/>
                        <a:pt x="7005" y="2802"/>
                        <a:pt x="6705" y="1835"/>
                      </a:cubicBezTo>
                      <a:cubicBezTo>
                        <a:pt x="6405" y="868"/>
                        <a:pt x="5538" y="0"/>
                        <a:pt x="4537" y="0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65" name="Google Shape;3965;p73"/>
                <p:cNvSpPr/>
                <p:nvPr/>
              </p:nvSpPr>
              <p:spPr>
                <a:xfrm>
                  <a:off x="5053912" y="3233417"/>
                  <a:ext cx="749597" cy="330542"/>
                </a:xfrm>
                <a:custGeom>
                  <a:rect b="b" l="l" r="r" t="t"/>
                  <a:pathLst>
                    <a:path extrusionOk="0" h="15901" w="36060">
                      <a:moveTo>
                        <a:pt x="3502" y="0"/>
                      </a:moveTo>
                      <a:cubicBezTo>
                        <a:pt x="3164" y="0"/>
                        <a:pt x="2890" y="31"/>
                        <a:pt x="2702" y="102"/>
                      </a:cubicBezTo>
                      <a:cubicBezTo>
                        <a:pt x="0" y="1070"/>
                        <a:pt x="2368" y="6540"/>
                        <a:pt x="2435" y="9543"/>
                      </a:cubicBezTo>
                      <a:cubicBezTo>
                        <a:pt x="2535" y="12411"/>
                        <a:pt x="4503" y="15413"/>
                        <a:pt x="7606" y="15513"/>
                      </a:cubicBezTo>
                      <a:lnTo>
                        <a:pt x="7806" y="15513"/>
                      </a:lnTo>
                      <a:cubicBezTo>
                        <a:pt x="12442" y="15513"/>
                        <a:pt x="17112" y="15547"/>
                        <a:pt x="21749" y="15580"/>
                      </a:cubicBezTo>
                      <a:cubicBezTo>
                        <a:pt x="23951" y="15580"/>
                        <a:pt x="26152" y="15814"/>
                        <a:pt x="28354" y="15847"/>
                      </a:cubicBezTo>
                      <a:cubicBezTo>
                        <a:pt x="29048" y="15847"/>
                        <a:pt x="29811" y="15900"/>
                        <a:pt x="30575" y="15900"/>
                      </a:cubicBezTo>
                      <a:cubicBezTo>
                        <a:pt x="31721" y="15900"/>
                        <a:pt x="32870" y="15780"/>
                        <a:pt x="33791" y="15180"/>
                      </a:cubicBezTo>
                      <a:cubicBezTo>
                        <a:pt x="35359" y="14146"/>
                        <a:pt x="36059" y="12278"/>
                        <a:pt x="35792" y="10510"/>
                      </a:cubicBezTo>
                      <a:lnTo>
                        <a:pt x="35792" y="10510"/>
                      </a:lnTo>
                      <a:lnTo>
                        <a:pt x="35826" y="10543"/>
                      </a:lnTo>
                      <a:cubicBezTo>
                        <a:pt x="35759" y="10176"/>
                        <a:pt x="35559" y="9843"/>
                        <a:pt x="35525" y="9476"/>
                      </a:cubicBezTo>
                      <a:cubicBezTo>
                        <a:pt x="35192" y="2571"/>
                        <a:pt x="17379" y="1937"/>
                        <a:pt x="12709" y="1604"/>
                      </a:cubicBezTo>
                      <a:cubicBezTo>
                        <a:pt x="11309" y="1516"/>
                        <a:pt x="5853" y="0"/>
                        <a:pt x="3502" y="0"/>
                      </a:cubicBezTo>
                      <a:close/>
                    </a:path>
                  </a:pathLst>
                </a:custGeom>
                <a:solidFill>
                  <a:srgbClr val="73CABE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66" name="Google Shape;3966;p73"/>
                <p:cNvSpPr/>
                <p:nvPr/>
              </p:nvSpPr>
              <p:spPr>
                <a:xfrm>
                  <a:off x="4847263" y="3269575"/>
                  <a:ext cx="949989" cy="417413"/>
                </a:xfrm>
                <a:custGeom>
                  <a:rect b="b" l="l" r="r" t="t"/>
                  <a:pathLst>
                    <a:path extrusionOk="0" h="20080" w="45700">
                      <a:moveTo>
                        <a:pt x="5116" y="0"/>
                      </a:moveTo>
                      <a:cubicBezTo>
                        <a:pt x="3127" y="0"/>
                        <a:pt x="1212" y="384"/>
                        <a:pt x="468" y="2003"/>
                      </a:cubicBezTo>
                      <a:cubicBezTo>
                        <a:pt x="1" y="3037"/>
                        <a:pt x="1" y="4204"/>
                        <a:pt x="167" y="5338"/>
                      </a:cubicBezTo>
                      <a:cubicBezTo>
                        <a:pt x="301" y="6339"/>
                        <a:pt x="568" y="7306"/>
                        <a:pt x="1068" y="8207"/>
                      </a:cubicBezTo>
                      <a:cubicBezTo>
                        <a:pt x="2002" y="9942"/>
                        <a:pt x="3803" y="11076"/>
                        <a:pt x="5605" y="11976"/>
                      </a:cubicBezTo>
                      <a:cubicBezTo>
                        <a:pt x="9608" y="13911"/>
                        <a:pt x="13410" y="14078"/>
                        <a:pt x="17713" y="14612"/>
                      </a:cubicBezTo>
                      <a:cubicBezTo>
                        <a:pt x="21549" y="15112"/>
                        <a:pt x="25319" y="16446"/>
                        <a:pt x="29222" y="16846"/>
                      </a:cubicBezTo>
                      <a:cubicBezTo>
                        <a:pt x="32824" y="17180"/>
                        <a:pt x="35926" y="19148"/>
                        <a:pt x="39429" y="19949"/>
                      </a:cubicBezTo>
                      <a:cubicBezTo>
                        <a:pt x="39629" y="19982"/>
                        <a:pt x="39796" y="20015"/>
                        <a:pt x="39963" y="20049"/>
                      </a:cubicBezTo>
                      <a:cubicBezTo>
                        <a:pt x="40161" y="20070"/>
                        <a:pt x="40355" y="20080"/>
                        <a:pt x="40547" y="20080"/>
                      </a:cubicBezTo>
                      <a:cubicBezTo>
                        <a:pt x="42807" y="20080"/>
                        <a:pt x="44577" y="18650"/>
                        <a:pt x="45100" y="16313"/>
                      </a:cubicBezTo>
                      <a:cubicBezTo>
                        <a:pt x="45700" y="13511"/>
                        <a:pt x="44132" y="10909"/>
                        <a:pt x="41197" y="8941"/>
                      </a:cubicBezTo>
                      <a:cubicBezTo>
                        <a:pt x="37694" y="6639"/>
                        <a:pt x="23651" y="3203"/>
                        <a:pt x="21716" y="2470"/>
                      </a:cubicBezTo>
                      <a:cubicBezTo>
                        <a:pt x="17713" y="868"/>
                        <a:pt x="13677" y="501"/>
                        <a:pt x="9441" y="301"/>
                      </a:cubicBezTo>
                      <a:cubicBezTo>
                        <a:pt x="8319" y="242"/>
                        <a:pt x="6695" y="0"/>
                        <a:pt x="5116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67" name="Google Shape;3967;p73"/>
                <p:cNvSpPr/>
                <p:nvPr/>
              </p:nvSpPr>
              <p:spPr>
                <a:xfrm>
                  <a:off x="5445673" y="3417782"/>
                  <a:ext cx="349500" cy="675490"/>
                </a:xfrm>
                <a:custGeom>
                  <a:rect b="b" l="l" r="r" t="t"/>
                  <a:pathLst>
                    <a:path extrusionOk="0" h="32495" w="16813">
                      <a:moveTo>
                        <a:pt x="5734" y="1"/>
                      </a:moveTo>
                      <a:cubicBezTo>
                        <a:pt x="4102" y="1"/>
                        <a:pt x="2519" y="925"/>
                        <a:pt x="1669" y="2542"/>
                      </a:cubicBezTo>
                      <a:cubicBezTo>
                        <a:pt x="1" y="5710"/>
                        <a:pt x="1869" y="9847"/>
                        <a:pt x="2369" y="13082"/>
                      </a:cubicBezTo>
                      <a:cubicBezTo>
                        <a:pt x="2703" y="15351"/>
                        <a:pt x="2636" y="17586"/>
                        <a:pt x="3170" y="19854"/>
                      </a:cubicBezTo>
                      <a:cubicBezTo>
                        <a:pt x="3704" y="22222"/>
                        <a:pt x="4504" y="24557"/>
                        <a:pt x="5338" y="26826"/>
                      </a:cubicBezTo>
                      <a:cubicBezTo>
                        <a:pt x="5772" y="28060"/>
                        <a:pt x="6305" y="29528"/>
                        <a:pt x="7173" y="30662"/>
                      </a:cubicBezTo>
                      <a:cubicBezTo>
                        <a:pt x="7640" y="31262"/>
                        <a:pt x="8173" y="31762"/>
                        <a:pt x="8874" y="32096"/>
                      </a:cubicBezTo>
                      <a:cubicBezTo>
                        <a:pt x="9449" y="32368"/>
                        <a:pt x="10166" y="32494"/>
                        <a:pt x="10921" y="32494"/>
                      </a:cubicBezTo>
                      <a:cubicBezTo>
                        <a:pt x="12485" y="32494"/>
                        <a:pt x="14211" y="31951"/>
                        <a:pt x="15178" y="31029"/>
                      </a:cubicBezTo>
                      <a:cubicBezTo>
                        <a:pt x="16813" y="29528"/>
                        <a:pt x="15278" y="25525"/>
                        <a:pt x="14978" y="23623"/>
                      </a:cubicBezTo>
                      <a:cubicBezTo>
                        <a:pt x="14511" y="20755"/>
                        <a:pt x="14011" y="17886"/>
                        <a:pt x="13444" y="15017"/>
                      </a:cubicBezTo>
                      <a:cubicBezTo>
                        <a:pt x="12577" y="10514"/>
                        <a:pt x="12410" y="4009"/>
                        <a:pt x="8440" y="940"/>
                      </a:cubicBezTo>
                      <a:cubicBezTo>
                        <a:pt x="7606" y="300"/>
                        <a:pt x="6662" y="1"/>
                        <a:pt x="573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68" name="Google Shape;3968;p73"/>
                <p:cNvSpPr/>
                <p:nvPr/>
              </p:nvSpPr>
              <p:spPr>
                <a:xfrm>
                  <a:off x="5143360" y="2676624"/>
                  <a:ext cx="536026" cy="483746"/>
                </a:xfrm>
                <a:custGeom>
                  <a:rect b="b" l="l" r="r" t="t"/>
                  <a:pathLst>
                    <a:path extrusionOk="0" h="23271" w="25786">
                      <a:moveTo>
                        <a:pt x="2485" y="1"/>
                      </a:moveTo>
                      <a:cubicBezTo>
                        <a:pt x="1859" y="1"/>
                        <a:pt x="1342" y="233"/>
                        <a:pt x="1134" y="869"/>
                      </a:cubicBezTo>
                      <a:cubicBezTo>
                        <a:pt x="0" y="4138"/>
                        <a:pt x="1768" y="8307"/>
                        <a:pt x="3369" y="11310"/>
                      </a:cubicBezTo>
                      <a:cubicBezTo>
                        <a:pt x="4537" y="13578"/>
                        <a:pt x="5804" y="17080"/>
                        <a:pt x="7706" y="18748"/>
                      </a:cubicBezTo>
                      <a:cubicBezTo>
                        <a:pt x="11141" y="21750"/>
                        <a:pt x="15978" y="22451"/>
                        <a:pt x="20281" y="23218"/>
                      </a:cubicBezTo>
                      <a:cubicBezTo>
                        <a:pt x="20494" y="23254"/>
                        <a:pt x="20704" y="23270"/>
                        <a:pt x="20913" y="23270"/>
                      </a:cubicBezTo>
                      <a:cubicBezTo>
                        <a:pt x="22248" y="23270"/>
                        <a:pt x="23525" y="22619"/>
                        <a:pt x="24851" y="22418"/>
                      </a:cubicBezTo>
                      <a:cubicBezTo>
                        <a:pt x="25018" y="22017"/>
                        <a:pt x="25785" y="16947"/>
                        <a:pt x="25518" y="16914"/>
                      </a:cubicBezTo>
                      <a:cubicBezTo>
                        <a:pt x="23650" y="16647"/>
                        <a:pt x="21382" y="15880"/>
                        <a:pt x="19614" y="15413"/>
                      </a:cubicBezTo>
                      <a:cubicBezTo>
                        <a:pt x="17212" y="14745"/>
                        <a:pt x="14644" y="14378"/>
                        <a:pt x="12943" y="12244"/>
                      </a:cubicBezTo>
                      <a:cubicBezTo>
                        <a:pt x="10541" y="9175"/>
                        <a:pt x="10207" y="5172"/>
                        <a:pt x="7539" y="2403"/>
                      </a:cubicBezTo>
                      <a:cubicBezTo>
                        <a:pt x="7205" y="2070"/>
                        <a:pt x="6038" y="1469"/>
                        <a:pt x="5671" y="1202"/>
                      </a:cubicBezTo>
                      <a:cubicBezTo>
                        <a:pt x="4974" y="695"/>
                        <a:pt x="3567" y="1"/>
                        <a:pt x="248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69" name="Google Shape;3969;p73"/>
                <p:cNvSpPr/>
                <p:nvPr/>
              </p:nvSpPr>
              <p:spPr>
                <a:xfrm>
                  <a:off x="4836870" y="2666355"/>
                  <a:ext cx="465993" cy="689168"/>
                </a:xfrm>
                <a:custGeom>
                  <a:rect b="b" l="l" r="r" t="t"/>
                  <a:pathLst>
                    <a:path extrusionOk="0" h="33153" w="22417">
                      <a:moveTo>
                        <a:pt x="14987" y="0"/>
                      </a:moveTo>
                      <a:cubicBezTo>
                        <a:pt x="13073" y="0"/>
                        <a:pt x="11168" y="218"/>
                        <a:pt x="9307" y="929"/>
                      </a:cubicBezTo>
                      <a:cubicBezTo>
                        <a:pt x="4070" y="2997"/>
                        <a:pt x="2802" y="7467"/>
                        <a:pt x="2202" y="12638"/>
                      </a:cubicBezTo>
                      <a:cubicBezTo>
                        <a:pt x="1935" y="14806"/>
                        <a:pt x="2202" y="16073"/>
                        <a:pt x="1935" y="18242"/>
                      </a:cubicBezTo>
                      <a:cubicBezTo>
                        <a:pt x="1368" y="23045"/>
                        <a:pt x="0" y="28449"/>
                        <a:pt x="367" y="33152"/>
                      </a:cubicBezTo>
                      <a:cubicBezTo>
                        <a:pt x="7105" y="32185"/>
                        <a:pt x="14444" y="30851"/>
                        <a:pt x="20748" y="28249"/>
                      </a:cubicBezTo>
                      <a:cubicBezTo>
                        <a:pt x="20815" y="28249"/>
                        <a:pt x="20515" y="25247"/>
                        <a:pt x="20515" y="24946"/>
                      </a:cubicBezTo>
                      <a:cubicBezTo>
                        <a:pt x="20482" y="23846"/>
                        <a:pt x="20515" y="22711"/>
                        <a:pt x="20582" y="21611"/>
                      </a:cubicBezTo>
                      <a:cubicBezTo>
                        <a:pt x="20748" y="19376"/>
                        <a:pt x="21049" y="17174"/>
                        <a:pt x="21349" y="14973"/>
                      </a:cubicBezTo>
                      <a:cubicBezTo>
                        <a:pt x="21582" y="13038"/>
                        <a:pt x="21816" y="11103"/>
                        <a:pt x="21949" y="9168"/>
                      </a:cubicBezTo>
                      <a:cubicBezTo>
                        <a:pt x="22083" y="7234"/>
                        <a:pt x="21883" y="5299"/>
                        <a:pt x="21983" y="3398"/>
                      </a:cubicBezTo>
                      <a:cubicBezTo>
                        <a:pt x="21983" y="3331"/>
                        <a:pt x="21983" y="3298"/>
                        <a:pt x="21983" y="3231"/>
                      </a:cubicBezTo>
                      <a:cubicBezTo>
                        <a:pt x="21983" y="2931"/>
                        <a:pt x="22416" y="3164"/>
                        <a:pt x="22283" y="2897"/>
                      </a:cubicBezTo>
                      <a:cubicBezTo>
                        <a:pt x="22116" y="2597"/>
                        <a:pt x="21416" y="1830"/>
                        <a:pt x="21149" y="1630"/>
                      </a:cubicBezTo>
                      <a:cubicBezTo>
                        <a:pt x="19714" y="662"/>
                        <a:pt x="17980" y="62"/>
                        <a:pt x="16245" y="29"/>
                      </a:cubicBezTo>
                      <a:cubicBezTo>
                        <a:pt x="15826" y="11"/>
                        <a:pt x="15406" y="0"/>
                        <a:pt x="1498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70" name="Google Shape;3970;p73"/>
                <p:cNvSpPr/>
                <p:nvPr/>
              </p:nvSpPr>
              <p:spPr>
                <a:xfrm>
                  <a:off x="5087879" y="2444262"/>
                  <a:ext cx="178918" cy="276287"/>
                </a:xfrm>
                <a:custGeom>
                  <a:rect b="b" l="l" r="r" t="t"/>
                  <a:pathLst>
                    <a:path extrusionOk="0" h="13291" w="8607">
                      <a:moveTo>
                        <a:pt x="5096" y="0"/>
                      </a:moveTo>
                      <a:cubicBezTo>
                        <a:pt x="4219" y="0"/>
                        <a:pt x="3244" y="375"/>
                        <a:pt x="2469" y="539"/>
                      </a:cubicBezTo>
                      <a:cubicBezTo>
                        <a:pt x="968" y="839"/>
                        <a:pt x="1" y="2306"/>
                        <a:pt x="301" y="3808"/>
                      </a:cubicBezTo>
                      <a:cubicBezTo>
                        <a:pt x="401" y="4208"/>
                        <a:pt x="468" y="4608"/>
                        <a:pt x="568" y="5042"/>
                      </a:cubicBezTo>
                      <a:cubicBezTo>
                        <a:pt x="701" y="5609"/>
                        <a:pt x="634" y="6076"/>
                        <a:pt x="1001" y="6576"/>
                      </a:cubicBezTo>
                      <a:cubicBezTo>
                        <a:pt x="1135" y="6743"/>
                        <a:pt x="1302" y="6910"/>
                        <a:pt x="1368" y="7143"/>
                      </a:cubicBezTo>
                      <a:cubicBezTo>
                        <a:pt x="1402" y="7243"/>
                        <a:pt x="1402" y="7377"/>
                        <a:pt x="1402" y="7510"/>
                      </a:cubicBezTo>
                      <a:cubicBezTo>
                        <a:pt x="1435" y="8644"/>
                        <a:pt x="1001" y="9812"/>
                        <a:pt x="701" y="10913"/>
                      </a:cubicBezTo>
                      <a:cubicBezTo>
                        <a:pt x="601" y="11346"/>
                        <a:pt x="601" y="11780"/>
                        <a:pt x="701" y="12180"/>
                      </a:cubicBezTo>
                      <a:cubicBezTo>
                        <a:pt x="1455" y="12995"/>
                        <a:pt x="2727" y="13291"/>
                        <a:pt x="3852" y="13291"/>
                      </a:cubicBezTo>
                      <a:cubicBezTo>
                        <a:pt x="3971" y="13291"/>
                        <a:pt x="4088" y="13287"/>
                        <a:pt x="4204" y="13281"/>
                      </a:cubicBezTo>
                      <a:cubicBezTo>
                        <a:pt x="4671" y="13248"/>
                        <a:pt x="5171" y="13148"/>
                        <a:pt x="5671" y="12981"/>
                      </a:cubicBezTo>
                      <a:cubicBezTo>
                        <a:pt x="5838" y="12681"/>
                        <a:pt x="5972" y="12380"/>
                        <a:pt x="6038" y="12013"/>
                      </a:cubicBezTo>
                      <a:cubicBezTo>
                        <a:pt x="6172" y="10979"/>
                        <a:pt x="6205" y="9879"/>
                        <a:pt x="6272" y="8845"/>
                      </a:cubicBezTo>
                      <a:cubicBezTo>
                        <a:pt x="6305" y="8678"/>
                        <a:pt x="6305" y="8544"/>
                        <a:pt x="6372" y="8444"/>
                      </a:cubicBezTo>
                      <a:cubicBezTo>
                        <a:pt x="6439" y="8277"/>
                        <a:pt x="6605" y="8211"/>
                        <a:pt x="6705" y="8111"/>
                      </a:cubicBezTo>
                      <a:cubicBezTo>
                        <a:pt x="8607" y="6743"/>
                        <a:pt x="7906" y="4008"/>
                        <a:pt x="7306" y="2106"/>
                      </a:cubicBezTo>
                      <a:cubicBezTo>
                        <a:pt x="7139" y="1573"/>
                        <a:pt x="6939" y="1006"/>
                        <a:pt x="6572" y="605"/>
                      </a:cubicBezTo>
                      <a:cubicBezTo>
                        <a:pt x="6170" y="152"/>
                        <a:pt x="5653" y="0"/>
                        <a:pt x="5096" y="0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71" name="Google Shape;3971;p73"/>
                <p:cNvSpPr/>
                <p:nvPr/>
              </p:nvSpPr>
              <p:spPr>
                <a:xfrm>
                  <a:off x="4992194" y="3109067"/>
                  <a:ext cx="414669" cy="91818"/>
                </a:xfrm>
                <a:custGeom>
                  <a:rect b="b" l="l" r="r" t="t"/>
                  <a:pathLst>
                    <a:path extrusionOk="0" h="4417" w="19948">
                      <a:moveTo>
                        <a:pt x="2832" y="1"/>
                      </a:moveTo>
                      <a:cubicBezTo>
                        <a:pt x="2533" y="1"/>
                        <a:pt x="2242" y="40"/>
                        <a:pt x="1968" y="147"/>
                      </a:cubicBezTo>
                      <a:cubicBezTo>
                        <a:pt x="1535" y="314"/>
                        <a:pt x="1168" y="647"/>
                        <a:pt x="868" y="981"/>
                      </a:cubicBezTo>
                      <a:cubicBezTo>
                        <a:pt x="401" y="1514"/>
                        <a:pt x="0" y="2248"/>
                        <a:pt x="67" y="2982"/>
                      </a:cubicBezTo>
                      <a:cubicBezTo>
                        <a:pt x="231" y="4243"/>
                        <a:pt x="1544" y="4355"/>
                        <a:pt x="2617" y="4355"/>
                      </a:cubicBezTo>
                      <a:cubicBezTo>
                        <a:pt x="2851" y="4355"/>
                        <a:pt x="3073" y="4350"/>
                        <a:pt x="3269" y="4350"/>
                      </a:cubicBezTo>
                      <a:cubicBezTo>
                        <a:pt x="5882" y="4350"/>
                        <a:pt x="8521" y="4270"/>
                        <a:pt x="11136" y="4270"/>
                      </a:cubicBezTo>
                      <a:cubicBezTo>
                        <a:pt x="12661" y="4270"/>
                        <a:pt x="14179" y="4297"/>
                        <a:pt x="15678" y="4383"/>
                      </a:cubicBezTo>
                      <a:cubicBezTo>
                        <a:pt x="15889" y="4394"/>
                        <a:pt x="16101" y="4398"/>
                        <a:pt x="16311" y="4398"/>
                      </a:cubicBezTo>
                      <a:cubicBezTo>
                        <a:pt x="16731" y="4398"/>
                        <a:pt x="17146" y="4383"/>
                        <a:pt x="17546" y="4383"/>
                      </a:cubicBezTo>
                      <a:cubicBezTo>
                        <a:pt x="18313" y="4350"/>
                        <a:pt x="19214" y="4417"/>
                        <a:pt x="19948" y="4250"/>
                      </a:cubicBezTo>
                      <a:cubicBezTo>
                        <a:pt x="19948" y="2882"/>
                        <a:pt x="18614" y="1848"/>
                        <a:pt x="17446" y="1514"/>
                      </a:cubicBezTo>
                      <a:cubicBezTo>
                        <a:pt x="16445" y="1214"/>
                        <a:pt x="15478" y="1181"/>
                        <a:pt x="14477" y="1181"/>
                      </a:cubicBezTo>
                      <a:cubicBezTo>
                        <a:pt x="13777" y="1181"/>
                        <a:pt x="13043" y="1181"/>
                        <a:pt x="12309" y="1148"/>
                      </a:cubicBezTo>
                      <a:cubicBezTo>
                        <a:pt x="11342" y="1047"/>
                        <a:pt x="10374" y="781"/>
                        <a:pt x="9407" y="647"/>
                      </a:cubicBezTo>
                      <a:cubicBezTo>
                        <a:pt x="7773" y="380"/>
                        <a:pt x="6105" y="480"/>
                        <a:pt x="4470" y="214"/>
                      </a:cubicBezTo>
                      <a:cubicBezTo>
                        <a:pt x="3934" y="128"/>
                        <a:pt x="3370" y="1"/>
                        <a:pt x="2832" y="1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72" name="Google Shape;3972;p73"/>
                <p:cNvSpPr/>
                <p:nvPr/>
              </p:nvSpPr>
              <p:spPr>
                <a:xfrm>
                  <a:off x="4809139" y="2676645"/>
                  <a:ext cx="409119" cy="535943"/>
                </a:xfrm>
                <a:custGeom>
                  <a:rect b="b" l="l" r="r" t="t"/>
                  <a:pathLst>
                    <a:path extrusionOk="0" h="25782" w="19681">
                      <a:moveTo>
                        <a:pt x="12576" y="1"/>
                      </a:moveTo>
                      <a:lnTo>
                        <a:pt x="12576" y="1"/>
                      </a:lnTo>
                      <a:cubicBezTo>
                        <a:pt x="10774" y="201"/>
                        <a:pt x="9040" y="1001"/>
                        <a:pt x="7572" y="2069"/>
                      </a:cubicBezTo>
                      <a:cubicBezTo>
                        <a:pt x="3869" y="4804"/>
                        <a:pt x="1368" y="9107"/>
                        <a:pt x="500" y="13577"/>
                      </a:cubicBezTo>
                      <a:cubicBezTo>
                        <a:pt x="0" y="16212"/>
                        <a:pt x="100" y="19014"/>
                        <a:pt x="1334" y="21382"/>
                      </a:cubicBezTo>
                      <a:cubicBezTo>
                        <a:pt x="3197" y="24879"/>
                        <a:pt x="6981" y="25687"/>
                        <a:pt x="10584" y="25687"/>
                      </a:cubicBezTo>
                      <a:cubicBezTo>
                        <a:pt x="10659" y="25687"/>
                        <a:pt x="10733" y="25686"/>
                        <a:pt x="10808" y="25686"/>
                      </a:cubicBezTo>
                      <a:cubicBezTo>
                        <a:pt x="11200" y="25686"/>
                        <a:pt x="13000" y="25782"/>
                        <a:pt x="14767" y="25782"/>
                      </a:cubicBezTo>
                      <a:cubicBezTo>
                        <a:pt x="16607" y="25782"/>
                        <a:pt x="18410" y="25677"/>
                        <a:pt x="18547" y="25252"/>
                      </a:cubicBezTo>
                      <a:cubicBezTo>
                        <a:pt x="18580" y="25152"/>
                        <a:pt x="18780" y="24618"/>
                        <a:pt x="18813" y="24518"/>
                      </a:cubicBezTo>
                      <a:cubicBezTo>
                        <a:pt x="18980" y="23651"/>
                        <a:pt x="19547" y="21583"/>
                        <a:pt x="19681" y="20715"/>
                      </a:cubicBezTo>
                      <a:lnTo>
                        <a:pt x="7405" y="19715"/>
                      </a:lnTo>
                      <a:cubicBezTo>
                        <a:pt x="7706" y="17847"/>
                        <a:pt x="8273" y="15945"/>
                        <a:pt x="8706" y="14244"/>
                      </a:cubicBezTo>
                      <a:cubicBezTo>
                        <a:pt x="9940" y="9474"/>
                        <a:pt x="11708" y="4837"/>
                        <a:pt x="12576" y="1"/>
                      </a:cubicBezTo>
                      <a:close/>
                    </a:path>
                  </a:pathLst>
                </a:custGeom>
                <a:solidFill>
                  <a:srgbClr val="C46345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73" name="Google Shape;3973;p73"/>
                <p:cNvSpPr/>
                <p:nvPr/>
              </p:nvSpPr>
              <p:spPr>
                <a:xfrm>
                  <a:off x="4953363" y="2428837"/>
                  <a:ext cx="305119" cy="299257"/>
                </a:xfrm>
                <a:custGeom>
                  <a:rect b="b" l="l" r="r" t="t"/>
                  <a:pathLst>
                    <a:path extrusionOk="0" h="14396" w="14678">
                      <a:moveTo>
                        <a:pt x="12356" y="0"/>
                      </a:moveTo>
                      <a:cubicBezTo>
                        <a:pt x="11957" y="0"/>
                        <a:pt x="11553" y="76"/>
                        <a:pt x="11175" y="213"/>
                      </a:cubicBezTo>
                      <a:cubicBezTo>
                        <a:pt x="10641" y="447"/>
                        <a:pt x="10174" y="780"/>
                        <a:pt x="9641" y="980"/>
                      </a:cubicBezTo>
                      <a:cubicBezTo>
                        <a:pt x="9040" y="1180"/>
                        <a:pt x="8373" y="1214"/>
                        <a:pt x="7739" y="1381"/>
                      </a:cubicBezTo>
                      <a:cubicBezTo>
                        <a:pt x="6438" y="1681"/>
                        <a:pt x="5337" y="2682"/>
                        <a:pt x="4870" y="3949"/>
                      </a:cubicBezTo>
                      <a:cubicBezTo>
                        <a:pt x="4637" y="4616"/>
                        <a:pt x="4537" y="5350"/>
                        <a:pt x="4203" y="5951"/>
                      </a:cubicBezTo>
                      <a:cubicBezTo>
                        <a:pt x="3736" y="6818"/>
                        <a:pt x="2836" y="7352"/>
                        <a:pt x="2269" y="8119"/>
                      </a:cubicBezTo>
                      <a:cubicBezTo>
                        <a:pt x="2002" y="8419"/>
                        <a:pt x="1835" y="8786"/>
                        <a:pt x="1635" y="9120"/>
                      </a:cubicBezTo>
                      <a:cubicBezTo>
                        <a:pt x="1268" y="9687"/>
                        <a:pt x="801" y="10187"/>
                        <a:pt x="501" y="10754"/>
                      </a:cubicBezTo>
                      <a:cubicBezTo>
                        <a:pt x="167" y="11354"/>
                        <a:pt x="0" y="12088"/>
                        <a:pt x="267" y="12689"/>
                      </a:cubicBezTo>
                      <a:cubicBezTo>
                        <a:pt x="467" y="13156"/>
                        <a:pt x="901" y="13489"/>
                        <a:pt x="1335" y="13689"/>
                      </a:cubicBezTo>
                      <a:cubicBezTo>
                        <a:pt x="1802" y="13890"/>
                        <a:pt x="2335" y="13990"/>
                        <a:pt x="2802" y="14156"/>
                      </a:cubicBezTo>
                      <a:cubicBezTo>
                        <a:pt x="3169" y="14303"/>
                        <a:pt x="3535" y="14396"/>
                        <a:pt x="3914" y="14396"/>
                      </a:cubicBezTo>
                      <a:cubicBezTo>
                        <a:pt x="4053" y="14396"/>
                        <a:pt x="4194" y="14383"/>
                        <a:pt x="4337" y="14357"/>
                      </a:cubicBezTo>
                      <a:cubicBezTo>
                        <a:pt x="5504" y="14123"/>
                        <a:pt x="6438" y="13222"/>
                        <a:pt x="7005" y="12188"/>
                      </a:cubicBezTo>
                      <a:cubicBezTo>
                        <a:pt x="7539" y="11154"/>
                        <a:pt x="7873" y="9853"/>
                        <a:pt x="8173" y="8753"/>
                      </a:cubicBezTo>
                      <a:cubicBezTo>
                        <a:pt x="8373" y="8052"/>
                        <a:pt x="8306" y="7352"/>
                        <a:pt x="8240" y="6684"/>
                      </a:cubicBezTo>
                      <a:cubicBezTo>
                        <a:pt x="8206" y="6184"/>
                        <a:pt x="7973" y="5550"/>
                        <a:pt x="8406" y="5150"/>
                      </a:cubicBezTo>
                      <a:cubicBezTo>
                        <a:pt x="8573" y="4983"/>
                        <a:pt x="8840" y="4950"/>
                        <a:pt x="9073" y="4950"/>
                      </a:cubicBezTo>
                      <a:cubicBezTo>
                        <a:pt x="9219" y="4968"/>
                        <a:pt x="9375" y="4996"/>
                        <a:pt x="9525" y="4996"/>
                      </a:cubicBezTo>
                      <a:cubicBezTo>
                        <a:pt x="9649" y="4996"/>
                        <a:pt x="9768" y="4977"/>
                        <a:pt x="9874" y="4917"/>
                      </a:cubicBezTo>
                      <a:cubicBezTo>
                        <a:pt x="10174" y="4750"/>
                        <a:pt x="10174" y="4316"/>
                        <a:pt x="10241" y="3983"/>
                      </a:cubicBezTo>
                      <a:cubicBezTo>
                        <a:pt x="10441" y="3215"/>
                        <a:pt x="11175" y="2982"/>
                        <a:pt x="11909" y="2915"/>
                      </a:cubicBezTo>
                      <a:cubicBezTo>
                        <a:pt x="12476" y="2882"/>
                        <a:pt x="13043" y="2915"/>
                        <a:pt x="13577" y="2815"/>
                      </a:cubicBezTo>
                      <a:cubicBezTo>
                        <a:pt x="14210" y="2682"/>
                        <a:pt x="14544" y="2348"/>
                        <a:pt x="14577" y="1948"/>
                      </a:cubicBezTo>
                      <a:cubicBezTo>
                        <a:pt x="14677" y="1314"/>
                        <a:pt x="14144" y="547"/>
                        <a:pt x="13443" y="213"/>
                      </a:cubicBezTo>
                      <a:cubicBezTo>
                        <a:pt x="13103" y="67"/>
                        <a:pt x="12732" y="0"/>
                        <a:pt x="1235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74" name="Google Shape;3974;p73"/>
                <p:cNvSpPr/>
                <p:nvPr/>
              </p:nvSpPr>
              <p:spPr>
                <a:xfrm>
                  <a:off x="5385348" y="3186999"/>
                  <a:ext cx="427869" cy="15279"/>
                </a:xfrm>
                <a:custGeom>
                  <a:rect b="b" l="l" r="r" t="t"/>
                  <a:pathLst>
                    <a:path extrusionOk="0" h="735" w="20583">
                      <a:moveTo>
                        <a:pt x="701" y="0"/>
                      </a:moveTo>
                      <a:cubicBezTo>
                        <a:pt x="301" y="0"/>
                        <a:pt x="1" y="334"/>
                        <a:pt x="1" y="734"/>
                      </a:cubicBezTo>
                      <a:lnTo>
                        <a:pt x="20582" y="734"/>
                      </a:lnTo>
                      <a:lnTo>
                        <a:pt x="20582" y="0"/>
                      </a:lnTo>
                      <a:close/>
                    </a:path>
                  </a:pathLst>
                </a:custGeom>
                <a:solidFill>
                  <a:srgbClr val="4764A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75" name="Google Shape;3975;p73"/>
                <p:cNvSpPr/>
                <p:nvPr/>
              </p:nvSpPr>
              <p:spPr>
                <a:xfrm>
                  <a:off x="5458852" y="2947776"/>
                  <a:ext cx="504824" cy="239243"/>
                </a:xfrm>
                <a:custGeom>
                  <a:rect b="b" l="l" r="r" t="t"/>
                  <a:pathLst>
                    <a:path extrusionOk="0" h="11509" w="24285">
                      <a:moveTo>
                        <a:pt x="4604" y="0"/>
                      </a:moveTo>
                      <a:cubicBezTo>
                        <a:pt x="4170" y="0"/>
                        <a:pt x="3803" y="267"/>
                        <a:pt x="3670" y="634"/>
                      </a:cubicBezTo>
                      <a:lnTo>
                        <a:pt x="1" y="11508"/>
                      </a:lnTo>
                      <a:lnTo>
                        <a:pt x="20615" y="11508"/>
                      </a:lnTo>
                      <a:lnTo>
                        <a:pt x="24118" y="1168"/>
                      </a:lnTo>
                      <a:cubicBezTo>
                        <a:pt x="24285" y="567"/>
                        <a:pt x="23818" y="0"/>
                        <a:pt x="23184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76" name="Google Shape;3976;p73"/>
                <p:cNvSpPr/>
                <p:nvPr/>
              </p:nvSpPr>
              <p:spPr>
                <a:xfrm>
                  <a:off x="5456774" y="3186999"/>
                  <a:ext cx="430634" cy="15279"/>
                </a:xfrm>
                <a:custGeom>
                  <a:rect b="b" l="l" r="r" t="t"/>
                  <a:pathLst>
                    <a:path extrusionOk="0" h="735" w="20716">
                      <a:moveTo>
                        <a:pt x="1" y="0"/>
                      </a:moveTo>
                      <a:lnTo>
                        <a:pt x="1" y="734"/>
                      </a:lnTo>
                      <a:lnTo>
                        <a:pt x="20715" y="734"/>
                      </a:lnTo>
                      <a:lnTo>
                        <a:pt x="20715" y="0"/>
                      </a:lnTo>
                      <a:close/>
                    </a:path>
                  </a:pathLst>
                </a:custGeom>
                <a:solidFill>
                  <a:srgbClr val="4764A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77" name="Google Shape;3977;p73"/>
                <p:cNvSpPr/>
                <p:nvPr/>
              </p:nvSpPr>
              <p:spPr>
                <a:xfrm>
                  <a:off x="5698075" y="3045540"/>
                  <a:ext cx="34694" cy="30599"/>
                </a:xfrm>
                <a:custGeom>
                  <a:rect b="b" l="l" r="r" t="t"/>
                  <a:pathLst>
                    <a:path extrusionOk="0" h="1472" w="1669">
                      <a:moveTo>
                        <a:pt x="868" y="1"/>
                      </a:moveTo>
                      <a:cubicBezTo>
                        <a:pt x="435" y="1"/>
                        <a:pt x="68" y="334"/>
                        <a:pt x="34" y="734"/>
                      </a:cubicBezTo>
                      <a:cubicBezTo>
                        <a:pt x="1" y="1135"/>
                        <a:pt x="368" y="1435"/>
                        <a:pt x="768" y="1468"/>
                      </a:cubicBezTo>
                      <a:cubicBezTo>
                        <a:pt x="794" y="1470"/>
                        <a:pt x="819" y="1471"/>
                        <a:pt x="844" y="1471"/>
                      </a:cubicBezTo>
                      <a:cubicBezTo>
                        <a:pt x="1218" y="1471"/>
                        <a:pt x="1573" y="1245"/>
                        <a:pt x="1635" y="901"/>
                      </a:cubicBezTo>
                      <a:cubicBezTo>
                        <a:pt x="1669" y="501"/>
                        <a:pt x="1435" y="134"/>
                        <a:pt x="1035" y="34"/>
                      </a:cubicBezTo>
                      <a:lnTo>
                        <a:pt x="935" y="34"/>
                      </a:lnTo>
                      <a:cubicBezTo>
                        <a:pt x="935" y="1"/>
                        <a:pt x="902" y="1"/>
                        <a:pt x="868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78" name="Google Shape;3978;p73"/>
                <p:cNvSpPr/>
                <p:nvPr/>
              </p:nvSpPr>
              <p:spPr>
                <a:xfrm>
                  <a:off x="5105901" y="2519242"/>
                  <a:ext cx="52551" cy="52260"/>
                </a:xfrm>
                <a:custGeom>
                  <a:rect b="b" l="l" r="r" t="t"/>
                  <a:pathLst>
                    <a:path extrusionOk="0" h="2514" w="2528">
                      <a:moveTo>
                        <a:pt x="1402" y="0"/>
                      </a:moveTo>
                      <a:cubicBezTo>
                        <a:pt x="1235" y="0"/>
                        <a:pt x="1035" y="67"/>
                        <a:pt x="868" y="134"/>
                      </a:cubicBezTo>
                      <a:cubicBezTo>
                        <a:pt x="1" y="434"/>
                        <a:pt x="34" y="1602"/>
                        <a:pt x="568" y="2202"/>
                      </a:cubicBezTo>
                      <a:cubicBezTo>
                        <a:pt x="769" y="2421"/>
                        <a:pt x="1000" y="2513"/>
                        <a:pt x="1231" y="2513"/>
                      </a:cubicBezTo>
                      <a:cubicBezTo>
                        <a:pt x="1880" y="2513"/>
                        <a:pt x="2527" y="1781"/>
                        <a:pt x="2503" y="1068"/>
                      </a:cubicBezTo>
                      <a:cubicBezTo>
                        <a:pt x="2469" y="534"/>
                        <a:pt x="1969" y="0"/>
                        <a:pt x="1402" y="0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79" name="Google Shape;3979;p73"/>
                <p:cNvSpPr/>
                <p:nvPr/>
              </p:nvSpPr>
              <p:spPr>
                <a:xfrm>
                  <a:off x="5723747" y="3758343"/>
                  <a:ext cx="146323" cy="295453"/>
                </a:xfrm>
                <a:custGeom>
                  <a:rect b="b" l="l" r="r" t="t"/>
                  <a:pathLst>
                    <a:path extrusionOk="0" h="14213" w="7039">
                      <a:moveTo>
                        <a:pt x="3768" y="1"/>
                      </a:moveTo>
                      <a:cubicBezTo>
                        <a:pt x="3746" y="1"/>
                        <a:pt x="3724" y="1"/>
                        <a:pt x="3703" y="2"/>
                      </a:cubicBezTo>
                      <a:cubicBezTo>
                        <a:pt x="2702" y="35"/>
                        <a:pt x="1268" y="1369"/>
                        <a:pt x="801" y="2270"/>
                      </a:cubicBezTo>
                      <a:cubicBezTo>
                        <a:pt x="0" y="3738"/>
                        <a:pt x="667" y="6006"/>
                        <a:pt x="1034" y="7507"/>
                      </a:cubicBezTo>
                      <a:cubicBezTo>
                        <a:pt x="1234" y="8374"/>
                        <a:pt x="1434" y="9242"/>
                        <a:pt x="1668" y="10109"/>
                      </a:cubicBezTo>
                      <a:cubicBezTo>
                        <a:pt x="1868" y="10910"/>
                        <a:pt x="2068" y="11744"/>
                        <a:pt x="2268" y="12577"/>
                      </a:cubicBezTo>
                      <a:cubicBezTo>
                        <a:pt x="2640" y="14155"/>
                        <a:pt x="3125" y="14212"/>
                        <a:pt x="4551" y="14212"/>
                      </a:cubicBezTo>
                      <a:cubicBezTo>
                        <a:pt x="4662" y="14212"/>
                        <a:pt x="4780" y="14212"/>
                        <a:pt x="4904" y="14212"/>
                      </a:cubicBezTo>
                      <a:cubicBezTo>
                        <a:pt x="7038" y="14212"/>
                        <a:pt x="6505" y="12244"/>
                        <a:pt x="6505" y="10676"/>
                      </a:cubicBezTo>
                      <a:cubicBezTo>
                        <a:pt x="6505" y="8475"/>
                        <a:pt x="6805" y="3704"/>
                        <a:pt x="6672" y="1469"/>
                      </a:cubicBezTo>
                      <a:cubicBezTo>
                        <a:pt x="6656" y="1263"/>
                        <a:pt x="6622" y="1190"/>
                        <a:pt x="6573" y="1190"/>
                      </a:cubicBezTo>
                      <a:cubicBezTo>
                        <a:pt x="6454" y="1190"/>
                        <a:pt x="6250" y="1631"/>
                        <a:pt x="6039" y="1631"/>
                      </a:cubicBezTo>
                      <a:cubicBezTo>
                        <a:pt x="5960" y="1631"/>
                        <a:pt x="5881" y="1570"/>
                        <a:pt x="5804" y="1403"/>
                      </a:cubicBezTo>
                      <a:cubicBezTo>
                        <a:pt x="5414" y="654"/>
                        <a:pt x="4642" y="1"/>
                        <a:pt x="3768" y="1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80" name="Google Shape;3980;p73"/>
                <p:cNvSpPr/>
                <p:nvPr/>
              </p:nvSpPr>
              <p:spPr>
                <a:xfrm>
                  <a:off x="5758400" y="3963662"/>
                  <a:ext cx="307904" cy="118551"/>
                </a:xfrm>
                <a:custGeom>
                  <a:rect b="b" l="l" r="r" t="t"/>
                  <a:pathLst>
                    <a:path extrusionOk="0" h="5703" w="14812">
                      <a:moveTo>
                        <a:pt x="4875" y="1"/>
                      </a:moveTo>
                      <a:cubicBezTo>
                        <a:pt x="4197" y="1"/>
                        <a:pt x="3213" y="318"/>
                        <a:pt x="2703" y="399"/>
                      </a:cubicBezTo>
                      <a:cubicBezTo>
                        <a:pt x="1802" y="499"/>
                        <a:pt x="902" y="632"/>
                        <a:pt x="1" y="766"/>
                      </a:cubicBezTo>
                      <a:cubicBezTo>
                        <a:pt x="101" y="1867"/>
                        <a:pt x="234" y="2934"/>
                        <a:pt x="401" y="4001"/>
                      </a:cubicBezTo>
                      <a:cubicBezTo>
                        <a:pt x="501" y="4468"/>
                        <a:pt x="535" y="5035"/>
                        <a:pt x="701" y="5436"/>
                      </a:cubicBezTo>
                      <a:cubicBezTo>
                        <a:pt x="768" y="5536"/>
                        <a:pt x="802" y="5636"/>
                        <a:pt x="868" y="5703"/>
                      </a:cubicBezTo>
                      <a:cubicBezTo>
                        <a:pt x="1369" y="5603"/>
                        <a:pt x="1869" y="5536"/>
                        <a:pt x="2369" y="5502"/>
                      </a:cubicBezTo>
                      <a:cubicBezTo>
                        <a:pt x="3604" y="5369"/>
                        <a:pt x="4871" y="5336"/>
                        <a:pt x="6105" y="5269"/>
                      </a:cubicBezTo>
                      <a:cubicBezTo>
                        <a:pt x="7206" y="5169"/>
                        <a:pt x="8307" y="5069"/>
                        <a:pt x="9408" y="4935"/>
                      </a:cubicBezTo>
                      <a:cubicBezTo>
                        <a:pt x="11109" y="4769"/>
                        <a:pt x="13110" y="4935"/>
                        <a:pt x="14478" y="3701"/>
                      </a:cubicBezTo>
                      <a:cubicBezTo>
                        <a:pt x="14578" y="3634"/>
                        <a:pt x="14678" y="3534"/>
                        <a:pt x="14711" y="3434"/>
                      </a:cubicBezTo>
                      <a:cubicBezTo>
                        <a:pt x="14812" y="3067"/>
                        <a:pt x="14445" y="2801"/>
                        <a:pt x="14111" y="2667"/>
                      </a:cubicBezTo>
                      <a:cubicBezTo>
                        <a:pt x="12610" y="2067"/>
                        <a:pt x="10942" y="2133"/>
                        <a:pt x="9341" y="1867"/>
                      </a:cubicBezTo>
                      <a:cubicBezTo>
                        <a:pt x="8507" y="1700"/>
                        <a:pt x="7673" y="1466"/>
                        <a:pt x="6873" y="1133"/>
                      </a:cubicBezTo>
                      <a:cubicBezTo>
                        <a:pt x="6506" y="966"/>
                        <a:pt x="6039" y="799"/>
                        <a:pt x="5738" y="532"/>
                      </a:cubicBezTo>
                      <a:cubicBezTo>
                        <a:pt x="5572" y="432"/>
                        <a:pt x="5472" y="132"/>
                        <a:pt x="5305" y="65"/>
                      </a:cubicBezTo>
                      <a:cubicBezTo>
                        <a:pt x="5187" y="19"/>
                        <a:pt x="5040" y="1"/>
                        <a:pt x="487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81" name="Google Shape;3981;p73"/>
                <p:cNvSpPr/>
                <p:nvPr/>
              </p:nvSpPr>
              <p:spPr>
                <a:xfrm>
                  <a:off x="5595468" y="3303001"/>
                  <a:ext cx="294704" cy="622087"/>
                </a:xfrm>
                <a:custGeom>
                  <a:rect b="b" l="l" r="r" t="t"/>
                  <a:pathLst>
                    <a:path extrusionOk="0" h="29926" w="14177">
                      <a:moveTo>
                        <a:pt x="1364" y="1"/>
                      </a:moveTo>
                      <a:cubicBezTo>
                        <a:pt x="1286" y="1"/>
                        <a:pt x="1209" y="9"/>
                        <a:pt x="1134" y="28"/>
                      </a:cubicBezTo>
                      <a:cubicBezTo>
                        <a:pt x="300" y="194"/>
                        <a:pt x="100" y="1295"/>
                        <a:pt x="234" y="2129"/>
                      </a:cubicBezTo>
                      <a:cubicBezTo>
                        <a:pt x="400" y="3563"/>
                        <a:pt x="0" y="4864"/>
                        <a:pt x="100" y="6332"/>
                      </a:cubicBezTo>
                      <a:cubicBezTo>
                        <a:pt x="200" y="7700"/>
                        <a:pt x="534" y="9067"/>
                        <a:pt x="901" y="10402"/>
                      </a:cubicBezTo>
                      <a:cubicBezTo>
                        <a:pt x="1801" y="13804"/>
                        <a:pt x="1901" y="17774"/>
                        <a:pt x="2902" y="21143"/>
                      </a:cubicBezTo>
                      <a:cubicBezTo>
                        <a:pt x="2902" y="21209"/>
                        <a:pt x="2935" y="21243"/>
                        <a:pt x="2935" y="21276"/>
                      </a:cubicBezTo>
                      <a:cubicBezTo>
                        <a:pt x="3569" y="23745"/>
                        <a:pt x="4036" y="26213"/>
                        <a:pt x="4603" y="28681"/>
                      </a:cubicBezTo>
                      <a:cubicBezTo>
                        <a:pt x="4670" y="29015"/>
                        <a:pt x="4703" y="29816"/>
                        <a:pt x="5137" y="29916"/>
                      </a:cubicBezTo>
                      <a:cubicBezTo>
                        <a:pt x="5162" y="29923"/>
                        <a:pt x="5189" y="29926"/>
                        <a:pt x="5217" y="29926"/>
                      </a:cubicBezTo>
                      <a:cubicBezTo>
                        <a:pt x="5590" y="29926"/>
                        <a:pt x="6158" y="29335"/>
                        <a:pt x="6438" y="29148"/>
                      </a:cubicBezTo>
                      <a:cubicBezTo>
                        <a:pt x="7172" y="28681"/>
                        <a:pt x="7906" y="28748"/>
                        <a:pt x="8773" y="28648"/>
                      </a:cubicBezTo>
                      <a:cubicBezTo>
                        <a:pt x="9874" y="28515"/>
                        <a:pt x="10908" y="28214"/>
                        <a:pt x="11909" y="27814"/>
                      </a:cubicBezTo>
                      <a:cubicBezTo>
                        <a:pt x="12676" y="27481"/>
                        <a:pt x="13443" y="27014"/>
                        <a:pt x="13843" y="26280"/>
                      </a:cubicBezTo>
                      <a:cubicBezTo>
                        <a:pt x="14110" y="25779"/>
                        <a:pt x="14143" y="25179"/>
                        <a:pt x="14177" y="24578"/>
                      </a:cubicBezTo>
                      <a:cubicBezTo>
                        <a:pt x="14177" y="23011"/>
                        <a:pt x="13877" y="21510"/>
                        <a:pt x="13676" y="19975"/>
                      </a:cubicBezTo>
                      <a:cubicBezTo>
                        <a:pt x="13476" y="18407"/>
                        <a:pt x="13209" y="16840"/>
                        <a:pt x="12876" y="15272"/>
                      </a:cubicBezTo>
                      <a:cubicBezTo>
                        <a:pt x="12009" y="11236"/>
                        <a:pt x="11008" y="5865"/>
                        <a:pt x="7906" y="2896"/>
                      </a:cubicBezTo>
                      <a:cubicBezTo>
                        <a:pt x="7105" y="2129"/>
                        <a:pt x="6171" y="1562"/>
                        <a:pt x="5137" y="1128"/>
                      </a:cubicBezTo>
                      <a:cubicBezTo>
                        <a:pt x="4103" y="695"/>
                        <a:pt x="3036" y="395"/>
                        <a:pt x="1968" y="128"/>
                      </a:cubicBezTo>
                      <a:cubicBezTo>
                        <a:pt x="1776" y="56"/>
                        <a:pt x="1566" y="1"/>
                        <a:pt x="1364" y="1"/>
                      </a:cubicBezTo>
                      <a:close/>
                    </a:path>
                  </a:pathLst>
                </a:custGeom>
                <a:solidFill>
                  <a:srgbClr val="73CABE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82" name="Google Shape;3982;p73"/>
                <p:cNvSpPr/>
                <p:nvPr/>
              </p:nvSpPr>
              <p:spPr>
                <a:xfrm rot="2078284">
                  <a:off x="5162159" y="2609088"/>
                  <a:ext cx="63109" cy="20828"/>
                </a:xfrm>
                <a:custGeom>
                  <a:rect b="b" l="l" r="r" t="t"/>
                  <a:pathLst>
                    <a:path extrusionOk="0" h="1002" w="3036">
                      <a:moveTo>
                        <a:pt x="2535" y="1"/>
                      </a:moveTo>
                      <a:cubicBezTo>
                        <a:pt x="2269" y="101"/>
                        <a:pt x="2035" y="201"/>
                        <a:pt x="1768" y="301"/>
                      </a:cubicBezTo>
                      <a:cubicBezTo>
                        <a:pt x="1568" y="368"/>
                        <a:pt x="1368" y="434"/>
                        <a:pt x="1168" y="501"/>
                      </a:cubicBezTo>
                      <a:cubicBezTo>
                        <a:pt x="968" y="534"/>
                        <a:pt x="801" y="601"/>
                        <a:pt x="601" y="601"/>
                      </a:cubicBezTo>
                      <a:cubicBezTo>
                        <a:pt x="501" y="601"/>
                        <a:pt x="367" y="634"/>
                        <a:pt x="267" y="668"/>
                      </a:cubicBezTo>
                      <a:cubicBezTo>
                        <a:pt x="0" y="801"/>
                        <a:pt x="134" y="935"/>
                        <a:pt x="300" y="1001"/>
                      </a:cubicBezTo>
                      <a:lnTo>
                        <a:pt x="334" y="1001"/>
                      </a:lnTo>
                      <a:cubicBezTo>
                        <a:pt x="1234" y="968"/>
                        <a:pt x="2168" y="901"/>
                        <a:pt x="3036" y="668"/>
                      </a:cubicBezTo>
                      <a:cubicBezTo>
                        <a:pt x="3036" y="434"/>
                        <a:pt x="2836" y="234"/>
                        <a:pt x="2702" y="34"/>
                      </a:cubicBezTo>
                      <a:cubicBezTo>
                        <a:pt x="2669" y="34"/>
                        <a:pt x="2669" y="1"/>
                        <a:pt x="2635" y="1"/>
                      </a:cubicBezTo>
                      <a:close/>
                    </a:path>
                  </a:pathLst>
                </a:custGeom>
                <a:solidFill>
                  <a:srgbClr val="C46345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83" name="Google Shape;3983;p73"/>
                <p:cNvSpPr/>
                <p:nvPr/>
              </p:nvSpPr>
              <p:spPr>
                <a:xfrm>
                  <a:off x="5596549" y="3500953"/>
                  <a:ext cx="141584" cy="414149"/>
                </a:xfrm>
                <a:custGeom>
                  <a:rect b="b" l="l" r="r" t="t"/>
                  <a:pathLst>
                    <a:path extrusionOk="0" h="19923" w="6811">
                      <a:moveTo>
                        <a:pt x="154" y="1"/>
                      </a:moveTo>
                      <a:cubicBezTo>
                        <a:pt x="72" y="1"/>
                        <a:pt x="0" y="79"/>
                        <a:pt x="48" y="175"/>
                      </a:cubicBezTo>
                      <a:cubicBezTo>
                        <a:pt x="1316" y="2443"/>
                        <a:pt x="1616" y="5112"/>
                        <a:pt x="2183" y="7614"/>
                      </a:cubicBezTo>
                      <a:cubicBezTo>
                        <a:pt x="2817" y="10249"/>
                        <a:pt x="3517" y="12884"/>
                        <a:pt x="4351" y="15486"/>
                      </a:cubicBezTo>
                      <a:cubicBezTo>
                        <a:pt x="4818" y="16954"/>
                        <a:pt x="5319" y="18421"/>
                        <a:pt x="5886" y="19856"/>
                      </a:cubicBezTo>
                      <a:cubicBezTo>
                        <a:pt x="5919" y="19889"/>
                        <a:pt x="5952" y="19923"/>
                        <a:pt x="6019" y="19923"/>
                      </a:cubicBezTo>
                      <a:cubicBezTo>
                        <a:pt x="6253" y="19856"/>
                        <a:pt x="6486" y="19756"/>
                        <a:pt x="6720" y="19689"/>
                      </a:cubicBezTo>
                      <a:cubicBezTo>
                        <a:pt x="6811" y="19659"/>
                        <a:pt x="6791" y="19518"/>
                        <a:pt x="6686" y="19518"/>
                      </a:cubicBezTo>
                      <a:cubicBezTo>
                        <a:pt x="6676" y="19518"/>
                        <a:pt x="6665" y="19519"/>
                        <a:pt x="6653" y="19522"/>
                      </a:cubicBezTo>
                      <a:lnTo>
                        <a:pt x="6052" y="19689"/>
                      </a:lnTo>
                      <a:cubicBezTo>
                        <a:pt x="5152" y="17120"/>
                        <a:pt x="4284" y="14519"/>
                        <a:pt x="3551" y="11883"/>
                      </a:cubicBezTo>
                      <a:cubicBezTo>
                        <a:pt x="2817" y="9282"/>
                        <a:pt x="2283" y="6646"/>
                        <a:pt x="1683" y="4044"/>
                      </a:cubicBezTo>
                      <a:cubicBezTo>
                        <a:pt x="1349" y="2643"/>
                        <a:pt x="982" y="1276"/>
                        <a:pt x="248" y="42"/>
                      </a:cubicBezTo>
                      <a:cubicBezTo>
                        <a:pt x="220" y="13"/>
                        <a:pt x="186" y="1"/>
                        <a:pt x="154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84" name="Google Shape;3984;p73"/>
                <p:cNvSpPr/>
                <p:nvPr/>
              </p:nvSpPr>
              <p:spPr>
                <a:xfrm>
                  <a:off x="5197450" y="3342282"/>
                  <a:ext cx="403569" cy="159024"/>
                </a:xfrm>
                <a:custGeom>
                  <a:rect b="b" l="l" r="r" t="t"/>
                  <a:pathLst>
                    <a:path extrusionOk="0" h="7650" w="19414">
                      <a:moveTo>
                        <a:pt x="204" y="0"/>
                      </a:moveTo>
                      <a:cubicBezTo>
                        <a:pt x="0" y="0"/>
                        <a:pt x="10" y="337"/>
                        <a:pt x="234" y="369"/>
                      </a:cubicBezTo>
                      <a:cubicBezTo>
                        <a:pt x="3136" y="803"/>
                        <a:pt x="6038" y="1403"/>
                        <a:pt x="8906" y="2137"/>
                      </a:cubicBezTo>
                      <a:cubicBezTo>
                        <a:pt x="10274" y="2471"/>
                        <a:pt x="11675" y="2871"/>
                        <a:pt x="13043" y="3271"/>
                      </a:cubicBezTo>
                      <a:cubicBezTo>
                        <a:pt x="14344" y="3672"/>
                        <a:pt x="15678" y="4072"/>
                        <a:pt x="16845" y="4739"/>
                      </a:cubicBezTo>
                      <a:cubicBezTo>
                        <a:pt x="17412" y="5073"/>
                        <a:pt x="17946" y="5473"/>
                        <a:pt x="18346" y="5973"/>
                      </a:cubicBezTo>
                      <a:cubicBezTo>
                        <a:pt x="18780" y="6474"/>
                        <a:pt x="18980" y="7007"/>
                        <a:pt x="19214" y="7575"/>
                      </a:cubicBezTo>
                      <a:cubicBezTo>
                        <a:pt x="19230" y="7625"/>
                        <a:pt x="19280" y="7650"/>
                        <a:pt x="19326" y="7650"/>
                      </a:cubicBezTo>
                      <a:cubicBezTo>
                        <a:pt x="19372" y="7650"/>
                        <a:pt x="19414" y="7625"/>
                        <a:pt x="19414" y="7575"/>
                      </a:cubicBezTo>
                      <a:cubicBezTo>
                        <a:pt x="19414" y="6574"/>
                        <a:pt x="18580" y="5606"/>
                        <a:pt x="17746" y="4939"/>
                      </a:cubicBezTo>
                      <a:cubicBezTo>
                        <a:pt x="16712" y="4139"/>
                        <a:pt x="15411" y="3672"/>
                        <a:pt x="14143" y="3271"/>
                      </a:cubicBezTo>
                      <a:cubicBezTo>
                        <a:pt x="11241" y="2337"/>
                        <a:pt x="8306" y="1570"/>
                        <a:pt x="5304" y="936"/>
                      </a:cubicBezTo>
                      <a:cubicBezTo>
                        <a:pt x="3636" y="603"/>
                        <a:pt x="1935" y="269"/>
                        <a:pt x="234" y="2"/>
                      </a:cubicBezTo>
                      <a:cubicBezTo>
                        <a:pt x="223" y="1"/>
                        <a:pt x="214" y="0"/>
                        <a:pt x="204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85" name="Google Shape;3985;p73"/>
                <p:cNvSpPr/>
                <p:nvPr/>
              </p:nvSpPr>
              <p:spPr>
                <a:xfrm>
                  <a:off x="5897780" y="3977028"/>
                  <a:ext cx="13200" cy="33260"/>
                </a:xfrm>
                <a:custGeom>
                  <a:rect b="b" l="l" r="r" t="t"/>
                  <a:pathLst>
                    <a:path extrusionOk="0" h="1600" w="635">
                      <a:moveTo>
                        <a:pt x="586" y="1"/>
                      </a:moveTo>
                      <a:cubicBezTo>
                        <a:pt x="568" y="1"/>
                        <a:pt x="548" y="9"/>
                        <a:pt x="534" y="23"/>
                      </a:cubicBezTo>
                      <a:cubicBezTo>
                        <a:pt x="468" y="89"/>
                        <a:pt x="434" y="156"/>
                        <a:pt x="401" y="189"/>
                      </a:cubicBezTo>
                      <a:cubicBezTo>
                        <a:pt x="368" y="256"/>
                        <a:pt x="334" y="323"/>
                        <a:pt x="301" y="390"/>
                      </a:cubicBezTo>
                      <a:cubicBezTo>
                        <a:pt x="234" y="523"/>
                        <a:pt x="168" y="690"/>
                        <a:pt x="134" y="823"/>
                      </a:cubicBezTo>
                      <a:cubicBezTo>
                        <a:pt x="101" y="923"/>
                        <a:pt x="34" y="1057"/>
                        <a:pt x="1" y="1157"/>
                      </a:cubicBezTo>
                      <a:cubicBezTo>
                        <a:pt x="1" y="1257"/>
                        <a:pt x="1" y="1357"/>
                        <a:pt x="34" y="1457"/>
                      </a:cubicBezTo>
                      <a:cubicBezTo>
                        <a:pt x="89" y="1539"/>
                        <a:pt x="166" y="1599"/>
                        <a:pt x="248" y="1599"/>
                      </a:cubicBezTo>
                      <a:cubicBezTo>
                        <a:pt x="266" y="1599"/>
                        <a:pt x="283" y="1596"/>
                        <a:pt x="301" y="1590"/>
                      </a:cubicBezTo>
                      <a:cubicBezTo>
                        <a:pt x="434" y="1590"/>
                        <a:pt x="534" y="1524"/>
                        <a:pt x="534" y="1390"/>
                      </a:cubicBezTo>
                      <a:lnTo>
                        <a:pt x="534" y="1357"/>
                      </a:lnTo>
                      <a:lnTo>
                        <a:pt x="534" y="1290"/>
                      </a:lnTo>
                      <a:cubicBezTo>
                        <a:pt x="534" y="1290"/>
                        <a:pt x="534" y="1257"/>
                        <a:pt x="501" y="1224"/>
                      </a:cubicBezTo>
                      <a:lnTo>
                        <a:pt x="501" y="1190"/>
                      </a:lnTo>
                      <a:lnTo>
                        <a:pt x="501" y="1157"/>
                      </a:lnTo>
                      <a:cubicBezTo>
                        <a:pt x="501" y="1157"/>
                        <a:pt x="534" y="1123"/>
                        <a:pt x="534" y="1123"/>
                      </a:cubicBezTo>
                      <a:lnTo>
                        <a:pt x="534" y="1023"/>
                      </a:lnTo>
                      <a:lnTo>
                        <a:pt x="568" y="790"/>
                      </a:lnTo>
                      <a:cubicBezTo>
                        <a:pt x="601" y="690"/>
                        <a:pt x="601" y="556"/>
                        <a:pt x="635" y="456"/>
                      </a:cubicBezTo>
                      <a:cubicBezTo>
                        <a:pt x="635" y="323"/>
                        <a:pt x="635" y="189"/>
                        <a:pt x="635" y="56"/>
                      </a:cubicBezTo>
                      <a:cubicBezTo>
                        <a:pt x="635" y="17"/>
                        <a:pt x="612" y="1"/>
                        <a:pt x="586" y="1"/>
                      </a:cubicBezTo>
                      <a:close/>
                    </a:path>
                  </a:pathLst>
                </a:custGeom>
                <a:solidFill>
                  <a:srgbClr val="73CABE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86" name="Google Shape;3986;p73"/>
                <p:cNvSpPr/>
                <p:nvPr/>
              </p:nvSpPr>
              <p:spPr>
                <a:xfrm>
                  <a:off x="5926218" y="3980271"/>
                  <a:ext cx="12493" cy="30183"/>
                </a:xfrm>
                <a:custGeom>
                  <a:rect b="b" l="l" r="r" t="t"/>
                  <a:pathLst>
                    <a:path extrusionOk="0" h="1452" w="601">
                      <a:moveTo>
                        <a:pt x="301" y="0"/>
                      </a:moveTo>
                      <a:cubicBezTo>
                        <a:pt x="201" y="0"/>
                        <a:pt x="134" y="67"/>
                        <a:pt x="134" y="167"/>
                      </a:cubicBezTo>
                      <a:lnTo>
                        <a:pt x="134" y="234"/>
                      </a:lnTo>
                      <a:cubicBezTo>
                        <a:pt x="134" y="234"/>
                        <a:pt x="134" y="267"/>
                        <a:pt x="134" y="267"/>
                      </a:cubicBezTo>
                      <a:cubicBezTo>
                        <a:pt x="100" y="334"/>
                        <a:pt x="100" y="367"/>
                        <a:pt x="100" y="400"/>
                      </a:cubicBezTo>
                      <a:cubicBezTo>
                        <a:pt x="67" y="500"/>
                        <a:pt x="67" y="601"/>
                        <a:pt x="67" y="701"/>
                      </a:cubicBezTo>
                      <a:lnTo>
                        <a:pt x="0" y="1001"/>
                      </a:lnTo>
                      <a:cubicBezTo>
                        <a:pt x="0" y="1068"/>
                        <a:pt x="0" y="1134"/>
                        <a:pt x="34" y="1201"/>
                      </a:cubicBezTo>
                      <a:cubicBezTo>
                        <a:pt x="34" y="1301"/>
                        <a:pt x="100" y="1368"/>
                        <a:pt x="201" y="1401"/>
                      </a:cubicBezTo>
                      <a:cubicBezTo>
                        <a:pt x="234" y="1434"/>
                        <a:pt x="276" y="1451"/>
                        <a:pt x="317" y="1451"/>
                      </a:cubicBezTo>
                      <a:cubicBezTo>
                        <a:pt x="359" y="1451"/>
                        <a:pt x="401" y="1434"/>
                        <a:pt x="434" y="1401"/>
                      </a:cubicBezTo>
                      <a:cubicBezTo>
                        <a:pt x="501" y="1368"/>
                        <a:pt x="567" y="1301"/>
                        <a:pt x="601" y="1201"/>
                      </a:cubicBezTo>
                      <a:cubicBezTo>
                        <a:pt x="601" y="1134"/>
                        <a:pt x="601" y="1068"/>
                        <a:pt x="601" y="1001"/>
                      </a:cubicBezTo>
                      <a:cubicBezTo>
                        <a:pt x="601" y="901"/>
                        <a:pt x="567" y="834"/>
                        <a:pt x="567" y="734"/>
                      </a:cubicBezTo>
                      <a:cubicBezTo>
                        <a:pt x="567" y="634"/>
                        <a:pt x="534" y="534"/>
                        <a:pt x="501" y="434"/>
                      </a:cubicBezTo>
                      <a:cubicBezTo>
                        <a:pt x="501" y="367"/>
                        <a:pt x="501" y="334"/>
                        <a:pt x="501" y="300"/>
                      </a:cubicBezTo>
                      <a:cubicBezTo>
                        <a:pt x="501" y="267"/>
                        <a:pt x="467" y="267"/>
                        <a:pt x="467" y="234"/>
                      </a:cubicBezTo>
                      <a:cubicBezTo>
                        <a:pt x="467" y="234"/>
                        <a:pt x="467" y="234"/>
                        <a:pt x="467" y="200"/>
                      </a:cubicBezTo>
                      <a:lnTo>
                        <a:pt x="467" y="167"/>
                      </a:lnTo>
                      <a:cubicBezTo>
                        <a:pt x="467" y="100"/>
                        <a:pt x="401" y="0"/>
                        <a:pt x="301" y="0"/>
                      </a:cubicBezTo>
                      <a:close/>
                    </a:path>
                  </a:pathLst>
                </a:custGeom>
                <a:solidFill>
                  <a:srgbClr val="73CABE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87" name="Google Shape;3987;p73"/>
                <p:cNvSpPr/>
                <p:nvPr/>
              </p:nvSpPr>
              <p:spPr>
                <a:xfrm>
                  <a:off x="5960184" y="3989521"/>
                  <a:ext cx="13200" cy="29352"/>
                </a:xfrm>
                <a:custGeom>
                  <a:rect b="b" l="l" r="r" t="t"/>
                  <a:pathLst>
                    <a:path extrusionOk="0" h="1412" w="635">
                      <a:moveTo>
                        <a:pt x="248" y="0"/>
                      </a:moveTo>
                      <a:cubicBezTo>
                        <a:pt x="223" y="0"/>
                        <a:pt x="195" y="8"/>
                        <a:pt x="168" y="22"/>
                      </a:cubicBezTo>
                      <a:cubicBezTo>
                        <a:pt x="134" y="55"/>
                        <a:pt x="101" y="122"/>
                        <a:pt x="101" y="156"/>
                      </a:cubicBezTo>
                      <a:cubicBezTo>
                        <a:pt x="134" y="189"/>
                        <a:pt x="134" y="222"/>
                        <a:pt x="134" y="222"/>
                      </a:cubicBezTo>
                      <a:cubicBezTo>
                        <a:pt x="134" y="256"/>
                        <a:pt x="134" y="256"/>
                        <a:pt x="134" y="256"/>
                      </a:cubicBezTo>
                      <a:lnTo>
                        <a:pt x="134" y="289"/>
                      </a:lnTo>
                      <a:cubicBezTo>
                        <a:pt x="134" y="322"/>
                        <a:pt x="134" y="356"/>
                        <a:pt x="134" y="389"/>
                      </a:cubicBezTo>
                      <a:cubicBezTo>
                        <a:pt x="134" y="400"/>
                        <a:pt x="134" y="413"/>
                        <a:pt x="134" y="422"/>
                      </a:cubicBezTo>
                      <a:lnTo>
                        <a:pt x="134" y="522"/>
                      </a:lnTo>
                      <a:lnTo>
                        <a:pt x="134" y="589"/>
                      </a:lnTo>
                      <a:lnTo>
                        <a:pt x="134" y="623"/>
                      </a:lnTo>
                      <a:cubicBezTo>
                        <a:pt x="134" y="689"/>
                        <a:pt x="101" y="789"/>
                        <a:pt x="68" y="856"/>
                      </a:cubicBezTo>
                      <a:cubicBezTo>
                        <a:pt x="34" y="956"/>
                        <a:pt x="34" y="1056"/>
                        <a:pt x="34" y="1156"/>
                      </a:cubicBezTo>
                      <a:cubicBezTo>
                        <a:pt x="1" y="1256"/>
                        <a:pt x="101" y="1356"/>
                        <a:pt x="168" y="1390"/>
                      </a:cubicBezTo>
                      <a:cubicBezTo>
                        <a:pt x="209" y="1404"/>
                        <a:pt x="251" y="1412"/>
                        <a:pt x="290" y="1412"/>
                      </a:cubicBezTo>
                      <a:cubicBezTo>
                        <a:pt x="345" y="1412"/>
                        <a:pt x="395" y="1395"/>
                        <a:pt x="435" y="1356"/>
                      </a:cubicBezTo>
                      <a:cubicBezTo>
                        <a:pt x="468" y="1290"/>
                        <a:pt x="535" y="1256"/>
                        <a:pt x="568" y="1190"/>
                      </a:cubicBezTo>
                      <a:cubicBezTo>
                        <a:pt x="601" y="1123"/>
                        <a:pt x="635" y="1023"/>
                        <a:pt x="635" y="923"/>
                      </a:cubicBezTo>
                      <a:cubicBezTo>
                        <a:pt x="635" y="823"/>
                        <a:pt x="635" y="723"/>
                        <a:pt x="601" y="589"/>
                      </a:cubicBezTo>
                      <a:lnTo>
                        <a:pt x="601" y="623"/>
                      </a:lnTo>
                      <a:cubicBezTo>
                        <a:pt x="601" y="522"/>
                        <a:pt x="568" y="422"/>
                        <a:pt x="535" y="322"/>
                      </a:cubicBezTo>
                      <a:cubicBezTo>
                        <a:pt x="501" y="256"/>
                        <a:pt x="468" y="222"/>
                        <a:pt x="435" y="156"/>
                      </a:cubicBezTo>
                      <a:cubicBezTo>
                        <a:pt x="401" y="156"/>
                        <a:pt x="401" y="122"/>
                        <a:pt x="401" y="122"/>
                      </a:cubicBezTo>
                      <a:cubicBezTo>
                        <a:pt x="368" y="89"/>
                        <a:pt x="368" y="55"/>
                        <a:pt x="334" y="55"/>
                      </a:cubicBezTo>
                      <a:cubicBezTo>
                        <a:pt x="315" y="16"/>
                        <a:pt x="284" y="0"/>
                        <a:pt x="248" y="0"/>
                      </a:cubicBezTo>
                      <a:close/>
                    </a:path>
                  </a:pathLst>
                </a:custGeom>
                <a:solidFill>
                  <a:srgbClr val="73CABE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88" name="Google Shape;3988;p73"/>
                <p:cNvSpPr/>
                <p:nvPr/>
              </p:nvSpPr>
              <p:spPr>
                <a:xfrm>
                  <a:off x="5122739" y="2529573"/>
                  <a:ext cx="24799" cy="19145"/>
                </a:xfrm>
                <a:custGeom>
                  <a:rect b="b" l="l" r="r" t="t"/>
                  <a:pathLst>
                    <a:path extrusionOk="0" h="921" w="1193">
                      <a:moveTo>
                        <a:pt x="391" y="0"/>
                      </a:moveTo>
                      <a:cubicBezTo>
                        <a:pt x="280" y="0"/>
                        <a:pt x="167" y="32"/>
                        <a:pt x="58" y="104"/>
                      </a:cubicBezTo>
                      <a:cubicBezTo>
                        <a:pt x="1" y="133"/>
                        <a:pt x="42" y="211"/>
                        <a:pt x="97" y="211"/>
                      </a:cubicBezTo>
                      <a:cubicBezTo>
                        <a:pt x="106" y="211"/>
                        <a:pt x="116" y="209"/>
                        <a:pt x="125" y="204"/>
                      </a:cubicBezTo>
                      <a:cubicBezTo>
                        <a:pt x="171" y="185"/>
                        <a:pt x="223" y="177"/>
                        <a:pt x="277" y="177"/>
                      </a:cubicBezTo>
                      <a:cubicBezTo>
                        <a:pt x="414" y="177"/>
                        <a:pt x="562" y="232"/>
                        <a:pt x="659" y="304"/>
                      </a:cubicBezTo>
                      <a:cubicBezTo>
                        <a:pt x="725" y="371"/>
                        <a:pt x="792" y="471"/>
                        <a:pt x="859" y="538"/>
                      </a:cubicBezTo>
                      <a:cubicBezTo>
                        <a:pt x="892" y="638"/>
                        <a:pt x="925" y="771"/>
                        <a:pt x="959" y="871"/>
                      </a:cubicBezTo>
                      <a:cubicBezTo>
                        <a:pt x="982" y="906"/>
                        <a:pt x="1017" y="921"/>
                        <a:pt x="1054" y="921"/>
                      </a:cubicBezTo>
                      <a:cubicBezTo>
                        <a:pt x="1122" y="921"/>
                        <a:pt x="1192" y="870"/>
                        <a:pt x="1192" y="804"/>
                      </a:cubicBezTo>
                      <a:cubicBezTo>
                        <a:pt x="1166" y="412"/>
                        <a:pt x="792" y="0"/>
                        <a:pt x="391" y="0"/>
                      </a:cubicBezTo>
                      <a:close/>
                    </a:path>
                  </a:pathLst>
                </a:custGeom>
                <a:solidFill>
                  <a:srgbClr val="C46345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89" name="Google Shape;3989;p73"/>
                <p:cNvSpPr/>
                <p:nvPr/>
              </p:nvSpPr>
              <p:spPr>
                <a:xfrm>
                  <a:off x="4884951" y="3180700"/>
                  <a:ext cx="297074" cy="50306"/>
                </a:xfrm>
                <a:custGeom>
                  <a:rect b="b" l="l" r="r" t="t"/>
                  <a:pathLst>
                    <a:path extrusionOk="0" h="2420" w="14291">
                      <a:moveTo>
                        <a:pt x="222" y="0"/>
                      </a:moveTo>
                      <a:cubicBezTo>
                        <a:pt x="49" y="0"/>
                        <a:pt x="1" y="239"/>
                        <a:pt x="189" y="270"/>
                      </a:cubicBezTo>
                      <a:cubicBezTo>
                        <a:pt x="3825" y="1204"/>
                        <a:pt x="7561" y="1871"/>
                        <a:pt x="11264" y="2272"/>
                      </a:cubicBezTo>
                      <a:cubicBezTo>
                        <a:pt x="11800" y="2346"/>
                        <a:pt x="12347" y="2420"/>
                        <a:pt x="12893" y="2420"/>
                      </a:cubicBezTo>
                      <a:cubicBezTo>
                        <a:pt x="13331" y="2420"/>
                        <a:pt x="13768" y="2372"/>
                        <a:pt x="14199" y="2238"/>
                      </a:cubicBezTo>
                      <a:cubicBezTo>
                        <a:pt x="14290" y="2177"/>
                        <a:pt x="14271" y="2034"/>
                        <a:pt x="14166" y="2034"/>
                      </a:cubicBezTo>
                      <a:cubicBezTo>
                        <a:pt x="14155" y="2034"/>
                        <a:pt x="14144" y="2035"/>
                        <a:pt x="14132" y="2038"/>
                      </a:cubicBezTo>
                      <a:cubicBezTo>
                        <a:pt x="13768" y="2155"/>
                        <a:pt x="13392" y="2195"/>
                        <a:pt x="13013" y="2195"/>
                      </a:cubicBezTo>
                      <a:cubicBezTo>
                        <a:pt x="12525" y="2195"/>
                        <a:pt x="12034" y="2128"/>
                        <a:pt x="11564" y="2071"/>
                      </a:cubicBezTo>
                      <a:cubicBezTo>
                        <a:pt x="10597" y="1938"/>
                        <a:pt x="9663" y="1805"/>
                        <a:pt x="8729" y="1671"/>
                      </a:cubicBezTo>
                      <a:cubicBezTo>
                        <a:pt x="6927" y="1404"/>
                        <a:pt x="5126" y="1071"/>
                        <a:pt x="3325" y="704"/>
                      </a:cubicBezTo>
                      <a:cubicBezTo>
                        <a:pt x="2291" y="470"/>
                        <a:pt x="1290" y="237"/>
                        <a:pt x="256" y="3"/>
                      </a:cubicBezTo>
                      <a:cubicBezTo>
                        <a:pt x="244" y="1"/>
                        <a:pt x="233" y="0"/>
                        <a:pt x="222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90" name="Google Shape;3990;p73"/>
                <p:cNvSpPr/>
                <p:nvPr/>
              </p:nvSpPr>
              <p:spPr>
                <a:xfrm>
                  <a:off x="4972071" y="2815838"/>
                  <a:ext cx="250136" cy="299132"/>
                </a:xfrm>
                <a:custGeom>
                  <a:rect b="b" l="l" r="r" t="t"/>
                  <a:pathLst>
                    <a:path extrusionOk="0" h="14390" w="12033">
                      <a:moveTo>
                        <a:pt x="3309" y="0"/>
                      </a:moveTo>
                      <a:cubicBezTo>
                        <a:pt x="3283" y="0"/>
                        <a:pt x="3257" y="12"/>
                        <a:pt x="3237" y="43"/>
                      </a:cubicBezTo>
                      <a:cubicBezTo>
                        <a:pt x="2770" y="610"/>
                        <a:pt x="2469" y="1310"/>
                        <a:pt x="2136" y="1944"/>
                      </a:cubicBezTo>
                      <a:cubicBezTo>
                        <a:pt x="1802" y="2611"/>
                        <a:pt x="1502" y="3245"/>
                        <a:pt x="1202" y="3912"/>
                      </a:cubicBezTo>
                      <a:cubicBezTo>
                        <a:pt x="668" y="5246"/>
                        <a:pt x="234" y="6647"/>
                        <a:pt x="134" y="8082"/>
                      </a:cubicBezTo>
                      <a:cubicBezTo>
                        <a:pt x="68" y="8682"/>
                        <a:pt x="1" y="9449"/>
                        <a:pt x="301" y="10016"/>
                      </a:cubicBezTo>
                      <a:cubicBezTo>
                        <a:pt x="635" y="10550"/>
                        <a:pt x="1369" y="10684"/>
                        <a:pt x="1902" y="10884"/>
                      </a:cubicBezTo>
                      <a:cubicBezTo>
                        <a:pt x="3470" y="11417"/>
                        <a:pt x="5038" y="11985"/>
                        <a:pt x="6606" y="12552"/>
                      </a:cubicBezTo>
                      <a:cubicBezTo>
                        <a:pt x="7440" y="12852"/>
                        <a:pt x="8307" y="13152"/>
                        <a:pt x="9141" y="13452"/>
                      </a:cubicBezTo>
                      <a:cubicBezTo>
                        <a:pt x="10041" y="13752"/>
                        <a:pt x="10909" y="14119"/>
                        <a:pt x="11809" y="14386"/>
                      </a:cubicBezTo>
                      <a:cubicBezTo>
                        <a:pt x="11820" y="14389"/>
                        <a:pt x="11829" y="14390"/>
                        <a:pt x="11839" y="14390"/>
                      </a:cubicBezTo>
                      <a:cubicBezTo>
                        <a:pt x="11957" y="14390"/>
                        <a:pt x="12033" y="14214"/>
                        <a:pt x="11909" y="14153"/>
                      </a:cubicBezTo>
                      <a:cubicBezTo>
                        <a:pt x="11242" y="13853"/>
                        <a:pt x="10508" y="13619"/>
                        <a:pt x="9808" y="13386"/>
                      </a:cubicBezTo>
                      <a:cubicBezTo>
                        <a:pt x="9074" y="13119"/>
                        <a:pt x="8340" y="12852"/>
                        <a:pt x="7606" y="12585"/>
                      </a:cubicBezTo>
                      <a:cubicBezTo>
                        <a:pt x="6172" y="12085"/>
                        <a:pt x="4704" y="11551"/>
                        <a:pt x="3237" y="11017"/>
                      </a:cubicBezTo>
                      <a:cubicBezTo>
                        <a:pt x="2536" y="10784"/>
                        <a:pt x="1836" y="10550"/>
                        <a:pt x="1135" y="10283"/>
                      </a:cubicBezTo>
                      <a:cubicBezTo>
                        <a:pt x="768" y="10117"/>
                        <a:pt x="535" y="9916"/>
                        <a:pt x="468" y="9516"/>
                      </a:cubicBezTo>
                      <a:cubicBezTo>
                        <a:pt x="368" y="9216"/>
                        <a:pt x="401" y="8849"/>
                        <a:pt x="401" y="8515"/>
                      </a:cubicBezTo>
                      <a:cubicBezTo>
                        <a:pt x="468" y="7114"/>
                        <a:pt x="835" y="5713"/>
                        <a:pt x="1335" y="4412"/>
                      </a:cubicBezTo>
                      <a:cubicBezTo>
                        <a:pt x="1635" y="3645"/>
                        <a:pt x="1969" y="2911"/>
                        <a:pt x="2336" y="2211"/>
                      </a:cubicBezTo>
                      <a:cubicBezTo>
                        <a:pt x="2703" y="1510"/>
                        <a:pt x="3137" y="843"/>
                        <a:pt x="3403" y="109"/>
                      </a:cubicBezTo>
                      <a:cubicBezTo>
                        <a:pt x="3427" y="63"/>
                        <a:pt x="3369" y="0"/>
                        <a:pt x="330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91" name="Google Shape;3991;p73"/>
                <p:cNvSpPr/>
                <p:nvPr/>
              </p:nvSpPr>
              <p:spPr>
                <a:xfrm>
                  <a:off x="5270933" y="2833196"/>
                  <a:ext cx="18064" cy="190871"/>
                </a:xfrm>
                <a:custGeom>
                  <a:rect b="b" l="l" r="r" t="t"/>
                  <a:pathLst>
                    <a:path extrusionOk="0" h="9182" w="869">
                      <a:moveTo>
                        <a:pt x="707" y="0"/>
                      </a:moveTo>
                      <a:cubicBezTo>
                        <a:pt x="656" y="0"/>
                        <a:pt x="588" y="48"/>
                        <a:pt x="568" y="108"/>
                      </a:cubicBezTo>
                      <a:cubicBezTo>
                        <a:pt x="535" y="742"/>
                        <a:pt x="568" y="1409"/>
                        <a:pt x="535" y="2043"/>
                      </a:cubicBezTo>
                      <a:cubicBezTo>
                        <a:pt x="535" y="2744"/>
                        <a:pt x="501" y="3411"/>
                        <a:pt x="468" y="4078"/>
                      </a:cubicBezTo>
                      <a:cubicBezTo>
                        <a:pt x="401" y="5412"/>
                        <a:pt x="134" y="7881"/>
                        <a:pt x="1" y="9181"/>
                      </a:cubicBezTo>
                      <a:cubicBezTo>
                        <a:pt x="268" y="7881"/>
                        <a:pt x="635" y="5412"/>
                        <a:pt x="735" y="4078"/>
                      </a:cubicBezTo>
                      <a:cubicBezTo>
                        <a:pt x="768" y="3411"/>
                        <a:pt x="801" y="2710"/>
                        <a:pt x="801" y="2043"/>
                      </a:cubicBezTo>
                      <a:cubicBezTo>
                        <a:pt x="835" y="1409"/>
                        <a:pt x="868" y="709"/>
                        <a:pt x="768" y="75"/>
                      </a:cubicBezTo>
                      <a:cubicBezTo>
                        <a:pt x="768" y="22"/>
                        <a:pt x="741" y="0"/>
                        <a:pt x="707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92" name="Google Shape;3992;p73"/>
                <p:cNvSpPr/>
                <p:nvPr/>
              </p:nvSpPr>
              <p:spPr>
                <a:xfrm>
                  <a:off x="5480575" y="3583957"/>
                  <a:ext cx="25901" cy="48539"/>
                </a:xfrm>
                <a:custGeom>
                  <a:rect b="b" l="l" r="r" t="t"/>
                  <a:pathLst>
                    <a:path extrusionOk="0" h="2335" w="1246">
                      <a:moveTo>
                        <a:pt x="1061" y="1"/>
                      </a:moveTo>
                      <a:cubicBezTo>
                        <a:pt x="1010" y="1"/>
                        <a:pt x="959" y="26"/>
                        <a:pt x="924" y="85"/>
                      </a:cubicBezTo>
                      <a:cubicBezTo>
                        <a:pt x="724" y="418"/>
                        <a:pt x="590" y="785"/>
                        <a:pt x="457" y="1119"/>
                      </a:cubicBezTo>
                      <a:cubicBezTo>
                        <a:pt x="290" y="1486"/>
                        <a:pt x="157" y="1853"/>
                        <a:pt x="23" y="2186"/>
                      </a:cubicBezTo>
                      <a:cubicBezTo>
                        <a:pt x="1" y="2275"/>
                        <a:pt x="68" y="2335"/>
                        <a:pt x="134" y="2335"/>
                      </a:cubicBezTo>
                      <a:cubicBezTo>
                        <a:pt x="168" y="2335"/>
                        <a:pt x="201" y="2320"/>
                        <a:pt x="223" y="2286"/>
                      </a:cubicBezTo>
                      <a:cubicBezTo>
                        <a:pt x="390" y="1953"/>
                        <a:pt x="590" y="1619"/>
                        <a:pt x="757" y="1252"/>
                      </a:cubicBezTo>
                      <a:cubicBezTo>
                        <a:pt x="924" y="919"/>
                        <a:pt x="1091" y="585"/>
                        <a:pt x="1224" y="218"/>
                      </a:cubicBezTo>
                      <a:cubicBezTo>
                        <a:pt x="1246" y="88"/>
                        <a:pt x="1155" y="1"/>
                        <a:pt x="1061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93" name="Google Shape;3993;p73"/>
                <p:cNvSpPr/>
                <p:nvPr/>
              </p:nvSpPr>
              <p:spPr>
                <a:xfrm>
                  <a:off x="5201877" y="2571751"/>
                  <a:ext cx="40536" cy="12535"/>
                </a:xfrm>
                <a:custGeom>
                  <a:rect b="b" l="l" r="r" t="t"/>
                  <a:pathLst>
                    <a:path extrusionOk="0" h="603" w="1950">
                      <a:moveTo>
                        <a:pt x="1858" y="1"/>
                      </a:moveTo>
                      <a:cubicBezTo>
                        <a:pt x="1846" y="1"/>
                        <a:pt x="1834" y="3"/>
                        <a:pt x="1822" y="10"/>
                      </a:cubicBezTo>
                      <a:cubicBezTo>
                        <a:pt x="1688" y="76"/>
                        <a:pt x="1588" y="210"/>
                        <a:pt x="1455" y="276"/>
                      </a:cubicBezTo>
                      <a:cubicBezTo>
                        <a:pt x="1321" y="343"/>
                        <a:pt x="1155" y="377"/>
                        <a:pt x="1021" y="410"/>
                      </a:cubicBezTo>
                      <a:cubicBezTo>
                        <a:pt x="921" y="432"/>
                        <a:pt x="817" y="443"/>
                        <a:pt x="714" y="443"/>
                      </a:cubicBezTo>
                      <a:cubicBezTo>
                        <a:pt x="506" y="443"/>
                        <a:pt x="298" y="399"/>
                        <a:pt x="121" y="310"/>
                      </a:cubicBezTo>
                      <a:cubicBezTo>
                        <a:pt x="101" y="297"/>
                        <a:pt x="84" y="291"/>
                        <a:pt x="70" y="291"/>
                      </a:cubicBezTo>
                      <a:cubicBezTo>
                        <a:pt x="11" y="291"/>
                        <a:pt x="0" y="383"/>
                        <a:pt x="54" y="410"/>
                      </a:cubicBezTo>
                      <a:cubicBezTo>
                        <a:pt x="277" y="534"/>
                        <a:pt x="518" y="602"/>
                        <a:pt x="763" y="602"/>
                      </a:cubicBezTo>
                      <a:cubicBezTo>
                        <a:pt x="849" y="602"/>
                        <a:pt x="935" y="594"/>
                        <a:pt x="1021" y="577"/>
                      </a:cubicBezTo>
                      <a:cubicBezTo>
                        <a:pt x="1188" y="577"/>
                        <a:pt x="1355" y="510"/>
                        <a:pt x="1522" y="443"/>
                      </a:cubicBezTo>
                      <a:cubicBezTo>
                        <a:pt x="1688" y="377"/>
                        <a:pt x="1855" y="276"/>
                        <a:pt x="1922" y="110"/>
                      </a:cubicBezTo>
                      <a:cubicBezTo>
                        <a:pt x="1949" y="55"/>
                        <a:pt x="1910" y="1"/>
                        <a:pt x="1858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94" name="Google Shape;3994;p73"/>
                <p:cNvSpPr/>
                <p:nvPr/>
              </p:nvSpPr>
              <p:spPr>
                <a:xfrm>
                  <a:off x="4855578" y="3100315"/>
                  <a:ext cx="29851" cy="31930"/>
                </a:xfrm>
                <a:custGeom>
                  <a:rect b="b" l="l" r="r" t="t"/>
                  <a:pathLst>
                    <a:path extrusionOk="0" h="1536" w="1436">
                      <a:moveTo>
                        <a:pt x="134" y="1"/>
                      </a:moveTo>
                      <a:cubicBezTo>
                        <a:pt x="84" y="1"/>
                        <a:pt x="34" y="34"/>
                        <a:pt x="34" y="101"/>
                      </a:cubicBezTo>
                      <a:cubicBezTo>
                        <a:pt x="1" y="434"/>
                        <a:pt x="134" y="801"/>
                        <a:pt x="368" y="1068"/>
                      </a:cubicBezTo>
                      <a:cubicBezTo>
                        <a:pt x="468" y="1202"/>
                        <a:pt x="601" y="1335"/>
                        <a:pt x="768" y="1402"/>
                      </a:cubicBezTo>
                      <a:cubicBezTo>
                        <a:pt x="835" y="1435"/>
                        <a:pt x="935" y="1468"/>
                        <a:pt x="1035" y="1502"/>
                      </a:cubicBezTo>
                      <a:cubicBezTo>
                        <a:pt x="1068" y="1535"/>
                        <a:pt x="1102" y="1535"/>
                        <a:pt x="1168" y="1535"/>
                      </a:cubicBezTo>
                      <a:lnTo>
                        <a:pt x="1302" y="1535"/>
                      </a:lnTo>
                      <a:cubicBezTo>
                        <a:pt x="1435" y="1502"/>
                        <a:pt x="1402" y="1335"/>
                        <a:pt x="1302" y="1302"/>
                      </a:cubicBezTo>
                      <a:cubicBezTo>
                        <a:pt x="1269" y="1268"/>
                        <a:pt x="1235" y="1268"/>
                        <a:pt x="1202" y="1235"/>
                      </a:cubicBezTo>
                      <a:lnTo>
                        <a:pt x="1102" y="1235"/>
                      </a:lnTo>
                      <a:cubicBezTo>
                        <a:pt x="1035" y="1202"/>
                        <a:pt x="968" y="1202"/>
                        <a:pt x="902" y="1168"/>
                      </a:cubicBezTo>
                      <a:cubicBezTo>
                        <a:pt x="768" y="1102"/>
                        <a:pt x="635" y="1001"/>
                        <a:pt x="535" y="901"/>
                      </a:cubicBezTo>
                      <a:cubicBezTo>
                        <a:pt x="335" y="668"/>
                        <a:pt x="234" y="401"/>
                        <a:pt x="234" y="101"/>
                      </a:cubicBezTo>
                      <a:cubicBezTo>
                        <a:pt x="234" y="34"/>
                        <a:pt x="184" y="1"/>
                        <a:pt x="134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95" name="Google Shape;3995;p73"/>
                <p:cNvSpPr/>
                <p:nvPr/>
              </p:nvSpPr>
              <p:spPr>
                <a:xfrm>
                  <a:off x="7327233" y="3485840"/>
                  <a:ext cx="568289" cy="701890"/>
                </a:xfrm>
                <a:custGeom>
                  <a:rect b="b" l="l" r="r" t="t"/>
                  <a:pathLst>
                    <a:path extrusionOk="0" h="33765" w="27338">
                      <a:moveTo>
                        <a:pt x="22301" y="11743"/>
                      </a:moveTo>
                      <a:cubicBezTo>
                        <a:pt x="22501" y="12644"/>
                        <a:pt x="22701" y="13578"/>
                        <a:pt x="22868" y="14512"/>
                      </a:cubicBezTo>
                      <a:cubicBezTo>
                        <a:pt x="23201" y="16113"/>
                        <a:pt x="23535" y="17714"/>
                        <a:pt x="23869" y="19349"/>
                      </a:cubicBezTo>
                      <a:cubicBezTo>
                        <a:pt x="22834" y="18948"/>
                        <a:pt x="21734" y="18615"/>
                        <a:pt x="20700" y="18248"/>
                      </a:cubicBezTo>
                      <a:lnTo>
                        <a:pt x="20666" y="18248"/>
                      </a:lnTo>
                      <a:cubicBezTo>
                        <a:pt x="19432" y="17814"/>
                        <a:pt x="18164" y="17380"/>
                        <a:pt x="16930" y="16947"/>
                      </a:cubicBezTo>
                      <a:cubicBezTo>
                        <a:pt x="15896" y="16613"/>
                        <a:pt x="14862" y="16246"/>
                        <a:pt x="13828" y="15879"/>
                      </a:cubicBezTo>
                      <a:cubicBezTo>
                        <a:pt x="15463" y="15246"/>
                        <a:pt x="17097" y="14612"/>
                        <a:pt x="18665" y="13811"/>
                      </a:cubicBezTo>
                      <a:cubicBezTo>
                        <a:pt x="19699" y="13311"/>
                        <a:pt x="20700" y="12744"/>
                        <a:pt x="21634" y="12077"/>
                      </a:cubicBezTo>
                      <a:cubicBezTo>
                        <a:pt x="21867" y="11977"/>
                        <a:pt x="22101" y="11843"/>
                        <a:pt x="22301" y="11743"/>
                      </a:cubicBezTo>
                      <a:close/>
                      <a:moveTo>
                        <a:pt x="5289" y="13511"/>
                      </a:moveTo>
                      <a:cubicBezTo>
                        <a:pt x="5389" y="13611"/>
                        <a:pt x="5522" y="13644"/>
                        <a:pt x="5689" y="13711"/>
                      </a:cubicBezTo>
                      <a:cubicBezTo>
                        <a:pt x="6022" y="13845"/>
                        <a:pt x="6356" y="13978"/>
                        <a:pt x="6690" y="14111"/>
                      </a:cubicBezTo>
                      <a:cubicBezTo>
                        <a:pt x="7323" y="14345"/>
                        <a:pt x="7957" y="14545"/>
                        <a:pt x="8591" y="14779"/>
                      </a:cubicBezTo>
                      <a:cubicBezTo>
                        <a:pt x="9758" y="15179"/>
                        <a:pt x="10926" y="15579"/>
                        <a:pt x="12060" y="15979"/>
                      </a:cubicBezTo>
                      <a:cubicBezTo>
                        <a:pt x="12060" y="15979"/>
                        <a:pt x="12027" y="15979"/>
                        <a:pt x="11993" y="16013"/>
                      </a:cubicBezTo>
                      <a:cubicBezTo>
                        <a:pt x="9658" y="16913"/>
                        <a:pt x="7323" y="17847"/>
                        <a:pt x="5122" y="19115"/>
                      </a:cubicBezTo>
                      <a:cubicBezTo>
                        <a:pt x="4621" y="19349"/>
                        <a:pt x="4154" y="19582"/>
                        <a:pt x="3654" y="19816"/>
                      </a:cubicBezTo>
                      <a:cubicBezTo>
                        <a:pt x="4188" y="17714"/>
                        <a:pt x="4722" y="15613"/>
                        <a:pt x="5289" y="13511"/>
                      </a:cubicBezTo>
                      <a:close/>
                      <a:moveTo>
                        <a:pt x="8603" y="0"/>
                      </a:moveTo>
                      <a:cubicBezTo>
                        <a:pt x="8512" y="0"/>
                        <a:pt x="8423" y="49"/>
                        <a:pt x="8357" y="168"/>
                      </a:cubicBezTo>
                      <a:cubicBezTo>
                        <a:pt x="8124" y="669"/>
                        <a:pt x="7991" y="1202"/>
                        <a:pt x="7824" y="1736"/>
                      </a:cubicBezTo>
                      <a:cubicBezTo>
                        <a:pt x="7657" y="2303"/>
                        <a:pt x="7524" y="2837"/>
                        <a:pt x="7357" y="3370"/>
                      </a:cubicBezTo>
                      <a:cubicBezTo>
                        <a:pt x="7023" y="4438"/>
                        <a:pt x="6723" y="5505"/>
                        <a:pt x="6423" y="6573"/>
                      </a:cubicBezTo>
                      <a:cubicBezTo>
                        <a:pt x="5822" y="8708"/>
                        <a:pt x="5222" y="10842"/>
                        <a:pt x="4655" y="13011"/>
                      </a:cubicBezTo>
                      <a:cubicBezTo>
                        <a:pt x="3521" y="17314"/>
                        <a:pt x="2420" y="21684"/>
                        <a:pt x="1453" y="26053"/>
                      </a:cubicBezTo>
                      <a:cubicBezTo>
                        <a:pt x="1186" y="27254"/>
                        <a:pt x="919" y="28488"/>
                        <a:pt x="685" y="29723"/>
                      </a:cubicBezTo>
                      <a:cubicBezTo>
                        <a:pt x="452" y="30924"/>
                        <a:pt x="152" y="32158"/>
                        <a:pt x="18" y="33392"/>
                      </a:cubicBezTo>
                      <a:cubicBezTo>
                        <a:pt x="0" y="33500"/>
                        <a:pt x="90" y="33560"/>
                        <a:pt x="186" y="33560"/>
                      </a:cubicBezTo>
                      <a:cubicBezTo>
                        <a:pt x="268" y="33560"/>
                        <a:pt x="355" y="33517"/>
                        <a:pt x="385" y="33425"/>
                      </a:cubicBezTo>
                      <a:cubicBezTo>
                        <a:pt x="719" y="32358"/>
                        <a:pt x="919" y="31290"/>
                        <a:pt x="1186" y="30190"/>
                      </a:cubicBezTo>
                      <a:cubicBezTo>
                        <a:pt x="1453" y="29122"/>
                        <a:pt x="1686" y="28055"/>
                        <a:pt x="1953" y="26954"/>
                      </a:cubicBezTo>
                      <a:cubicBezTo>
                        <a:pt x="2387" y="25119"/>
                        <a:pt x="2820" y="23285"/>
                        <a:pt x="3287" y="21417"/>
                      </a:cubicBezTo>
                      <a:cubicBezTo>
                        <a:pt x="3421" y="21317"/>
                        <a:pt x="3487" y="21083"/>
                        <a:pt x="3387" y="20950"/>
                      </a:cubicBezTo>
                      <a:cubicBezTo>
                        <a:pt x="3454" y="20883"/>
                        <a:pt x="3554" y="20816"/>
                        <a:pt x="3621" y="20783"/>
                      </a:cubicBezTo>
                      <a:cubicBezTo>
                        <a:pt x="3754" y="20683"/>
                        <a:pt x="3888" y="20583"/>
                        <a:pt x="4021" y="20483"/>
                      </a:cubicBezTo>
                      <a:cubicBezTo>
                        <a:pt x="4321" y="20283"/>
                        <a:pt x="4621" y="20116"/>
                        <a:pt x="4922" y="19916"/>
                      </a:cubicBezTo>
                      <a:cubicBezTo>
                        <a:pt x="5522" y="19549"/>
                        <a:pt x="6156" y="19215"/>
                        <a:pt x="6790" y="18882"/>
                      </a:cubicBezTo>
                      <a:cubicBezTo>
                        <a:pt x="8057" y="18214"/>
                        <a:pt x="9392" y="17647"/>
                        <a:pt x="10726" y="17114"/>
                      </a:cubicBezTo>
                      <a:cubicBezTo>
                        <a:pt x="11460" y="16813"/>
                        <a:pt x="12160" y="16547"/>
                        <a:pt x="12894" y="16246"/>
                      </a:cubicBezTo>
                      <a:cubicBezTo>
                        <a:pt x="15262" y="17047"/>
                        <a:pt x="17631" y="17881"/>
                        <a:pt x="19999" y="18681"/>
                      </a:cubicBezTo>
                      <a:cubicBezTo>
                        <a:pt x="20700" y="18948"/>
                        <a:pt x="21433" y="19182"/>
                        <a:pt x="22134" y="19449"/>
                      </a:cubicBezTo>
                      <a:cubicBezTo>
                        <a:pt x="22768" y="19649"/>
                        <a:pt x="23368" y="19882"/>
                        <a:pt x="24002" y="20082"/>
                      </a:cubicBezTo>
                      <a:cubicBezTo>
                        <a:pt x="24469" y="22284"/>
                        <a:pt x="24903" y="24486"/>
                        <a:pt x="25336" y="26687"/>
                      </a:cubicBezTo>
                      <a:cubicBezTo>
                        <a:pt x="25570" y="27821"/>
                        <a:pt x="25803" y="28955"/>
                        <a:pt x="26037" y="30090"/>
                      </a:cubicBezTo>
                      <a:cubicBezTo>
                        <a:pt x="26137" y="30657"/>
                        <a:pt x="26270" y="31257"/>
                        <a:pt x="26370" y="31824"/>
                      </a:cubicBezTo>
                      <a:cubicBezTo>
                        <a:pt x="26470" y="32391"/>
                        <a:pt x="26570" y="33025"/>
                        <a:pt x="26771" y="33559"/>
                      </a:cubicBezTo>
                      <a:cubicBezTo>
                        <a:pt x="26817" y="33697"/>
                        <a:pt x="26941" y="33765"/>
                        <a:pt x="27061" y="33765"/>
                      </a:cubicBezTo>
                      <a:cubicBezTo>
                        <a:pt x="27202" y="33765"/>
                        <a:pt x="27338" y="33672"/>
                        <a:pt x="27338" y="33492"/>
                      </a:cubicBezTo>
                      <a:cubicBezTo>
                        <a:pt x="27304" y="32992"/>
                        <a:pt x="27204" y="32491"/>
                        <a:pt x="27104" y="31991"/>
                      </a:cubicBezTo>
                      <a:cubicBezTo>
                        <a:pt x="27004" y="31491"/>
                        <a:pt x="26904" y="30990"/>
                        <a:pt x="26804" y="30490"/>
                      </a:cubicBezTo>
                      <a:cubicBezTo>
                        <a:pt x="26604" y="29456"/>
                        <a:pt x="26370" y="28422"/>
                        <a:pt x="26170" y="27388"/>
                      </a:cubicBezTo>
                      <a:cubicBezTo>
                        <a:pt x="25770" y="25353"/>
                        <a:pt x="25370" y="23351"/>
                        <a:pt x="24936" y="21317"/>
                      </a:cubicBezTo>
                      <a:cubicBezTo>
                        <a:pt x="24836" y="20883"/>
                        <a:pt x="24769" y="20449"/>
                        <a:pt x="24669" y="20016"/>
                      </a:cubicBezTo>
                      <a:cubicBezTo>
                        <a:pt x="24736" y="19916"/>
                        <a:pt x="24702" y="19749"/>
                        <a:pt x="24602" y="19649"/>
                      </a:cubicBezTo>
                      <a:cubicBezTo>
                        <a:pt x="23869" y="16146"/>
                        <a:pt x="23135" y="12644"/>
                        <a:pt x="22401" y="9141"/>
                      </a:cubicBezTo>
                      <a:cubicBezTo>
                        <a:pt x="22134" y="8007"/>
                        <a:pt x="21900" y="6906"/>
                        <a:pt x="21667" y="5772"/>
                      </a:cubicBezTo>
                      <a:cubicBezTo>
                        <a:pt x="21400" y="4605"/>
                        <a:pt x="21200" y="3437"/>
                        <a:pt x="20800" y="2303"/>
                      </a:cubicBezTo>
                      <a:cubicBezTo>
                        <a:pt x="20784" y="2223"/>
                        <a:pt x="20700" y="2182"/>
                        <a:pt x="20619" y="2182"/>
                      </a:cubicBezTo>
                      <a:cubicBezTo>
                        <a:pt x="20532" y="2182"/>
                        <a:pt x="20449" y="2232"/>
                        <a:pt x="20466" y="2336"/>
                      </a:cubicBezTo>
                      <a:cubicBezTo>
                        <a:pt x="20566" y="3370"/>
                        <a:pt x="20800" y="4338"/>
                        <a:pt x="21000" y="5339"/>
                      </a:cubicBezTo>
                      <a:cubicBezTo>
                        <a:pt x="21200" y="6373"/>
                        <a:pt x="21400" y="7407"/>
                        <a:pt x="21634" y="8441"/>
                      </a:cubicBezTo>
                      <a:cubicBezTo>
                        <a:pt x="21834" y="9375"/>
                        <a:pt x="22001" y="10309"/>
                        <a:pt x="22201" y="11243"/>
                      </a:cubicBezTo>
                      <a:cubicBezTo>
                        <a:pt x="21634" y="11476"/>
                        <a:pt x="21100" y="11776"/>
                        <a:pt x="20533" y="12043"/>
                      </a:cubicBezTo>
                      <a:cubicBezTo>
                        <a:pt x="19932" y="12344"/>
                        <a:pt x="19299" y="12644"/>
                        <a:pt x="18665" y="12911"/>
                      </a:cubicBezTo>
                      <a:cubicBezTo>
                        <a:pt x="17431" y="13511"/>
                        <a:pt x="16163" y="14111"/>
                        <a:pt x="14895" y="14679"/>
                      </a:cubicBezTo>
                      <a:cubicBezTo>
                        <a:pt x="14228" y="14979"/>
                        <a:pt x="13561" y="15279"/>
                        <a:pt x="12927" y="15579"/>
                      </a:cubicBezTo>
                      <a:cubicBezTo>
                        <a:pt x="11727" y="15179"/>
                        <a:pt x="10526" y="14779"/>
                        <a:pt x="9325" y="14378"/>
                      </a:cubicBezTo>
                      <a:cubicBezTo>
                        <a:pt x="8624" y="14145"/>
                        <a:pt x="7924" y="13911"/>
                        <a:pt x="7257" y="13678"/>
                      </a:cubicBezTo>
                      <a:cubicBezTo>
                        <a:pt x="6890" y="13578"/>
                        <a:pt x="6523" y="13444"/>
                        <a:pt x="6156" y="13344"/>
                      </a:cubicBezTo>
                      <a:cubicBezTo>
                        <a:pt x="5922" y="13278"/>
                        <a:pt x="5656" y="13177"/>
                        <a:pt x="5389" y="13177"/>
                      </a:cubicBezTo>
                      <a:cubicBezTo>
                        <a:pt x="5889" y="11309"/>
                        <a:pt x="6389" y="9475"/>
                        <a:pt x="6890" y="7607"/>
                      </a:cubicBezTo>
                      <a:cubicBezTo>
                        <a:pt x="7223" y="6439"/>
                        <a:pt x="7590" y="5238"/>
                        <a:pt x="7924" y="4071"/>
                      </a:cubicBezTo>
                      <a:cubicBezTo>
                        <a:pt x="8091" y="3471"/>
                        <a:pt x="8257" y="2870"/>
                        <a:pt x="8458" y="2270"/>
                      </a:cubicBezTo>
                      <a:cubicBezTo>
                        <a:pt x="8624" y="1669"/>
                        <a:pt x="8858" y="1069"/>
                        <a:pt x="8958" y="435"/>
                      </a:cubicBezTo>
                      <a:cubicBezTo>
                        <a:pt x="8980" y="210"/>
                        <a:pt x="8790" y="0"/>
                        <a:pt x="860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96" name="Google Shape;3996;p73"/>
                <p:cNvSpPr/>
                <p:nvPr/>
              </p:nvSpPr>
              <p:spPr>
                <a:xfrm>
                  <a:off x="7021802" y="2743061"/>
                  <a:ext cx="472230" cy="427537"/>
                </a:xfrm>
                <a:custGeom>
                  <a:rect b="b" l="l" r="r" t="t"/>
                  <a:pathLst>
                    <a:path extrusionOk="0" h="20567" w="22717">
                      <a:moveTo>
                        <a:pt x="18845" y="1"/>
                      </a:moveTo>
                      <a:cubicBezTo>
                        <a:pt x="17687" y="1"/>
                        <a:pt x="16865" y="1107"/>
                        <a:pt x="16379" y="2443"/>
                      </a:cubicBezTo>
                      <a:cubicBezTo>
                        <a:pt x="16012" y="3410"/>
                        <a:pt x="15812" y="4444"/>
                        <a:pt x="15578" y="5445"/>
                      </a:cubicBezTo>
                      <a:cubicBezTo>
                        <a:pt x="15245" y="6846"/>
                        <a:pt x="14878" y="7947"/>
                        <a:pt x="14244" y="9281"/>
                      </a:cubicBezTo>
                      <a:cubicBezTo>
                        <a:pt x="13811" y="10115"/>
                        <a:pt x="13410" y="10982"/>
                        <a:pt x="12877" y="11750"/>
                      </a:cubicBezTo>
                      <a:cubicBezTo>
                        <a:pt x="12243" y="12650"/>
                        <a:pt x="11476" y="13451"/>
                        <a:pt x="10608" y="14118"/>
                      </a:cubicBezTo>
                      <a:cubicBezTo>
                        <a:pt x="8974" y="15385"/>
                        <a:pt x="7039" y="16286"/>
                        <a:pt x="5104" y="17020"/>
                      </a:cubicBezTo>
                      <a:cubicBezTo>
                        <a:pt x="4004" y="17420"/>
                        <a:pt x="2903" y="17821"/>
                        <a:pt x="1769" y="18154"/>
                      </a:cubicBezTo>
                      <a:cubicBezTo>
                        <a:pt x="1001" y="18388"/>
                        <a:pt x="1" y="18855"/>
                        <a:pt x="201" y="19488"/>
                      </a:cubicBezTo>
                      <a:lnTo>
                        <a:pt x="201" y="19455"/>
                      </a:lnTo>
                      <a:cubicBezTo>
                        <a:pt x="268" y="19689"/>
                        <a:pt x="501" y="19955"/>
                        <a:pt x="968" y="20222"/>
                      </a:cubicBezTo>
                      <a:cubicBezTo>
                        <a:pt x="1483" y="20493"/>
                        <a:pt x="2063" y="20566"/>
                        <a:pt x="2620" y="20566"/>
                      </a:cubicBezTo>
                      <a:cubicBezTo>
                        <a:pt x="2750" y="20566"/>
                        <a:pt x="2877" y="20562"/>
                        <a:pt x="3003" y="20556"/>
                      </a:cubicBezTo>
                      <a:cubicBezTo>
                        <a:pt x="6505" y="20489"/>
                        <a:pt x="9974" y="20089"/>
                        <a:pt x="13377" y="19355"/>
                      </a:cubicBezTo>
                      <a:cubicBezTo>
                        <a:pt x="14444" y="19121"/>
                        <a:pt x="15612" y="18821"/>
                        <a:pt x="16446" y="18054"/>
                      </a:cubicBezTo>
                      <a:cubicBezTo>
                        <a:pt x="16946" y="17554"/>
                        <a:pt x="17313" y="16920"/>
                        <a:pt x="17647" y="16253"/>
                      </a:cubicBezTo>
                      <a:cubicBezTo>
                        <a:pt x="19114" y="13417"/>
                        <a:pt x="20115" y="10382"/>
                        <a:pt x="21116" y="7346"/>
                      </a:cubicBezTo>
                      <a:cubicBezTo>
                        <a:pt x="21883" y="5078"/>
                        <a:pt x="22717" y="2109"/>
                        <a:pt x="20282" y="508"/>
                      </a:cubicBezTo>
                      <a:cubicBezTo>
                        <a:pt x="19756" y="155"/>
                        <a:pt x="19277" y="1"/>
                        <a:pt x="18845" y="1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97" name="Google Shape;3997;p73"/>
                <p:cNvSpPr/>
                <p:nvPr/>
              </p:nvSpPr>
              <p:spPr>
                <a:xfrm>
                  <a:off x="7261025" y="2768318"/>
                  <a:ext cx="757933" cy="790382"/>
                </a:xfrm>
                <a:custGeom>
                  <a:rect b="b" l="l" r="r" t="t"/>
                  <a:pathLst>
                    <a:path extrusionOk="0" h="38022" w="36461">
                      <a:moveTo>
                        <a:pt x="24563" y="0"/>
                      </a:moveTo>
                      <a:cubicBezTo>
                        <a:pt x="22813" y="0"/>
                        <a:pt x="21065" y="485"/>
                        <a:pt x="19481" y="1595"/>
                      </a:cubicBezTo>
                      <a:cubicBezTo>
                        <a:pt x="13911" y="5464"/>
                        <a:pt x="14978" y="11569"/>
                        <a:pt x="14978" y="17406"/>
                      </a:cubicBezTo>
                      <a:cubicBezTo>
                        <a:pt x="14978" y="20975"/>
                        <a:pt x="15512" y="24711"/>
                        <a:pt x="14511" y="27580"/>
                      </a:cubicBezTo>
                      <a:cubicBezTo>
                        <a:pt x="13811" y="29615"/>
                        <a:pt x="12310" y="31216"/>
                        <a:pt x="9274" y="32017"/>
                      </a:cubicBezTo>
                      <a:cubicBezTo>
                        <a:pt x="7006" y="32650"/>
                        <a:pt x="4738" y="33251"/>
                        <a:pt x="2436" y="33885"/>
                      </a:cubicBezTo>
                      <a:cubicBezTo>
                        <a:pt x="1702" y="34085"/>
                        <a:pt x="902" y="34318"/>
                        <a:pt x="535" y="34985"/>
                      </a:cubicBezTo>
                      <a:cubicBezTo>
                        <a:pt x="1" y="35886"/>
                        <a:pt x="668" y="37120"/>
                        <a:pt x="1602" y="37587"/>
                      </a:cubicBezTo>
                      <a:cubicBezTo>
                        <a:pt x="2216" y="37916"/>
                        <a:pt x="2901" y="38000"/>
                        <a:pt x="3602" y="38000"/>
                      </a:cubicBezTo>
                      <a:cubicBezTo>
                        <a:pt x="3968" y="38000"/>
                        <a:pt x="4338" y="37977"/>
                        <a:pt x="4704" y="37954"/>
                      </a:cubicBezTo>
                      <a:cubicBezTo>
                        <a:pt x="6731" y="37841"/>
                        <a:pt x="8768" y="37781"/>
                        <a:pt x="10804" y="37781"/>
                      </a:cubicBezTo>
                      <a:cubicBezTo>
                        <a:pt x="12354" y="37781"/>
                        <a:pt x="13903" y="37815"/>
                        <a:pt x="15445" y="37887"/>
                      </a:cubicBezTo>
                      <a:cubicBezTo>
                        <a:pt x="16807" y="37941"/>
                        <a:pt x="18177" y="38022"/>
                        <a:pt x="19547" y="38022"/>
                      </a:cubicBezTo>
                      <a:cubicBezTo>
                        <a:pt x="20762" y="38022"/>
                        <a:pt x="21977" y="37958"/>
                        <a:pt x="23184" y="37754"/>
                      </a:cubicBezTo>
                      <a:cubicBezTo>
                        <a:pt x="25486" y="37387"/>
                        <a:pt x="29255" y="36053"/>
                        <a:pt x="30323" y="33751"/>
                      </a:cubicBezTo>
                      <a:cubicBezTo>
                        <a:pt x="32724" y="28547"/>
                        <a:pt x="34459" y="23010"/>
                        <a:pt x="35493" y="17339"/>
                      </a:cubicBezTo>
                      <a:cubicBezTo>
                        <a:pt x="36294" y="12836"/>
                        <a:pt x="36460" y="7666"/>
                        <a:pt x="33391" y="4230"/>
                      </a:cubicBezTo>
                      <a:cubicBezTo>
                        <a:pt x="31168" y="1723"/>
                        <a:pt x="27863" y="0"/>
                        <a:pt x="2456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98" name="Google Shape;3998;p73"/>
                <p:cNvSpPr/>
                <p:nvPr/>
              </p:nvSpPr>
              <p:spPr>
                <a:xfrm>
                  <a:off x="7137609" y="3910154"/>
                  <a:ext cx="136615" cy="244503"/>
                </a:xfrm>
                <a:custGeom>
                  <a:rect b="b" l="l" r="r" t="t"/>
                  <a:pathLst>
                    <a:path extrusionOk="0" h="11762" w="6572">
                      <a:moveTo>
                        <a:pt x="3447" y="0"/>
                      </a:moveTo>
                      <a:cubicBezTo>
                        <a:pt x="2922" y="0"/>
                        <a:pt x="2407" y="200"/>
                        <a:pt x="2035" y="571"/>
                      </a:cubicBezTo>
                      <a:cubicBezTo>
                        <a:pt x="1635" y="971"/>
                        <a:pt x="701" y="771"/>
                        <a:pt x="534" y="1305"/>
                      </a:cubicBezTo>
                      <a:cubicBezTo>
                        <a:pt x="0" y="3173"/>
                        <a:pt x="534" y="5875"/>
                        <a:pt x="334" y="7810"/>
                      </a:cubicBezTo>
                      <a:cubicBezTo>
                        <a:pt x="301" y="8410"/>
                        <a:pt x="234" y="8977"/>
                        <a:pt x="167" y="9544"/>
                      </a:cubicBezTo>
                      <a:cubicBezTo>
                        <a:pt x="134" y="9844"/>
                        <a:pt x="134" y="10145"/>
                        <a:pt x="234" y="10411"/>
                      </a:cubicBezTo>
                      <a:cubicBezTo>
                        <a:pt x="367" y="10745"/>
                        <a:pt x="667" y="11312"/>
                        <a:pt x="968" y="11546"/>
                      </a:cubicBezTo>
                      <a:cubicBezTo>
                        <a:pt x="1210" y="11715"/>
                        <a:pt x="1522" y="11762"/>
                        <a:pt x="1828" y="11762"/>
                      </a:cubicBezTo>
                      <a:cubicBezTo>
                        <a:pt x="1944" y="11762"/>
                        <a:pt x="2059" y="11755"/>
                        <a:pt x="2169" y="11746"/>
                      </a:cubicBezTo>
                      <a:lnTo>
                        <a:pt x="4203" y="11679"/>
                      </a:lnTo>
                      <a:cubicBezTo>
                        <a:pt x="4737" y="11646"/>
                        <a:pt x="5337" y="11612"/>
                        <a:pt x="5704" y="11212"/>
                      </a:cubicBezTo>
                      <a:cubicBezTo>
                        <a:pt x="5971" y="10945"/>
                        <a:pt x="6038" y="10545"/>
                        <a:pt x="6138" y="10178"/>
                      </a:cubicBezTo>
                      <a:cubicBezTo>
                        <a:pt x="6271" y="9511"/>
                        <a:pt x="6338" y="8844"/>
                        <a:pt x="6372" y="8210"/>
                      </a:cubicBezTo>
                      <a:lnTo>
                        <a:pt x="6405" y="8210"/>
                      </a:lnTo>
                      <a:cubicBezTo>
                        <a:pt x="6472" y="7243"/>
                        <a:pt x="6472" y="6309"/>
                        <a:pt x="6538" y="5341"/>
                      </a:cubicBezTo>
                      <a:cubicBezTo>
                        <a:pt x="6572" y="4441"/>
                        <a:pt x="6505" y="3473"/>
                        <a:pt x="6372" y="2573"/>
                      </a:cubicBezTo>
                      <a:cubicBezTo>
                        <a:pt x="6338" y="2106"/>
                        <a:pt x="6238" y="1672"/>
                        <a:pt x="6005" y="1272"/>
                      </a:cubicBezTo>
                      <a:cubicBezTo>
                        <a:pt x="5804" y="938"/>
                        <a:pt x="5504" y="705"/>
                        <a:pt x="5171" y="504"/>
                      </a:cubicBezTo>
                      <a:cubicBezTo>
                        <a:pt x="4704" y="204"/>
                        <a:pt x="4137" y="4"/>
                        <a:pt x="3570" y="4"/>
                      </a:cubicBezTo>
                      <a:cubicBezTo>
                        <a:pt x="3529" y="2"/>
                        <a:pt x="3488" y="0"/>
                        <a:pt x="3447" y="0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99" name="Google Shape;3999;p73"/>
                <p:cNvSpPr/>
                <p:nvPr/>
              </p:nvSpPr>
              <p:spPr>
                <a:xfrm>
                  <a:off x="6965634" y="4075083"/>
                  <a:ext cx="309297" cy="123208"/>
                </a:xfrm>
                <a:custGeom>
                  <a:rect b="b" l="l" r="r" t="t"/>
                  <a:pathLst>
                    <a:path extrusionOk="0" h="5927" w="14879">
                      <a:moveTo>
                        <a:pt x="8521" y="0"/>
                      </a:moveTo>
                      <a:cubicBezTo>
                        <a:pt x="8302" y="0"/>
                        <a:pt x="8107" y="70"/>
                        <a:pt x="7973" y="276"/>
                      </a:cubicBezTo>
                      <a:cubicBezTo>
                        <a:pt x="7840" y="509"/>
                        <a:pt x="7806" y="810"/>
                        <a:pt x="7673" y="1043"/>
                      </a:cubicBezTo>
                      <a:cubicBezTo>
                        <a:pt x="7339" y="1677"/>
                        <a:pt x="6539" y="1910"/>
                        <a:pt x="5838" y="2077"/>
                      </a:cubicBezTo>
                      <a:cubicBezTo>
                        <a:pt x="4304" y="2444"/>
                        <a:pt x="2769" y="2944"/>
                        <a:pt x="1302" y="3578"/>
                      </a:cubicBezTo>
                      <a:cubicBezTo>
                        <a:pt x="901" y="3745"/>
                        <a:pt x="501" y="3945"/>
                        <a:pt x="268" y="4312"/>
                      </a:cubicBezTo>
                      <a:cubicBezTo>
                        <a:pt x="1" y="4746"/>
                        <a:pt x="67" y="5213"/>
                        <a:pt x="468" y="5546"/>
                      </a:cubicBezTo>
                      <a:cubicBezTo>
                        <a:pt x="748" y="5784"/>
                        <a:pt x="1043" y="5826"/>
                        <a:pt x="1360" y="5826"/>
                      </a:cubicBezTo>
                      <a:cubicBezTo>
                        <a:pt x="1534" y="5826"/>
                        <a:pt x="1714" y="5813"/>
                        <a:pt x="1902" y="5813"/>
                      </a:cubicBezTo>
                      <a:cubicBezTo>
                        <a:pt x="2469" y="5847"/>
                        <a:pt x="3070" y="5880"/>
                        <a:pt x="3637" y="5913"/>
                      </a:cubicBezTo>
                      <a:cubicBezTo>
                        <a:pt x="3923" y="5922"/>
                        <a:pt x="4209" y="5926"/>
                        <a:pt x="4495" y="5926"/>
                      </a:cubicBezTo>
                      <a:cubicBezTo>
                        <a:pt x="6344" y="5926"/>
                        <a:pt x="8197" y="5753"/>
                        <a:pt x="10075" y="5580"/>
                      </a:cubicBezTo>
                      <a:cubicBezTo>
                        <a:pt x="11009" y="5480"/>
                        <a:pt x="11943" y="5413"/>
                        <a:pt x="12877" y="5313"/>
                      </a:cubicBezTo>
                      <a:cubicBezTo>
                        <a:pt x="13227" y="5272"/>
                        <a:pt x="13603" y="5243"/>
                        <a:pt x="13973" y="5243"/>
                      </a:cubicBezTo>
                      <a:cubicBezTo>
                        <a:pt x="14202" y="5243"/>
                        <a:pt x="14428" y="5254"/>
                        <a:pt x="14645" y="5279"/>
                      </a:cubicBezTo>
                      <a:cubicBezTo>
                        <a:pt x="14745" y="5113"/>
                        <a:pt x="14778" y="4879"/>
                        <a:pt x="14778" y="4679"/>
                      </a:cubicBezTo>
                      <a:cubicBezTo>
                        <a:pt x="14778" y="3512"/>
                        <a:pt x="14878" y="2311"/>
                        <a:pt x="14778" y="1143"/>
                      </a:cubicBezTo>
                      <a:cubicBezTo>
                        <a:pt x="14759" y="778"/>
                        <a:pt x="14574" y="701"/>
                        <a:pt x="14318" y="701"/>
                      </a:cubicBezTo>
                      <a:cubicBezTo>
                        <a:pt x="14130" y="701"/>
                        <a:pt x="13904" y="743"/>
                        <a:pt x="13677" y="743"/>
                      </a:cubicBezTo>
                      <a:cubicBezTo>
                        <a:pt x="13077" y="743"/>
                        <a:pt x="12443" y="676"/>
                        <a:pt x="11809" y="609"/>
                      </a:cubicBezTo>
                      <a:cubicBezTo>
                        <a:pt x="11109" y="543"/>
                        <a:pt x="10375" y="443"/>
                        <a:pt x="9674" y="276"/>
                      </a:cubicBezTo>
                      <a:cubicBezTo>
                        <a:pt x="9356" y="212"/>
                        <a:pt x="8903" y="0"/>
                        <a:pt x="8521" y="0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00" name="Google Shape;4000;p73"/>
                <p:cNvSpPr/>
                <p:nvPr/>
              </p:nvSpPr>
              <p:spPr>
                <a:xfrm>
                  <a:off x="7463516" y="3081606"/>
                  <a:ext cx="707" cy="1393"/>
                </a:xfrm>
                <a:custGeom>
                  <a:rect b="b" l="l" r="r" t="t"/>
                  <a:pathLst>
                    <a:path extrusionOk="0" h="67" w="34">
                      <a:moveTo>
                        <a:pt x="34" y="0"/>
                      </a:moveTo>
                      <a:lnTo>
                        <a:pt x="0" y="67"/>
                      </a:lnTo>
                      <a:cubicBezTo>
                        <a:pt x="34" y="67"/>
                        <a:pt x="34" y="33"/>
                        <a:pt x="34" y="0"/>
                      </a:cubicBezTo>
                      <a:close/>
                    </a:path>
                  </a:pathLst>
                </a:custGeom>
                <a:solidFill>
                  <a:srgbClr val="7A483A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01" name="Google Shape;4001;p73"/>
                <p:cNvSpPr/>
                <p:nvPr/>
              </p:nvSpPr>
              <p:spPr>
                <a:xfrm>
                  <a:off x="7488481" y="2716162"/>
                  <a:ext cx="1393" cy="6964"/>
                </a:xfrm>
                <a:custGeom>
                  <a:rect b="b" l="l" r="r" t="t"/>
                  <a:pathLst>
                    <a:path extrusionOk="0" h="335" w="67">
                      <a:moveTo>
                        <a:pt x="67" y="1"/>
                      </a:moveTo>
                      <a:lnTo>
                        <a:pt x="0" y="334"/>
                      </a:lnTo>
                      <a:lnTo>
                        <a:pt x="0" y="334"/>
                      </a:lnTo>
                      <a:close/>
                    </a:path>
                  </a:pathLst>
                </a:custGeom>
                <a:solidFill>
                  <a:srgbClr val="7A483A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02" name="Google Shape;4002;p73"/>
                <p:cNvSpPr/>
                <p:nvPr/>
              </p:nvSpPr>
              <p:spPr>
                <a:xfrm>
                  <a:off x="7338687" y="2635673"/>
                  <a:ext cx="184926" cy="266350"/>
                </a:xfrm>
                <a:custGeom>
                  <a:rect b="b" l="l" r="r" t="t"/>
                  <a:pathLst>
                    <a:path extrusionOk="0" h="12813" w="8896">
                      <a:moveTo>
                        <a:pt x="5812" y="1"/>
                      </a:moveTo>
                      <a:cubicBezTo>
                        <a:pt x="5195" y="1"/>
                        <a:pt x="4561" y="206"/>
                        <a:pt x="4004" y="671"/>
                      </a:cubicBezTo>
                      <a:cubicBezTo>
                        <a:pt x="3603" y="971"/>
                        <a:pt x="3270" y="1304"/>
                        <a:pt x="2970" y="1671"/>
                      </a:cubicBezTo>
                      <a:cubicBezTo>
                        <a:pt x="2436" y="2305"/>
                        <a:pt x="2036" y="3006"/>
                        <a:pt x="1735" y="3773"/>
                      </a:cubicBezTo>
                      <a:cubicBezTo>
                        <a:pt x="1035" y="5541"/>
                        <a:pt x="401" y="8543"/>
                        <a:pt x="1" y="10378"/>
                      </a:cubicBezTo>
                      <a:cubicBezTo>
                        <a:pt x="1836" y="11678"/>
                        <a:pt x="4171" y="11845"/>
                        <a:pt x="6172" y="12813"/>
                      </a:cubicBezTo>
                      <a:cubicBezTo>
                        <a:pt x="7540" y="10378"/>
                        <a:pt x="7840" y="7709"/>
                        <a:pt x="8307" y="5007"/>
                      </a:cubicBezTo>
                      <a:cubicBezTo>
                        <a:pt x="8407" y="4440"/>
                        <a:pt x="8507" y="3840"/>
                        <a:pt x="8607" y="3239"/>
                      </a:cubicBezTo>
                      <a:cubicBezTo>
                        <a:pt x="8896" y="1385"/>
                        <a:pt x="7413" y="1"/>
                        <a:pt x="581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03" name="Google Shape;4003;p73"/>
                <p:cNvSpPr/>
                <p:nvPr/>
              </p:nvSpPr>
              <p:spPr>
                <a:xfrm>
                  <a:off x="6934432" y="3177499"/>
                  <a:ext cx="680271" cy="790985"/>
                </a:xfrm>
                <a:custGeom>
                  <a:rect b="b" l="l" r="r" t="t"/>
                  <a:pathLst>
                    <a:path extrusionOk="0" h="38051" w="32725">
                      <a:moveTo>
                        <a:pt x="29486" y="1"/>
                      </a:moveTo>
                      <a:cubicBezTo>
                        <a:pt x="29260" y="1"/>
                        <a:pt x="29013" y="67"/>
                        <a:pt x="28788" y="124"/>
                      </a:cubicBezTo>
                      <a:cubicBezTo>
                        <a:pt x="24151" y="1492"/>
                        <a:pt x="19515" y="2859"/>
                        <a:pt x="15078" y="4761"/>
                      </a:cubicBezTo>
                      <a:cubicBezTo>
                        <a:pt x="11009" y="6462"/>
                        <a:pt x="7106" y="8030"/>
                        <a:pt x="4104" y="11365"/>
                      </a:cubicBezTo>
                      <a:cubicBezTo>
                        <a:pt x="1" y="15935"/>
                        <a:pt x="3403" y="22707"/>
                        <a:pt x="5238" y="27443"/>
                      </a:cubicBezTo>
                      <a:cubicBezTo>
                        <a:pt x="6505" y="30746"/>
                        <a:pt x="11042" y="34749"/>
                        <a:pt x="12309" y="38051"/>
                      </a:cubicBezTo>
                      <a:cubicBezTo>
                        <a:pt x="12243" y="37884"/>
                        <a:pt x="20949" y="33915"/>
                        <a:pt x="21383" y="33715"/>
                      </a:cubicBezTo>
                      <a:cubicBezTo>
                        <a:pt x="21816" y="33481"/>
                        <a:pt x="18847" y="26943"/>
                        <a:pt x="18714" y="26176"/>
                      </a:cubicBezTo>
                      <a:cubicBezTo>
                        <a:pt x="18280" y="23441"/>
                        <a:pt x="15245" y="21939"/>
                        <a:pt x="14678" y="19238"/>
                      </a:cubicBezTo>
                      <a:cubicBezTo>
                        <a:pt x="14444" y="18170"/>
                        <a:pt x="14244" y="16802"/>
                        <a:pt x="13977" y="15335"/>
                      </a:cubicBezTo>
                      <a:cubicBezTo>
                        <a:pt x="14811" y="15168"/>
                        <a:pt x="15645" y="15035"/>
                        <a:pt x="16479" y="15001"/>
                      </a:cubicBezTo>
                      <a:cubicBezTo>
                        <a:pt x="17249" y="14967"/>
                        <a:pt x="18021" y="14954"/>
                        <a:pt x="18795" y="14954"/>
                      </a:cubicBezTo>
                      <a:cubicBezTo>
                        <a:pt x="21459" y="14954"/>
                        <a:pt x="24143" y="15110"/>
                        <a:pt x="26800" y="15110"/>
                      </a:cubicBezTo>
                      <a:cubicBezTo>
                        <a:pt x="27152" y="15110"/>
                        <a:pt x="27503" y="15107"/>
                        <a:pt x="27854" y="15101"/>
                      </a:cubicBezTo>
                      <a:lnTo>
                        <a:pt x="28054" y="15101"/>
                      </a:lnTo>
                      <a:cubicBezTo>
                        <a:pt x="30723" y="15035"/>
                        <a:pt x="32724" y="12166"/>
                        <a:pt x="32524" y="8630"/>
                      </a:cubicBezTo>
                      <a:cubicBezTo>
                        <a:pt x="32457" y="7329"/>
                        <a:pt x="31923" y="6328"/>
                        <a:pt x="31523" y="5161"/>
                      </a:cubicBezTo>
                      <a:cubicBezTo>
                        <a:pt x="31023" y="3760"/>
                        <a:pt x="30723" y="2292"/>
                        <a:pt x="30356" y="891"/>
                      </a:cubicBezTo>
                      <a:cubicBezTo>
                        <a:pt x="30256" y="624"/>
                        <a:pt x="30189" y="324"/>
                        <a:pt x="29955" y="157"/>
                      </a:cubicBezTo>
                      <a:cubicBezTo>
                        <a:pt x="29824" y="41"/>
                        <a:pt x="29662" y="1"/>
                        <a:pt x="2948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04" name="Google Shape;4004;p73"/>
                <p:cNvSpPr/>
                <p:nvPr/>
              </p:nvSpPr>
              <p:spPr>
                <a:xfrm>
                  <a:off x="7094621" y="3100232"/>
                  <a:ext cx="746812" cy="887086"/>
                </a:xfrm>
                <a:custGeom>
                  <a:rect b="b" l="l" r="r" t="t"/>
                  <a:pathLst>
                    <a:path extrusionOk="0" h="42674" w="35926">
                      <a:moveTo>
                        <a:pt x="30134" y="1"/>
                      </a:moveTo>
                      <a:cubicBezTo>
                        <a:pt x="29274" y="1"/>
                        <a:pt x="28405" y="182"/>
                        <a:pt x="27620" y="505"/>
                      </a:cubicBezTo>
                      <a:cubicBezTo>
                        <a:pt x="25919" y="1206"/>
                        <a:pt x="24484" y="2473"/>
                        <a:pt x="23150" y="3774"/>
                      </a:cubicBezTo>
                      <a:cubicBezTo>
                        <a:pt x="21382" y="5475"/>
                        <a:pt x="19814" y="6810"/>
                        <a:pt x="17679" y="7944"/>
                      </a:cubicBezTo>
                      <a:cubicBezTo>
                        <a:pt x="16178" y="8711"/>
                        <a:pt x="14677" y="9412"/>
                        <a:pt x="13176" y="10145"/>
                      </a:cubicBezTo>
                      <a:cubicBezTo>
                        <a:pt x="11375" y="11046"/>
                        <a:pt x="8740" y="12047"/>
                        <a:pt x="6638" y="13381"/>
                      </a:cubicBezTo>
                      <a:cubicBezTo>
                        <a:pt x="5437" y="13615"/>
                        <a:pt x="4403" y="13981"/>
                        <a:pt x="3403" y="15116"/>
                      </a:cubicBezTo>
                      <a:cubicBezTo>
                        <a:pt x="3269" y="15249"/>
                        <a:pt x="3169" y="15416"/>
                        <a:pt x="3036" y="15549"/>
                      </a:cubicBezTo>
                      <a:cubicBezTo>
                        <a:pt x="2035" y="16884"/>
                        <a:pt x="1468" y="18551"/>
                        <a:pt x="1101" y="20219"/>
                      </a:cubicBezTo>
                      <a:cubicBezTo>
                        <a:pt x="434" y="23155"/>
                        <a:pt x="300" y="26224"/>
                        <a:pt x="167" y="29226"/>
                      </a:cubicBezTo>
                      <a:cubicBezTo>
                        <a:pt x="0" y="33762"/>
                        <a:pt x="334" y="37432"/>
                        <a:pt x="934" y="42469"/>
                      </a:cubicBezTo>
                      <a:cubicBezTo>
                        <a:pt x="2313" y="42626"/>
                        <a:pt x="3695" y="42673"/>
                        <a:pt x="5081" y="42673"/>
                      </a:cubicBezTo>
                      <a:cubicBezTo>
                        <a:pt x="7211" y="42673"/>
                        <a:pt x="9347" y="42561"/>
                        <a:pt x="11483" y="42561"/>
                      </a:cubicBezTo>
                      <a:cubicBezTo>
                        <a:pt x="11792" y="42561"/>
                        <a:pt x="12100" y="42563"/>
                        <a:pt x="12409" y="42569"/>
                      </a:cubicBezTo>
                      <a:cubicBezTo>
                        <a:pt x="13043" y="39833"/>
                        <a:pt x="12709" y="36798"/>
                        <a:pt x="12843" y="34029"/>
                      </a:cubicBezTo>
                      <a:cubicBezTo>
                        <a:pt x="12909" y="32295"/>
                        <a:pt x="12909" y="30560"/>
                        <a:pt x="12943" y="28825"/>
                      </a:cubicBezTo>
                      <a:cubicBezTo>
                        <a:pt x="12943" y="28058"/>
                        <a:pt x="12976" y="27291"/>
                        <a:pt x="12943" y="26490"/>
                      </a:cubicBezTo>
                      <a:cubicBezTo>
                        <a:pt x="12909" y="25890"/>
                        <a:pt x="12743" y="24989"/>
                        <a:pt x="13143" y="24456"/>
                      </a:cubicBezTo>
                      <a:cubicBezTo>
                        <a:pt x="13310" y="24289"/>
                        <a:pt x="13476" y="24155"/>
                        <a:pt x="13677" y="24055"/>
                      </a:cubicBezTo>
                      <a:cubicBezTo>
                        <a:pt x="14544" y="23588"/>
                        <a:pt x="15478" y="23255"/>
                        <a:pt x="16445" y="22955"/>
                      </a:cubicBezTo>
                      <a:cubicBezTo>
                        <a:pt x="17646" y="22588"/>
                        <a:pt x="18880" y="22254"/>
                        <a:pt x="20148" y="21954"/>
                      </a:cubicBezTo>
                      <a:cubicBezTo>
                        <a:pt x="21315" y="21654"/>
                        <a:pt x="22750" y="21587"/>
                        <a:pt x="23884" y="21120"/>
                      </a:cubicBezTo>
                      <a:cubicBezTo>
                        <a:pt x="26152" y="20186"/>
                        <a:pt x="28487" y="19452"/>
                        <a:pt x="30822" y="18685"/>
                      </a:cubicBezTo>
                      <a:cubicBezTo>
                        <a:pt x="35559" y="17084"/>
                        <a:pt x="35926" y="11713"/>
                        <a:pt x="35659" y="7477"/>
                      </a:cubicBezTo>
                      <a:cubicBezTo>
                        <a:pt x="35492" y="5008"/>
                        <a:pt x="35025" y="2206"/>
                        <a:pt x="32957" y="805"/>
                      </a:cubicBezTo>
                      <a:cubicBezTo>
                        <a:pt x="32130" y="248"/>
                        <a:pt x="31139" y="1"/>
                        <a:pt x="3013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05" name="Google Shape;4005;p73"/>
                <p:cNvSpPr/>
                <p:nvPr/>
              </p:nvSpPr>
              <p:spPr>
                <a:xfrm>
                  <a:off x="7390697" y="2618211"/>
                  <a:ext cx="465307" cy="657197"/>
                </a:xfrm>
                <a:custGeom>
                  <a:rect b="b" l="l" r="r" t="t"/>
                  <a:pathLst>
                    <a:path extrusionOk="0" h="31615" w="22384">
                      <a:moveTo>
                        <a:pt x="6775" y="1"/>
                      </a:moveTo>
                      <a:cubicBezTo>
                        <a:pt x="4890" y="1"/>
                        <a:pt x="3051" y="633"/>
                        <a:pt x="1802" y="2178"/>
                      </a:cubicBezTo>
                      <a:lnTo>
                        <a:pt x="1769" y="2178"/>
                      </a:lnTo>
                      <a:cubicBezTo>
                        <a:pt x="1335" y="2711"/>
                        <a:pt x="968" y="3312"/>
                        <a:pt x="668" y="3946"/>
                      </a:cubicBezTo>
                      <a:cubicBezTo>
                        <a:pt x="1" y="5413"/>
                        <a:pt x="1" y="7248"/>
                        <a:pt x="201" y="8816"/>
                      </a:cubicBezTo>
                      <a:cubicBezTo>
                        <a:pt x="401" y="10584"/>
                        <a:pt x="735" y="12318"/>
                        <a:pt x="1101" y="14053"/>
                      </a:cubicBezTo>
                      <a:cubicBezTo>
                        <a:pt x="1402" y="15487"/>
                        <a:pt x="1468" y="16788"/>
                        <a:pt x="1669" y="18223"/>
                      </a:cubicBezTo>
                      <a:cubicBezTo>
                        <a:pt x="1869" y="19924"/>
                        <a:pt x="1969" y="21625"/>
                        <a:pt x="1869" y="23326"/>
                      </a:cubicBezTo>
                      <a:cubicBezTo>
                        <a:pt x="1769" y="24660"/>
                        <a:pt x="735" y="27362"/>
                        <a:pt x="2102" y="28330"/>
                      </a:cubicBezTo>
                      <a:cubicBezTo>
                        <a:pt x="2803" y="28864"/>
                        <a:pt x="4471" y="28730"/>
                        <a:pt x="5338" y="28897"/>
                      </a:cubicBezTo>
                      <a:cubicBezTo>
                        <a:pt x="6439" y="29064"/>
                        <a:pt x="7506" y="29297"/>
                        <a:pt x="8607" y="29564"/>
                      </a:cubicBezTo>
                      <a:cubicBezTo>
                        <a:pt x="12439" y="30444"/>
                        <a:pt x="16344" y="31614"/>
                        <a:pt x="20301" y="31614"/>
                      </a:cubicBezTo>
                      <a:cubicBezTo>
                        <a:pt x="20994" y="31614"/>
                        <a:pt x="21688" y="31578"/>
                        <a:pt x="22383" y="31499"/>
                      </a:cubicBezTo>
                      <a:cubicBezTo>
                        <a:pt x="21583" y="30198"/>
                        <a:pt x="21983" y="28530"/>
                        <a:pt x="21783" y="27096"/>
                      </a:cubicBezTo>
                      <a:cubicBezTo>
                        <a:pt x="21549" y="25461"/>
                        <a:pt x="20682" y="23893"/>
                        <a:pt x="20282" y="22292"/>
                      </a:cubicBezTo>
                      <a:cubicBezTo>
                        <a:pt x="20115" y="21592"/>
                        <a:pt x="19948" y="20891"/>
                        <a:pt x="19715" y="20257"/>
                      </a:cubicBezTo>
                      <a:cubicBezTo>
                        <a:pt x="18714" y="17655"/>
                        <a:pt x="17780" y="15187"/>
                        <a:pt x="17080" y="12452"/>
                      </a:cubicBezTo>
                      <a:cubicBezTo>
                        <a:pt x="16679" y="10917"/>
                        <a:pt x="16846" y="9450"/>
                        <a:pt x="16279" y="7949"/>
                      </a:cubicBezTo>
                      <a:cubicBezTo>
                        <a:pt x="15045" y="4613"/>
                        <a:pt x="13444" y="1844"/>
                        <a:pt x="9974" y="577"/>
                      </a:cubicBezTo>
                      <a:cubicBezTo>
                        <a:pt x="8962" y="211"/>
                        <a:pt x="7861" y="1"/>
                        <a:pt x="6775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06" name="Google Shape;4006;p73"/>
                <p:cNvSpPr/>
                <p:nvPr/>
              </p:nvSpPr>
              <p:spPr>
                <a:xfrm>
                  <a:off x="7384461" y="2418215"/>
                  <a:ext cx="159502" cy="250136"/>
                </a:xfrm>
                <a:custGeom>
                  <a:rect b="b" l="l" r="r" t="t"/>
                  <a:pathLst>
                    <a:path extrusionOk="0" h="12033" w="7673">
                      <a:moveTo>
                        <a:pt x="4273" y="1"/>
                      </a:moveTo>
                      <a:cubicBezTo>
                        <a:pt x="3564" y="1"/>
                        <a:pt x="2853" y="104"/>
                        <a:pt x="2202" y="391"/>
                      </a:cubicBezTo>
                      <a:cubicBezTo>
                        <a:pt x="1635" y="657"/>
                        <a:pt x="1135" y="1058"/>
                        <a:pt x="834" y="1591"/>
                      </a:cubicBezTo>
                      <a:cubicBezTo>
                        <a:pt x="467" y="2158"/>
                        <a:pt x="467" y="2826"/>
                        <a:pt x="334" y="3459"/>
                      </a:cubicBezTo>
                      <a:cubicBezTo>
                        <a:pt x="101" y="4527"/>
                        <a:pt x="0" y="5628"/>
                        <a:pt x="301" y="6695"/>
                      </a:cubicBezTo>
                      <a:cubicBezTo>
                        <a:pt x="434" y="7095"/>
                        <a:pt x="634" y="7496"/>
                        <a:pt x="934" y="7763"/>
                      </a:cubicBezTo>
                      <a:cubicBezTo>
                        <a:pt x="1268" y="8063"/>
                        <a:pt x="1668" y="8029"/>
                        <a:pt x="1702" y="8530"/>
                      </a:cubicBezTo>
                      <a:lnTo>
                        <a:pt x="1702" y="8563"/>
                      </a:lnTo>
                      <a:cubicBezTo>
                        <a:pt x="1802" y="9497"/>
                        <a:pt x="1969" y="10364"/>
                        <a:pt x="1702" y="11265"/>
                      </a:cubicBezTo>
                      <a:cubicBezTo>
                        <a:pt x="2202" y="11665"/>
                        <a:pt x="2802" y="11999"/>
                        <a:pt x="3470" y="12032"/>
                      </a:cubicBezTo>
                      <a:cubicBezTo>
                        <a:pt x="4137" y="12032"/>
                        <a:pt x="4837" y="11832"/>
                        <a:pt x="5404" y="11499"/>
                      </a:cubicBezTo>
                      <a:cubicBezTo>
                        <a:pt x="6071" y="11065"/>
                        <a:pt x="6505" y="10364"/>
                        <a:pt x="6872" y="9597"/>
                      </a:cubicBezTo>
                      <a:cubicBezTo>
                        <a:pt x="6839" y="9530"/>
                        <a:pt x="6805" y="9464"/>
                        <a:pt x="6805" y="9364"/>
                      </a:cubicBezTo>
                      <a:cubicBezTo>
                        <a:pt x="6672" y="8763"/>
                        <a:pt x="6538" y="8163"/>
                        <a:pt x="6472" y="7562"/>
                      </a:cubicBezTo>
                      <a:cubicBezTo>
                        <a:pt x="6438" y="7129"/>
                        <a:pt x="6238" y="6428"/>
                        <a:pt x="6438" y="5995"/>
                      </a:cubicBezTo>
                      <a:cubicBezTo>
                        <a:pt x="6505" y="5828"/>
                        <a:pt x="6639" y="5694"/>
                        <a:pt x="6705" y="5528"/>
                      </a:cubicBezTo>
                      <a:cubicBezTo>
                        <a:pt x="6905" y="5161"/>
                        <a:pt x="7072" y="4827"/>
                        <a:pt x="7206" y="4427"/>
                      </a:cubicBezTo>
                      <a:cubicBezTo>
                        <a:pt x="7506" y="3726"/>
                        <a:pt x="7673" y="2959"/>
                        <a:pt x="7639" y="2192"/>
                      </a:cubicBezTo>
                      <a:cubicBezTo>
                        <a:pt x="7639" y="1925"/>
                        <a:pt x="7606" y="1491"/>
                        <a:pt x="7472" y="1258"/>
                      </a:cubicBezTo>
                      <a:cubicBezTo>
                        <a:pt x="7339" y="1058"/>
                        <a:pt x="7239" y="891"/>
                        <a:pt x="7106" y="724"/>
                      </a:cubicBezTo>
                      <a:cubicBezTo>
                        <a:pt x="6572" y="190"/>
                        <a:pt x="5571" y="90"/>
                        <a:pt x="4871" y="24"/>
                      </a:cubicBezTo>
                      <a:cubicBezTo>
                        <a:pt x="4673" y="9"/>
                        <a:pt x="4473" y="1"/>
                        <a:pt x="4273" y="1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07" name="Google Shape;4007;p73"/>
                <p:cNvSpPr/>
                <p:nvPr/>
              </p:nvSpPr>
              <p:spPr>
                <a:xfrm>
                  <a:off x="7380989" y="2392230"/>
                  <a:ext cx="174075" cy="153994"/>
                </a:xfrm>
                <a:custGeom>
                  <a:rect b="b" l="l" r="r" t="t"/>
                  <a:pathLst>
                    <a:path extrusionOk="0" h="7408" w="8374">
                      <a:moveTo>
                        <a:pt x="1490" y="1"/>
                      </a:moveTo>
                      <a:cubicBezTo>
                        <a:pt x="1161" y="1"/>
                        <a:pt x="844" y="130"/>
                        <a:pt x="634" y="340"/>
                      </a:cubicBezTo>
                      <a:cubicBezTo>
                        <a:pt x="234" y="707"/>
                        <a:pt x="1" y="1240"/>
                        <a:pt x="67" y="1774"/>
                      </a:cubicBezTo>
                      <a:cubicBezTo>
                        <a:pt x="134" y="2308"/>
                        <a:pt x="468" y="2808"/>
                        <a:pt x="935" y="3042"/>
                      </a:cubicBezTo>
                      <a:cubicBezTo>
                        <a:pt x="1268" y="3219"/>
                        <a:pt x="1631" y="3264"/>
                        <a:pt x="2005" y="3264"/>
                      </a:cubicBezTo>
                      <a:cubicBezTo>
                        <a:pt x="2191" y="3264"/>
                        <a:pt x="2380" y="3253"/>
                        <a:pt x="2569" y="3242"/>
                      </a:cubicBezTo>
                      <a:cubicBezTo>
                        <a:pt x="2934" y="3219"/>
                        <a:pt x="3314" y="3165"/>
                        <a:pt x="3688" y="3165"/>
                      </a:cubicBezTo>
                      <a:cubicBezTo>
                        <a:pt x="3862" y="3165"/>
                        <a:pt x="4035" y="3177"/>
                        <a:pt x="4204" y="3208"/>
                      </a:cubicBezTo>
                      <a:cubicBezTo>
                        <a:pt x="4604" y="3308"/>
                        <a:pt x="5238" y="3575"/>
                        <a:pt x="5338" y="4009"/>
                      </a:cubicBezTo>
                      <a:cubicBezTo>
                        <a:pt x="5405" y="4376"/>
                        <a:pt x="5038" y="4643"/>
                        <a:pt x="5138" y="5043"/>
                      </a:cubicBezTo>
                      <a:cubicBezTo>
                        <a:pt x="5197" y="5162"/>
                        <a:pt x="5310" y="5282"/>
                        <a:pt x="5453" y="5282"/>
                      </a:cubicBezTo>
                      <a:cubicBezTo>
                        <a:pt x="5470" y="5282"/>
                        <a:pt x="5487" y="5280"/>
                        <a:pt x="5505" y="5277"/>
                      </a:cubicBezTo>
                      <a:cubicBezTo>
                        <a:pt x="5580" y="5201"/>
                        <a:pt x="5899" y="4826"/>
                        <a:pt x="6068" y="4826"/>
                      </a:cubicBezTo>
                      <a:cubicBezTo>
                        <a:pt x="6124" y="4826"/>
                        <a:pt x="6163" y="4868"/>
                        <a:pt x="6172" y="4976"/>
                      </a:cubicBezTo>
                      <a:cubicBezTo>
                        <a:pt x="6205" y="5176"/>
                        <a:pt x="6005" y="5510"/>
                        <a:pt x="5938" y="5710"/>
                      </a:cubicBezTo>
                      <a:cubicBezTo>
                        <a:pt x="5838" y="6077"/>
                        <a:pt x="5805" y="6444"/>
                        <a:pt x="5938" y="6811"/>
                      </a:cubicBezTo>
                      <a:cubicBezTo>
                        <a:pt x="6042" y="7069"/>
                        <a:pt x="6265" y="7408"/>
                        <a:pt x="6562" y="7408"/>
                      </a:cubicBezTo>
                      <a:cubicBezTo>
                        <a:pt x="6648" y="7408"/>
                        <a:pt x="6741" y="7379"/>
                        <a:pt x="6839" y="7311"/>
                      </a:cubicBezTo>
                      <a:cubicBezTo>
                        <a:pt x="7106" y="7078"/>
                        <a:pt x="7039" y="6644"/>
                        <a:pt x="7239" y="6311"/>
                      </a:cubicBezTo>
                      <a:cubicBezTo>
                        <a:pt x="7406" y="6044"/>
                        <a:pt x="7573" y="5777"/>
                        <a:pt x="7740" y="5510"/>
                      </a:cubicBezTo>
                      <a:cubicBezTo>
                        <a:pt x="8006" y="4976"/>
                        <a:pt x="8240" y="4409"/>
                        <a:pt x="8307" y="3709"/>
                      </a:cubicBezTo>
                      <a:cubicBezTo>
                        <a:pt x="8373" y="2908"/>
                        <a:pt x="8173" y="2074"/>
                        <a:pt x="7639" y="1474"/>
                      </a:cubicBezTo>
                      <a:cubicBezTo>
                        <a:pt x="7306" y="1140"/>
                        <a:pt x="6906" y="907"/>
                        <a:pt x="6472" y="740"/>
                      </a:cubicBezTo>
                      <a:cubicBezTo>
                        <a:pt x="5761" y="424"/>
                        <a:pt x="4989" y="274"/>
                        <a:pt x="4219" y="274"/>
                      </a:cubicBezTo>
                      <a:cubicBezTo>
                        <a:pt x="4013" y="274"/>
                        <a:pt x="3807" y="285"/>
                        <a:pt x="3603" y="306"/>
                      </a:cubicBezTo>
                      <a:cubicBezTo>
                        <a:pt x="3371" y="348"/>
                        <a:pt x="3126" y="391"/>
                        <a:pt x="2884" y="391"/>
                      </a:cubicBezTo>
                      <a:cubicBezTo>
                        <a:pt x="2743" y="391"/>
                        <a:pt x="2604" y="376"/>
                        <a:pt x="2469" y="340"/>
                      </a:cubicBezTo>
                      <a:cubicBezTo>
                        <a:pt x="2169" y="240"/>
                        <a:pt x="1902" y="73"/>
                        <a:pt x="1602" y="6"/>
                      </a:cubicBezTo>
                      <a:cubicBezTo>
                        <a:pt x="1564" y="3"/>
                        <a:pt x="1527" y="1"/>
                        <a:pt x="149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08" name="Google Shape;4008;p73"/>
                <p:cNvSpPr/>
                <p:nvPr/>
              </p:nvSpPr>
              <p:spPr>
                <a:xfrm>
                  <a:off x="7229137" y="2754889"/>
                  <a:ext cx="479859" cy="421758"/>
                </a:xfrm>
                <a:custGeom>
                  <a:rect b="b" l="l" r="r" t="t"/>
                  <a:pathLst>
                    <a:path extrusionOk="0" h="20289" w="23084">
                      <a:moveTo>
                        <a:pt x="19621" y="0"/>
                      </a:moveTo>
                      <a:cubicBezTo>
                        <a:pt x="18743" y="0"/>
                        <a:pt x="17878" y="454"/>
                        <a:pt x="17279" y="1107"/>
                      </a:cubicBezTo>
                      <a:cubicBezTo>
                        <a:pt x="16546" y="1907"/>
                        <a:pt x="16112" y="2941"/>
                        <a:pt x="15845" y="4009"/>
                      </a:cubicBezTo>
                      <a:cubicBezTo>
                        <a:pt x="14878" y="7411"/>
                        <a:pt x="14944" y="11014"/>
                        <a:pt x="15011" y="14550"/>
                      </a:cubicBezTo>
                      <a:cubicBezTo>
                        <a:pt x="14807" y="14515"/>
                        <a:pt x="14589" y="14499"/>
                        <a:pt x="14362" y="14499"/>
                      </a:cubicBezTo>
                      <a:cubicBezTo>
                        <a:pt x="12404" y="14499"/>
                        <a:pt x="9706" y="15683"/>
                        <a:pt x="7973" y="16251"/>
                      </a:cubicBezTo>
                      <a:cubicBezTo>
                        <a:pt x="5238" y="17151"/>
                        <a:pt x="2569" y="18252"/>
                        <a:pt x="0" y="19553"/>
                      </a:cubicBezTo>
                      <a:cubicBezTo>
                        <a:pt x="0" y="19953"/>
                        <a:pt x="501" y="20054"/>
                        <a:pt x="901" y="20054"/>
                      </a:cubicBezTo>
                      <a:cubicBezTo>
                        <a:pt x="3606" y="20148"/>
                        <a:pt x="6385" y="20288"/>
                        <a:pt x="9161" y="20288"/>
                      </a:cubicBezTo>
                      <a:cubicBezTo>
                        <a:pt x="12240" y="20288"/>
                        <a:pt x="15316" y="20116"/>
                        <a:pt x="18280" y="19520"/>
                      </a:cubicBezTo>
                      <a:cubicBezTo>
                        <a:pt x="19047" y="19353"/>
                        <a:pt x="19514" y="18619"/>
                        <a:pt x="19881" y="17952"/>
                      </a:cubicBezTo>
                      <a:cubicBezTo>
                        <a:pt x="20115" y="17518"/>
                        <a:pt x="20348" y="17051"/>
                        <a:pt x="20548" y="16584"/>
                      </a:cubicBezTo>
                      <a:cubicBezTo>
                        <a:pt x="21583" y="14316"/>
                        <a:pt x="22250" y="11881"/>
                        <a:pt x="22517" y="9413"/>
                      </a:cubicBezTo>
                      <a:cubicBezTo>
                        <a:pt x="22783" y="7178"/>
                        <a:pt x="23084" y="4209"/>
                        <a:pt x="22250" y="2107"/>
                      </a:cubicBezTo>
                      <a:cubicBezTo>
                        <a:pt x="21916" y="1173"/>
                        <a:pt x="21182" y="306"/>
                        <a:pt x="20215" y="73"/>
                      </a:cubicBezTo>
                      <a:cubicBezTo>
                        <a:pt x="20018" y="23"/>
                        <a:pt x="19819" y="0"/>
                        <a:pt x="19621" y="0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09" name="Google Shape;4009;p73"/>
                <p:cNvSpPr/>
                <p:nvPr/>
              </p:nvSpPr>
              <p:spPr>
                <a:xfrm>
                  <a:off x="7516212" y="2648208"/>
                  <a:ext cx="204528" cy="301668"/>
                </a:xfrm>
                <a:custGeom>
                  <a:rect b="b" l="l" r="r" t="t"/>
                  <a:pathLst>
                    <a:path extrusionOk="0" h="14512" w="9839">
                      <a:moveTo>
                        <a:pt x="4470" y="1"/>
                      </a:moveTo>
                      <a:cubicBezTo>
                        <a:pt x="4037" y="34"/>
                        <a:pt x="3670" y="201"/>
                        <a:pt x="3369" y="501"/>
                      </a:cubicBezTo>
                      <a:cubicBezTo>
                        <a:pt x="3136" y="768"/>
                        <a:pt x="3036" y="1102"/>
                        <a:pt x="2902" y="1402"/>
                      </a:cubicBezTo>
                      <a:cubicBezTo>
                        <a:pt x="2302" y="3003"/>
                        <a:pt x="1735" y="4571"/>
                        <a:pt x="1401" y="6205"/>
                      </a:cubicBezTo>
                      <a:cubicBezTo>
                        <a:pt x="1401" y="6339"/>
                        <a:pt x="1368" y="6472"/>
                        <a:pt x="1335" y="6572"/>
                      </a:cubicBezTo>
                      <a:cubicBezTo>
                        <a:pt x="1201" y="7306"/>
                        <a:pt x="0" y="11209"/>
                        <a:pt x="367" y="11643"/>
                      </a:cubicBezTo>
                      <a:cubicBezTo>
                        <a:pt x="1034" y="12410"/>
                        <a:pt x="2068" y="12677"/>
                        <a:pt x="3036" y="12910"/>
                      </a:cubicBezTo>
                      <a:cubicBezTo>
                        <a:pt x="5237" y="13444"/>
                        <a:pt x="7472" y="13978"/>
                        <a:pt x="9707" y="14511"/>
                      </a:cubicBezTo>
                      <a:cubicBezTo>
                        <a:pt x="9708" y="14511"/>
                        <a:pt x="9709" y="14511"/>
                        <a:pt x="9709" y="14511"/>
                      </a:cubicBezTo>
                      <a:cubicBezTo>
                        <a:pt x="9839" y="14511"/>
                        <a:pt x="9607" y="10940"/>
                        <a:pt x="9607" y="10575"/>
                      </a:cubicBezTo>
                      <a:cubicBezTo>
                        <a:pt x="9574" y="8874"/>
                        <a:pt x="9674" y="7206"/>
                        <a:pt x="9440" y="5572"/>
                      </a:cubicBezTo>
                      <a:cubicBezTo>
                        <a:pt x="9340" y="4938"/>
                        <a:pt x="8973" y="4371"/>
                        <a:pt x="8540" y="3870"/>
                      </a:cubicBezTo>
                      <a:cubicBezTo>
                        <a:pt x="8506" y="3837"/>
                        <a:pt x="8473" y="3804"/>
                        <a:pt x="8473" y="3770"/>
                      </a:cubicBezTo>
                      <a:cubicBezTo>
                        <a:pt x="8406" y="3637"/>
                        <a:pt x="8340" y="3537"/>
                        <a:pt x="8240" y="3403"/>
                      </a:cubicBezTo>
                      <a:cubicBezTo>
                        <a:pt x="8240" y="3403"/>
                        <a:pt x="8206" y="3370"/>
                        <a:pt x="8206" y="3370"/>
                      </a:cubicBezTo>
                      <a:cubicBezTo>
                        <a:pt x="8173" y="3303"/>
                        <a:pt x="8139" y="3270"/>
                        <a:pt x="8073" y="3237"/>
                      </a:cubicBezTo>
                      <a:cubicBezTo>
                        <a:pt x="8006" y="3136"/>
                        <a:pt x="7906" y="3070"/>
                        <a:pt x="7806" y="2970"/>
                      </a:cubicBezTo>
                      <a:cubicBezTo>
                        <a:pt x="7778" y="2942"/>
                        <a:pt x="7751" y="2914"/>
                        <a:pt x="7704" y="2887"/>
                      </a:cubicBezTo>
                      <a:lnTo>
                        <a:pt x="7704" y="2887"/>
                      </a:lnTo>
                      <a:cubicBezTo>
                        <a:pt x="7696" y="2875"/>
                        <a:pt x="7606" y="2803"/>
                        <a:pt x="7606" y="2803"/>
                      </a:cubicBezTo>
                      <a:cubicBezTo>
                        <a:pt x="7172" y="2503"/>
                        <a:pt x="6738" y="2236"/>
                        <a:pt x="6338" y="1936"/>
                      </a:cubicBezTo>
                      <a:cubicBezTo>
                        <a:pt x="5638" y="1402"/>
                        <a:pt x="5037" y="701"/>
                        <a:pt x="447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10" name="Google Shape;4010;p73"/>
                <p:cNvSpPr/>
                <p:nvPr/>
              </p:nvSpPr>
              <p:spPr>
                <a:xfrm>
                  <a:off x="7493325" y="2491512"/>
                  <a:ext cx="34008" cy="46564"/>
                </a:xfrm>
                <a:custGeom>
                  <a:rect b="b" l="l" r="r" t="t"/>
                  <a:pathLst>
                    <a:path extrusionOk="0" h="2240" w="1636">
                      <a:moveTo>
                        <a:pt x="774" y="1"/>
                      </a:moveTo>
                      <a:cubicBezTo>
                        <a:pt x="708" y="1"/>
                        <a:pt x="639" y="11"/>
                        <a:pt x="568" y="33"/>
                      </a:cubicBezTo>
                      <a:cubicBezTo>
                        <a:pt x="301" y="134"/>
                        <a:pt x="101" y="367"/>
                        <a:pt x="1" y="601"/>
                      </a:cubicBezTo>
                      <a:lnTo>
                        <a:pt x="434" y="2235"/>
                      </a:lnTo>
                      <a:cubicBezTo>
                        <a:pt x="462" y="2238"/>
                        <a:pt x="491" y="2239"/>
                        <a:pt x="519" y="2239"/>
                      </a:cubicBezTo>
                      <a:cubicBezTo>
                        <a:pt x="829" y="2239"/>
                        <a:pt x="1152" y="2076"/>
                        <a:pt x="1335" y="1801"/>
                      </a:cubicBezTo>
                      <a:cubicBezTo>
                        <a:pt x="1568" y="1535"/>
                        <a:pt x="1635" y="1168"/>
                        <a:pt x="1568" y="834"/>
                      </a:cubicBezTo>
                      <a:cubicBezTo>
                        <a:pt x="1482" y="430"/>
                        <a:pt x="1195" y="1"/>
                        <a:pt x="774" y="1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11" name="Google Shape;4011;p73"/>
                <p:cNvSpPr/>
                <p:nvPr/>
              </p:nvSpPr>
              <p:spPr>
                <a:xfrm>
                  <a:off x="7526606" y="2747364"/>
                  <a:ext cx="27065" cy="151187"/>
                </a:xfrm>
                <a:custGeom>
                  <a:rect b="b" l="l" r="r" t="t"/>
                  <a:pathLst>
                    <a:path extrusionOk="0" h="7273" w="1302">
                      <a:moveTo>
                        <a:pt x="1302" y="1"/>
                      </a:moveTo>
                      <a:cubicBezTo>
                        <a:pt x="368" y="2303"/>
                        <a:pt x="1" y="4804"/>
                        <a:pt x="234" y="7273"/>
                      </a:cubicBezTo>
                      <a:lnTo>
                        <a:pt x="1302" y="1"/>
                      </a:lnTo>
                      <a:close/>
                    </a:path>
                  </a:pathLst>
                </a:custGeom>
                <a:solidFill>
                  <a:srgbClr val="5CC9BF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12" name="Google Shape;4012;p73"/>
                <p:cNvSpPr/>
                <p:nvPr/>
              </p:nvSpPr>
              <p:spPr>
                <a:xfrm>
                  <a:off x="7224979" y="3901216"/>
                  <a:ext cx="189312" cy="185861"/>
                </a:xfrm>
                <a:custGeom>
                  <a:rect b="b" l="l" r="r" t="t"/>
                  <a:pathLst>
                    <a:path extrusionOk="0" h="8941" w="9107">
                      <a:moveTo>
                        <a:pt x="5838" y="0"/>
                      </a:moveTo>
                      <a:cubicBezTo>
                        <a:pt x="3903" y="834"/>
                        <a:pt x="1935" y="1668"/>
                        <a:pt x="0" y="2536"/>
                      </a:cubicBezTo>
                      <a:cubicBezTo>
                        <a:pt x="868" y="3803"/>
                        <a:pt x="2035" y="5071"/>
                        <a:pt x="2702" y="6272"/>
                      </a:cubicBezTo>
                      <a:cubicBezTo>
                        <a:pt x="3002" y="6772"/>
                        <a:pt x="3303" y="7272"/>
                        <a:pt x="3570" y="7773"/>
                      </a:cubicBezTo>
                      <a:cubicBezTo>
                        <a:pt x="3736" y="8039"/>
                        <a:pt x="3870" y="8306"/>
                        <a:pt x="4137" y="8440"/>
                      </a:cubicBezTo>
                      <a:cubicBezTo>
                        <a:pt x="4437" y="8640"/>
                        <a:pt x="5004" y="8940"/>
                        <a:pt x="5371" y="8940"/>
                      </a:cubicBezTo>
                      <a:cubicBezTo>
                        <a:pt x="5804" y="8940"/>
                        <a:pt x="6171" y="8673"/>
                        <a:pt x="6505" y="8406"/>
                      </a:cubicBezTo>
                      <a:cubicBezTo>
                        <a:pt x="7039" y="7973"/>
                        <a:pt x="7572" y="7572"/>
                        <a:pt x="8106" y="7172"/>
                      </a:cubicBezTo>
                      <a:cubicBezTo>
                        <a:pt x="8506" y="6839"/>
                        <a:pt x="8973" y="6438"/>
                        <a:pt x="9040" y="5905"/>
                      </a:cubicBezTo>
                      <a:cubicBezTo>
                        <a:pt x="9107" y="5538"/>
                        <a:pt x="8940" y="5171"/>
                        <a:pt x="8773" y="4837"/>
                      </a:cubicBezTo>
                      <a:cubicBezTo>
                        <a:pt x="8506" y="4203"/>
                        <a:pt x="8206" y="3636"/>
                        <a:pt x="7839" y="3069"/>
                      </a:cubicBezTo>
                      <a:cubicBezTo>
                        <a:pt x="7372" y="2269"/>
                        <a:pt x="6839" y="1501"/>
                        <a:pt x="6305" y="668"/>
                      </a:cubicBezTo>
                      <a:cubicBezTo>
                        <a:pt x="6171" y="467"/>
                        <a:pt x="6005" y="234"/>
                        <a:pt x="5838" y="0"/>
                      </a:cubicBezTo>
                      <a:close/>
                    </a:path>
                  </a:pathLst>
                </a:custGeom>
                <a:solidFill>
                  <a:srgbClr val="F2A888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13" name="Google Shape;4013;p73"/>
                <p:cNvSpPr/>
                <p:nvPr/>
              </p:nvSpPr>
              <p:spPr>
                <a:xfrm>
                  <a:off x="7190306" y="3954598"/>
                  <a:ext cx="255894" cy="275476"/>
                </a:xfrm>
                <a:custGeom>
                  <a:rect b="b" l="l" r="r" t="t"/>
                  <a:pathLst>
                    <a:path extrusionOk="0" h="13252" w="12310">
                      <a:moveTo>
                        <a:pt x="9541" y="1"/>
                      </a:moveTo>
                      <a:cubicBezTo>
                        <a:pt x="7873" y="1268"/>
                        <a:pt x="5938" y="2236"/>
                        <a:pt x="4370" y="3637"/>
                      </a:cubicBezTo>
                      <a:cubicBezTo>
                        <a:pt x="4037" y="3937"/>
                        <a:pt x="3837" y="4204"/>
                        <a:pt x="4037" y="4638"/>
                      </a:cubicBezTo>
                      <a:cubicBezTo>
                        <a:pt x="4103" y="4771"/>
                        <a:pt x="4237" y="4804"/>
                        <a:pt x="4270" y="4971"/>
                      </a:cubicBezTo>
                      <a:cubicBezTo>
                        <a:pt x="4304" y="5205"/>
                        <a:pt x="4170" y="5605"/>
                        <a:pt x="4103" y="5805"/>
                      </a:cubicBezTo>
                      <a:cubicBezTo>
                        <a:pt x="3870" y="6439"/>
                        <a:pt x="3436" y="6939"/>
                        <a:pt x="3036" y="7440"/>
                      </a:cubicBezTo>
                      <a:cubicBezTo>
                        <a:pt x="2369" y="8240"/>
                        <a:pt x="1702" y="9041"/>
                        <a:pt x="1035" y="9875"/>
                      </a:cubicBezTo>
                      <a:cubicBezTo>
                        <a:pt x="467" y="10608"/>
                        <a:pt x="0" y="11276"/>
                        <a:pt x="34" y="12243"/>
                      </a:cubicBezTo>
                      <a:cubicBezTo>
                        <a:pt x="67" y="12510"/>
                        <a:pt x="101" y="12810"/>
                        <a:pt x="301" y="13010"/>
                      </a:cubicBezTo>
                      <a:cubicBezTo>
                        <a:pt x="468" y="13178"/>
                        <a:pt x="706" y="13252"/>
                        <a:pt x="936" y="13252"/>
                      </a:cubicBezTo>
                      <a:cubicBezTo>
                        <a:pt x="980" y="13252"/>
                        <a:pt x="1025" y="13249"/>
                        <a:pt x="1068" y="13244"/>
                      </a:cubicBezTo>
                      <a:lnTo>
                        <a:pt x="1101" y="13244"/>
                      </a:lnTo>
                      <a:cubicBezTo>
                        <a:pt x="1969" y="12643"/>
                        <a:pt x="2903" y="12076"/>
                        <a:pt x="3803" y="11509"/>
                      </a:cubicBezTo>
                      <a:cubicBezTo>
                        <a:pt x="5604" y="10308"/>
                        <a:pt x="7206" y="8907"/>
                        <a:pt x="8840" y="7506"/>
                      </a:cubicBezTo>
                      <a:cubicBezTo>
                        <a:pt x="9541" y="6872"/>
                        <a:pt x="10274" y="6272"/>
                        <a:pt x="11008" y="5638"/>
                      </a:cubicBezTo>
                      <a:cubicBezTo>
                        <a:pt x="11342" y="5338"/>
                        <a:pt x="12109" y="4971"/>
                        <a:pt x="12176" y="4471"/>
                      </a:cubicBezTo>
                      <a:cubicBezTo>
                        <a:pt x="12309" y="3770"/>
                        <a:pt x="11475" y="2803"/>
                        <a:pt x="11142" y="2269"/>
                      </a:cubicBezTo>
                      <a:cubicBezTo>
                        <a:pt x="10641" y="1502"/>
                        <a:pt x="10108" y="768"/>
                        <a:pt x="9541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14" name="Google Shape;4014;p73"/>
                <p:cNvSpPr/>
                <p:nvPr/>
              </p:nvSpPr>
              <p:spPr>
                <a:xfrm>
                  <a:off x="7188227" y="3885875"/>
                  <a:ext cx="178024" cy="82610"/>
                </a:xfrm>
                <a:custGeom>
                  <a:rect b="b" l="l" r="r" t="t"/>
                  <a:pathLst>
                    <a:path extrusionOk="0" h="3974" w="8564">
                      <a:moveTo>
                        <a:pt x="8369" y="1"/>
                      </a:moveTo>
                      <a:cubicBezTo>
                        <a:pt x="8360" y="1"/>
                        <a:pt x="8350" y="2"/>
                        <a:pt x="8340" y="4"/>
                      </a:cubicBezTo>
                      <a:lnTo>
                        <a:pt x="8306" y="4"/>
                      </a:lnTo>
                      <a:cubicBezTo>
                        <a:pt x="7973" y="105"/>
                        <a:pt x="7606" y="271"/>
                        <a:pt x="7272" y="405"/>
                      </a:cubicBezTo>
                      <a:cubicBezTo>
                        <a:pt x="6939" y="572"/>
                        <a:pt x="6572" y="705"/>
                        <a:pt x="6238" y="872"/>
                      </a:cubicBezTo>
                      <a:cubicBezTo>
                        <a:pt x="5538" y="1172"/>
                        <a:pt x="4804" y="1506"/>
                        <a:pt x="4103" y="1806"/>
                      </a:cubicBezTo>
                      <a:cubicBezTo>
                        <a:pt x="3436" y="2139"/>
                        <a:pt x="2736" y="2440"/>
                        <a:pt x="2069" y="2773"/>
                      </a:cubicBezTo>
                      <a:cubicBezTo>
                        <a:pt x="1702" y="2973"/>
                        <a:pt x="1368" y="3140"/>
                        <a:pt x="1001" y="3307"/>
                      </a:cubicBezTo>
                      <a:cubicBezTo>
                        <a:pt x="701" y="3474"/>
                        <a:pt x="301" y="3607"/>
                        <a:pt x="67" y="3874"/>
                      </a:cubicBezTo>
                      <a:cubicBezTo>
                        <a:pt x="0" y="3907"/>
                        <a:pt x="67" y="3974"/>
                        <a:pt x="134" y="3974"/>
                      </a:cubicBezTo>
                      <a:cubicBezTo>
                        <a:pt x="467" y="3907"/>
                        <a:pt x="834" y="3707"/>
                        <a:pt x="1135" y="3540"/>
                      </a:cubicBezTo>
                      <a:lnTo>
                        <a:pt x="2102" y="3073"/>
                      </a:lnTo>
                      <a:cubicBezTo>
                        <a:pt x="2802" y="2740"/>
                        <a:pt x="3503" y="2440"/>
                        <a:pt x="4237" y="2106"/>
                      </a:cubicBezTo>
                      <a:cubicBezTo>
                        <a:pt x="4904" y="1806"/>
                        <a:pt x="5604" y="1472"/>
                        <a:pt x="6305" y="1172"/>
                      </a:cubicBezTo>
                      <a:cubicBezTo>
                        <a:pt x="6638" y="1039"/>
                        <a:pt x="7005" y="872"/>
                        <a:pt x="7339" y="738"/>
                      </a:cubicBezTo>
                      <a:cubicBezTo>
                        <a:pt x="7706" y="572"/>
                        <a:pt x="8106" y="471"/>
                        <a:pt x="8440" y="271"/>
                      </a:cubicBezTo>
                      <a:cubicBezTo>
                        <a:pt x="8563" y="179"/>
                        <a:pt x="8487" y="1"/>
                        <a:pt x="8369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15" name="Google Shape;4015;p73"/>
                <p:cNvSpPr/>
                <p:nvPr/>
              </p:nvSpPr>
              <p:spPr>
                <a:xfrm>
                  <a:off x="7209264" y="3456717"/>
                  <a:ext cx="170520" cy="426788"/>
                </a:xfrm>
                <a:custGeom>
                  <a:rect b="b" l="l" r="r" t="t"/>
                  <a:pathLst>
                    <a:path extrusionOk="0" h="20531" w="8203">
                      <a:moveTo>
                        <a:pt x="95" y="0"/>
                      </a:moveTo>
                      <a:cubicBezTo>
                        <a:pt x="49" y="0"/>
                        <a:pt x="1" y="37"/>
                        <a:pt x="22" y="101"/>
                      </a:cubicBezTo>
                      <a:cubicBezTo>
                        <a:pt x="523" y="1369"/>
                        <a:pt x="1123" y="2637"/>
                        <a:pt x="1690" y="3904"/>
                      </a:cubicBezTo>
                      <a:cubicBezTo>
                        <a:pt x="2257" y="5238"/>
                        <a:pt x="2791" y="6573"/>
                        <a:pt x="3325" y="7907"/>
                      </a:cubicBezTo>
                      <a:cubicBezTo>
                        <a:pt x="4392" y="10509"/>
                        <a:pt x="5393" y="13177"/>
                        <a:pt x="6294" y="15846"/>
                      </a:cubicBezTo>
                      <a:cubicBezTo>
                        <a:pt x="6827" y="17347"/>
                        <a:pt x="7294" y="18882"/>
                        <a:pt x="7761" y="20383"/>
                      </a:cubicBezTo>
                      <a:cubicBezTo>
                        <a:pt x="7800" y="20487"/>
                        <a:pt x="7880" y="20530"/>
                        <a:pt x="7959" y="20530"/>
                      </a:cubicBezTo>
                      <a:cubicBezTo>
                        <a:pt x="8082" y="20530"/>
                        <a:pt x="8202" y="20425"/>
                        <a:pt x="8162" y="20283"/>
                      </a:cubicBezTo>
                      <a:cubicBezTo>
                        <a:pt x="6460" y="14879"/>
                        <a:pt x="4459" y="9542"/>
                        <a:pt x="2191" y="4338"/>
                      </a:cubicBezTo>
                      <a:cubicBezTo>
                        <a:pt x="1557" y="2903"/>
                        <a:pt x="923" y="1436"/>
                        <a:pt x="156" y="35"/>
                      </a:cubicBezTo>
                      <a:cubicBezTo>
                        <a:pt x="144" y="11"/>
                        <a:pt x="120" y="0"/>
                        <a:pt x="95" y="0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16" name="Google Shape;4016;p73"/>
                <p:cNvSpPr/>
                <p:nvPr/>
              </p:nvSpPr>
              <p:spPr>
                <a:xfrm>
                  <a:off x="7094101" y="3833074"/>
                  <a:ext cx="93731" cy="132125"/>
                </a:xfrm>
                <a:custGeom>
                  <a:rect b="b" l="l" r="r" t="t"/>
                  <a:pathLst>
                    <a:path extrusionOk="0" h="6356" w="4509">
                      <a:moveTo>
                        <a:pt x="234" y="1"/>
                      </a:moveTo>
                      <a:cubicBezTo>
                        <a:pt x="112" y="1"/>
                        <a:pt x="1" y="106"/>
                        <a:pt x="92" y="243"/>
                      </a:cubicBezTo>
                      <a:cubicBezTo>
                        <a:pt x="759" y="1310"/>
                        <a:pt x="1493" y="2311"/>
                        <a:pt x="2193" y="3345"/>
                      </a:cubicBezTo>
                      <a:cubicBezTo>
                        <a:pt x="2560" y="3845"/>
                        <a:pt x="2894" y="4346"/>
                        <a:pt x="3227" y="4846"/>
                      </a:cubicBezTo>
                      <a:cubicBezTo>
                        <a:pt x="3594" y="5347"/>
                        <a:pt x="3928" y="5880"/>
                        <a:pt x="4328" y="6314"/>
                      </a:cubicBezTo>
                      <a:cubicBezTo>
                        <a:pt x="4348" y="6343"/>
                        <a:pt x="4373" y="6355"/>
                        <a:pt x="4397" y="6355"/>
                      </a:cubicBezTo>
                      <a:cubicBezTo>
                        <a:pt x="4456" y="6355"/>
                        <a:pt x="4509" y="6285"/>
                        <a:pt x="4462" y="6214"/>
                      </a:cubicBezTo>
                      <a:cubicBezTo>
                        <a:pt x="4195" y="5680"/>
                        <a:pt x="3828" y="5180"/>
                        <a:pt x="3494" y="4679"/>
                      </a:cubicBezTo>
                      <a:cubicBezTo>
                        <a:pt x="3161" y="4146"/>
                        <a:pt x="2794" y="3645"/>
                        <a:pt x="2460" y="3112"/>
                      </a:cubicBezTo>
                      <a:cubicBezTo>
                        <a:pt x="1760" y="2111"/>
                        <a:pt x="1093" y="1077"/>
                        <a:pt x="392" y="76"/>
                      </a:cubicBezTo>
                      <a:cubicBezTo>
                        <a:pt x="350" y="23"/>
                        <a:pt x="291" y="1"/>
                        <a:pt x="234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17" name="Google Shape;4017;p73"/>
                <p:cNvSpPr/>
                <p:nvPr/>
              </p:nvSpPr>
              <p:spPr>
                <a:xfrm>
                  <a:off x="7207601" y="3280730"/>
                  <a:ext cx="262858" cy="176091"/>
                </a:xfrm>
                <a:custGeom>
                  <a:rect b="b" l="l" r="r" t="t"/>
                  <a:pathLst>
                    <a:path extrusionOk="0" h="8471" w="12645">
                      <a:moveTo>
                        <a:pt x="12555" y="1"/>
                      </a:moveTo>
                      <a:cubicBezTo>
                        <a:pt x="12523" y="1"/>
                        <a:pt x="12492" y="19"/>
                        <a:pt x="12478" y="61"/>
                      </a:cubicBezTo>
                      <a:cubicBezTo>
                        <a:pt x="12044" y="1896"/>
                        <a:pt x="10210" y="2730"/>
                        <a:pt x="8642" y="3397"/>
                      </a:cubicBezTo>
                      <a:cubicBezTo>
                        <a:pt x="6674" y="4231"/>
                        <a:pt x="4772" y="5065"/>
                        <a:pt x="2971" y="6166"/>
                      </a:cubicBezTo>
                      <a:cubicBezTo>
                        <a:pt x="2004" y="6766"/>
                        <a:pt x="1070" y="7433"/>
                        <a:pt x="136" y="8167"/>
                      </a:cubicBezTo>
                      <a:cubicBezTo>
                        <a:pt x="1" y="8275"/>
                        <a:pt x="150" y="8470"/>
                        <a:pt x="300" y="8470"/>
                      </a:cubicBezTo>
                      <a:cubicBezTo>
                        <a:pt x="335" y="8470"/>
                        <a:pt x="371" y="8460"/>
                        <a:pt x="403" y="8434"/>
                      </a:cubicBezTo>
                      <a:cubicBezTo>
                        <a:pt x="2104" y="7100"/>
                        <a:pt x="3905" y="5932"/>
                        <a:pt x="5840" y="4998"/>
                      </a:cubicBezTo>
                      <a:cubicBezTo>
                        <a:pt x="6841" y="4531"/>
                        <a:pt x="7875" y="4098"/>
                        <a:pt x="8875" y="3664"/>
                      </a:cubicBezTo>
                      <a:cubicBezTo>
                        <a:pt x="9743" y="3297"/>
                        <a:pt x="10577" y="2930"/>
                        <a:pt x="11310" y="2330"/>
                      </a:cubicBezTo>
                      <a:cubicBezTo>
                        <a:pt x="12011" y="1763"/>
                        <a:pt x="12611" y="995"/>
                        <a:pt x="12645" y="95"/>
                      </a:cubicBezTo>
                      <a:cubicBezTo>
                        <a:pt x="12645" y="37"/>
                        <a:pt x="12600" y="1"/>
                        <a:pt x="12555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18" name="Google Shape;4018;p73"/>
                <p:cNvSpPr/>
                <p:nvPr/>
              </p:nvSpPr>
              <p:spPr>
                <a:xfrm>
                  <a:off x="7192135" y="4089488"/>
                  <a:ext cx="76311" cy="99718"/>
                </a:xfrm>
                <a:custGeom>
                  <a:rect b="b" l="l" r="r" t="t"/>
                  <a:pathLst>
                    <a:path extrusionOk="0" h="4797" w="3671">
                      <a:moveTo>
                        <a:pt x="3551" y="0"/>
                      </a:moveTo>
                      <a:cubicBezTo>
                        <a:pt x="3521" y="0"/>
                        <a:pt x="3493" y="15"/>
                        <a:pt x="3482" y="50"/>
                      </a:cubicBezTo>
                      <a:cubicBezTo>
                        <a:pt x="3248" y="484"/>
                        <a:pt x="2981" y="884"/>
                        <a:pt x="2648" y="1251"/>
                      </a:cubicBezTo>
                      <a:cubicBezTo>
                        <a:pt x="2314" y="1618"/>
                        <a:pt x="1947" y="1951"/>
                        <a:pt x="1614" y="2285"/>
                      </a:cubicBezTo>
                      <a:cubicBezTo>
                        <a:pt x="980" y="2952"/>
                        <a:pt x="446" y="3753"/>
                        <a:pt x="46" y="4586"/>
                      </a:cubicBezTo>
                      <a:cubicBezTo>
                        <a:pt x="1" y="4699"/>
                        <a:pt x="93" y="4797"/>
                        <a:pt x="178" y="4797"/>
                      </a:cubicBezTo>
                      <a:cubicBezTo>
                        <a:pt x="219" y="4797"/>
                        <a:pt x="258" y="4774"/>
                        <a:pt x="279" y="4720"/>
                      </a:cubicBezTo>
                      <a:cubicBezTo>
                        <a:pt x="713" y="3819"/>
                        <a:pt x="1247" y="3019"/>
                        <a:pt x="1947" y="2318"/>
                      </a:cubicBezTo>
                      <a:cubicBezTo>
                        <a:pt x="2614" y="1651"/>
                        <a:pt x="3315" y="1017"/>
                        <a:pt x="3648" y="117"/>
                      </a:cubicBezTo>
                      <a:cubicBezTo>
                        <a:pt x="3670" y="51"/>
                        <a:pt x="3607" y="0"/>
                        <a:pt x="3551" y="0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19" name="Google Shape;4019;p73"/>
                <p:cNvSpPr/>
                <p:nvPr/>
              </p:nvSpPr>
              <p:spPr>
                <a:xfrm>
                  <a:off x="7242129" y="3983701"/>
                  <a:ext cx="33489" cy="36981"/>
                </a:xfrm>
                <a:custGeom>
                  <a:rect b="b" l="l" r="r" t="t"/>
                  <a:pathLst>
                    <a:path extrusionOk="0" h="1779" w="1611">
                      <a:moveTo>
                        <a:pt x="191" y="0"/>
                      </a:moveTo>
                      <a:cubicBezTo>
                        <a:pt x="96" y="0"/>
                        <a:pt x="0" y="101"/>
                        <a:pt x="76" y="202"/>
                      </a:cubicBezTo>
                      <a:cubicBezTo>
                        <a:pt x="276" y="469"/>
                        <a:pt x="510" y="736"/>
                        <a:pt x="743" y="1003"/>
                      </a:cubicBezTo>
                      <a:cubicBezTo>
                        <a:pt x="843" y="1136"/>
                        <a:pt x="977" y="1269"/>
                        <a:pt x="1077" y="1403"/>
                      </a:cubicBezTo>
                      <a:cubicBezTo>
                        <a:pt x="1143" y="1470"/>
                        <a:pt x="1177" y="1536"/>
                        <a:pt x="1243" y="1603"/>
                      </a:cubicBezTo>
                      <a:cubicBezTo>
                        <a:pt x="1310" y="1670"/>
                        <a:pt x="1377" y="1770"/>
                        <a:pt x="1444" y="1770"/>
                      </a:cubicBezTo>
                      <a:cubicBezTo>
                        <a:pt x="1456" y="1776"/>
                        <a:pt x="1469" y="1779"/>
                        <a:pt x="1483" y="1779"/>
                      </a:cubicBezTo>
                      <a:cubicBezTo>
                        <a:pt x="1544" y="1779"/>
                        <a:pt x="1610" y="1724"/>
                        <a:pt x="1610" y="1670"/>
                      </a:cubicBezTo>
                      <a:cubicBezTo>
                        <a:pt x="1577" y="1503"/>
                        <a:pt x="1410" y="1370"/>
                        <a:pt x="1310" y="1236"/>
                      </a:cubicBezTo>
                      <a:cubicBezTo>
                        <a:pt x="1210" y="1103"/>
                        <a:pt x="1077" y="969"/>
                        <a:pt x="977" y="836"/>
                      </a:cubicBezTo>
                      <a:cubicBezTo>
                        <a:pt x="743" y="569"/>
                        <a:pt x="510" y="269"/>
                        <a:pt x="276" y="35"/>
                      </a:cubicBezTo>
                      <a:cubicBezTo>
                        <a:pt x="252" y="11"/>
                        <a:pt x="221" y="0"/>
                        <a:pt x="191" y="0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20" name="Google Shape;4020;p73"/>
                <p:cNvSpPr/>
                <p:nvPr/>
              </p:nvSpPr>
              <p:spPr>
                <a:xfrm>
                  <a:off x="7535628" y="2760086"/>
                  <a:ext cx="10415" cy="147404"/>
                </a:xfrm>
                <a:custGeom>
                  <a:rect b="b" l="l" r="r" t="t"/>
                  <a:pathLst>
                    <a:path extrusionOk="0" h="7091" w="501">
                      <a:moveTo>
                        <a:pt x="452" y="1"/>
                      </a:moveTo>
                      <a:cubicBezTo>
                        <a:pt x="434" y="1"/>
                        <a:pt x="414" y="9"/>
                        <a:pt x="401" y="23"/>
                      </a:cubicBezTo>
                      <a:cubicBezTo>
                        <a:pt x="234" y="1190"/>
                        <a:pt x="100" y="2358"/>
                        <a:pt x="67" y="3525"/>
                      </a:cubicBezTo>
                      <a:cubicBezTo>
                        <a:pt x="0" y="4693"/>
                        <a:pt x="0" y="5894"/>
                        <a:pt x="167" y="7028"/>
                      </a:cubicBezTo>
                      <a:cubicBezTo>
                        <a:pt x="167" y="7073"/>
                        <a:pt x="194" y="7091"/>
                        <a:pt x="224" y="7091"/>
                      </a:cubicBezTo>
                      <a:cubicBezTo>
                        <a:pt x="260" y="7091"/>
                        <a:pt x="301" y="7064"/>
                        <a:pt x="301" y="7028"/>
                      </a:cubicBezTo>
                      <a:cubicBezTo>
                        <a:pt x="334" y="5860"/>
                        <a:pt x="267" y="4693"/>
                        <a:pt x="301" y="3525"/>
                      </a:cubicBezTo>
                      <a:cubicBezTo>
                        <a:pt x="334" y="2358"/>
                        <a:pt x="401" y="1190"/>
                        <a:pt x="501" y="56"/>
                      </a:cubicBezTo>
                      <a:cubicBezTo>
                        <a:pt x="501" y="17"/>
                        <a:pt x="478" y="1"/>
                        <a:pt x="452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21" name="Google Shape;4021;p73"/>
                <p:cNvSpPr/>
                <p:nvPr/>
              </p:nvSpPr>
              <p:spPr>
                <a:xfrm>
                  <a:off x="7699350" y="2803719"/>
                  <a:ext cx="23511" cy="143434"/>
                </a:xfrm>
                <a:custGeom>
                  <a:rect b="b" l="l" r="r" t="t"/>
                  <a:pathLst>
                    <a:path extrusionOk="0" h="6900" w="1131">
                      <a:moveTo>
                        <a:pt x="1014" y="0"/>
                      </a:moveTo>
                      <a:cubicBezTo>
                        <a:pt x="956" y="0"/>
                        <a:pt x="897" y="42"/>
                        <a:pt x="897" y="125"/>
                      </a:cubicBezTo>
                      <a:lnTo>
                        <a:pt x="864" y="125"/>
                      </a:lnTo>
                      <a:cubicBezTo>
                        <a:pt x="831" y="1226"/>
                        <a:pt x="764" y="2327"/>
                        <a:pt x="697" y="3428"/>
                      </a:cubicBezTo>
                      <a:cubicBezTo>
                        <a:pt x="664" y="3961"/>
                        <a:pt x="597" y="4528"/>
                        <a:pt x="564" y="5062"/>
                      </a:cubicBezTo>
                      <a:cubicBezTo>
                        <a:pt x="530" y="5329"/>
                        <a:pt x="497" y="5596"/>
                        <a:pt x="497" y="5829"/>
                      </a:cubicBezTo>
                      <a:cubicBezTo>
                        <a:pt x="466" y="6044"/>
                        <a:pt x="492" y="6712"/>
                        <a:pt x="184" y="6712"/>
                      </a:cubicBezTo>
                      <a:cubicBezTo>
                        <a:pt x="157" y="6712"/>
                        <a:pt x="128" y="6707"/>
                        <a:pt x="97" y="6697"/>
                      </a:cubicBezTo>
                      <a:cubicBezTo>
                        <a:pt x="89" y="6693"/>
                        <a:pt x="82" y="6691"/>
                        <a:pt x="76" y="6691"/>
                      </a:cubicBezTo>
                      <a:cubicBezTo>
                        <a:pt x="23" y="6691"/>
                        <a:pt x="0" y="6800"/>
                        <a:pt x="30" y="6830"/>
                      </a:cubicBezTo>
                      <a:cubicBezTo>
                        <a:pt x="103" y="6879"/>
                        <a:pt x="171" y="6900"/>
                        <a:pt x="232" y="6900"/>
                      </a:cubicBezTo>
                      <a:cubicBezTo>
                        <a:pt x="509" y="6900"/>
                        <a:pt x="670" y="6481"/>
                        <a:pt x="697" y="6263"/>
                      </a:cubicBezTo>
                      <a:cubicBezTo>
                        <a:pt x="797" y="5596"/>
                        <a:pt x="864" y="4929"/>
                        <a:pt x="931" y="4262"/>
                      </a:cubicBezTo>
                      <a:cubicBezTo>
                        <a:pt x="1031" y="2894"/>
                        <a:pt x="1097" y="1526"/>
                        <a:pt x="1131" y="125"/>
                      </a:cubicBezTo>
                      <a:cubicBezTo>
                        <a:pt x="1131" y="42"/>
                        <a:pt x="1072" y="0"/>
                        <a:pt x="1014" y="0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22" name="Google Shape;4022;p73"/>
                <p:cNvSpPr/>
                <p:nvPr/>
              </p:nvSpPr>
              <p:spPr>
                <a:xfrm>
                  <a:off x="7387641" y="2742749"/>
                  <a:ext cx="24301" cy="142561"/>
                </a:xfrm>
                <a:custGeom>
                  <a:rect b="b" l="l" r="r" t="t"/>
                  <a:pathLst>
                    <a:path extrusionOk="0" h="6858" w="1169">
                      <a:moveTo>
                        <a:pt x="165" y="1"/>
                      </a:moveTo>
                      <a:cubicBezTo>
                        <a:pt x="87" y="1"/>
                        <a:pt x="0" y="95"/>
                        <a:pt x="48" y="190"/>
                      </a:cubicBezTo>
                      <a:cubicBezTo>
                        <a:pt x="581" y="1157"/>
                        <a:pt x="448" y="2324"/>
                        <a:pt x="481" y="3359"/>
                      </a:cubicBezTo>
                      <a:cubicBezTo>
                        <a:pt x="548" y="4493"/>
                        <a:pt x="715" y="5660"/>
                        <a:pt x="915" y="6761"/>
                      </a:cubicBezTo>
                      <a:cubicBezTo>
                        <a:pt x="928" y="6828"/>
                        <a:pt x="974" y="6858"/>
                        <a:pt x="1022" y="6858"/>
                      </a:cubicBezTo>
                      <a:cubicBezTo>
                        <a:pt x="1093" y="6858"/>
                        <a:pt x="1168" y="6794"/>
                        <a:pt x="1148" y="6694"/>
                      </a:cubicBezTo>
                      <a:cubicBezTo>
                        <a:pt x="915" y="5493"/>
                        <a:pt x="781" y="4259"/>
                        <a:pt x="715" y="3025"/>
                      </a:cubicBezTo>
                      <a:cubicBezTo>
                        <a:pt x="681" y="2024"/>
                        <a:pt x="748" y="990"/>
                        <a:pt x="248" y="56"/>
                      </a:cubicBezTo>
                      <a:cubicBezTo>
                        <a:pt x="228" y="17"/>
                        <a:pt x="197" y="1"/>
                        <a:pt x="165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23" name="Google Shape;4023;p73"/>
                <p:cNvSpPr/>
                <p:nvPr/>
              </p:nvSpPr>
              <p:spPr>
                <a:xfrm>
                  <a:off x="7500268" y="2501905"/>
                  <a:ext cx="17358" cy="17004"/>
                </a:xfrm>
                <a:custGeom>
                  <a:rect b="b" l="l" r="r" t="t"/>
                  <a:pathLst>
                    <a:path extrusionOk="0" h="818" w="835">
                      <a:moveTo>
                        <a:pt x="767" y="1"/>
                      </a:moveTo>
                      <a:cubicBezTo>
                        <a:pt x="667" y="1"/>
                        <a:pt x="567" y="34"/>
                        <a:pt x="467" y="67"/>
                      </a:cubicBezTo>
                      <a:cubicBezTo>
                        <a:pt x="367" y="101"/>
                        <a:pt x="300" y="167"/>
                        <a:pt x="234" y="234"/>
                      </a:cubicBezTo>
                      <a:cubicBezTo>
                        <a:pt x="100" y="367"/>
                        <a:pt x="0" y="568"/>
                        <a:pt x="0" y="768"/>
                      </a:cubicBezTo>
                      <a:cubicBezTo>
                        <a:pt x="0" y="801"/>
                        <a:pt x="25" y="818"/>
                        <a:pt x="54" y="818"/>
                      </a:cubicBezTo>
                      <a:cubicBezTo>
                        <a:pt x="84" y="818"/>
                        <a:pt x="117" y="801"/>
                        <a:pt x="134" y="768"/>
                      </a:cubicBezTo>
                      <a:cubicBezTo>
                        <a:pt x="134" y="601"/>
                        <a:pt x="234" y="468"/>
                        <a:pt x="334" y="334"/>
                      </a:cubicBezTo>
                      <a:cubicBezTo>
                        <a:pt x="400" y="301"/>
                        <a:pt x="467" y="267"/>
                        <a:pt x="534" y="201"/>
                      </a:cubicBezTo>
                      <a:cubicBezTo>
                        <a:pt x="601" y="167"/>
                        <a:pt x="701" y="134"/>
                        <a:pt x="767" y="134"/>
                      </a:cubicBezTo>
                      <a:cubicBezTo>
                        <a:pt x="834" y="101"/>
                        <a:pt x="801" y="34"/>
                        <a:pt x="767" y="1"/>
                      </a:cubicBezTo>
                      <a:close/>
                    </a:path>
                  </a:pathLst>
                </a:custGeom>
                <a:solidFill>
                  <a:srgbClr val="C46345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24" name="Google Shape;4024;p73"/>
                <p:cNvSpPr/>
                <p:nvPr/>
              </p:nvSpPr>
              <p:spPr>
                <a:xfrm>
                  <a:off x="7417284" y="2586885"/>
                  <a:ext cx="37230" cy="6569"/>
                </a:xfrm>
                <a:custGeom>
                  <a:rect b="b" l="l" r="r" t="t"/>
                  <a:pathLst>
                    <a:path extrusionOk="0" h="316" w="1791">
                      <a:moveTo>
                        <a:pt x="1557" y="1"/>
                      </a:moveTo>
                      <a:cubicBezTo>
                        <a:pt x="1468" y="1"/>
                        <a:pt x="1379" y="15"/>
                        <a:pt x="1290" y="15"/>
                      </a:cubicBezTo>
                      <a:cubicBezTo>
                        <a:pt x="1157" y="49"/>
                        <a:pt x="1023" y="49"/>
                        <a:pt x="923" y="49"/>
                      </a:cubicBezTo>
                      <a:cubicBezTo>
                        <a:pt x="790" y="49"/>
                        <a:pt x="656" y="49"/>
                        <a:pt x="523" y="15"/>
                      </a:cubicBezTo>
                      <a:lnTo>
                        <a:pt x="123" y="15"/>
                      </a:lnTo>
                      <a:cubicBezTo>
                        <a:pt x="112" y="12"/>
                        <a:pt x="102" y="10"/>
                        <a:pt x="92" y="10"/>
                      </a:cubicBezTo>
                      <a:cubicBezTo>
                        <a:pt x="17" y="10"/>
                        <a:pt x="0" y="119"/>
                        <a:pt x="89" y="149"/>
                      </a:cubicBezTo>
                      <a:cubicBezTo>
                        <a:pt x="156" y="149"/>
                        <a:pt x="223" y="182"/>
                        <a:pt x="256" y="216"/>
                      </a:cubicBezTo>
                      <a:cubicBezTo>
                        <a:pt x="323" y="249"/>
                        <a:pt x="390" y="249"/>
                        <a:pt x="456" y="249"/>
                      </a:cubicBezTo>
                      <a:cubicBezTo>
                        <a:pt x="590" y="282"/>
                        <a:pt x="756" y="282"/>
                        <a:pt x="890" y="316"/>
                      </a:cubicBezTo>
                      <a:cubicBezTo>
                        <a:pt x="1023" y="316"/>
                        <a:pt x="1157" y="316"/>
                        <a:pt x="1290" y="282"/>
                      </a:cubicBezTo>
                      <a:cubicBezTo>
                        <a:pt x="1457" y="282"/>
                        <a:pt x="1590" y="282"/>
                        <a:pt x="1724" y="182"/>
                      </a:cubicBezTo>
                      <a:cubicBezTo>
                        <a:pt x="1791" y="149"/>
                        <a:pt x="1791" y="49"/>
                        <a:pt x="1690" y="15"/>
                      </a:cubicBezTo>
                      <a:cubicBezTo>
                        <a:pt x="1646" y="4"/>
                        <a:pt x="1602" y="1"/>
                        <a:pt x="1557" y="1"/>
                      </a:cubicBezTo>
                      <a:close/>
                    </a:path>
                  </a:pathLst>
                </a:custGeom>
                <a:solidFill>
                  <a:srgbClr val="C46345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25" name="Google Shape;4025;p73"/>
                <p:cNvSpPr/>
                <p:nvPr/>
              </p:nvSpPr>
              <p:spPr>
                <a:xfrm>
                  <a:off x="7411609" y="2607215"/>
                  <a:ext cx="123083" cy="64150"/>
                </a:xfrm>
                <a:custGeom>
                  <a:rect b="b" l="l" r="r" t="t"/>
                  <a:pathLst>
                    <a:path extrusionOk="0" h="3086" w="5921">
                      <a:moveTo>
                        <a:pt x="5775" y="1"/>
                      </a:moveTo>
                      <a:cubicBezTo>
                        <a:pt x="5733" y="1"/>
                        <a:pt x="5691" y="23"/>
                        <a:pt x="5666" y="72"/>
                      </a:cubicBezTo>
                      <a:cubicBezTo>
                        <a:pt x="5499" y="272"/>
                        <a:pt x="5399" y="539"/>
                        <a:pt x="5232" y="772"/>
                      </a:cubicBezTo>
                      <a:cubicBezTo>
                        <a:pt x="5099" y="1039"/>
                        <a:pt x="4932" y="1306"/>
                        <a:pt x="4765" y="1539"/>
                      </a:cubicBezTo>
                      <a:cubicBezTo>
                        <a:pt x="4399" y="1973"/>
                        <a:pt x="3965" y="2306"/>
                        <a:pt x="3465" y="2540"/>
                      </a:cubicBezTo>
                      <a:cubicBezTo>
                        <a:pt x="3046" y="2724"/>
                        <a:pt x="2619" y="2809"/>
                        <a:pt x="2196" y="2809"/>
                      </a:cubicBezTo>
                      <a:cubicBezTo>
                        <a:pt x="1472" y="2809"/>
                        <a:pt x="761" y="2561"/>
                        <a:pt x="129" y="2140"/>
                      </a:cubicBezTo>
                      <a:cubicBezTo>
                        <a:pt x="120" y="2135"/>
                        <a:pt x="110" y="2133"/>
                        <a:pt x="101" y="2133"/>
                      </a:cubicBezTo>
                      <a:cubicBezTo>
                        <a:pt x="45" y="2133"/>
                        <a:pt x="0" y="2211"/>
                        <a:pt x="29" y="2240"/>
                      </a:cubicBezTo>
                      <a:cubicBezTo>
                        <a:pt x="636" y="2803"/>
                        <a:pt x="1426" y="3085"/>
                        <a:pt x="2226" y="3085"/>
                      </a:cubicBezTo>
                      <a:cubicBezTo>
                        <a:pt x="2656" y="3085"/>
                        <a:pt x="3089" y="3004"/>
                        <a:pt x="3498" y="2840"/>
                      </a:cubicBezTo>
                      <a:cubicBezTo>
                        <a:pt x="4032" y="2640"/>
                        <a:pt x="4532" y="2273"/>
                        <a:pt x="4932" y="1806"/>
                      </a:cubicBezTo>
                      <a:cubicBezTo>
                        <a:pt x="5132" y="1573"/>
                        <a:pt x="5299" y="1306"/>
                        <a:pt x="5466" y="1006"/>
                      </a:cubicBezTo>
                      <a:cubicBezTo>
                        <a:pt x="5633" y="739"/>
                        <a:pt x="5800" y="472"/>
                        <a:pt x="5900" y="172"/>
                      </a:cubicBezTo>
                      <a:cubicBezTo>
                        <a:pt x="5921" y="66"/>
                        <a:pt x="5848" y="1"/>
                        <a:pt x="5775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26" name="Google Shape;4026;p73"/>
                <p:cNvSpPr/>
                <p:nvPr/>
              </p:nvSpPr>
              <p:spPr>
                <a:xfrm>
                  <a:off x="7607137" y="3126112"/>
                  <a:ext cx="16879" cy="18750"/>
                </a:xfrm>
                <a:custGeom>
                  <a:rect b="b" l="l" r="r" t="t"/>
                  <a:pathLst>
                    <a:path extrusionOk="0" h="902" w="812">
                      <a:moveTo>
                        <a:pt x="696" y="0"/>
                      </a:moveTo>
                      <a:cubicBezTo>
                        <a:pt x="672" y="0"/>
                        <a:pt x="649" y="9"/>
                        <a:pt x="630" y="27"/>
                      </a:cubicBezTo>
                      <a:lnTo>
                        <a:pt x="330" y="394"/>
                      </a:lnTo>
                      <a:cubicBezTo>
                        <a:pt x="263" y="461"/>
                        <a:pt x="230" y="528"/>
                        <a:pt x="163" y="561"/>
                      </a:cubicBezTo>
                      <a:cubicBezTo>
                        <a:pt x="130" y="594"/>
                        <a:pt x="96" y="661"/>
                        <a:pt x="96" y="694"/>
                      </a:cubicBezTo>
                      <a:cubicBezTo>
                        <a:pt x="63" y="728"/>
                        <a:pt x="29" y="761"/>
                        <a:pt x="29" y="795"/>
                      </a:cubicBezTo>
                      <a:cubicBezTo>
                        <a:pt x="1" y="823"/>
                        <a:pt x="46" y="901"/>
                        <a:pt x="102" y="901"/>
                      </a:cubicBezTo>
                      <a:cubicBezTo>
                        <a:pt x="111" y="901"/>
                        <a:pt x="120" y="899"/>
                        <a:pt x="130" y="895"/>
                      </a:cubicBezTo>
                      <a:cubicBezTo>
                        <a:pt x="163" y="861"/>
                        <a:pt x="196" y="828"/>
                        <a:pt x="230" y="795"/>
                      </a:cubicBezTo>
                      <a:cubicBezTo>
                        <a:pt x="263" y="795"/>
                        <a:pt x="263" y="761"/>
                        <a:pt x="296" y="728"/>
                      </a:cubicBezTo>
                      <a:cubicBezTo>
                        <a:pt x="363" y="661"/>
                        <a:pt x="396" y="594"/>
                        <a:pt x="463" y="528"/>
                      </a:cubicBezTo>
                      <a:cubicBezTo>
                        <a:pt x="563" y="394"/>
                        <a:pt x="663" y="261"/>
                        <a:pt x="763" y="127"/>
                      </a:cubicBezTo>
                      <a:cubicBezTo>
                        <a:pt x="811" y="55"/>
                        <a:pt x="756" y="0"/>
                        <a:pt x="696" y="0"/>
                      </a:cubicBezTo>
                      <a:close/>
                    </a:path>
                  </a:pathLst>
                </a:custGeom>
                <a:solidFill>
                  <a:srgbClr val="C46345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27" name="Google Shape;4027;p73"/>
                <p:cNvSpPr/>
                <p:nvPr/>
              </p:nvSpPr>
              <p:spPr>
                <a:xfrm>
                  <a:off x="7351866" y="3095472"/>
                  <a:ext cx="39559" cy="14572"/>
                </a:xfrm>
                <a:custGeom>
                  <a:rect b="b" l="l" r="r" t="t"/>
                  <a:pathLst>
                    <a:path extrusionOk="0" h="701" w="1903">
                      <a:moveTo>
                        <a:pt x="1802" y="0"/>
                      </a:moveTo>
                      <a:cubicBezTo>
                        <a:pt x="1502" y="34"/>
                        <a:pt x="1168" y="100"/>
                        <a:pt x="868" y="200"/>
                      </a:cubicBezTo>
                      <a:cubicBezTo>
                        <a:pt x="735" y="267"/>
                        <a:pt x="601" y="300"/>
                        <a:pt x="434" y="367"/>
                      </a:cubicBezTo>
                      <a:cubicBezTo>
                        <a:pt x="301" y="434"/>
                        <a:pt x="167" y="501"/>
                        <a:pt x="34" y="601"/>
                      </a:cubicBezTo>
                      <a:cubicBezTo>
                        <a:pt x="1" y="634"/>
                        <a:pt x="34" y="701"/>
                        <a:pt x="101" y="701"/>
                      </a:cubicBezTo>
                      <a:cubicBezTo>
                        <a:pt x="234" y="634"/>
                        <a:pt x="368" y="567"/>
                        <a:pt x="501" y="501"/>
                      </a:cubicBezTo>
                      <a:cubicBezTo>
                        <a:pt x="668" y="434"/>
                        <a:pt x="801" y="367"/>
                        <a:pt x="935" y="334"/>
                      </a:cubicBezTo>
                      <a:cubicBezTo>
                        <a:pt x="1235" y="200"/>
                        <a:pt x="1535" y="134"/>
                        <a:pt x="1835" y="100"/>
                      </a:cubicBezTo>
                      <a:cubicBezTo>
                        <a:pt x="1902" y="100"/>
                        <a:pt x="1869" y="0"/>
                        <a:pt x="1802" y="0"/>
                      </a:cubicBezTo>
                      <a:close/>
                    </a:path>
                  </a:pathLst>
                </a:custGeom>
                <a:solidFill>
                  <a:srgbClr val="C46345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28" name="Google Shape;4028;p73"/>
                <p:cNvSpPr/>
                <p:nvPr/>
              </p:nvSpPr>
              <p:spPr>
                <a:xfrm>
                  <a:off x="7036374" y="4116595"/>
                  <a:ext cx="43009" cy="37043"/>
                </a:xfrm>
                <a:custGeom>
                  <a:rect b="b" l="l" r="r" t="t"/>
                  <a:pathLst>
                    <a:path extrusionOk="0" h="1782" w="2069">
                      <a:moveTo>
                        <a:pt x="147" y="0"/>
                      </a:moveTo>
                      <a:cubicBezTo>
                        <a:pt x="100" y="0"/>
                        <a:pt x="58" y="31"/>
                        <a:pt x="34" y="80"/>
                      </a:cubicBezTo>
                      <a:cubicBezTo>
                        <a:pt x="0" y="147"/>
                        <a:pt x="34" y="214"/>
                        <a:pt x="100" y="247"/>
                      </a:cubicBezTo>
                      <a:cubicBezTo>
                        <a:pt x="267" y="380"/>
                        <a:pt x="434" y="547"/>
                        <a:pt x="601" y="714"/>
                      </a:cubicBezTo>
                      <a:cubicBezTo>
                        <a:pt x="767" y="847"/>
                        <a:pt x="867" y="1014"/>
                        <a:pt x="1001" y="1214"/>
                      </a:cubicBezTo>
                      <a:cubicBezTo>
                        <a:pt x="1034" y="1281"/>
                        <a:pt x="1034" y="1314"/>
                        <a:pt x="1068" y="1348"/>
                      </a:cubicBezTo>
                      <a:cubicBezTo>
                        <a:pt x="1068" y="1381"/>
                        <a:pt x="1101" y="1414"/>
                        <a:pt x="1101" y="1448"/>
                      </a:cubicBezTo>
                      <a:cubicBezTo>
                        <a:pt x="1101" y="1448"/>
                        <a:pt x="1134" y="1481"/>
                        <a:pt x="1134" y="1481"/>
                      </a:cubicBezTo>
                      <a:cubicBezTo>
                        <a:pt x="1168" y="1581"/>
                        <a:pt x="1201" y="1681"/>
                        <a:pt x="1268" y="1715"/>
                      </a:cubicBezTo>
                      <a:cubicBezTo>
                        <a:pt x="1368" y="1781"/>
                        <a:pt x="1501" y="1781"/>
                        <a:pt x="1568" y="1781"/>
                      </a:cubicBezTo>
                      <a:cubicBezTo>
                        <a:pt x="1868" y="1715"/>
                        <a:pt x="2068" y="1448"/>
                        <a:pt x="2002" y="1148"/>
                      </a:cubicBezTo>
                      <a:lnTo>
                        <a:pt x="1968" y="1148"/>
                      </a:lnTo>
                      <a:cubicBezTo>
                        <a:pt x="1950" y="1073"/>
                        <a:pt x="1878" y="1029"/>
                        <a:pt x="1807" y="1029"/>
                      </a:cubicBezTo>
                      <a:cubicBezTo>
                        <a:pt x="1752" y="1029"/>
                        <a:pt x="1697" y="1056"/>
                        <a:pt x="1668" y="1114"/>
                      </a:cubicBezTo>
                      <a:cubicBezTo>
                        <a:pt x="1668" y="1114"/>
                        <a:pt x="1635" y="1148"/>
                        <a:pt x="1635" y="1148"/>
                      </a:cubicBezTo>
                      <a:cubicBezTo>
                        <a:pt x="1601" y="1181"/>
                        <a:pt x="1601" y="1181"/>
                        <a:pt x="1601" y="1181"/>
                      </a:cubicBezTo>
                      <a:cubicBezTo>
                        <a:pt x="1601" y="1181"/>
                        <a:pt x="1568" y="1181"/>
                        <a:pt x="1568" y="1214"/>
                      </a:cubicBezTo>
                      <a:cubicBezTo>
                        <a:pt x="1234" y="681"/>
                        <a:pt x="767" y="214"/>
                        <a:pt x="200" y="13"/>
                      </a:cubicBezTo>
                      <a:cubicBezTo>
                        <a:pt x="182" y="5"/>
                        <a:pt x="165" y="0"/>
                        <a:pt x="147" y="0"/>
                      </a:cubicBezTo>
                      <a:close/>
                    </a:path>
                  </a:pathLst>
                </a:custGeom>
                <a:solidFill>
                  <a:srgbClr val="73CABE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29" name="Google Shape;4029;p73"/>
                <p:cNvSpPr/>
                <p:nvPr/>
              </p:nvSpPr>
              <p:spPr>
                <a:xfrm>
                  <a:off x="7073625" y="4106430"/>
                  <a:ext cx="34881" cy="38249"/>
                </a:xfrm>
                <a:custGeom>
                  <a:rect b="b" l="l" r="r" t="t"/>
                  <a:pathLst>
                    <a:path extrusionOk="0" h="1840" w="1678">
                      <a:moveTo>
                        <a:pt x="208" y="1"/>
                      </a:moveTo>
                      <a:cubicBezTo>
                        <a:pt x="98" y="1"/>
                        <a:pt x="0" y="109"/>
                        <a:pt x="76" y="236"/>
                      </a:cubicBezTo>
                      <a:cubicBezTo>
                        <a:pt x="243" y="502"/>
                        <a:pt x="410" y="769"/>
                        <a:pt x="577" y="1003"/>
                      </a:cubicBezTo>
                      <a:cubicBezTo>
                        <a:pt x="777" y="1270"/>
                        <a:pt x="943" y="1537"/>
                        <a:pt x="1210" y="1770"/>
                      </a:cubicBezTo>
                      <a:cubicBezTo>
                        <a:pt x="1272" y="1811"/>
                        <a:pt x="1347" y="1840"/>
                        <a:pt x="1418" y="1840"/>
                      </a:cubicBezTo>
                      <a:cubicBezTo>
                        <a:pt x="1463" y="1840"/>
                        <a:pt x="1506" y="1829"/>
                        <a:pt x="1544" y="1803"/>
                      </a:cubicBezTo>
                      <a:cubicBezTo>
                        <a:pt x="1644" y="1703"/>
                        <a:pt x="1677" y="1570"/>
                        <a:pt x="1611" y="1436"/>
                      </a:cubicBezTo>
                      <a:cubicBezTo>
                        <a:pt x="1444" y="1170"/>
                        <a:pt x="1210" y="936"/>
                        <a:pt x="977" y="703"/>
                      </a:cubicBezTo>
                      <a:cubicBezTo>
                        <a:pt x="777" y="469"/>
                        <a:pt x="543" y="269"/>
                        <a:pt x="310" y="35"/>
                      </a:cubicBezTo>
                      <a:cubicBezTo>
                        <a:pt x="278" y="12"/>
                        <a:pt x="242" y="1"/>
                        <a:pt x="208" y="1"/>
                      </a:cubicBezTo>
                      <a:close/>
                    </a:path>
                  </a:pathLst>
                </a:custGeom>
                <a:solidFill>
                  <a:srgbClr val="73CABE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30" name="Google Shape;4030;p73"/>
                <p:cNvSpPr/>
                <p:nvPr/>
              </p:nvSpPr>
              <p:spPr>
                <a:xfrm>
                  <a:off x="7228700" y="4110941"/>
                  <a:ext cx="26816" cy="20226"/>
                </a:xfrm>
                <a:custGeom>
                  <a:rect b="b" l="l" r="r" t="t"/>
                  <a:pathLst>
                    <a:path extrusionOk="0" h="973" w="1290">
                      <a:moveTo>
                        <a:pt x="114" y="0"/>
                      </a:moveTo>
                      <a:cubicBezTo>
                        <a:pt x="56" y="0"/>
                        <a:pt x="1" y="98"/>
                        <a:pt x="55" y="152"/>
                      </a:cubicBezTo>
                      <a:lnTo>
                        <a:pt x="88" y="185"/>
                      </a:lnTo>
                      <a:cubicBezTo>
                        <a:pt x="88" y="185"/>
                        <a:pt x="122" y="219"/>
                        <a:pt x="122" y="252"/>
                      </a:cubicBezTo>
                      <a:cubicBezTo>
                        <a:pt x="155" y="252"/>
                        <a:pt x="155" y="285"/>
                        <a:pt x="155" y="285"/>
                      </a:cubicBezTo>
                      <a:cubicBezTo>
                        <a:pt x="188" y="319"/>
                        <a:pt x="222" y="386"/>
                        <a:pt x="255" y="386"/>
                      </a:cubicBezTo>
                      <a:cubicBezTo>
                        <a:pt x="255" y="419"/>
                        <a:pt x="288" y="419"/>
                        <a:pt x="288" y="452"/>
                      </a:cubicBezTo>
                      <a:cubicBezTo>
                        <a:pt x="322" y="452"/>
                        <a:pt x="322" y="486"/>
                        <a:pt x="355" y="486"/>
                      </a:cubicBezTo>
                      <a:lnTo>
                        <a:pt x="422" y="586"/>
                      </a:lnTo>
                      <a:cubicBezTo>
                        <a:pt x="488" y="652"/>
                        <a:pt x="555" y="719"/>
                        <a:pt x="622" y="786"/>
                      </a:cubicBezTo>
                      <a:cubicBezTo>
                        <a:pt x="655" y="819"/>
                        <a:pt x="722" y="853"/>
                        <a:pt x="755" y="886"/>
                      </a:cubicBezTo>
                      <a:cubicBezTo>
                        <a:pt x="789" y="919"/>
                        <a:pt x="855" y="919"/>
                        <a:pt x="889" y="953"/>
                      </a:cubicBezTo>
                      <a:cubicBezTo>
                        <a:pt x="925" y="965"/>
                        <a:pt x="967" y="973"/>
                        <a:pt x="1007" y="973"/>
                      </a:cubicBezTo>
                      <a:cubicBezTo>
                        <a:pt x="1078" y="973"/>
                        <a:pt x="1147" y="949"/>
                        <a:pt x="1189" y="886"/>
                      </a:cubicBezTo>
                      <a:cubicBezTo>
                        <a:pt x="1289" y="786"/>
                        <a:pt x="1256" y="652"/>
                        <a:pt x="1189" y="586"/>
                      </a:cubicBezTo>
                      <a:cubicBezTo>
                        <a:pt x="1122" y="486"/>
                        <a:pt x="1056" y="419"/>
                        <a:pt x="955" y="386"/>
                      </a:cubicBezTo>
                      <a:cubicBezTo>
                        <a:pt x="855" y="319"/>
                        <a:pt x="789" y="285"/>
                        <a:pt x="722" y="252"/>
                      </a:cubicBezTo>
                      <a:cubicBezTo>
                        <a:pt x="655" y="219"/>
                        <a:pt x="622" y="219"/>
                        <a:pt x="589" y="185"/>
                      </a:cubicBezTo>
                      <a:cubicBezTo>
                        <a:pt x="555" y="185"/>
                        <a:pt x="555" y="152"/>
                        <a:pt x="522" y="152"/>
                      </a:cubicBezTo>
                      <a:lnTo>
                        <a:pt x="455" y="119"/>
                      </a:lnTo>
                      <a:cubicBezTo>
                        <a:pt x="422" y="119"/>
                        <a:pt x="388" y="85"/>
                        <a:pt x="322" y="52"/>
                      </a:cubicBezTo>
                      <a:lnTo>
                        <a:pt x="222" y="52"/>
                      </a:lnTo>
                      <a:lnTo>
                        <a:pt x="155" y="19"/>
                      </a:lnTo>
                      <a:cubicBezTo>
                        <a:pt x="142" y="6"/>
                        <a:pt x="128" y="0"/>
                        <a:pt x="114" y="0"/>
                      </a:cubicBezTo>
                      <a:close/>
                    </a:path>
                  </a:pathLst>
                </a:custGeom>
                <a:solidFill>
                  <a:srgbClr val="73CABE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31" name="Google Shape;4031;p73"/>
                <p:cNvSpPr/>
                <p:nvPr/>
              </p:nvSpPr>
              <p:spPr>
                <a:xfrm>
                  <a:off x="7251712" y="4079968"/>
                  <a:ext cx="32927" cy="21286"/>
                </a:xfrm>
                <a:custGeom>
                  <a:rect b="b" l="l" r="r" t="t"/>
                  <a:pathLst>
                    <a:path extrusionOk="0" h="1024" w="1584">
                      <a:moveTo>
                        <a:pt x="181" y="0"/>
                      </a:moveTo>
                      <a:cubicBezTo>
                        <a:pt x="90" y="0"/>
                        <a:pt x="1" y="79"/>
                        <a:pt x="49" y="174"/>
                      </a:cubicBezTo>
                      <a:cubicBezTo>
                        <a:pt x="82" y="308"/>
                        <a:pt x="149" y="441"/>
                        <a:pt x="249" y="541"/>
                      </a:cubicBezTo>
                      <a:cubicBezTo>
                        <a:pt x="249" y="541"/>
                        <a:pt x="249" y="575"/>
                        <a:pt x="249" y="575"/>
                      </a:cubicBezTo>
                      <a:cubicBezTo>
                        <a:pt x="249" y="608"/>
                        <a:pt x="282" y="608"/>
                        <a:pt x="282" y="641"/>
                      </a:cubicBezTo>
                      <a:cubicBezTo>
                        <a:pt x="315" y="641"/>
                        <a:pt x="349" y="675"/>
                        <a:pt x="349" y="675"/>
                      </a:cubicBezTo>
                      <a:cubicBezTo>
                        <a:pt x="416" y="741"/>
                        <a:pt x="482" y="775"/>
                        <a:pt x="549" y="841"/>
                      </a:cubicBezTo>
                      <a:cubicBezTo>
                        <a:pt x="649" y="908"/>
                        <a:pt x="782" y="975"/>
                        <a:pt x="916" y="1008"/>
                      </a:cubicBezTo>
                      <a:cubicBezTo>
                        <a:pt x="983" y="1008"/>
                        <a:pt x="1064" y="1023"/>
                        <a:pt x="1131" y="1023"/>
                      </a:cubicBezTo>
                      <a:cubicBezTo>
                        <a:pt x="1164" y="1023"/>
                        <a:pt x="1194" y="1019"/>
                        <a:pt x="1216" y="1008"/>
                      </a:cubicBezTo>
                      <a:lnTo>
                        <a:pt x="1316" y="1008"/>
                      </a:lnTo>
                      <a:cubicBezTo>
                        <a:pt x="1350" y="975"/>
                        <a:pt x="1416" y="975"/>
                        <a:pt x="1450" y="942"/>
                      </a:cubicBezTo>
                      <a:cubicBezTo>
                        <a:pt x="1516" y="908"/>
                        <a:pt x="1583" y="808"/>
                        <a:pt x="1550" y="708"/>
                      </a:cubicBezTo>
                      <a:cubicBezTo>
                        <a:pt x="1550" y="608"/>
                        <a:pt x="1483" y="541"/>
                        <a:pt x="1383" y="508"/>
                      </a:cubicBezTo>
                      <a:cubicBezTo>
                        <a:pt x="1350" y="508"/>
                        <a:pt x="1350" y="508"/>
                        <a:pt x="1316" y="475"/>
                      </a:cubicBezTo>
                      <a:lnTo>
                        <a:pt x="1249" y="475"/>
                      </a:lnTo>
                      <a:cubicBezTo>
                        <a:pt x="1216" y="441"/>
                        <a:pt x="1149" y="441"/>
                        <a:pt x="1083" y="441"/>
                      </a:cubicBezTo>
                      <a:cubicBezTo>
                        <a:pt x="983" y="408"/>
                        <a:pt x="849" y="374"/>
                        <a:pt x="749" y="341"/>
                      </a:cubicBezTo>
                      <a:cubicBezTo>
                        <a:pt x="716" y="341"/>
                        <a:pt x="716" y="308"/>
                        <a:pt x="682" y="308"/>
                      </a:cubicBezTo>
                      <a:lnTo>
                        <a:pt x="649" y="308"/>
                      </a:lnTo>
                      <a:cubicBezTo>
                        <a:pt x="649" y="308"/>
                        <a:pt x="616" y="274"/>
                        <a:pt x="582" y="274"/>
                      </a:cubicBezTo>
                      <a:cubicBezTo>
                        <a:pt x="582" y="241"/>
                        <a:pt x="549" y="241"/>
                        <a:pt x="516" y="241"/>
                      </a:cubicBezTo>
                      <a:cubicBezTo>
                        <a:pt x="482" y="208"/>
                        <a:pt x="416" y="174"/>
                        <a:pt x="382" y="141"/>
                      </a:cubicBezTo>
                      <a:cubicBezTo>
                        <a:pt x="382" y="141"/>
                        <a:pt x="349" y="108"/>
                        <a:pt x="349" y="108"/>
                      </a:cubicBezTo>
                      <a:cubicBezTo>
                        <a:pt x="315" y="74"/>
                        <a:pt x="315" y="74"/>
                        <a:pt x="282" y="41"/>
                      </a:cubicBezTo>
                      <a:cubicBezTo>
                        <a:pt x="254" y="13"/>
                        <a:pt x="217" y="0"/>
                        <a:pt x="181" y="0"/>
                      </a:cubicBezTo>
                      <a:close/>
                    </a:path>
                  </a:pathLst>
                </a:custGeom>
                <a:solidFill>
                  <a:srgbClr val="73CABE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32" name="Google Shape;4032;p73"/>
                <p:cNvSpPr/>
                <p:nvPr/>
              </p:nvSpPr>
              <p:spPr>
                <a:xfrm>
                  <a:off x="7395686" y="2537265"/>
                  <a:ext cx="34570" cy="11121"/>
                </a:xfrm>
                <a:custGeom>
                  <a:rect b="b" l="l" r="r" t="t"/>
                  <a:pathLst>
                    <a:path extrusionOk="0" h="535" w="1663">
                      <a:moveTo>
                        <a:pt x="1495" y="1"/>
                      </a:moveTo>
                      <a:cubicBezTo>
                        <a:pt x="1362" y="34"/>
                        <a:pt x="1262" y="67"/>
                        <a:pt x="1162" y="134"/>
                      </a:cubicBezTo>
                      <a:cubicBezTo>
                        <a:pt x="1028" y="168"/>
                        <a:pt x="928" y="168"/>
                        <a:pt x="828" y="201"/>
                      </a:cubicBezTo>
                      <a:cubicBezTo>
                        <a:pt x="561" y="201"/>
                        <a:pt x="361" y="101"/>
                        <a:pt x="128" y="67"/>
                      </a:cubicBezTo>
                      <a:cubicBezTo>
                        <a:pt x="116" y="62"/>
                        <a:pt x="104" y="59"/>
                        <a:pt x="93" y="59"/>
                      </a:cubicBezTo>
                      <a:cubicBezTo>
                        <a:pt x="40" y="59"/>
                        <a:pt x="0" y="119"/>
                        <a:pt x="28" y="201"/>
                      </a:cubicBezTo>
                      <a:cubicBezTo>
                        <a:pt x="194" y="468"/>
                        <a:pt x="528" y="534"/>
                        <a:pt x="828" y="534"/>
                      </a:cubicBezTo>
                      <a:cubicBezTo>
                        <a:pt x="962" y="534"/>
                        <a:pt x="1128" y="501"/>
                        <a:pt x="1262" y="468"/>
                      </a:cubicBezTo>
                      <a:cubicBezTo>
                        <a:pt x="1328" y="434"/>
                        <a:pt x="1395" y="401"/>
                        <a:pt x="1462" y="368"/>
                      </a:cubicBezTo>
                      <a:cubicBezTo>
                        <a:pt x="1562" y="301"/>
                        <a:pt x="1595" y="234"/>
                        <a:pt x="1629" y="168"/>
                      </a:cubicBezTo>
                      <a:cubicBezTo>
                        <a:pt x="1662" y="67"/>
                        <a:pt x="1562" y="1"/>
                        <a:pt x="1495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33" name="Google Shape;4033;p73"/>
                <p:cNvSpPr/>
                <p:nvPr/>
              </p:nvSpPr>
              <p:spPr>
                <a:xfrm>
                  <a:off x="7057162" y="3166897"/>
                  <a:ext cx="379330" cy="13179"/>
                </a:xfrm>
                <a:custGeom>
                  <a:rect b="b" l="l" r="r" t="t"/>
                  <a:pathLst>
                    <a:path extrusionOk="0" h="634" w="18248">
                      <a:moveTo>
                        <a:pt x="1" y="0"/>
                      </a:moveTo>
                      <a:lnTo>
                        <a:pt x="1" y="634"/>
                      </a:lnTo>
                      <a:lnTo>
                        <a:pt x="18247" y="634"/>
                      </a:lnTo>
                      <a:cubicBezTo>
                        <a:pt x="18247" y="267"/>
                        <a:pt x="17947" y="0"/>
                        <a:pt x="17613" y="0"/>
                      </a:cubicBezTo>
                      <a:close/>
                    </a:path>
                  </a:pathLst>
                </a:custGeom>
                <a:solidFill>
                  <a:srgbClr val="D6D6D6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34" name="Google Shape;4034;p73"/>
                <p:cNvSpPr/>
                <p:nvPr/>
              </p:nvSpPr>
              <p:spPr>
                <a:xfrm>
                  <a:off x="6923332" y="2954699"/>
                  <a:ext cx="447285" cy="212220"/>
                </a:xfrm>
                <a:custGeom>
                  <a:rect b="b" l="l" r="r" t="t"/>
                  <a:pathLst>
                    <a:path extrusionOk="0" h="10209" w="21517">
                      <a:moveTo>
                        <a:pt x="1002" y="1"/>
                      </a:moveTo>
                      <a:cubicBezTo>
                        <a:pt x="435" y="1"/>
                        <a:pt x="1" y="534"/>
                        <a:pt x="201" y="1035"/>
                      </a:cubicBezTo>
                      <a:lnTo>
                        <a:pt x="3270" y="10208"/>
                      </a:lnTo>
                      <a:lnTo>
                        <a:pt x="21516" y="10208"/>
                      </a:lnTo>
                      <a:lnTo>
                        <a:pt x="18281" y="568"/>
                      </a:lnTo>
                      <a:cubicBezTo>
                        <a:pt x="18147" y="234"/>
                        <a:pt x="17847" y="1"/>
                        <a:pt x="1744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35" name="Google Shape;4035;p73"/>
                <p:cNvSpPr/>
                <p:nvPr/>
              </p:nvSpPr>
              <p:spPr>
                <a:xfrm>
                  <a:off x="6991993" y="3166897"/>
                  <a:ext cx="380702" cy="13179"/>
                </a:xfrm>
                <a:custGeom>
                  <a:rect b="b" l="l" r="r" t="t"/>
                  <a:pathLst>
                    <a:path extrusionOk="0" h="634" w="18314">
                      <a:moveTo>
                        <a:pt x="0" y="0"/>
                      </a:moveTo>
                      <a:lnTo>
                        <a:pt x="0" y="634"/>
                      </a:lnTo>
                      <a:lnTo>
                        <a:pt x="18313" y="634"/>
                      </a:lnTo>
                      <a:lnTo>
                        <a:pt x="18313" y="0"/>
                      </a:lnTo>
                      <a:close/>
                    </a:path>
                  </a:pathLst>
                </a:custGeom>
                <a:solidFill>
                  <a:srgbClr val="D6D6D6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36" name="Google Shape;4036;p73"/>
                <p:cNvSpPr/>
                <p:nvPr/>
              </p:nvSpPr>
              <p:spPr>
                <a:xfrm>
                  <a:off x="7125823" y="3039948"/>
                  <a:ext cx="35380" cy="30641"/>
                </a:xfrm>
                <a:custGeom>
                  <a:rect b="b" l="l" r="r" t="t"/>
                  <a:pathLst>
                    <a:path extrusionOk="0" h="1474" w="1702">
                      <a:moveTo>
                        <a:pt x="860" y="1"/>
                      </a:moveTo>
                      <a:cubicBezTo>
                        <a:pt x="840" y="1"/>
                        <a:pt x="821" y="1"/>
                        <a:pt x="801" y="3"/>
                      </a:cubicBezTo>
                      <a:lnTo>
                        <a:pt x="667" y="3"/>
                      </a:lnTo>
                      <a:cubicBezTo>
                        <a:pt x="267" y="103"/>
                        <a:pt x="0" y="503"/>
                        <a:pt x="67" y="870"/>
                      </a:cubicBezTo>
                      <a:lnTo>
                        <a:pt x="67" y="903"/>
                      </a:lnTo>
                      <a:cubicBezTo>
                        <a:pt x="129" y="1247"/>
                        <a:pt x="484" y="1474"/>
                        <a:pt x="858" y="1474"/>
                      </a:cubicBezTo>
                      <a:cubicBezTo>
                        <a:pt x="883" y="1474"/>
                        <a:pt x="909" y="1473"/>
                        <a:pt x="934" y="1470"/>
                      </a:cubicBezTo>
                      <a:cubicBezTo>
                        <a:pt x="1335" y="1437"/>
                        <a:pt x="1701" y="1137"/>
                        <a:pt x="1668" y="737"/>
                      </a:cubicBezTo>
                      <a:cubicBezTo>
                        <a:pt x="1636" y="353"/>
                        <a:pt x="1298" y="1"/>
                        <a:pt x="860" y="1"/>
                      </a:cubicBezTo>
                      <a:close/>
                    </a:path>
                  </a:pathLst>
                </a:custGeom>
                <a:solidFill>
                  <a:srgbClr val="110809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37" name="Google Shape;4037;p73"/>
                <p:cNvSpPr/>
                <p:nvPr/>
              </p:nvSpPr>
              <p:spPr>
                <a:xfrm>
                  <a:off x="4493626" y="3196021"/>
                  <a:ext cx="133851" cy="1018629"/>
                </a:xfrm>
                <a:custGeom>
                  <a:rect b="b" l="l" r="r" t="t"/>
                  <a:pathLst>
                    <a:path extrusionOk="0" h="49002" w="6439">
                      <a:moveTo>
                        <a:pt x="5104" y="0"/>
                      </a:moveTo>
                      <a:lnTo>
                        <a:pt x="1" y="48868"/>
                      </a:lnTo>
                      <a:lnTo>
                        <a:pt x="1335" y="49002"/>
                      </a:lnTo>
                      <a:lnTo>
                        <a:pt x="6438" y="134"/>
                      </a:lnTo>
                      <a:lnTo>
                        <a:pt x="510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38" name="Google Shape;4038;p73"/>
                <p:cNvSpPr/>
                <p:nvPr/>
              </p:nvSpPr>
              <p:spPr>
                <a:xfrm>
                  <a:off x="7892736" y="3196021"/>
                  <a:ext cx="133851" cy="1018629"/>
                </a:xfrm>
                <a:custGeom>
                  <a:rect b="b" l="l" r="r" t="t"/>
                  <a:pathLst>
                    <a:path extrusionOk="0" h="49002" w="6439">
                      <a:moveTo>
                        <a:pt x="1335" y="0"/>
                      </a:moveTo>
                      <a:lnTo>
                        <a:pt x="0" y="134"/>
                      </a:lnTo>
                      <a:lnTo>
                        <a:pt x="5104" y="49002"/>
                      </a:lnTo>
                      <a:lnTo>
                        <a:pt x="6438" y="48868"/>
                      </a:lnTo>
                      <a:lnTo>
                        <a:pt x="133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39" name="Google Shape;4039;p73"/>
                <p:cNvSpPr/>
                <p:nvPr/>
              </p:nvSpPr>
              <p:spPr>
                <a:xfrm>
                  <a:off x="4429144" y="3180763"/>
                  <a:ext cx="3657062" cy="22887"/>
                </a:xfrm>
                <a:custGeom>
                  <a:rect b="b" l="l" r="r" t="t"/>
                  <a:pathLst>
                    <a:path extrusionOk="0" h="1101" w="175926">
                      <a:moveTo>
                        <a:pt x="567" y="0"/>
                      </a:moveTo>
                      <a:cubicBezTo>
                        <a:pt x="267" y="0"/>
                        <a:pt x="0" y="234"/>
                        <a:pt x="0" y="534"/>
                      </a:cubicBezTo>
                      <a:cubicBezTo>
                        <a:pt x="0" y="834"/>
                        <a:pt x="267" y="1101"/>
                        <a:pt x="567" y="1101"/>
                      </a:cubicBezTo>
                      <a:lnTo>
                        <a:pt x="175359" y="1101"/>
                      </a:lnTo>
                      <a:cubicBezTo>
                        <a:pt x="175659" y="1101"/>
                        <a:pt x="175926" y="834"/>
                        <a:pt x="175926" y="534"/>
                      </a:cubicBezTo>
                      <a:cubicBezTo>
                        <a:pt x="175926" y="234"/>
                        <a:pt x="175659" y="0"/>
                        <a:pt x="17535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40" name="Google Shape;4040;p73"/>
                <p:cNvSpPr/>
                <p:nvPr/>
              </p:nvSpPr>
              <p:spPr>
                <a:xfrm>
                  <a:off x="6076678" y="3052379"/>
                  <a:ext cx="85312" cy="109675"/>
                </a:xfrm>
                <a:custGeom>
                  <a:rect b="b" l="l" r="r" t="t"/>
                  <a:pathLst>
                    <a:path extrusionOk="0" h="5276" w="4104">
                      <a:moveTo>
                        <a:pt x="1436" y="0"/>
                      </a:moveTo>
                      <a:cubicBezTo>
                        <a:pt x="978" y="0"/>
                        <a:pt x="506" y="107"/>
                        <a:pt x="34" y="305"/>
                      </a:cubicBezTo>
                      <a:lnTo>
                        <a:pt x="334" y="1039"/>
                      </a:lnTo>
                      <a:cubicBezTo>
                        <a:pt x="713" y="862"/>
                        <a:pt x="1092" y="781"/>
                        <a:pt x="1442" y="781"/>
                      </a:cubicBezTo>
                      <a:cubicBezTo>
                        <a:pt x="1554" y="781"/>
                        <a:pt x="1664" y="790"/>
                        <a:pt x="1769" y="806"/>
                      </a:cubicBezTo>
                      <a:cubicBezTo>
                        <a:pt x="2269" y="906"/>
                        <a:pt x="2669" y="1139"/>
                        <a:pt x="2936" y="1473"/>
                      </a:cubicBezTo>
                      <a:cubicBezTo>
                        <a:pt x="3203" y="1873"/>
                        <a:pt x="3270" y="2440"/>
                        <a:pt x="3136" y="2941"/>
                      </a:cubicBezTo>
                      <a:cubicBezTo>
                        <a:pt x="2736" y="4175"/>
                        <a:pt x="1702" y="4442"/>
                        <a:pt x="1" y="4508"/>
                      </a:cubicBezTo>
                      <a:lnTo>
                        <a:pt x="34" y="5276"/>
                      </a:lnTo>
                      <a:cubicBezTo>
                        <a:pt x="1135" y="5242"/>
                        <a:pt x="3237" y="5209"/>
                        <a:pt x="3870" y="3207"/>
                      </a:cubicBezTo>
                      <a:cubicBezTo>
                        <a:pt x="4104" y="2440"/>
                        <a:pt x="4004" y="1640"/>
                        <a:pt x="3570" y="1039"/>
                      </a:cubicBezTo>
                      <a:cubicBezTo>
                        <a:pt x="3203" y="505"/>
                        <a:pt x="2603" y="139"/>
                        <a:pt x="1902" y="38"/>
                      </a:cubicBezTo>
                      <a:cubicBezTo>
                        <a:pt x="1749" y="13"/>
                        <a:pt x="1593" y="0"/>
                        <a:pt x="143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41" name="Google Shape;4041;p73"/>
                <p:cNvSpPr/>
                <p:nvPr/>
              </p:nvSpPr>
              <p:spPr>
                <a:xfrm>
                  <a:off x="5980993" y="3026810"/>
                  <a:ext cx="124143" cy="151894"/>
                </a:xfrm>
                <a:custGeom>
                  <a:rect b="b" l="l" r="r" t="t"/>
                  <a:pathLst>
                    <a:path extrusionOk="0" h="7307" w="5972">
                      <a:moveTo>
                        <a:pt x="1" y="1"/>
                      </a:moveTo>
                      <a:lnTo>
                        <a:pt x="267" y="7306"/>
                      </a:lnTo>
                      <a:lnTo>
                        <a:pt x="5705" y="7306"/>
                      </a:lnTo>
                      <a:lnTo>
                        <a:pt x="597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42" name="Google Shape;4042;p73"/>
              <p:cNvGrpSpPr/>
              <p:nvPr/>
            </p:nvGrpSpPr>
            <p:grpSpPr>
              <a:xfrm>
                <a:off x="5646401" y="4293402"/>
                <a:ext cx="284331" cy="95290"/>
                <a:chOff x="5646401" y="4293402"/>
                <a:chExt cx="284331" cy="95290"/>
              </a:xfrm>
            </p:grpSpPr>
            <p:sp>
              <p:nvSpPr>
                <p:cNvPr id="4043" name="Google Shape;4043;p73"/>
                <p:cNvSpPr/>
                <p:nvPr/>
              </p:nvSpPr>
              <p:spPr>
                <a:xfrm>
                  <a:off x="5646401" y="4293402"/>
                  <a:ext cx="284331" cy="95290"/>
                </a:xfrm>
                <a:custGeom>
                  <a:rect b="b" l="l" r="r" t="t"/>
                  <a:pathLst>
                    <a:path extrusionOk="0" h="4584" w="13678">
                      <a:moveTo>
                        <a:pt x="1911" y="1"/>
                      </a:moveTo>
                      <a:cubicBezTo>
                        <a:pt x="1272" y="1"/>
                        <a:pt x="635" y="8"/>
                        <a:pt x="1" y="30"/>
                      </a:cubicBezTo>
                      <a:cubicBezTo>
                        <a:pt x="1" y="797"/>
                        <a:pt x="101" y="1598"/>
                        <a:pt x="101" y="2365"/>
                      </a:cubicBezTo>
                      <a:cubicBezTo>
                        <a:pt x="134" y="2866"/>
                        <a:pt x="168" y="3433"/>
                        <a:pt x="468" y="3866"/>
                      </a:cubicBezTo>
                      <a:cubicBezTo>
                        <a:pt x="568" y="4033"/>
                        <a:pt x="701" y="4167"/>
                        <a:pt x="868" y="4267"/>
                      </a:cubicBezTo>
                      <a:cubicBezTo>
                        <a:pt x="2402" y="4300"/>
                        <a:pt x="3937" y="4400"/>
                        <a:pt x="5438" y="4467"/>
                      </a:cubicBezTo>
                      <a:cubicBezTo>
                        <a:pt x="6555" y="4533"/>
                        <a:pt x="7681" y="4583"/>
                        <a:pt x="8807" y="4583"/>
                      </a:cubicBezTo>
                      <a:cubicBezTo>
                        <a:pt x="9933" y="4583"/>
                        <a:pt x="11059" y="4533"/>
                        <a:pt x="12176" y="4400"/>
                      </a:cubicBezTo>
                      <a:cubicBezTo>
                        <a:pt x="12777" y="4333"/>
                        <a:pt x="13510" y="4133"/>
                        <a:pt x="13610" y="3533"/>
                      </a:cubicBezTo>
                      <a:cubicBezTo>
                        <a:pt x="13677" y="2932"/>
                        <a:pt x="13043" y="2532"/>
                        <a:pt x="12476" y="2332"/>
                      </a:cubicBezTo>
                      <a:cubicBezTo>
                        <a:pt x="11309" y="1865"/>
                        <a:pt x="10075" y="1531"/>
                        <a:pt x="8840" y="1331"/>
                      </a:cubicBezTo>
                      <a:cubicBezTo>
                        <a:pt x="7740" y="1131"/>
                        <a:pt x="6539" y="964"/>
                        <a:pt x="5805" y="97"/>
                      </a:cubicBezTo>
                      <a:cubicBezTo>
                        <a:pt x="5772" y="64"/>
                        <a:pt x="5738" y="30"/>
                        <a:pt x="5738" y="30"/>
                      </a:cubicBezTo>
                      <a:cubicBezTo>
                        <a:pt x="4471" y="30"/>
                        <a:pt x="3188" y="1"/>
                        <a:pt x="191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81775" lIns="81775" spcFirstLastPara="1" rIns="81775" wrap="square" tIns="817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52"/>
                    <a:buFont typeface="Arial"/>
                    <a:buNone/>
                  </a:pPr>
                  <a:r>
                    <a:t/>
                  </a:r>
                  <a:endParaRPr b="0" i="0" sz="125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044" name="Google Shape;4044;p73"/>
                <p:cNvGrpSpPr/>
                <p:nvPr/>
              </p:nvGrpSpPr>
              <p:grpSpPr>
                <a:xfrm>
                  <a:off x="5774365" y="4298183"/>
                  <a:ext cx="74897" cy="46606"/>
                  <a:chOff x="5774365" y="4173033"/>
                  <a:chExt cx="74897" cy="46606"/>
                </a:xfrm>
              </p:grpSpPr>
              <p:sp>
                <p:nvSpPr>
                  <p:cNvPr id="4045" name="Google Shape;4045;p73"/>
                  <p:cNvSpPr/>
                  <p:nvPr/>
                </p:nvSpPr>
                <p:spPr>
                  <a:xfrm>
                    <a:off x="5774365" y="4173033"/>
                    <a:ext cx="18730" cy="35651"/>
                  </a:xfrm>
                  <a:custGeom>
                    <a:rect b="b" l="l" r="r" t="t"/>
                    <a:pathLst>
                      <a:path extrusionOk="0" h="1715" w="901">
                        <a:moveTo>
                          <a:pt x="767" y="0"/>
                        </a:moveTo>
                        <a:lnTo>
                          <a:pt x="767" y="34"/>
                        </a:lnTo>
                        <a:cubicBezTo>
                          <a:pt x="749" y="28"/>
                          <a:pt x="732" y="25"/>
                          <a:pt x="716" y="25"/>
                        </a:cubicBezTo>
                        <a:cubicBezTo>
                          <a:pt x="644" y="25"/>
                          <a:pt x="594" y="79"/>
                          <a:pt x="567" y="134"/>
                        </a:cubicBezTo>
                        <a:cubicBezTo>
                          <a:pt x="467" y="367"/>
                          <a:pt x="400" y="601"/>
                          <a:pt x="300" y="834"/>
                        </a:cubicBezTo>
                        <a:cubicBezTo>
                          <a:pt x="234" y="934"/>
                          <a:pt x="200" y="1068"/>
                          <a:pt x="134" y="1168"/>
                        </a:cubicBezTo>
                        <a:cubicBezTo>
                          <a:pt x="100" y="1301"/>
                          <a:pt x="0" y="1468"/>
                          <a:pt x="67" y="1602"/>
                        </a:cubicBezTo>
                        <a:cubicBezTo>
                          <a:pt x="117" y="1677"/>
                          <a:pt x="186" y="1714"/>
                          <a:pt x="245" y="1714"/>
                        </a:cubicBezTo>
                        <a:cubicBezTo>
                          <a:pt x="265" y="1714"/>
                          <a:pt x="284" y="1710"/>
                          <a:pt x="300" y="1702"/>
                        </a:cubicBezTo>
                        <a:cubicBezTo>
                          <a:pt x="367" y="1702"/>
                          <a:pt x="434" y="1668"/>
                          <a:pt x="467" y="1602"/>
                        </a:cubicBezTo>
                        <a:cubicBezTo>
                          <a:pt x="501" y="1568"/>
                          <a:pt x="501" y="1535"/>
                          <a:pt x="501" y="1501"/>
                        </a:cubicBezTo>
                        <a:cubicBezTo>
                          <a:pt x="534" y="1435"/>
                          <a:pt x="534" y="1368"/>
                          <a:pt x="567" y="1301"/>
                        </a:cubicBezTo>
                        <a:cubicBezTo>
                          <a:pt x="601" y="1201"/>
                          <a:pt x="634" y="1068"/>
                          <a:pt x="667" y="934"/>
                        </a:cubicBezTo>
                        <a:cubicBezTo>
                          <a:pt x="734" y="701"/>
                          <a:pt x="801" y="467"/>
                          <a:pt x="867" y="234"/>
                        </a:cubicBezTo>
                        <a:cubicBezTo>
                          <a:pt x="901" y="134"/>
                          <a:pt x="834" y="34"/>
                          <a:pt x="767" y="0"/>
                        </a:cubicBezTo>
                        <a:close/>
                      </a:path>
                    </a:pathLst>
                  </a:custGeom>
                  <a:solidFill>
                    <a:srgbClr val="73CABE"/>
                  </a:solidFill>
                  <a:ln>
                    <a:noFill/>
                  </a:ln>
                </p:spPr>
                <p:txBody>
                  <a:bodyPr anchorCtr="0" anchor="ctr" bIns="81775" lIns="81775" spcFirstLastPara="1" rIns="81775" wrap="square" tIns="8177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52"/>
                      <a:buFont typeface="Arial"/>
                      <a:buNone/>
                    </a:pPr>
                    <a:r>
                      <a:t/>
                    </a:r>
                    <a:endParaRPr b="0" i="0" sz="1252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046" name="Google Shape;4046;p73"/>
                  <p:cNvSpPr/>
                  <p:nvPr/>
                </p:nvSpPr>
                <p:spPr>
                  <a:xfrm>
                    <a:off x="5804860" y="4184362"/>
                    <a:ext cx="14593" cy="24571"/>
                  </a:xfrm>
                  <a:custGeom>
                    <a:rect b="b" l="l" r="r" t="t"/>
                    <a:pathLst>
                      <a:path extrusionOk="0" h="1182" w="702">
                        <a:moveTo>
                          <a:pt x="574" y="1"/>
                        </a:moveTo>
                        <a:cubicBezTo>
                          <a:pt x="562" y="1"/>
                          <a:pt x="548" y="9"/>
                          <a:pt x="535" y="22"/>
                        </a:cubicBezTo>
                        <a:lnTo>
                          <a:pt x="501" y="22"/>
                        </a:lnTo>
                        <a:cubicBezTo>
                          <a:pt x="435" y="56"/>
                          <a:pt x="368" y="123"/>
                          <a:pt x="334" y="189"/>
                        </a:cubicBezTo>
                        <a:cubicBezTo>
                          <a:pt x="301" y="256"/>
                          <a:pt x="268" y="356"/>
                          <a:pt x="234" y="423"/>
                        </a:cubicBezTo>
                        <a:cubicBezTo>
                          <a:pt x="201" y="489"/>
                          <a:pt x="168" y="556"/>
                          <a:pt x="134" y="623"/>
                        </a:cubicBezTo>
                        <a:cubicBezTo>
                          <a:pt x="68" y="723"/>
                          <a:pt x="1" y="856"/>
                          <a:pt x="34" y="990"/>
                        </a:cubicBezTo>
                        <a:cubicBezTo>
                          <a:pt x="68" y="1057"/>
                          <a:pt x="101" y="1123"/>
                          <a:pt x="168" y="1157"/>
                        </a:cubicBezTo>
                        <a:cubicBezTo>
                          <a:pt x="218" y="1173"/>
                          <a:pt x="259" y="1182"/>
                          <a:pt x="297" y="1182"/>
                        </a:cubicBezTo>
                        <a:cubicBezTo>
                          <a:pt x="334" y="1182"/>
                          <a:pt x="368" y="1173"/>
                          <a:pt x="401" y="1157"/>
                        </a:cubicBezTo>
                        <a:cubicBezTo>
                          <a:pt x="535" y="1090"/>
                          <a:pt x="568" y="923"/>
                          <a:pt x="601" y="823"/>
                        </a:cubicBezTo>
                        <a:cubicBezTo>
                          <a:pt x="601" y="723"/>
                          <a:pt x="635" y="656"/>
                          <a:pt x="635" y="556"/>
                        </a:cubicBezTo>
                        <a:cubicBezTo>
                          <a:pt x="668" y="489"/>
                          <a:pt x="668" y="389"/>
                          <a:pt x="668" y="289"/>
                        </a:cubicBezTo>
                        <a:cubicBezTo>
                          <a:pt x="701" y="223"/>
                          <a:pt x="668" y="123"/>
                          <a:pt x="601" y="56"/>
                        </a:cubicBezTo>
                        <a:cubicBezTo>
                          <a:pt x="601" y="17"/>
                          <a:pt x="590" y="1"/>
                          <a:pt x="574" y="1"/>
                        </a:cubicBezTo>
                        <a:close/>
                      </a:path>
                    </a:pathLst>
                  </a:custGeom>
                  <a:solidFill>
                    <a:srgbClr val="73CABE"/>
                  </a:solidFill>
                  <a:ln>
                    <a:noFill/>
                  </a:ln>
                </p:spPr>
                <p:txBody>
                  <a:bodyPr anchorCtr="0" anchor="ctr" bIns="81775" lIns="81775" spcFirstLastPara="1" rIns="81775" wrap="square" tIns="8177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52"/>
                      <a:buFont typeface="Arial"/>
                      <a:buNone/>
                    </a:pPr>
                    <a:r>
                      <a:t/>
                    </a:r>
                    <a:endParaRPr b="0" i="0" sz="1252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047" name="Google Shape;4047;p73"/>
                  <p:cNvSpPr/>
                  <p:nvPr/>
                </p:nvSpPr>
                <p:spPr>
                  <a:xfrm>
                    <a:off x="5834690" y="4192449"/>
                    <a:ext cx="14572" cy="27190"/>
                  </a:xfrm>
                  <a:custGeom>
                    <a:rect b="b" l="l" r="r" t="t"/>
                    <a:pathLst>
                      <a:path extrusionOk="0" h="1308" w="701">
                        <a:moveTo>
                          <a:pt x="534" y="0"/>
                        </a:moveTo>
                        <a:cubicBezTo>
                          <a:pt x="434" y="0"/>
                          <a:pt x="334" y="100"/>
                          <a:pt x="300" y="201"/>
                        </a:cubicBezTo>
                        <a:cubicBezTo>
                          <a:pt x="267" y="267"/>
                          <a:pt x="234" y="334"/>
                          <a:pt x="200" y="401"/>
                        </a:cubicBezTo>
                        <a:cubicBezTo>
                          <a:pt x="167" y="501"/>
                          <a:pt x="134" y="601"/>
                          <a:pt x="100" y="701"/>
                        </a:cubicBezTo>
                        <a:cubicBezTo>
                          <a:pt x="67" y="768"/>
                          <a:pt x="34" y="834"/>
                          <a:pt x="0" y="934"/>
                        </a:cubicBezTo>
                        <a:cubicBezTo>
                          <a:pt x="0" y="1001"/>
                          <a:pt x="0" y="1101"/>
                          <a:pt x="34" y="1168"/>
                        </a:cubicBezTo>
                        <a:cubicBezTo>
                          <a:pt x="67" y="1235"/>
                          <a:pt x="167" y="1268"/>
                          <a:pt x="234" y="1301"/>
                        </a:cubicBezTo>
                        <a:cubicBezTo>
                          <a:pt x="256" y="1306"/>
                          <a:pt x="277" y="1308"/>
                          <a:pt x="298" y="1308"/>
                        </a:cubicBezTo>
                        <a:cubicBezTo>
                          <a:pt x="434" y="1308"/>
                          <a:pt x="538" y="1217"/>
                          <a:pt x="567" y="1101"/>
                        </a:cubicBezTo>
                        <a:cubicBezTo>
                          <a:pt x="601" y="1001"/>
                          <a:pt x="634" y="901"/>
                          <a:pt x="634" y="834"/>
                        </a:cubicBezTo>
                        <a:cubicBezTo>
                          <a:pt x="634" y="734"/>
                          <a:pt x="667" y="634"/>
                          <a:pt x="667" y="534"/>
                        </a:cubicBezTo>
                        <a:cubicBezTo>
                          <a:pt x="667" y="434"/>
                          <a:pt x="701" y="367"/>
                          <a:pt x="701" y="267"/>
                        </a:cubicBezTo>
                        <a:cubicBezTo>
                          <a:pt x="701" y="167"/>
                          <a:pt x="667" y="0"/>
                          <a:pt x="534" y="0"/>
                        </a:cubicBezTo>
                        <a:close/>
                      </a:path>
                    </a:pathLst>
                  </a:custGeom>
                  <a:solidFill>
                    <a:srgbClr val="73CABE"/>
                  </a:solidFill>
                  <a:ln>
                    <a:noFill/>
                  </a:ln>
                </p:spPr>
                <p:txBody>
                  <a:bodyPr anchorCtr="0" anchor="ctr" bIns="81775" lIns="81775" spcFirstLastPara="1" rIns="81775" wrap="square" tIns="8177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52"/>
                      <a:buFont typeface="Arial"/>
                      <a:buNone/>
                    </a:pPr>
                    <a:r>
                      <a:t/>
                    </a:r>
                    <a:endParaRPr b="0" i="0" sz="1252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</p:grpSp>
      <p:grpSp>
        <p:nvGrpSpPr>
          <p:cNvPr id="4048" name="Google Shape;4048;p73"/>
          <p:cNvGrpSpPr/>
          <p:nvPr/>
        </p:nvGrpSpPr>
        <p:grpSpPr>
          <a:xfrm>
            <a:off x="100" y="234375"/>
            <a:ext cx="7041925" cy="599754"/>
            <a:chOff x="100" y="200464"/>
            <a:chExt cx="7041925" cy="836711"/>
          </a:xfrm>
        </p:grpSpPr>
        <p:sp>
          <p:nvSpPr>
            <p:cNvPr id="4049" name="Google Shape;4049;p73"/>
            <p:cNvSpPr/>
            <p:nvPr/>
          </p:nvSpPr>
          <p:spPr>
            <a:xfrm rot="5400000">
              <a:off x="3162550" y="-2842275"/>
              <a:ext cx="717000" cy="7041900"/>
            </a:xfrm>
            <a:prstGeom prst="round2SameRect">
              <a:avLst>
                <a:gd fmla="val 41869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0" name="Google Shape;4050;p73"/>
            <p:cNvSpPr txBox="1"/>
            <p:nvPr/>
          </p:nvSpPr>
          <p:spPr>
            <a:xfrm>
              <a:off x="125" y="200464"/>
              <a:ext cx="7041900" cy="8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300">
                  <a:solidFill>
                    <a:schemeClr val="accent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Costing Framework (10 Components)</a:t>
              </a:r>
              <a:endParaRPr b="1" sz="23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4051" name="Google Shape;4051;p7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052" name="Google Shape;4052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2000" y="834125"/>
            <a:ext cx="3862300" cy="436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0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6" name="Shape 4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7" name="Google Shape;4057;p74"/>
          <p:cNvSpPr txBox="1"/>
          <p:nvPr>
            <p:ph type="title"/>
          </p:nvPr>
        </p:nvSpPr>
        <p:spPr>
          <a:xfrm>
            <a:off x="781175" y="2484925"/>
            <a:ext cx="219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8" name="Google Shape;4058;p7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59" name="Google Shape;4059;p74"/>
          <p:cNvSpPr/>
          <p:nvPr/>
        </p:nvSpPr>
        <p:spPr>
          <a:xfrm>
            <a:off x="391025" y="1046875"/>
            <a:ext cx="7960800" cy="3448800"/>
          </a:xfrm>
          <a:prstGeom prst="roundRect">
            <a:avLst>
              <a:gd fmla="val 16667" name="adj"/>
            </a:avLst>
          </a:prstGeom>
          <a:solidFill>
            <a:srgbClr val="5CC9BF"/>
          </a:solidFill>
          <a:ln cap="flat" cmpd="sng" w="144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8750" lIns="138750" spcFirstLastPara="1" rIns="138750" wrap="square" tIns="138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4"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4060" name="Google Shape;4060;p74"/>
          <p:cNvSpPr txBox="1"/>
          <p:nvPr/>
        </p:nvSpPr>
        <p:spPr>
          <a:xfrm>
            <a:off x="781171" y="874948"/>
            <a:ext cx="7352700" cy="24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8750" lIns="138750" spcFirstLastPara="1" rIns="138750" wrap="square" tIns="138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857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1" sz="5857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61" name="Google Shape;4061;p74"/>
          <p:cNvSpPr txBox="1"/>
          <p:nvPr/>
        </p:nvSpPr>
        <p:spPr>
          <a:xfrm>
            <a:off x="923725" y="2082925"/>
            <a:ext cx="68580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accent6"/>
                </a:solidFill>
                <a:latin typeface="Didact Gothic"/>
                <a:ea typeface="Didact Gothic"/>
                <a:cs typeface="Didact Gothic"/>
                <a:sym typeface="Didact Gothic"/>
              </a:rPr>
              <a:t>In conclusion, the SkillMatch is a carefully structured and planned project designed specially for the Students and StartUp Owners looking skilled individuals.</a:t>
            </a:r>
            <a:endParaRPr b="1" sz="2400">
              <a:solidFill>
                <a:schemeClr val="accent6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5" name="Shape 4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6" name="Google Shape;4066;p75"/>
          <p:cNvSpPr/>
          <p:nvPr/>
        </p:nvSpPr>
        <p:spPr>
          <a:xfrm>
            <a:off x="1949100" y="1435500"/>
            <a:ext cx="5245800" cy="2272500"/>
          </a:xfrm>
          <a:prstGeom prst="roundRect">
            <a:avLst>
              <a:gd fmla="val 16667" name="adj"/>
            </a:avLst>
          </a:prstGeom>
          <a:solidFill>
            <a:srgbClr val="5CC9B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4067" name="Google Shape;4067;p75"/>
          <p:cNvSpPr txBox="1"/>
          <p:nvPr/>
        </p:nvSpPr>
        <p:spPr>
          <a:xfrm>
            <a:off x="2231850" y="1970775"/>
            <a:ext cx="4845000" cy="16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1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1" sz="61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68" name="Google Shape;4068;p7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sign Thinking in Entrepreneurship Workshop by Slidesgo">
  <a:themeElements>
    <a:clrScheme name="Simple Light">
      <a:dk1>
        <a:srgbClr val="504949"/>
      </a:dk1>
      <a:lt1>
        <a:srgbClr val="77457D"/>
      </a:lt1>
      <a:dk2>
        <a:srgbClr val="5CC9BF"/>
      </a:dk2>
      <a:lt2>
        <a:srgbClr val="B5C7BA"/>
      </a:lt2>
      <a:accent1>
        <a:srgbClr val="C46345"/>
      </a:accent1>
      <a:accent2>
        <a:srgbClr val="2C6AA3"/>
      </a:accent2>
      <a:accent3>
        <a:srgbClr val="000000"/>
      </a:accent3>
      <a:accent4>
        <a:srgbClr val="DEDEDE"/>
      </a:accent4>
      <a:accent5>
        <a:srgbClr val="EBEBEB"/>
      </a:accent5>
      <a:accent6>
        <a:srgbClr val="FCFCFC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